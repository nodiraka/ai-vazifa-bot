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28"/>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1" r:id="rId15"/>
    <p:sldId id="273" r:id="rId16"/>
    <p:sldId id="274" r:id="rId17"/>
    <p:sldId id="275" r:id="rId18"/>
    <p:sldId id="276" r:id="rId19"/>
    <p:sldId id="278" r:id="rId20"/>
    <p:sldId id="279" r:id="rId21"/>
    <p:sldId id="280" r:id="rId22"/>
    <p:sldId id="281" r:id="rId23"/>
    <p:sldId id="282" r:id="rId24"/>
    <p:sldId id="283" r:id="rId25"/>
    <p:sldId id="284" r:id="rId26"/>
    <p:sldId id="285" r:id="rId27"/>
  </p:sldIdLst>
  <p:sldSz cx="9144000" cy="5143500" type="screen16x9"/>
  <p:notesSz cx="6858000" cy="9144000"/>
  <p:embeddedFontLst>
    <p:embeddedFont>
      <p:font typeface="Roboto" panose="020B0604020202020204" charset="0"/>
      <p:regular r:id="rId29"/>
      <p:bold r:id="rId30"/>
      <p:italic r:id="rId31"/>
      <p:boldItalic r:id="rId32"/>
    </p:embeddedFont>
    <p:embeddedFont>
      <p:font typeface="Amiri" panose="020B0604020202020204" charset="-78"/>
      <p:regular r:id="rId33"/>
      <p:bold r:id="rId34"/>
      <p:italic r:id="rId35"/>
      <p:boldItalic r:id="rId36"/>
    </p:embeddedFont>
    <p:embeddedFont>
      <p:font typeface="Cinzel Decorative" panose="020B0604020202020204" charset="0"/>
      <p:regular r:id="rId37"/>
      <p:bold r:id="rId38"/>
    </p:embeddedFont>
    <p:embeddedFont>
      <p:font typeface="Anaheim" panose="020B0604020202020204" charset="0"/>
      <p:regular r:id="rId39"/>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46D15AA-4250-4313-8BBB-AB34D243D472}">
  <a:tblStyle styleId="{746D15AA-4250-4313-8BBB-AB34D243D47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06" y="8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1188f5f0e6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1188f5f0e6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1188f5f0e60_1_214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1188f5f0e60_1_214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1188562bdce_0_6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1188562bdce_0_6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1188562bdce_0_6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1188562bdce_0_6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1188562bdce_0_6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1188562bdce_0_6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1188f5f0e60_1_219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1188f5f0e60_1_219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g1188f5f0e60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7" name="Google Shape;487;g1188f5f0e60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1188f5f0e60_1_214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1188f5f0e60_1_214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1188f5f0e60_1_214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0" name="Google Shape;540;g1188f5f0e60_1_214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1188f5f0e60_1_215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g1188f5f0e60_1_215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g1188f5f0e60_1_215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6" name="Google Shape;586;g1188f5f0e60_1_215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g1188f5f0e60_1_216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1" name="Google Shape;611;g1188f5f0e60_1_216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1188f5f0e60_1_219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1188f5f0e60_1_219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1188f5f0e60_1_22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1188f5f0e60_1_22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1188f5f0e60_1_216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3" name="Google Shape;663;g1188f5f0e60_1_216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1188f5f0e60_1_217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1188f5f0e60_1_217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9"/>
        <p:cNvGrpSpPr/>
        <p:nvPr/>
      </p:nvGrpSpPr>
      <p:grpSpPr>
        <a:xfrm>
          <a:off x="0" y="0"/>
          <a:ext cx="0" cy="0"/>
          <a:chOff x="0" y="0"/>
          <a:chExt cx="0" cy="0"/>
        </a:xfrm>
      </p:grpSpPr>
      <p:sp>
        <p:nvSpPr>
          <p:cNvPr id="710" name="Google Shape;710;g1188f5f0e60_1_217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1" name="Google Shape;711;g1188f5f0e60_1_217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5"/>
        <p:cNvGrpSpPr/>
        <p:nvPr/>
      </p:nvGrpSpPr>
      <p:grpSpPr>
        <a:xfrm>
          <a:off x="0" y="0"/>
          <a:ext cx="0" cy="0"/>
          <a:chOff x="0" y="0"/>
          <a:chExt cx="0" cy="0"/>
        </a:xfrm>
      </p:grpSpPr>
      <p:sp>
        <p:nvSpPr>
          <p:cNvPr id="726" name="Google Shape;726;g1188f5f0e60_1_217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7" name="Google Shape;727;g1188f5f0e60_1_217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1188f5f0e60_1_220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8" name="Google Shape;748;g1188f5f0e60_1_22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1188f5f0e60_1_222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1" name="Google Shape;871;g1188f5f0e60_1_222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1188f5f0e60_1_22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1" name="Google Shape;931;g1188f5f0e60_1_222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g1188f5f0e60_1_217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8" name="Google Shape;958;g1188f5f0e60_1_217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g1188f5f0e60_1_218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6" name="Google Shape;976;g1188f5f0e60_1_218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g1188f5f0e60_1_218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2" name="Google Shape;992;g1188f5f0e60_1_218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g1188f5f0e60_1_223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9" name="Google Shape;999;g1188f5f0e60_1_223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1188f5f0e60_1_218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2" name="Google Shape;1012;g1188f5f0e60_1_218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bit.ly/2TyoMsr" TargetMode="External"/><Relationship Id="rId7" Type="http://schemas.openxmlformats.org/officeDocument/2006/relationships/image" Target="../media/image5.png"/><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hyperlink" Target="http://bit.ly/2TtBDfr" TargetMode="Externa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8110800" y="1132450"/>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 name="Google Shape;10;p2"/>
          <p:cNvPicPr preferRelativeResize="0"/>
          <p:nvPr/>
        </p:nvPicPr>
        <p:blipFill rotWithShape="1">
          <a:blip r:embed="rId2">
            <a:alphaModFix/>
          </a:blip>
          <a:srcRect l="28220" t="17074" r="12900" b="18806"/>
          <a:stretch/>
        </p:blipFill>
        <p:spPr>
          <a:xfrm flipH="1">
            <a:off x="4478625" y="-408150"/>
            <a:ext cx="5383973" cy="3298026"/>
          </a:xfrm>
          <a:prstGeom prst="rect">
            <a:avLst/>
          </a:prstGeom>
          <a:noFill/>
          <a:ln>
            <a:noFill/>
          </a:ln>
          <a:effectLst>
            <a:outerShdw blurRad="57150" dist="28575" dir="6840000" algn="bl" rotWithShape="0">
              <a:srgbClr val="000000">
                <a:alpha val="37000"/>
              </a:srgbClr>
            </a:outerShdw>
          </a:effectLst>
        </p:spPr>
      </p:pic>
      <p:pic>
        <p:nvPicPr>
          <p:cNvPr id="11" name="Google Shape;11;p2"/>
          <p:cNvPicPr preferRelativeResize="0"/>
          <p:nvPr/>
        </p:nvPicPr>
        <p:blipFill rotWithShape="1">
          <a:blip r:embed="rId3">
            <a:alphaModFix/>
          </a:blip>
          <a:srcRect l="27280" t="12041" r="28253" b="21059"/>
          <a:stretch/>
        </p:blipFill>
        <p:spPr>
          <a:xfrm rot="2446720">
            <a:off x="6948776" y="3682850"/>
            <a:ext cx="2578773" cy="2182347"/>
          </a:xfrm>
          <a:prstGeom prst="rect">
            <a:avLst/>
          </a:prstGeom>
          <a:noFill/>
          <a:ln>
            <a:noFill/>
          </a:ln>
          <a:effectLst>
            <a:outerShdw blurRad="57150" dist="28575" dir="6900000" algn="bl" rotWithShape="0">
              <a:srgbClr val="000000">
                <a:alpha val="38000"/>
              </a:srgbClr>
            </a:outerShdw>
          </a:effectLst>
        </p:spPr>
      </p:pic>
      <p:sp>
        <p:nvSpPr>
          <p:cNvPr id="12" name="Google Shape;12;p2"/>
          <p:cNvSpPr txBox="1">
            <a:spLocks noGrp="1"/>
          </p:cNvSpPr>
          <p:nvPr>
            <p:ph type="ctrTitle"/>
          </p:nvPr>
        </p:nvSpPr>
        <p:spPr>
          <a:xfrm>
            <a:off x="1679998" y="1341250"/>
            <a:ext cx="5784000" cy="2175300"/>
          </a:xfrm>
          <a:prstGeom prst="rect">
            <a:avLst/>
          </a:prstGeom>
        </p:spPr>
        <p:txBody>
          <a:bodyPr spcFirstLastPara="1" wrap="square" lIns="91425" tIns="91425" rIns="91425" bIns="91425" anchor="t" anchorCtr="0">
            <a:noAutofit/>
          </a:bodyPr>
          <a:lstStyle>
            <a:lvl1pPr lvl="0" algn="ctr">
              <a:spcBef>
                <a:spcPts val="0"/>
              </a:spcBef>
              <a:spcAft>
                <a:spcPts val="0"/>
              </a:spcAft>
              <a:buSzPts val="5200"/>
              <a:buNone/>
              <a:defRPr sz="4200">
                <a:solidFill>
                  <a:schemeClr val="lt2"/>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 name="Google Shape;13;p2"/>
          <p:cNvSpPr txBox="1">
            <a:spLocks noGrp="1"/>
          </p:cNvSpPr>
          <p:nvPr>
            <p:ph type="subTitle" idx="1"/>
          </p:nvPr>
        </p:nvSpPr>
        <p:spPr>
          <a:xfrm>
            <a:off x="1680002" y="3480650"/>
            <a:ext cx="5784000" cy="4392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4" name="Google Shape;14;p2"/>
          <p:cNvSpPr/>
          <p:nvPr/>
        </p:nvSpPr>
        <p:spPr>
          <a:xfrm>
            <a:off x="-1035050" y="1132450"/>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 name="Google Shape;15;p2"/>
          <p:cNvCxnSpPr/>
          <p:nvPr/>
        </p:nvCxnSpPr>
        <p:spPr>
          <a:xfrm>
            <a:off x="4572125" y="-11675"/>
            <a:ext cx="0" cy="731400"/>
          </a:xfrm>
          <a:prstGeom prst="straightConnector1">
            <a:avLst/>
          </a:prstGeom>
          <a:noFill/>
          <a:ln w="9525" cap="flat" cmpd="sng">
            <a:solidFill>
              <a:schemeClr val="lt2"/>
            </a:solidFill>
            <a:prstDash val="solid"/>
            <a:round/>
            <a:headEnd type="none" w="med" len="med"/>
            <a:tailEnd type="none" w="med" len="med"/>
          </a:ln>
        </p:spPr>
      </p:cxnSp>
      <p:grpSp>
        <p:nvGrpSpPr>
          <p:cNvPr id="16" name="Google Shape;16;p2"/>
          <p:cNvGrpSpPr/>
          <p:nvPr/>
        </p:nvGrpSpPr>
        <p:grpSpPr>
          <a:xfrm>
            <a:off x="-19200" y="4755675"/>
            <a:ext cx="9163200" cy="387900"/>
            <a:chOff x="-19200" y="4755675"/>
            <a:chExt cx="9163200" cy="387900"/>
          </a:xfrm>
        </p:grpSpPr>
        <p:cxnSp>
          <p:nvCxnSpPr>
            <p:cNvPr id="17" name="Google Shape;17;p2"/>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18" name="Google Shape;18;p2"/>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sp>
        <p:nvSpPr>
          <p:cNvPr id="19" name="Google Shape;19;p2"/>
          <p:cNvSpPr/>
          <p:nvPr/>
        </p:nvSpPr>
        <p:spPr>
          <a:xfrm>
            <a:off x="631650" y="3242188"/>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6363500"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7964752" y="2329629"/>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 name="Google Shape;22;p2"/>
          <p:cNvPicPr preferRelativeResize="0"/>
          <p:nvPr/>
        </p:nvPicPr>
        <p:blipFill rotWithShape="1">
          <a:blip r:embed="rId4">
            <a:alphaModFix/>
          </a:blip>
          <a:srcRect l="41277" t="17794" r="39777" b="17593"/>
          <a:stretch/>
        </p:blipFill>
        <p:spPr>
          <a:xfrm>
            <a:off x="-161337" y="-515100"/>
            <a:ext cx="1732349" cy="3323201"/>
          </a:xfrm>
          <a:prstGeom prst="rect">
            <a:avLst/>
          </a:prstGeom>
          <a:noFill/>
          <a:ln>
            <a:noFill/>
          </a:ln>
          <a:effectLst>
            <a:outerShdw blurRad="57150" dist="19050" dir="6840000" algn="bl" rotWithShape="0">
              <a:srgbClr val="000000">
                <a:alpha val="36000"/>
              </a:srgbClr>
            </a:outerShdw>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50"/>
        <p:cNvGrpSpPr/>
        <p:nvPr/>
      </p:nvGrpSpPr>
      <p:grpSpPr>
        <a:xfrm>
          <a:off x="0" y="0"/>
          <a:ext cx="0" cy="0"/>
          <a:chOff x="0" y="0"/>
          <a:chExt cx="0" cy="0"/>
        </a:xfrm>
      </p:grpSpPr>
      <p:grpSp>
        <p:nvGrpSpPr>
          <p:cNvPr id="51" name="Google Shape;51;p5"/>
          <p:cNvGrpSpPr/>
          <p:nvPr/>
        </p:nvGrpSpPr>
        <p:grpSpPr>
          <a:xfrm>
            <a:off x="-19200" y="4755675"/>
            <a:ext cx="9163200" cy="387900"/>
            <a:chOff x="-19200" y="4755675"/>
            <a:chExt cx="9163200" cy="387900"/>
          </a:xfrm>
        </p:grpSpPr>
        <p:cxnSp>
          <p:nvCxnSpPr>
            <p:cNvPr id="52" name="Google Shape;52;p5"/>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53" name="Google Shape;53;p5"/>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sp>
        <p:nvSpPr>
          <p:cNvPr id="54" name="Google Shape;54;p5"/>
          <p:cNvSpPr txBox="1">
            <a:spLocks noGrp="1"/>
          </p:cNvSpPr>
          <p:nvPr>
            <p:ph type="title"/>
          </p:nvPr>
        </p:nvSpPr>
        <p:spPr>
          <a:xfrm rot="-535">
            <a:off x="713225" y="451328"/>
            <a:ext cx="77175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3300"/>
              <a:buFont typeface="Roboto"/>
              <a:buNone/>
              <a:defRPr sz="3300" b="0">
                <a:solidFill>
                  <a:schemeClr val="lt2"/>
                </a:solidFill>
              </a:defRPr>
            </a:lvl1pPr>
            <a:lvl2pPr lvl="1" rtl="0">
              <a:lnSpc>
                <a:spcPct val="100000"/>
              </a:lnSpc>
              <a:spcBef>
                <a:spcPts val="0"/>
              </a:spcBef>
              <a:spcAft>
                <a:spcPts val="0"/>
              </a:spcAft>
              <a:buSzPts val="3300"/>
              <a:buFont typeface="Roboto"/>
              <a:buNone/>
              <a:defRPr b="1">
                <a:latin typeface="Roboto"/>
                <a:ea typeface="Roboto"/>
                <a:cs typeface="Roboto"/>
                <a:sym typeface="Roboto"/>
              </a:defRPr>
            </a:lvl2pPr>
            <a:lvl3pPr lvl="2" rtl="0">
              <a:lnSpc>
                <a:spcPct val="100000"/>
              </a:lnSpc>
              <a:spcBef>
                <a:spcPts val="0"/>
              </a:spcBef>
              <a:spcAft>
                <a:spcPts val="0"/>
              </a:spcAft>
              <a:buSzPts val="3300"/>
              <a:buFont typeface="Roboto"/>
              <a:buNone/>
              <a:defRPr b="1">
                <a:latin typeface="Roboto"/>
                <a:ea typeface="Roboto"/>
                <a:cs typeface="Roboto"/>
                <a:sym typeface="Roboto"/>
              </a:defRPr>
            </a:lvl3pPr>
            <a:lvl4pPr lvl="3" rtl="0">
              <a:lnSpc>
                <a:spcPct val="100000"/>
              </a:lnSpc>
              <a:spcBef>
                <a:spcPts val="0"/>
              </a:spcBef>
              <a:spcAft>
                <a:spcPts val="0"/>
              </a:spcAft>
              <a:buSzPts val="3300"/>
              <a:buFont typeface="Roboto"/>
              <a:buNone/>
              <a:defRPr b="1">
                <a:latin typeface="Roboto"/>
                <a:ea typeface="Roboto"/>
                <a:cs typeface="Roboto"/>
                <a:sym typeface="Roboto"/>
              </a:defRPr>
            </a:lvl4pPr>
            <a:lvl5pPr lvl="4" rtl="0">
              <a:lnSpc>
                <a:spcPct val="100000"/>
              </a:lnSpc>
              <a:spcBef>
                <a:spcPts val="0"/>
              </a:spcBef>
              <a:spcAft>
                <a:spcPts val="0"/>
              </a:spcAft>
              <a:buSzPts val="3300"/>
              <a:buFont typeface="Roboto"/>
              <a:buNone/>
              <a:defRPr b="1">
                <a:latin typeface="Roboto"/>
                <a:ea typeface="Roboto"/>
                <a:cs typeface="Roboto"/>
                <a:sym typeface="Roboto"/>
              </a:defRPr>
            </a:lvl5pPr>
            <a:lvl6pPr lvl="5" rtl="0">
              <a:lnSpc>
                <a:spcPct val="100000"/>
              </a:lnSpc>
              <a:spcBef>
                <a:spcPts val="0"/>
              </a:spcBef>
              <a:spcAft>
                <a:spcPts val="0"/>
              </a:spcAft>
              <a:buSzPts val="3300"/>
              <a:buFont typeface="Roboto"/>
              <a:buNone/>
              <a:defRPr b="1">
                <a:latin typeface="Roboto"/>
                <a:ea typeface="Roboto"/>
                <a:cs typeface="Roboto"/>
                <a:sym typeface="Roboto"/>
              </a:defRPr>
            </a:lvl6pPr>
            <a:lvl7pPr lvl="6" rtl="0">
              <a:lnSpc>
                <a:spcPct val="100000"/>
              </a:lnSpc>
              <a:spcBef>
                <a:spcPts val="0"/>
              </a:spcBef>
              <a:spcAft>
                <a:spcPts val="0"/>
              </a:spcAft>
              <a:buSzPts val="3300"/>
              <a:buFont typeface="Roboto"/>
              <a:buNone/>
              <a:defRPr b="1">
                <a:latin typeface="Roboto"/>
                <a:ea typeface="Roboto"/>
                <a:cs typeface="Roboto"/>
                <a:sym typeface="Roboto"/>
              </a:defRPr>
            </a:lvl7pPr>
            <a:lvl8pPr lvl="7" rtl="0">
              <a:lnSpc>
                <a:spcPct val="100000"/>
              </a:lnSpc>
              <a:spcBef>
                <a:spcPts val="0"/>
              </a:spcBef>
              <a:spcAft>
                <a:spcPts val="0"/>
              </a:spcAft>
              <a:buSzPts val="3300"/>
              <a:buFont typeface="Roboto"/>
              <a:buNone/>
              <a:defRPr b="1">
                <a:latin typeface="Roboto"/>
                <a:ea typeface="Roboto"/>
                <a:cs typeface="Roboto"/>
                <a:sym typeface="Roboto"/>
              </a:defRPr>
            </a:lvl8pPr>
            <a:lvl9pPr lvl="8" rtl="0">
              <a:lnSpc>
                <a:spcPct val="100000"/>
              </a:lnSpc>
              <a:spcBef>
                <a:spcPts val="0"/>
              </a:spcBef>
              <a:spcAft>
                <a:spcPts val="0"/>
              </a:spcAft>
              <a:buSzPts val="3300"/>
              <a:buFont typeface="Roboto"/>
              <a:buNone/>
              <a:defRPr b="1">
                <a:latin typeface="Roboto"/>
                <a:ea typeface="Roboto"/>
                <a:cs typeface="Roboto"/>
                <a:sym typeface="Roboto"/>
              </a:defRPr>
            </a:lvl9pPr>
          </a:lstStyle>
          <a:p>
            <a:endParaRPr/>
          </a:p>
        </p:txBody>
      </p:sp>
      <p:sp>
        <p:nvSpPr>
          <p:cNvPr id="55" name="Google Shape;55;p5"/>
          <p:cNvSpPr txBox="1">
            <a:spLocks noGrp="1"/>
          </p:cNvSpPr>
          <p:nvPr>
            <p:ph type="body" idx="1"/>
          </p:nvPr>
        </p:nvSpPr>
        <p:spPr>
          <a:xfrm>
            <a:off x="781800" y="1883550"/>
            <a:ext cx="3713700" cy="2462700"/>
          </a:xfrm>
          <a:prstGeom prst="rect">
            <a:avLst/>
          </a:prstGeom>
        </p:spPr>
        <p:txBody>
          <a:bodyPr spcFirstLastPara="1" wrap="square" lIns="91425" tIns="91425" rIns="91425" bIns="91425" anchor="t" anchorCtr="0">
            <a:noAutofit/>
          </a:bodyPr>
          <a:lstStyle>
            <a:lvl1pPr marL="457200" lvl="0" indent="-317500" rtl="0">
              <a:spcBef>
                <a:spcPts val="1000"/>
              </a:spcBef>
              <a:spcAft>
                <a:spcPts val="0"/>
              </a:spcAft>
              <a:buClr>
                <a:schemeClr val="accent1"/>
              </a:buClr>
              <a:buSzPts val="1400"/>
              <a:buFont typeface="Anaheim"/>
              <a:buChar char="●"/>
              <a:defRPr sz="1400"/>
            </a:lvl1pPr>
            <a:lvl2pPr marL="914400" lvl="1" indent="-317500" rtl="0">
              <a:spcBef>
                <a:spcPts val="0"/>
              </a:spcBef>
              <a:spcAft>
                <a:spcPts val="0"/>
              </a:spcAft>
              <a:buClr>
                <a:srgbClr val="595959"/>
              </a:buClr>
              <a:buSzPts val="1400"/>
              <a:buFont typeface="Anaheim"/>
              <a:buChar char="○"/>
              <a:defRPr/>
            </a:lvl2pPr>
            <a:lvl3pPr marL="1371600" lvl="2" indent="-317500" rtl="0">
              <a:spcBef>
                <a:spcPts val="0"/>
              </a:spcBef>
              <a:spcAft>
                <a:spcPts val="0"/>
              </a:spcAft>
              <a:buClr>
                <a:srgbClr val="595959"/>
              </a:buClr>
              <a:buSzPts val="1400"/>
              <a:buFont typeface="Anaheim"/>
              <a:buChar char="■"/>
              <a:defRPr/>
            </a:lvl3pPr>
            <a:lvl4pPr marL="1828800" lvl="3" indent="-317500" rtl="0">
              <a:spcBef>
                <a:spcPts val="0"/>
              </a:spcBef>
              <a:spcAft>
                <a:spcPts val="0"/>
              </a:spcAft>
              <a:buClr>
                <a:srgbClr val="595959"/>
              </a:buClr>
              <a:buSzPts val="1400"/>
              <a:buFont typeface="Anaheim"/>
              <a:buChar char="●"/>
              <a:defRPr/>
            </a:lvl4pPr>
            <a:lvl5pPr marL="2286000" lvl="4" indent="-317500" rtl="0">
              <a:spcBef>
                <a:spcPts val="0"/>
              </a:spcBef>
              <a:spcAft>
                <a:spcPts val="0"/>
              </a:spcAft>
              <a:buClr>
                <a:srgbClr val="595959"/>
              </a:buClr>
              <a:buSzPts val="1400"/>
              <a:buFont typeface="Anaheim"/>
              <a:buChar char="○"/>
              <a:defRPr/>
            </a:lvl5pPr>
            <a:lvl6pPr marL="2743200" lvl="5" indent="-317500" rtl="0">
              <a:spcBef>
                <a:spcPts val="0"/>
              </a:spcBef>
              <a:spcAft>
                <a:spcPts val="0"/>
              </a:spcAft>
              <a:buClr>
                <a:srgbClr val="595959"/>
              </a:buClr>
              <a:buSzPts val="1400"/>
              <a:buFont typeface="Anaheim"/>
              <a:buChar char="■"/>
              <a:defRPr/>
            </a:lvl6pPr>
            <a:lvl7pPr marL="3200400" lvl="6" indent="-317500" rtl="0">
              <a:spcBef>
                <a:spcPts val="0"/>
              </a:spcBef>
              <a:spcAft>
                <a:spcPts val="0"/>
              </a:spcAft>
              <a:buClr>
                <a:srgbClr val="595959"/>
              </a:buClr>
              <a:buSzPts val="1400"/>
              <a:buFont typeface="Anaheim"/>
              <a:buChar char="●"/>
              <a:defRPr/>
            </a:lvl7pPr>
            <a:lvl8pPr marL="3657600" lvl="7" indent="-317500" rtl="0">
              <a:spcBef>
                <a:spcPts val="0"/>
              </a:spcBef>
              <a:spcAft>
                <a:spcPts val="0"/>
              </a:spcAft>
              <a:buClr>
                <a:srgbClr val="595959"/>
              </a:buClr>
              <a:buSzPts val="1400"/>
              <a:buFont typeface="Anaheim"/>
              <a:buChar char="○"/>
              <a:defRPr/>
            </a:lvl8pPr>
            <a:lvl9pPr marL="4114800" lvl="8" indent="-317500" rtl="0">
              <a:spcBef>
                <a:spcPts val="0"/>
              </a:spcBef>
              <a:spcAft>
                <a:spcPts val="0"/>
              </a:spcAft>
              <a:buClr>
                <a:srgbClr val="595959"/>
              </a:buClr>
              <a:buSzPts val="1400"/>
              <a:buFont typeface="Anaheim"/>
              <a:buChar char="■"/>
              <a:defRPr/>
            </a:lvl9pPr>
          </a:lstStyle>
          <a:p>
            <a:endParaRPr/>
          </a:p>
        </p:txBody>
      </p:sp>
      <p:sp>
        <p:nvSpPr>
          <p:cNvPr id="56" name="Google Shape;56;p5"/>
          <p:cNvSpPr txBox="1">
            <a:spLocks noGrp="1"/>
          </p:cNvSpPr>
          <p:nvPr>
            <p:ph type="body" idx="2"/>
          </p:nvPr>
        </p:nvSpPr>
        <p:spPr>
          <a:xfrm>
            <a:off x="4648525" y="1883550"/>
            <a:ext cx="3713700" cy="2462700"/>
          </a:xfrm>
          <a:prstGeom prst="rect">
            <a:avLst/>
          </a:prstGeom>
        </p:spPr>
        <p:txBody>
          <a:bodyPr spcFirstLastPara="1" wrap="square" lIns="91425" tIns="91425" rIns="91425" bIns="91425" anchor="t" anchorCtr="0">
            <a:noAutofit/>
          </a:bodyPr>
          <a:lstStyle>
            <a:lvl1pPr marL="457200" lvl="0" indent="-317500" rtl="0">
              <a:spcBef>
                <a:spcPts val="1000"/>
              </a:spcBef>
              <a:spcAft>
                <a:spcPts val="0"/>
              </a:spcAft>
              <a:buClr>
                <a:schemeClr val="accent1"/>
              </a:buClr>
              <a:buSzPts val="1400"/>
              <a:buFont typeface="Anaheim"/>
              <a:buChar char="●"/>
              <a:defRPr sz="1400"/>
            </a:lvl1pPr>
            <a:lvl2pPr marL="914400" lvl="1" indent="-317500" rtl="0">
              <a:spcBef>
                <a:spcPts val="0"/>
              </a:spcBef>
              <a:spcAft>
                <a:spcPts val="0"/>
              </a:spcAft>
              <a:buClr>
                <a:srgbClr val="595959"/>
              </a:buClr>
              <a:buSzPts val="1400"/>
              <a:buFont typeface="Anaheim"/>
              <a:buChar char="○"/>
              <a:defRPr/>
            </a:lvl2pPr>
            <a:lvl3pPr marL="1371600" lvl="2" indent="-317500" rtl="0">
              <a:spcBef>
                <a:spcPts val="0"/>
              </a:spcBef>
              <a:spcAft>
                <a:spcPts val="0"/>
              </a:spcAft>
              <a:buClr>
                <a:srgbClr val="595959"/>
              </a:buClr>
              <a:buSzPts val="1400"/>
              <a:buFont typeface="Anaheim"/>
              <a:buChar char="■"/>
              <a:defRPr/>
            </a:lvl3pPr>
            <a:lvl4pPr marL="1828800" lvl="3" indent="-317500" rtl="0">
              <a:spcBef>
                <a:spcPts val="0"/>
              </a:spcBef>
              <a:spcAft>
                <a:spcPts val="0"/>
              </a:spcAft>
              <a:buClr>
                <a:srgbClr val="595959"/>
              </a:buClr>
              <a:buSzPts val="1400"/>
              <a:buFont typeface="Anaheim"/>
              <a:buChar char="●"/>
              <a:defRPr/>
            </a:lvl4pPr>
            <a:lvl5pPr marL="2286000" lvl="4" indent="-317500" rtl="0">
              <a:spcBef>
                <a:spcPts val="0"/>
              </a:spcBef>
              <a:spcAft>
                <a:spcPts val="0"/>
              </a:spcAft>
              <a:buClr>
                <a:srgbClr val="595959"/>
              </a:buClr>
              <a:buSzPts val="1400"/>
              <a:buFont typeface="Anaheim"/>
              <a:buChar char="○"/>
              <a:defRPr/>
            </a:lvl5pPr>
            <a:lvl6pPr marL="2743200" lvl="5" indent="-317500" rtl="0">
              <a:spcBef>
                <a:spcPts val="0"/>
              </a:spcBef>
              <a:spcAft>
                <a:spcPts val="0"/>
              </a:spcAft>
              <a:buClr>
                <a:srgbClr val="595959"/>
              </a:buClr>
              <a:buSzPts val="1400"/>
              <a:buFont typeface="Anaheim"/>
              <a:buChar char="■"/>
              <a:defRPr/>
            </a:lvl6pPr>
            <a:lvl7pPr marL="3200400" lvl="6" indent="-317500" rtl="0">
              <a:spcBef>
                <a:spcPts val="0"/>
              </a:spcBef>
              <a:spcAft>
                <a:spcPts val="0"/>
              </a:spcAft>
              <a:buClr>
                <a:srgbClr val="595959"/>
              </a:buClr>
              <a:buSzPts val="1400"/>
              <a:buFont typeface="Anaheim"/>
              <a:buChar char="●"/>
              <a:defRPr/>
            </a:lvl7pPr>
            <a:lvl8pPr marL="3657600" lvl="7" indent="-317500" rtl="0">
              <a:spcBef>
                <a:spcPts val="0"/>
              </a:spcBef>
              <a:spcAft>
                <a:spcPts val="0"/>
              </a:spcAft>
              <a:buClr>
                <a:srgbClr val="595959"/>
              </a:buClr>
              <a:buSzPts val="1400"/>
              <a:buFont typeface="Anaheim"/>
              <a:buChar char="○"/>
              <a:defRPr/>
            </a:lvl8pPr>
            <a:lvl9pPr marL="4114800" lvl="8" indent="-317500" rtl="0">
              <a:spcBef>
                <a:spcPts val="0"/>
              </a:spcBef>
              <a:spcAft>
                <a:spcPts val="0"/>
              </a:spcAft>
              <a:buClr>
                <a:srgbClr val="595959"/>
              </a:buClr>
              <a:buSzPts val="1400"/>
              <a:buFont typeface="Anaheim"/>
              <a:buChar char="■"/>
              <a:defRPr/>
            </a:lvl9pPr>
          </a:lstStyle>
          <a:p>
            <a:endParaRPr/>
          </a:p>
        </p:txBody>
      </p:sp>
      <p:sp>
        <p:nvSpPr>
          <p:cNvPr id="57" name="Google Shape;57;p5"/>
          <p:cNvSpPr txBox="1">
            <a:spLocks noGrp="1"/>
          </p:cNvSpPr>
          <p:nvPr>
            <p:ph type="subTitle" idx="3"/>
          </p:nvPr>
        </p:nvSpPr>
        <p:spPr>
          <a:xfrm>
            <a:off x="781800" y="1449325"/>
            <a:ext cx="3713700" cy="3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58" name="Google Shape;58;p5"/>
          <p:cNvSpPr txBox="1">
            <a:spLocks noGrp="1"/>
          </p:cNvSpPr>
          <p:nvPr>
            <p:ph type="subTitle" idx="4"/>
          </p:nvPr>
        </p:nvSpPr>
        <p:spPr>
          <a:xfrm>
            <a:off x="4648525" y="1449325"/>
            <a:ext cx="3713700" cy="3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cxnSp>
        <p:nvCxnSpPr>
          <p:cNvPr id="59" name="Google Shape;59;p5"/>
          <p:cNvCxnSpPr/>
          <p:nvPr/>
        </p:nvCxnSpPr>
        <p:spPr>
          <a:xfrm>
            <a:off x="4572000" y="0"/>
            <a:ext cx="0" cy="387900"/>
          </a:xfrm>
          <a:prstGeom prst="straightConnector1">
            <a:avLst/>
          </a:prstGeom>
          <a:noFill/>
          <a:ln w="9525" cap="flat" cmpd="sng">
            <a:solidFill>
              <a:schemeClr val="lt2"/>
            </a:solidFill>
            <a:prstDash val="solid"/>
            <a:round/>
            <a:headEnd type="none" w="med" len="med"/>
            <a:tailEnd type="none" w="med" len="med"/>
          </a:ln>
        </p:spPr>
      </p:cxnSp>
      <p:sp>
        <p:nvSpPr>
          <p:cNvPr id="60" name="Google Shape;60;p5"/>
          <p:cNvSpPr/>
          <p:nvPr/>
        </p:nvSpPr>
        <p:spPr>
          <a:xfrm>
            <a:off x="8243150" y="-227500"/>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1" name="Google Shape;61;p5"/>
          <p:cNvPicPr preferRelativeResize="0"/>
          <p:nvPr/>
        </p:nvPicPr>
        <p:blipFill rotWithShape="1">
          <a:blip r:embed="rId2">
            <a:alphaModFix/>
          </a:blip>
          <a:srcRect l="28220" t="17074" r="12900" b="18806"/>
          <a:stretch/>
        </p:blipFill>
        <p:spPr>
          <a:xfrm rot="10800000">
            <a:off x="4416525" y="2643700"/>
            <a:ext cx="5383973" cy="3298026"/>
          </a:xfrm>
          <a:prstGeom prst="rect">
            <a:avLst/>
          </a:prstGeom>
          <a:noFill/>
          <a:ln>
            <a:noFill/>
          </a:ln>
          <a:effectLst>
            <a:outerShdw blurRad="57150" dist="28575" dir="6840000" algn="bl" rotWithShape="0">
              <a:srgbClr val="000000">
                <a:alpha val="37000"/>
              </a:srgbClr>
            </a:outerShdw>
          </a:effectLst>
        </p:spPr>
      </p:pic>
      <p:pic>
        <p:nvPicPr>
          <p:cNvPr id="62" name="Google Shape;62;p5"/>
          <p:cNvPicPr preferRelativeResize="0"/>
          <p:nvPr/>
        </p:nvPicPr>
        <p:blipFill rotWithShape="1">
          <a:blip r:embed="rId3">
            <a:alphaModFix/>
          </a:blip>
          <a:srcRect l="33555" t="8680" r="42709" b="5886"/>
          <a:stretch/>
        </p:blipFill>
        <p:spPr>
          <a:xfrm rot="10800000" flipH="1">
            <a:off x="-1173200" y="-726175"/>
            <a:ext cx="2170248" cy="4394274"/>
          </a:xfrm>
          <a:prstGeom prst="rect">
            <a:avLst/>
          </a:prstGeom>
          <a:noFill/>
          <a:ln>
            <a:noFill/>
          </a:ln>
          <a:effectLst>
            <a:outerShdw blurRad="57150" dist="28575" dir="6840000" algn="bl" rotWithShape="0">
              <a:srgbClr val="000000">
                <a:alpha val="39000"/>
              </a:srgbClr>
            </a:outerShdw>
          </a:effectLst>
        </p:spPr>
      </p:pic>
      <p:sp>
        <p:nvSpPr>
          <p:cNvPr id="63" name="Google Shape;63;p5"/>
          <p:cNvSpPr/>
          <p:nvPr/>
        </p:nvSpPr>
        <p:spPr>
          <a:xfrm>
            <a:off x="1115600"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a:off x="8106175" y="995150"/>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5"/>
        <p:cNvGrpSpPr/>
        <p:nvPr/>
      </p:nvGrpSpPr>
      <p:grpSpPr>
        <a:xfrm>
          <a:off x="0" y="0"/>
          <a:ext cx="0" cy="0"/>
          <a:chOff x="0" y="0"/>
          <a:chExt cx="0" cy="0"/>
        </a:xfrm>
      </p:grpSpPr>
      <p:grpSp>
        <p:nvGrpSpPr>
          <p:cNvPr id="66" name="Google Shape;66;p6"/>
          <p:cNvGrpSpPr/>
          <p:nvPr/>
        </p:nvGrpSpPr>
        <p:grpSpPr>
          <a:xfrm>
            <a:off x="-19200" y="4755675"/>
            <a:ext cx="9163200" cy="387900"/>
            <a:chOff x="-19200" y="4755675"/>
            <a:chExt cx="9163200" cy="387900"/>
          </a:xfrm>
        </p:grpSpPr>
        <p:cxnSp>
          <p:nvCxnSpPr>
            <p:cNvPr id="67" name="Google Shape;67;p6"/>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68" name="Google Shape;68;p6"/>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sp>
        <p:nvSpPr>
          <p:cNvPr id="69" name="Google Shape;69;p6"/>
          <p:cNvSpPr txBox="1">
            <a:spLocks noGrp="1"/>
          </p:cNvSpPr>
          <p:nvPr>
            <p:ph type="title"/>
          </p:nvPr>
        </p:nvSpPr>
        <p:spPr>
          <a:xfrm rot="-536">
            <a:off x="713226" y="448887"/>
            <a:ext cx="7699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3300"/>
              <a:buFont typeface="Roboto"/>
              <a:buNone/>
              <a:defRPr sz="3300" b="0">
                <a:solidFill>
                  <a:schemeClr val="lt2"/>
                </a:solidFill>
              </a:defRPr>
            </a:lvl1pPr>
            <a:lvl2pPr lvl="1" rtl="0">
              <a:lnSpc>
                <a:spcPct val="100000"/>
              </a:lnSpc>
              <a:spcBef>
                <a:spcPts val="0"/>
              </a:spcBef>
              <a:spcAft>
                <a:spcPts val="0"/>
              </a:spcAft>
              <a:buSzPts val="3300"/>
              <a:buFont typeface="Roboto"/>
              <a:buNone/>
              <a:defRPr b="1">
                <a:latin typeface="Roboto"/>
                <a:ea typeface="Roboto"/>
                <a:cs typeface="Roboto"/>
                <a:sym typeface="Roboto"/>
              </a:defRPr>
            </a:lvl2pPr>
            <a:lvl3pPr lvl="2" rtl="0">
              <a:lnSpc>
                <a:spcPct val="100000"/>
              </a:lnSpc>
              <a:spcBef>
                <a:spcPts val="0"/>
              </a:spcBef>
              <a:spcAft>
                <a:spcPts val="0"/>
              </a:spcAft>
              <a:buSzPts val="3300"/>
              <a:buFont typeface="Roboto"/>
              <a:buNone/>
              <a:defRPr b="1">
                <a:latin typeface="Roboto"/>
                <a:ea typeface="Roboto"/>
                <a:cs typeface="Roboto"/>
                <a:sym typeface="Roboto"/>
              </a:defRPr>
            </a:lvl3pPr>
            <a:lvl4pPr lvl="3" rtl="0">
              <a:lnSpc>
                <a:spcPct val="100000"/>
              </a:lnSpc>
              <a:spcBef>
                <a:spcPts val="0"/>
              </a:spcBef>
              <a:spcAft>
                <a:spcPts val="0"/>
              </a:spcAft>
              <a:buSzPts val="3300"/>
              <a:buFont typeface="Roboto"/>
              <a:buNone/>
              <a:defRPr b="1">
                <a:latin typeface="Roboto"/>
                <a:ea typeface="Roboto"/>
                <a:cs typeface="Roboto"/>
                <a:sym typeface="Roboto"/>
              </a:defRPr>
            </a:lvl4pPr>
            <a:lvl5pPr lvl="4" rtl="0">
              <a:lnSpc>
                <a:spcPct val="100000"/>
              </a:lnSpc>
              <a:spcBef>
                <a:spcPts val="0"/>
              </a:spcBef>
              <a:spcAft>
                <a:spcPts val="0"/>
              </a:spcAft>
              <a:buSzPts val="3300"/>
              <a:buFont typeface="Roboto"/>
              <a:buNone/>
              <a:defRPr b="1">
                <a:latin typeface="Roboto"/>
                <a:ea typeface="Roboto"/>
                <a:cs typeface="Roboto"/>
                <a:sym typeface="Roboto"/>
              </a:defRPr>
            </a:lvl5pPr>
            <a:lvl6pPr lvl="5" rtl="0">
              <a:lnSpc>
                <a:spcPct val="100000"/>
              </a:lnSpc>
              <a:spcBef>
                <a:spcPts val="0"/>
              </a:spcBef>
              <a:spcAft>
                <a:spcPts val="0"/>
              </a:spcAft>
              <a:buSzPts val="3300"/>
              <a:buFont typeface="Roboto"/>
              <a:buNone/>
              <a:defRPr b="1">
                <a:latin typeface="Roboto"/>
                <a:ea typeface="Roboto"/>
                <a:cs typeface="Roboto"/>
                <a:sym typeface="Roboto"/>
              </a:defRPr>
            </a:lvl6pPr>
            <a:lvl7pPr lvl="6" rtl="0">
              <a:lnSpc>
                <a:spcPct val="100000"/>
              </a:lnSpc>
              <a:spcBef>
                <a:spcPts val="0"/>
              </a:spcBef>
              <a:spcAft>
                <a:spcPts val="0"/>
              </a:spcAft>
              <a:buSzPts val="3300"/>
              <a:buFont typeface="Roboto"/>
              <a:buNone/>
              <a:defRPr b="1">
                <a:latin typeface="Roboto"/>
                <a:ea typeface="Roboto"/>
                <a:cs typeface="Roboto"/>
                <a:sym typeface="Roboto"/>
              </a:defRPr>
            </a:lvl7pPr>
            <a:lvl8pPr lvl="7" rtl="0">
              <a:lnSpc>
                <a:spcPct val="100000"/>
              </a:lnSpc>
              <a:spcBef>
                <a:spcPts val="0"/>
              </a:spcBef>
              <a:spcAft>
                <a:spcPts val="0"/>
              </a:spcAft>
              <a:buSzPts val="3300"/>
              <a:buFont typeface="Roboto"/>
              <a:buNone/>
              <a:defRPr b="1">
                <a:latin typeface="Roboto"/>
                <a:ea typeface="Roboto"/>
                <a:cs typeface="Roboto"/>
                <a:sym typeface="Roboto"/>
              </a:defRPr>
            </a:lvl8pPr>
            <a:lvl9pPr lvl="8" rtl="0">
              <a:lnSpc>
                <a:spcPct val="100000"/>
              </a:lnSpc>
              <a:spcBef>
                <a:spcPts val="0"/>
              </a:spcBef>
              <a:spcAft>
                <a:spcPts val="0"/>
              </a:spcAft>
              <a:buSzPts val="3300"/>
              <a:buFont typeface="Roboto"/>
              <a:buNone/>
              <a:defRPr b="1">
                <a:latin typeface="Roboto"/>
                <a:ea typeface="Roboto"/>
                <a:cs typeface="Roboto"/>
                <a:sym typeface="Roboto"/>
              </a:defRPr>
            </a:lvl9pPr>
          </a:lstStyle>
          <a:p>
            <a:endParaRPr/>
          </a:p>
        </p:txBody>
      </p:sp>
      <p:cxnSp>
        <p:nvCxnSpPr>
          <p:cNvPr id="70" name="Google Shape;70;p6"/>
          <p:cNvCxnSpPr/>
          <p:nvPr/>
        </p:nvCxnSpPr>
        <p:spPr>
          <a:xfrm>
            <a:off x="4572000" y="0"/>
            <a:ext cx="0" cy="387900"/>
          </a:xfrm>
          <a:prstGeom prst="straightConnector1">
            <a:avLst/>
          </a:prstGeom>
          <a:noFill/>
          <a:ln w="9525" cap="flat" cmpd="sng">
            <a:solidFill>
              <a:schemeClr val="lt2"/>
            </a:solidFill>
            <a:prstDash val="solid"/>
            <a:round/>
            <a:headEnd type="none" w="med" len="med"/>
            <a:tailEnd type="none" w="med" len="med"/>
          </a:ln>
        </p:spPr>
      </p:cxnSp>
      <p:sp>
        <p:nvSpPr>
          <p:cNvPr id="71" name="Google Shape;71;p6"/>
          <p:cNvSpPr/>
          <p:nvPr/>
        </p:nvSpPr>
        <p:spPr>
          <a:xfrm>
            <a:off x="7587225"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2" name="Google Shape;72;p6"/>
          <p:cNvPicPr preferRelativeResize="0"/>
          <p:nvPr/>
        </p:nvPicPr>
        <p:blipFill rotWithShape="1">
          <a:blip r:embed="rId2">
            <a:alphaModFix/>
          </a:blip>
          <a:srcRect l="41277" t="17794" r="39777" b="17593"/>
          <a:stretch/>
        </p:blipFill>
        <p:spPr>
          <a:xfrm rot="8276863">
            <a:off x="378639" y="2954126"/>
            <a:ext cx="1732349" cy="3323200"/>
          </a:xfrm>
          <a:prstGeom prst="rect">
            <a:avLst/>
          </a:prstGeom>
          <a:noFill/>
          <a:ln>
            <a:noFill/>
          </a:ln>
          <a:effectLst>
            <a:outerShdw blurRad="57150" dist="28575" dir="6900000" algn="bl" rotWithShape="0">
              <a:srgbClr val="000000">
                <a:alpha val="36000"/>
              </a:srgbClr>
            </a:outerShdw>
          </a:effec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grpSp>
        <p:nvGrpSpPr>
          <p:cNvPr id="74" name="Google Shape;74;p7"/>
          <p:cNvGrpSpPr/>
          <p:nvPr/>
        </p:nvGrpSpPr>
        <p:grpSpPr>
          <a:xfrm>
            <a:off x="-19200" y="4755675"/>
            <a:ext cx="9163200" cy="387900"/>
            <a:chOff x="-19200" y="4755675"/>
            <a:chExt cx="9163200" cy="387900"/>
          </a:xfrm>
        </p:grpSpPr>
        <p:cxnSp>
          <p:nvCxnSpPr>
            <p:cNvPr id="75" name="Google Shape;75;p7"/>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76" name="Google Shape;76;p7"/>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sp>
        <p:nvSpPr>
          <p:cNvPr id="77" name="Google Shape;77;p7"/>
          <p:cNvSpPr txBox="1">
            <a:spLocks noGrp="1"/>
          </p:cNvSpPr>
          <p:nvPr>
            <p:ph type="title"/>
          </p:nvPr>
        </p:nvSpPr>
        <p:spPr>
          <a:xfrm>
            <a:off x="713225" y="1430950"/>
            <a:ext cx="4209300" cy="16200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3300">
                <a:solidFill>
                  <a:schemeClr val="lt2"/>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78" name="Google Shape;78;p7"/>
          <p:cNvSpPr txBox="1">
            <a:spLocks noGrp="1"/>
          </p:cNvSpPr>
          <p:nvPr>
            <p:ph type="subTitle" idx="1"/>
          </p:nvPr>
        </p:nvSpPr>
        <p:spPr>
          <a:xfrm>
            <a:off x="713225" y="3026450"/>
            <a:ext cx="4067700" cy="6861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sz="1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7"/>
          <p:cNvSpPr/>
          <p:nvPr/>
        </p:nvSpPr>
        <p:spPr>
          <a:xfrm>
            <a:off x="-1490800" y="74875"/>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0" name="Google Shape;80;p7"/>
          <p:cNvPicPr preferRelativeResize="0"/>
          <p:nvPr/>
        </p:nvPicPr>
        <p:blipFill rotWithShape="1">
          <a:blip r:embed="rId2">
            <a:alphaModFix/>
          </a:blip>
          <a:srcRect l="22820" t="35125" r="60837" b="21928"/>
          <a:stretch/>
        </p:blipFill>
        <p:spPr>
          <a:xfrm rot="3921077">
            <a:off x="-201798" y="-331196"/>
            <a:ext cx="1272377" cy="1880948"/>
          </a:xfrm>
          <a:prstGeom prst="rect">
            <a:avLst/>
          </a:prstGeom>
          <a:noFill/>
          <a:ln>
            <a:noFill/>
          </a:ln>
          <a:effectLst>
            <a:outerShdw blurRad="57150" dist="19050" dir="6840000" algn="bl" rotWithShape="0">
              <a:srgbClr val="000000">
                <a:alpha val="37000"/>
              </a:srgbClr>
            </a:outerShdw>
          </a:effectLst>
        </p:spPr>
      </p:pic>
      <p:cxnSp>
        <p:nvCxnSpPr>
          <p:cNvPr id="81" name="Google Shape;81;p7"/>
          <p:cNvCxnSpPr/>
          <p:nvPr/>
        </p:nvCxnSpPr>
        <p:spPr>
          <a:xfrm>
            <a:off x="4572000" y="0"/>
            <a:ext cx="0" cy="387900"/>
          </a:xfrm>
          <a:prstGeom prst="straightConnector1">
            <a:avLst/>
          </a:prstGeom>
          <a:noFill/>
          <a:ln w="9525" cap="flat" cmpd="sng">
            <a:solidFill>
              <a:schemeClr val="lt2"/>
            </a:solidFill>
            <a:prstDash val="solid"/>
            <a:round/>
            <a:headEnd type="none" w="med" len="med"/>
            <a:tailEnd type="none" w="med" len="med"/>
          </a:ln>
        </p:spPr>
      </p:cxnSp>
      <p:pic>
        <p:nvPicPr>
          <p:cNvPr id="82" name="Google Shape;82;p7"/>
          <p:cNvPicPr preferRelativeResize="0"/>
          <p:nvPr/>
        </p:nvPicPr>
        <p:blipFill rotWithShape="1">
          <a:blip r:embed="rId3">
            <a:alphaModFix/>
          </a:blip>
          <a:srcRect l="41277" t="17794" r="39777" b="17593"/>
          <a:stretch/>
        </p:blipFill>
        <p:spPr>
          <a:xfrm rot="7839243" flipH="1">
            <a:off x="-627985" y="2982351"/>
            <a:ext cx="1732343" cy="3323199"/>
          </a:xfrm>
          <a:prstGeom prst="rect">
            <a:avLst/>
          </a:prstGeom>
          <a:noFill/>
          <a:ln>
            <a:noFill/>
          </a:ln>
          <a:effectLst>
            <a:outerShdw blurRad="57150" dist="19050" dir="6840000" algn="bl" rotWithShape="0">
              <a:srgbClr val="000000">
                <a:alpha val="36000"/>
              </a:srgbClr>
            </a:outerShdw>
          </a:effectLst>
        </p:spPr>
      </p:pic>
      <p:sp>
        <p:nvSpPr>
          <p:cNvPr id="83" name="Google Shape;83;p7"/>
          <p:cNvSpPr/>
          <p:nvPr/>
        </p:nvSpPr>
        <p:spPr>
          <a:xfrm>
            <a:off x="200438" y="2146450"/>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7"/>
          <p:cNvSpPr/>
          <p:nvPr/>
        </p:nvSpPr>
        <p:spPr>
          <a:xfrm>
            <a:off x="2991900"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7"/>
        <p:cNvGrpSpPr/>
        <p:nvPr/>
      </p:nvGrpSpPr>
      <p:grpSpPr>
        <a:xfrm>
          <a:off x="0" y="0"/>
          <a:ext cx="0" cy="0"/>
          <a:chOff x="0" y="0"/>
          <a:chExt cx="0" cy="0"/>
        </a:xfrm>
      </p:grpSpPr>
      <p:grpSp>
        <p:nvGrpSpPr>
          <p:cNvPr id="98" name="Google Shape;98;p9"/>
          <p:cNvGrpSpPr/>
          <p:nvPr/>
        </p:nvGrpSpPr>
        <p:grpSpPr>
          <a:xfrm>
            <a:off x="-19200" y="4755675"/>
            <a:ext cx="9163200" cy="387900"/>
            <a:chOff x="-19200" y="4755675"/>
            <a:chExt cx="9163200" cy="387900"/>
          </a:xfrm>
        </p:grpSpPr>
        <p:cxnSp>
          <p:nvCxnSpPr>
            <p:cNvPr id="99" name="Google Shape;99;p9"/>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100" name="Google Shape;100;p9"/>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sp>
        <p:nvSpPr>
          <p:cNvPr id="101" name="Google Shape;101;p9"/>
          <p:cNvSpPr txBox="1">
            <a:spLocks noGrp="1"/>
          </p:cNvSpPr>
          <p:nvPr>
            <p:ph type="title"/>
          </p:nvPr>
        </p:nvSpPr>
        <p:spPr>
          <a:xfrm>
            <a:off x="713225" y="1659350"/>
            <a:ext cx="4045200" cy="6702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sz="3500">
                <a:solidFill>
                  <a:schemeClr val="lt2"/>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102" name="Google Shape;102;p9"/>
          <p:cNvSpPr txBox="1">
            <a:spLocks noGrp="1"/>
          </p:cNvSpPr>
          <p:nvPr>
            <p:ph type="subTitle" idx="1"/>
          </p:nvPr>
        </p:nvSpPr>
        <p:spPr>
          <a:xfrm>
            <a:off x="713225" y="2329537"/>
            <a:ext cx="4045200" cy="1154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6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cxnSp>
        <p:nvCxnSpPr>
          <p:cNvPr id="103" name="Google Shape;103;p9"/>
          <p:cNvCxnSpPr/>
          <p:nvPr/>
        </p:nvCxnSpPr>
        <p:spPr>
          <a:xfrm>
            <a:off x="4572000" y="0"/>
            <a:ext cx="0" cy="387900"/>
          </a:xfrm>
          <a:prstGeom prst="straightConnector1">
            <a:avLst/>
          </a:prstGeom>
          <a:noFill/>
          <a:ln w="9525" cap="flat" cmpd="sng">
            <a:solidFill>
              <a:schemeClr val="lt2"/>
            </a:solidFill>
            <a:prstDash val="solid"/>
            <a:round/>
            <a:headEnd type="none" w="med" len="med"/>
            <a:tailEnd type="none" w="med" len="med"/>
          </a:ln>
        </p:spPr>
      </p:cxnSp>
      <p:sp>
        <p:nvSpPr>
          <p:cNvPr id="104" name="Google Shape;104;p9"/>
          <p:cNvSpPr/>
          <p:nvPr/>
        </p:nvSpPr>
        <p:spPr>
          <a:xfrm>
            <a:off x="8095563" y="1017450"/>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9"/>
          <p:cNvSpPr/>
          <p:nvPr/>
        </p:nvSpPr>
        <p:spPr>
          <a:xfrm>
            <a:off x="1675550"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9"/>
          <p:cNvSpPr/>
          <p:nvPr/>
        </p:nvSpPr>
        <p:spPr>
          <a:xfrm>
            <a:off x="7946625" y="2326450"/>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7" name="Google Shape;107;p9"/>
          <p:cNvPicPr preferRelativeResize="0"/>
          <p:nvPr/>
        </p:nvPicPr>
        <p:blipFill rotWithShape="1">
          <a:blip r:embed="rId2">
            <a:alphaModFix/>
          </a:blip>
          <a:srcRect l="29162" t="11199" r="31917" b="11238"/>
          <a:stretch/>
        </p:blipFill>
        <p:spPr>
          <a:xfrm rot="-3345947" flipH="1">
            <a:off x="2996413" y="2037099"/>
            <a:ext cx="3558833" cy="3989301"/>
          </a:xfrm>
          <a:prstGeom prst="rect">
            <a:avLst/>
          </a:prstGeom>
          <a:noFill/>
          <a:ln>
            <a:noFill/>
          </a:ln>
          <a:effectLst>
            <a:outerShdw blurRad="57150" dist="19050" dir="6960000" algn="bl" rotWithShape="0">
              <a:srgbClr val="000000">
                <a:alpha val="36000"/>
              </a:srgbClr>
            </a:outerShdw>
          </a:effec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31"/>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132"/>
        <p:cNvGrpSpPr/>
        <p:nvPr/>
      </p:nvGrpSpPr>
      <p:grpSpPr>
        <a:xfrm>
          <a:off x="0" y="0"/>
          <a:ext cx="0" cy="0"/>
          <a:chOff x="0" y="0"/>
          <a:chExt cx="0" cy="0"/>
        </a:xfrm>
      </p:grpSpPr>
      <p:grpSp>
        <p:nvGrpSpPr>
          <p:cNvPr id="133" name="Google Shape;133;p13"/>
          <p:cNvGrpSpPr/>
          <p:nvPr/>
        </p:nvGrpSpPr>
        <p:grpSpPr>
          <a:xfrm>
            <a:off x="-19200" y="4755675"/>
            <a:ext cx="9163200" cy="387900"/>
            <a:chOff x="-19200" y="4755675"/>
            <a:chExt cx="9163200" cy="387900"/>
          </a:xfrm>
        </p:grpSpPr>
        <p:cxnSp>
          <p:nvCxnSpPr>
            <p:cNvPr id="134" name="Google Shape;134;p13"/>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135" name="Google Shape;135;p13"/>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sp>
        <p:nvSpPr>
          <p:cNvPr id="136" name="Google Shape;136;p13"/>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3300"/>
              <a:buFont typeface="Roboto"/>
              <a:buNone/>
              <a:defRPr sz="3300" b="0">
                <a:solidFill>
                  <a:schemeClr val="lt2"/>
                </a:solidFill>
              </a:defRPr>
            </a:lvl1pPr>
            <a:lvl2pPr lvl="1" rtl="0">
              <a:lnSpc>
                <a:spcPct val="100000"/>
              </a:lnSpc>
              <a:spcBef>
                <a:spcPts val="0"/>
              </a:spcBef>
              <a:spcAft>
                <a:spcPts val="0"/>
              </a:spcAft>
              <a:buSzPts val="3300"/>
              <a:buFont typeface="Roboto"/>
              <a:buNone/>
              <a:defRPr b="1">
                <a:latin typeface="Roboto"/>
                <a:ea typeface="Roboto"/>
                <a:cs typeface="Roboto"/>
                <a:sym typeface="Roboto"/>
              </a:defRPr>
            </a:lvl2pPr>
            <a:lvl3pPr lvl="2" rtl="0">
              <a:lnSpc>
                <a:spcPct val="100000"/>
              </a:lnSpc>
              <a:spcBef>
                <a:spcPts val="0"/>
              </a:spcBef>
              <a:spcAft>
                <a:spcPts val="0"/>
              </a:spcAft>
              <a:buSzPts val="3300"/>
              <a:buFont typeface="Roboto"/>
              <a:buNone/>
              <a:defRPr b="1">
                <a:latin typeface="Roboto"/>
                <a:ea typeface="Roboto"/>
                <a:cs typeface="Roboto"/>
                <a:sym typeface="Roboto"/>
              </a:defRPr>
            </a:lvl3pPr>
            <a:lvl4pPr lvl="3" rtl="0">
              <a:lnSpc>
                <a:spcPct val="100000"/>
              </a:lnSpc>
              <a:spcBef>
                <a:spcPts val="0"/>
              </a:spcBef>
              <a:spcAft>
                <a:spcPts val="0"/>
              </a:spcAft>
              <a:buSzPts val="3300"/>
              <a:buFont typeface="Roboto"/>
              <a:buNone/>
              <a:defRPr b="1">
                <a:latin typeface="Roboto"/>
                <a:ea typeface="Roboto"/>
                <a:cs typeface="Roboto"/>
                <a:sym typeface="Roboto"/>
              </a:defRPr>
            </a:lvl4pPr>
            <a:lvl5pPr lvl="4" rtl="0">
              <a:lnSpc>
                <a:spcPct val="100000"/>
              </a:lnSpc>
              <a:spcBef>
                <a:spcPts val="0"/>
              </a:spcBef>
              <a:spcAft>
                <a:spcPts val="0"/>
              </a:spcAft>
              <a:buSzPts val="3300"/>
              <a:buFont typeface="Roboto"/>
              <a:buNone/>
              <a:defRPr b="1">
                <a:latin typeface="Roboto"/>
                <a:ea typeface="Roboto"/>
                <a:cs typeface="Roboto"/>
                <a:sym typeface="Roboto"/>
              </a:defRPr>
            </a:lvl5pPr>
            <a:lvl6pPr lvl="5" rtl="0">
              <a:lnSpc>
                <a:spcPct val="100000"/>
              </a:lnSpc>
              <a:spcBef>
                <a:spcPts val="0"/>
              </a:spcBef>
              <a:spcAft>
                <a:spcPts val="0"/>
              </a:spcAft>
              <a:buSzPts val="3300"/>
              <a:buFont typeface="Roboto"/>
              <a:buNone/>
              <a:defRPr b="1">
                <a:latin typeface="Roboto"/>
                <a:ea typeface="Roboto"/>
                <a:cs typeface="Roboto"/>
                <a:sym typeface="Roboto"/>
              </a:defRPr>
            </a:lvl6pPr>
            <a:lvl7pPr lvl="6" rtl="0">
              <a:lnSpc>
                <a:spcPct val="100000"/>
              </a:lnSpc>
              <a:spcBef>
                <a:spcPts val="0"/>
              </a:spcBef>
              <a:spcAft>
                <a:spcPts val="0"/>
              </a:spcAft>
              <a:buSzPts val="3300"/>
              <a:buFont typeface="Roboto"/>
              <a:buNone/>
              <a:defRPr b="1">
                <a:latin typeface="Roboto"/>
                <a:ea typeface="Roboto"/>
                <a:cs typeface="Roboto"/>
                <a:sym typeface="Roboto"/>
              </a:defRPr>
            </a:lvl7pPr>
            <a:lvl8pPr lvl="7" rtl="0">
              <a:lnSpc>
                <a:spcPct val="100000"/>
              </a:lnSpc>
              <a:spcBef>
                <a:spcPts val="0"/>
              </a:spcBef>
              <a:spcAft>
                <a:spcPts val="0"/>
              </a:spcAft>
              <a:buSzPts val="3300"/>
              <a:buFont typeface="Roboto"/>
              <a:buNone/>
              <a:defRPr b="1">
                <a:latin typeface="Roboto"/>
                <a:ea typeface="Roboto"/>
                <a:cs typeface="Roboto"/>
                <a:sym typeface="Roboto"/>
              </a:defRPr>
            </a:lvl8pPr>
            <a:lvl9pPr lvl="8" rtl="0">
              <a:lnSpc>
                <a:spcPct val="100000"/>
              </a:lnSpc>
              <a:spcBef>
                <a:spcPts val="0"/>
              </a:spcBef>
              <a:spcAft>
                <a:spcPts val="0"/>
              </a:spcAft>
              <a:buSzPts val="3300"/>
              <a:buFont typeface="Roboto"/>
              <a:buNone/>
              <a:defRPr b="1">
                <a:latin typeface="Roboto"/>
                <a:ea typeface="Roboto"/>
                <a:cs typeface="Roboto"/>
                <a:sym typeface="Roboto"/>
              </a:defRPr>
            </a:lvl9pPr>
          </a:lstStyle>
          <a:p>
            <a:endParaRPr/>
          </a:p>
        </p:txBody>
      </p:sp>
      <p:sp>
        <p:nvSpPr>
          <p:cNvPr id="137" name="Google Shape;137;p13"/>
          <p:cNvSpPr txBox="1">
            <a:spLocks noGrp="1"/>
          </p:cNvSpPr>
          <p:nvPr>
            <p:ph type="subTitle" idx="1"/>
          </p:nvPr>
        </p:nvSpPr>
        <p:spPr>
          <a:xfrm>
            <a:off x="713225" y="1756100"/>
            <a:ext cx="2449200" cy="3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8" name="Google Shape;138;p13"/>
          <p:cNvSpPr txBox="1">
            <a:spLocks noGrp="1"/>
          </p:cNvSpPr>
          <p:nvPr>
            <p:ph type="subTitle" idx="2"/>
          </p:nvPr>
        </p:nvSpPr>
        <p:spPr>
          <a:xfrm>
            <a:off x="3351700" y="1756100"/>
            <a:ext cx="2449200" cy="3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39" name="Google Shape;139;p13"/>
          <p:cNvSpPr txBox="1">
            <a:spLocks noGrp="1"/>
          </p:cNvSpPr>
          <p:nvPr>
            <p:ph type="subTitle" idx="3"/>
          </p:nvPr>
        </p:nvSpPr>
        <p:spPr>
          <a:xfrm>
            <a:off x="713225" y="3331525"/>
            <a:ext cx="2449200" cy="3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40" name="Google Shape;140;p13"/>
          <p:cNvSpPr txBox="1">
            <a:spLocks noGrp="1"/>
          </p:cNvSpPr>
          <p:nvPr>
            <p:ph type="subTitle" idx="4"/>
          </p:nvPr>
        </p:nvSpPr>
        <p:spPr>
          <a:xfrm>
            <a:off x="3351700" y="3331525"/>
            <a:ext cx="2449200" cy="3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41" name="Google Shape;141;p13"/>
          <p:cNvSpPr txBox="1">
            <a:spLocks noGrp="1"/>
          </p:cNvSpPr>
          <p:nvPr>
            <p:ph type="subTitle" idx="5"/>
          </p:nvPr>
        </p:nvSpPr>
        <p:spPr>
          <a:xfrm>
            <a:off x="713225" y="2095925"/>
            <a:ext cx="2449200" cy="558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42" name="Google Shape;142;p13"/>
          <p:cNvSpPr txBox="1">
            <a:spLocks noGrp="1"/>
          </p:cNvSpPr>
          <p:nvPr>
            <p:ph type="subTitle" idx="6"/>
          </p:nvPr>
        </p:nvSpPr>
        <p:spPr>
          <a:xfrm>
            <a:off x="3351700" y="2095925"/>
            <a:ext cx="2449200" cy="558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43" name="Google Shape;143;p13"/>
          <p:cNvSpPr txBox="1">
            <a:spLocks noGrp="1"/>
          </p:cNvSpPr>
          <p:nvPr>
            <p:ph type="subTitle" idx="7"/>
          </p:nvPr>
        </p:nvSpPr>
        <p:spPr>
          <a:xfrm>
            <a:off x="713225" y="3668175"/>
            <a:ext cx="2449200" cy="558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44" name="Google Shape;144;p13"/>
          <p:cNvSpPr txBox="1">
            <a:spLocks noGrp="1"/>
          </p:cNvSpPr>
          <p:nvPr>
            <p:ph type="subTitle" idx="8"/>
          </p:nvPr>
        </p:nvSpPr>
        <p:spPr>
          <a:xfrm>
            <a:off x="3351700" y="3668175"/>
            <a:ext cx="2449200" cy="558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45" name="Google Shape;145;p13"/>
          <p:cNvSpPr txBox="1">
            <a:spLocks noGrp="1"/>
          </p:cNvSpPr>
          <p:nvPr>
            <p:ph type="title" idx="9" hasCustomPrompt="1"/>
          </p:nvPr>
        </p:nvSpPr>
        <p:spPr>
          <a:xfrm>
            <a:off x="1574675" y="1212038"/>
            <a:ext cx="726300" cy="55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6"/>
              </a:buClr>
              <a:buSzPts val="1800"/>
              <a:buNone/>
              <a:defRPr>
                <a:solidFill>
                  <a:schemeClr val="lt2"/>
                </a:solidFill>
              </a:defRPr>
            </a:lvl1pPr>
            <a:lvl2pPr lvl="1" algn="ctr" rtl="0">
              <a:spcBef>
                <a:spcPts val="0"/>
              </a:spcBef>
              <a:spcAft>
                <a:spcPts val="0"/>
              </a:spcAft>
              <a:buClr>
                <a:schemeClr val="accent6"/>
              </a:buClr>
              <a:buSzPts val="1800"/>
              <a:buNone/>
              <a:defRPr sz="1800">
                <a:solidFill>
                  <a:schemeClr val="accent6"/>
                </a:solidFill>
              </a:defRPr>
            </a:lvl2pPr>
            <a:lvl3pPr lvl="2" algn="ctr" rtl="0">
              <a:spcBef>
                <a:spcPts val="0"/>
              </a:spcBef>
              <a:spcAft>
                <a:spcPts val="0"/>
              </a:spcAft>
              <a:buClr>
                <a:schemeClr val="accent6"/>
              </a:buClr>
              <a:buSzPts val="1800"/>
              <a:buNone/>
              <a:defRPr sz="1800">
                <a:solidFill>
                  <a:schemeClr val="accent6"/>
                </a:solidFill>
              </a:defRPr>
            </a:lvl3pPr>
            <a:lvl4pPr lvl="3" algn="ctr" rtl="0">
              <a:spcBef>
                <a:spcPts val="0"/>
              </a:spcBef>
              <a:spcAft>
                <a:spcPts val="0"/>
              </a:spcAft>
              <a:buClr>
                <a:schemeClr val="accent6"/>
              </a:buClr>
              <a:buSzPts val="1800"/>
              <a:buNone/>
              <a:defRPr sz="1800">
                <a:solidFill>
                  <a:schemeClr val="accent6"/>
                </a:solidFill>
              </a:defRPr>
            </a:lvl4pPr>
            <a:lvl5pPr lvl="4" algn="ctr" rtl="0">
              <a:spcBef>
                <a:spcPts val="0"/>
              </a:spcBef>
              <a:spcAft>
                <a:spcPts val="0"/>
              </a:spcAft>
              <a:buClr>
                <a:schemeClr val="accent6"/>
              </a:buClr>
              <a:buSzPts val="1800"/>
              <a:buNone/>
              <a:defRPr sz="1800">
                <a:solidFill>
                  <a:schemeClr val="accent6"/>
                </a:solidFill>
              </a:defRPr>
            </a:lvl5pPr>
            <a:lvl6pPr lvl="5" algn="ctr" rtl="0">
              <a:spcBef>
                <a:spcPts val="0"/>
              </a:spcBef>
              <a:spcAft>
                <a:spcPts val="0"/>
              </a:spcAft>
              <a:buClr>
                <a:schemeClr val="accent6"/>
              </a:buClr>
              <a:buSzPts val="1800"/>
              <a:buNone/>
              <a:defRPr sz="1800">
                <a:solidFill>
                  <a:schemeClr val="accent6"/>
                </a:solidFill>
              </a:defRPr>
            </a:lvl6pPr>
            <a:lvl7pPr lvl="6" algn="ctr" rtl="0">
              <a:spcBef>
                <a:spcPts val="0"/>
              </a:spcBef>
              <a:spcAft>
                <a:spcPts val="0"/>
              </a:spcAft>
              <a:buClr>
                <a:schemeClr val="accent6"/>
              </a:buClr>
              <a:buSzPts val="1800"/>
              <a:buNone/>
              <a:defRPr sz="1800">
                <a:solidFill>
                  <a:schemeClr val="accent6"/>
                </a:solidFill>
              </a:defRPr>
            </a:lvl7pPr>
            <a:lvl8pPr lvl="7" algn="ctr" rtl="0">
              <a:spcBef>
                <a:spcPts val="0"/>
              </a:spcBef>
              <a:spcAft>
                <a:spcPts val="0"/>
              </a:spcAft>
              <a:buClr>
                <a:schemeClr val="accent6"/>
              </a:buClr>
              <a:buSzPts val="1800"/>
              <a:buNone/>
              <a:defRPr sz="1800">
                <a:solidFill>
                  <a:schemeClr val="accent6"/>
                </a:solidFill>
              </a:defRPr>
            </a:lvl8pPr>
            <a:lvl9pPr lvl="8" algn="ctr" rtl="0">
              <a:spcBef>
                <a:spcPts val="0"/>
              </a:spcBef>
              <a:spcAft>
                <a:spcPts val="0"/>
              </a:spcAft>
              <a:buClr>
                <a:schemeClr val="accent6"/>
              </a:buClr>
              <a:buSzPts val="1800"/>
              <a:buNone/>
              <a:defRPr sz="1800">
                <a:solidFill>
                  <a:schemeClr val="accent6"/>
                </a:solidFill>
              </a:defRPr>
            </a:lvl9pPr>
          </a:lstStyle>
          <a:p>
            <a:r>
              <a:t>xx%</a:t>
            </a:r>
          </a:p>
        </p:txBody>
      </p:sp>
      <p:sp>
        <p:nvSpPr>
          <p:cNvPr id="146" name="Google Shape;146;p13"/>
          <p:cNvSpPr txBox="1">
            <a:spLocks noGrp="1"/>
          </p:cNvSpPr>
          <p:nvPr>
            <p:ph type="title" idx="13" hasCustomPrompt="1"/>
          </p:nvPr>
        </p:nvSpPr>
        <p:spPr>
          <a:xfrm>
            <a:off x="1574675" y="2787463"/>
            <a:ext cx="726300" cy="55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6"/>
              </a:buClr>
              <a:buSzPts val="1800"/>
              <a:buNone/>
              <a:defRPr>
                <a:solidFill>
                  <a:schemeClr val="lt2"/>
                </a:solidFill>
              </a:defRPr>
            </a:lvl1pPr>
            <a:lvl2pPr lvl="1" algn="ctr" rtl="0">
              <a:spcBef>
                <a:spcPts val="0"/>
              </a:spcBef>
              <a:spcAft>
                <a:spcPts val="0"/>
              </a:spcAft>
              <a:buClr>
                <a:schemeClr val="accent6"/>
              </a:buClr>
              <a:buSzPts val="1800"/>
              <a:buNone/>
              <a:defRPr sz="1800">
                <a:solidFill>
                  <a:schemeClr val="accent6"/>
                </a:solidFill>
              </a:defRPr>
            </a:lvl2pPr>
            <a:lvl3pPr lvl="2" algn="ctr" rtl="0">
              <a:spcBef>
                <a:spcPts val="0"/>
              </a:spcBef>
              <a:spcAft>
                <a:spcPts val="0"/>
              </a:spcAft>
              <a:buClr>
                <a:schemeClr val="accent6"/>
              </a:buClr>
              <a:buSzPts val="1800"/>
              <a:buNone/>
              <a:defRPr sz="1800">
                <a:solidFill>
                  <a:schemeClr val="accent6"/>
                </a:solidFill>
              </a:defRPr>
            </a:lvl3pPr>
            <a:lvl4pPr lvl="3" algn="ctr" rtl="0">
              <a:spcBef>
                <a:spcPts val="0"/>
              </a:spcBef>
              <a:spcAft>
                <a:spcPts val="0"/>
              </a:spcAft>
              <a:buClr>
                <a:schemeClr val="accent6"/>
              </a:buClr>
              <a:buSzPts val="1800"/>
              <a:buNone/>
              <a:defRPr sz="1800">
                <a:solidFill>
                  <a:schemeClr val="accent6"/>
                </a:solidFill>
              </a:defRPr>
            </a:lvl4pPr>
            <a:lvl5pPr lvl="4" algn="ctr" rtl="0">
              <a:spcBef>
                <a:spcPts val="0"/>
              </a:spcBef>
              <a:spcAft>
                <a:spcPts val="0"/>
              </a:spcAft>
              <a:buClr>
                <a:schemeClr val="accent6"/>
              </a:buClr>
              <a:buSzPts val="1800"/>
              <a:buNone/>
              <a:defRPr sz="1800">
                <a:solidFill>
                  <a:schemeClr val="accent6"/>
                </a:solidFill>
              </a:defRPr>
            </a:lvl5pPr>
            <a:lvl6pPr lvl="5" algn="ctr" rtl="0">
              <a:spcBef>
                <a:spcPts val="0"/>
              </a:spcBef>
              <a:spcAft>
                <a:spcPts val="0"/>
              </a:spcAft>
              <a:buClr>
                <a:schemeClr val="accent6"/>
              </a:buClr>
              <a:buSzPts val="1800"/>
              <a:buNone/>
              <a:defRPr sz="1800">
                <a:solidFill>
                  <a:schemeClr val="accent6"/>
                </a:solidFill>
              </a:defRPr>
            </a:lvl6pPr>
            <a:lvl7pPr lvl="6" algn="ctr" rtl="0">
              <a:spcBef>
                <a:spcPts val="0"/>
              </a:spcBef>
              <a:spcAft>
                <a:spcPts val="0"/>
              </a:spcAft>
              <a:buClr>
                <a:schemeClr val="accent6"/>
              </a:buClr>
              <a:buSzPts val="1800"/>
              <a:buNone/>
              <a:defRPr sz="1800">
                <a:solidFill>
                  <a:schemeClr val="accent6"/>
                </a:solidFill>
              </a:defRPr>
            </a:lvl7pPr>
            <a:lvl8pPr lvl="7" algn="ctr" rtl="0">
              <a:spcBef>
                <a:spcPts val="0"/>
              </a:spcBef>
              <a:spcAft>
                <a:spcPts val="0"/>
              </a:spcAft>
              <a:buClr>
                <a:schemeClr val="accent6"/>
              </a:buClr>
              <a:buSzPts val="1800"/>
              <a:buNone/>
              <a:defRPr sz="1800">
                <a:solidFill>
                  <a:schemeClr val="accent6"/>
                </a:solidFill>
              </a:defRPr>
            </a:lvl8pPr>
            <a:lvl9pPr lvl="8" algn="ctr" rtl="0">
              <a:spcBef>
                <a:spcPts val="0"/>
              </a:spcBef>
              <a:spcAft>
                <a:spcPts val="0"/>
              </a:spcAft>
              <a:buClr>
                <a:schemeClr val="accent6"/>
              </a:buClr>
              <a:buSzPts val="1800"/>
              <a:buNone/>
              <a:defRPr sz="1800">
                <a:solidFill>
                  <a:schemeClr val="accent6"/>
                </a:solidFill>
              </a:defRPr>
            </a:lvl9pPr>
          </a:lstStyle>
          <a:p>
            <a:r>
              <a:t>xx%</a:t>
            </a:r>
          </a:p>
        </p:txBody>
      </p:sp>
      <p:sp>
        <p:nvSpPr>
          <p:cNvPr id="147" name="Google Shape;147;p13"/>
          <p:cNvSpPr txBox="1">
            <a:spLocks noGrp="1"/>
          </p:cNvSpPr>
          <p:nvPr>
            <p:ph type="title" idx="14" hasCustomPrompt="1"/>
          </p:nvPr>
        </p:nvSpPr>
        <p:spPr>
          <a:xfrm>
            <a:off x="4213150" y="1212038"/>
            <a:ext cx="726300" cy="55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800"/>
              <a:buNone/>
              <a:defRPr>
                <a:solidFill>
                  <a:schemeClr val="lt2"/>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r>
              <a:t>xx%</a:t>
            </a:r>
          </a:p>
        </p:txBody>
      </p:sp>
      <p:sp>
        <p:nvSpPr>
          <p:cNvPr id="148" name="Google Shape;148;p13"/>
          <p:cNvSpPr txBox="1">
            <a:spLocks noGrp="1"/>
          </p:cNvSpPr>
          <p:nvPr>
            <p:ph type="title" idx="15" hasCustomPrompt="1"/>
          </p:nvPr>
        </p:nvSpPr>
        <p:spPr>
          <a:xfrm>
            <a:off x="4213150" y="2787463"/>
            <a:ext cx="726300" cy="55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800"/>
              <a:buNone/>
              <a:defRPr>
                <a:solidFill>
                  <a:schemeClr val="lt2"/>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r>
              <a:t>xx%</a:t>
            </a:r>
          </a:p>
        </p:txBody>
      </p:sp>
      <p:sp>
        <p:nvSpPr>
          <p:cNvPr id="149" name="Google Shape;149;p13"/>
          <p:cNvSpPr txBox="1">
            <a:spLocks noGrp="1"/>
          </p:cNvSpPr>
          <p:nvPr>
            <p:ph type="subTitle" idx="16"/>
          </p:nvPr>
        </p:nvSpPr>
        <p:spPr>
          <a:xfrm>
            <a:off x="5963225" y="1756100"/>
            <a:ext cx="2449200" cy="3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50" name="Google Shape;150;p13"/>
          <p:cNvSpPr txBox="1">
            <a:spLocks noGrp="1"/>
          </p:cNvSpPr>
          <p:nvPr>
            <p:ph type="subTitle" idx="17"/>
          </p:nvPr>
        </p:nvSpPr>
        <p:spPr>
          <a:xfrm>
            <a:off x="5963225" y="3331525"/>
            <a:ext cx="2449200" cy="3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51" name="Google Shape;151;p13"/>
          <p:cNvSpPr txBox="1">
            <a:spLocks noGrp="1"/>
          </p:cNvSpPr>
          <p:nvPr>
            <p:ph type="subTitle" idx="18"/>
          </p:nvPr>
        </p:nvSpPr>
        <p:spPr>
          <a:xfrm>
            <a:off x="5963225" y="2095925"/>
            <a:ext cx="2449200" cy="558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52" name="Google Shape;152;p13"/>
          <p:cNvSpPr txBox="1">
            <a:spLocks noGrp="1"/>
          </p:cNvSpPr>
          <p:nvPr>
            <p:ph type="subTitle" idx="19"/>
          </p:nvPr>
        </p:nvSpPr>
        <p:spPr>
          <a:xfrm>
            <a:off x="5963225" y="3668175"/>
            <a:ext cx="2449200" cy="558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153" name="Google Shape;153;p13"/>
          <p:cNvSpPr txBox="1">
            <a:spLocks noGrp="1"/>
          </p:cNvSpPr>
          <p:nvPr>
            <p:ph type="title" idx="20" hasCustomPrompt="1"/>
          </p:nvPr>
        </p:nvSpPr>
        <p:spPr>
          <a:xfrm>
            <a:off x="6824675" y="1212038"/>
            <a:ext cx="726300" cy="55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800"/>
              <a:buNone/>
              <a:defRPr>
                <a:solidFill>
                  <a:schemeClr val="lt2"/>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r>
              <a:t>xx%</a:t>
            </a:r>
          </a:p>
        </p:txBody>
      </p:sp>
      <p:sp>
        <p:nvSpPr>
          <p:cNvPr id="154" name="Google Shape;154;p13"/>
          <p:cNvSpPr txBox="1">
            <a:spLocks noGrp="1"/>
          </p:cNvSpPr>
          <p:nvPr>
            <p:ph type="title" idx="21" hasCustomPrompt="1"/>
          </p:nvPr>
        </p:nvSpPr>
        <p:spPr>
          <a:xfrm>
            <a:off x="6824675" y="2787463"/>
            <a:ext cx="726300" cy="5589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800"/>
              <a:buNone/>
              <a:defRPr>
                <a:solidFill>
                  <a:schemeClr val="lt2"/>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r>
              <a:t>xx%</a:t>
            </a:r>
          </a:p>
        </p:txBody>
      </p:sp>
      <p:cxnSp>
        <p:nvCxnSpPr>
          <p:cNvPr id="155" name="Google Shape;155;p13"/>
          <p:cNvCxnSpPr/>
          <p:nvPr/>
        </p:nvCxnSpPr>
        <p:spPr>
          <a:xfrm>
            <a:off x="4572000" y="0"/>
            <a:ext cx="0" cy="387900"/>
          </a:xfrm>
          <a:prstGeom prst="straightConnector1">
            <a:avLst/>
          </a:prstGeom>
          <a:noFill/>
          <a:ln w="9525" cap="flat" cmpd="sng">
            <a:solidFill>
              <a:schemeClr val="lt2"/>
            </a:solidFill>
            <a:prstDash val="solid"/>
            <a:round/>
            <a:headEnd type="none" w="med" len="med"/>
            <a:tailEnd type="none" w="med" len="med"/>
          </a:ln>
        </p:spPr>
      </p:cxnSp>
      <p:sp>
        <p:nvSpPr>
          <p:cNvPr id="156" name="Google Shape;156;p13"/>
          <p:cNvSpPr/>
          <p:nvPr/>
        </p:nvSpPr>
        <p:spPr>
          <a:xfrm>
            <a:off x="248675" y="4605663"/>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7" name="Google Shape;157;p13"/>
          <p:cNvPicPr preferRelativeResize="0"/>
          <p:nvPr/>
        </p:nvPicPr>
        <p:blipFill rotWithShape="1">
          <a:blip r:embed="rId2">
            <a:alphaModFix/>
          </a:blip>
          <a:srcRect l="29162" t="11199" r="31917" b="11238"/>
          <a:stretch/>
        </p:blipFill>
        <p:spPr>
          <a:xfrm rot="-5400000">
            <a:off x="6098113" y="-706250"/>
            <a:ext cx="3558835" cy="3989301"/>
          </a:xfrm>
          <a:prstGeom prst="rect">
            <a:avLst/>
          </a:prstGeom>
          <a:noFill/>
          <a:ln>
            <a:noFill/>
          </a:ln>
          <a:effectLst>
            <a:outerShdw blurRad="57150" dist="28575" dir="6840000" algn="bl" rotWithShape="0">
              <a:srgbClr val="000000">
                <a:alpha val="38000"/>
              </a:srgbClr>
            </a:outerShdw>
          </a:effec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Shape 158"/>
        <p:cNvGrpSpPr/>
        <p:nvPr/>
      </p:nvGrpSpPr>
      <p:grpSpPr>
        <a:xfrm>
          <a:off x="0" y="0"/>
          <a:ext cx="0" cy="0"/>
          <a:chOff x="0" y="0"/>
          <a:chExt cx="0" cy="0"/>
        </a:xfrm>
      </p:grpSpPr>
      <p:grpSp>
        <p:nvGrpSpPr>
          <p:cNvPr id="159" name="Google Shape;159;p14"/>
          <p:cNvGrpSpPr/>
          <p:nvPr/>
        </p:nvGrpSpPr>
        <p:grpSpPr>
          <a:xfrm>
            <a:off x="-19200" y="4755675"/>
            <a:ext cx="9163200" cy="387900"/>
            <a:chOff x="-19200" y="4755675"/>
            <a:chExt cx="9163200" cy="387900"/>
          </a:xfrm>
        </p:grpSpPr>
        <p:cxnSp>
          <p:nvCxnSpPr>
            <p:cNvPr id="160" name="Google Shape;160;p14"/>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161" name="Google Shape;161;p14"/>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sp>
        <p:nvSpPr>
          <p:cNvPr id="162" name="Google Shape;162;p14"/>
          <p:cNvSpPr txBox="1">
            <a:spLocks noGrp="1"/>
          </p:cNvSpPr>
          <p:nvPr>
            <p:ph type="title"/>
          </p:nvPr>
        </p:nvSpPr>
        <p:spPr>
          <a:xfrm>
            <a:off x="1957000" y="3362500"/>
            <a:ext cx="5238600" cy="5085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300"/>
              <a:buNone/>
              <a:defRPr sz="2200" b="0">
                <a:solidFill>
                  <a:schemeClr val="lt2"/>
                </a:solidFill>
              </a:defRPr>
            </a:lvl1pPr>
            <a:lvl2pPr lvl="1" algn="ctr" rtl="0">
              <a:spcBef>
                <a:spcPts val="0"/>
              </a:spcBef>
              <a:spcAft>
                <a:spcPts val="0"/>
              </a:spcAft>
              <a:buSzPts val="3300"/>
              <a:buNone/>
              <a:defRPr>
                <a:latin typeface="Arial"/>
                <a:ea typeface="Arial"/>
                <a:cs typeface="Arial"/>
                <a:sym typeface="Arial"/>
              </a:defRPr>
            </a:lvl2pPr>
            <a:lvl3pPr lvl="2" algn="ctr" rtl="0">
              <a:spcBef>
                <a:spcPts val="0"/>
              </a:spcBef>
              <a:spcAft>
                <a:spcPts val="0"/>
              </a:spcAft>
              <a:buSzPts val="3300"/>
              <a:buNone/>
              <a:defRPr>
                <a:latin typeface="Arial"/>
                <a:ea typeface="Arial"/>
                <a:cs typeface="Arial"/>
                <a:sym typeface="Arial"/>
              </a:defRPr>
            </a:lvl3pPr>
            <a:lvl4pPr lvl="3" algn="ctr" rtl="0">
              <a:spcBef>
                <a:spcPts val="0"/>
              </a:spcBef>
              <a:spcAft>
                <a:spcPts val="0"/>
              </a:spcAft>
              <a:buSzPts val="3300"/>
              <a:buNone/>
              <a:defRPr>
                <a:latin typeface="Arial"/>
                <a:ea typeface="Arial"/>
                <a:cs typeface="Arial"/>
                <a:sym typeface="Arial"/>
              </a:defRPr>
            </a:lvl4pPr>
            <a:lvl5pPr lvl="4" algn="ctr" rtl="0">
              <a:spcBef>
                <a:spcPts val="0"/>
              </a:spcBef>
              <a:spcAft>
                <a:spcPts val="0"/>
              </a:spcAft>
              <a:buSzPts val="3300"/>
              <a:buNone/>
              <a:defRPr>
                <a:latin typeface="Arial"/>
                <a:ea typeface="Arial"/>
                <a:cs typeface="Arial"/>
                <a:sym typeface="Arial"/>
              </a:defRPr>
            </a:lvl5pPr>
            <a:lvl6pPr lvl="5" algn="ctr" rtl="0">
              <a:spcBef>
                <a:spcPts val="0"/>
              </a:spcBef>
              <a:spcAft>
                <a:spcPts val="0"/>
              </a:spcAft>
              <a:buSzPts val="3300"/>
              <a:buNone/>
              <a:defRPr>
                <a:latin typeface="Arial"/>
                <a:ea typeface="Arial"/>
                <a:cs typeface="Arial"/>
                <a:sym typeface="Arial"/>
              </a:defRPr>
            </a:lvl6pPr>
            <a:lvl7pPr lvl="6" algn="ctr" rtl="0">
              <a:spcBef>
                <a:spcPts val="0"/>
              </a:spcBef>
              <a:spcAft>
                <a:spcPts val="0"/>
              </a:spcAft>
              <a:buSzPts val="3300"/>
              <a:buNone/>
              <a:defRPr>
                <a:latin typeface="Arial"/>
                <a:ea typeface="Arial"/>
                <a:cs typeface="Arial"/>
                <a:sym typeface="Arial"/>
              </a:defRPr>
            </a:lvl7pPr>
            <a:lvl8pPr lvl="7" algn="ctr" rtl="0">
              <a:spcBef>
                <a:spcPts val="0"/>
              </a:spcBef>
              <a:spcAft>
                <a:spcPts val="0"/>
              </a:spcAft>
              <a:buSzPts val="3300"/>
              <a:buNone/>
              <a:defRPr>
                <a:latin typeface="Arial"/>
                <a:ea typeface="Arial"/>
                <a:cs typeface="Arial"/>
                <a:sym typeface="Arial"/>
              </a:defRPr>
            </a:lvl8pPr>
            <a:lvl9pPr lvl="8" algn="ctr" rtl="0">
              <a:spcBef>
                <a:spcPts val="0"/>
              </a:spcBef>
              <a:spcAft>
                <a:spcPts val="0"/>
              </a:spcAft>
              <a:buSzPts val="3300"/>
              <a:buNone/>
              <a:defRPr>
                <a:latin typeface="Arial"/>
                <a:ea typeface="Arial"/>
                <a:cs typeface="Arial"/>
                <a:sym typeface="Arial"/>
              </a:defRPr>
            </a:lvl9pPr>
          </a:lstStyle>
          <a:p>
            <a:endParaRPr/>
          </a:p>
        </p:txBody>
      </p:sp>
      <p:sp>
        <p:nvSpPr>
          <p:cNvPr id="163" name="Google Shape;163;p14"/>
          <p:cNvSpPr txBox="1">
            <a:spLocks noGrp="1"/>
          </p:cNvSpPr>
          <p:nvPr>
            <p:ph type="subTitle" idx="1"/>
          </p:nvPr>
        </p:nvSpPr>
        <p:spPr>
          <a:xfrm>
            <a:off x="1952700" y="1272475"/>
            <a:ext cx="5238600" cy="2054100"/>
          </a:xfrm>
          <a:prstGeom prst="rect">
            <a:avLst/>
          </a:prstGeom>
        </p:spPr>
        <p:txBody>
          <a:bodyPr spcFirstLastPara="1" wrap="square" lIns="91425" tIns="91425" rIns="91425" bIns="91425" anchor="t" anchorCtr="0">
            <a:noAutofit/>
          </a:bodyPr>
          <a:lstStyle>
            <a:lvl1pPr marR="228600" lvl="0" algn="ctr" rtl="0">
              <a:spcBef>
                <a:spcPts val="1000"/>
              </a:spcBef>
              <a:spcAft>
                <a:spcPts val="0"/>
              </a:spcAft>
              <a:buClr>
                <a:schemeClr val="dk1"/>
              </a:buClr>
              <a:buSzPts val="2100"/>
              <a:buNone/>
              <a:defRPr sz="3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164" name="Google Shape;164;p14"/>
          <p:cNvCxnSpPr/>
          <p:nvPr/>
        </p:nvCxnSpPr>
        <p:spPr>
          <a:xfrm>
            <a:off x="4572000" y="0"/>
            <a:ext cx="0" cy="387900"/>
          </a:xfrm>
          <a:prstGeom prst="straightConnector1">
            <a:avLst/>
          </a:prstGeom>
          <a:noFill/>
          <a:ln w="9525" cap="flat" cmpd="sng">
            <a:solidFill>
              <a:schemeClr val="lt2"/>
            </a:solidFill>
            <a:prstDash val="solid"/>
            <a:round/>
            <a:headEnd type="none" w="med" len="med"/>
            <a:tailEnd type="none" w="med" len="med"/>
          </a:ln>
        </p:spPr>
      </p:cxnSp>
      <p:sp>
        <p:nvSpPr>
          <p:cNvPr id="165" name="Google Shape;165;p14"/>
          <p:cNvSpPr/>
          <p:nvPr/>
        </p:nvSpPr>
        <p:spPr>
          <a:xfrm>
            <a:off x="3101625"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4"/>
          <p:cNvSpPr/>
          <p:nvPr/>
        </p:nvSpPr>
        <p:spPr>
          <a:xfrm>
            <a:off x="7778275" y="69000"/>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4"/>
          <p:cNvSpPr/>
          <p:nvPr/>
        </p:nvSpPr>
        <p:spPr>
          <a:xfrm>
            <a:off x="8628200" y="2646600"/>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8" name="Google Shape;168;p14"/>
          <p:cNvPicPr preferRelativeResize="0"/>
          <p:nvPr/>
        </p:nvPicPr>
        <p:blipFill rotWithShape="1">
          <a:blip r:embed="rId2">
            <a:alphaModFix/>
          </a:blip>
          <a:srcRect l="33555" t="8680" r="42709" b="5886"/>
          <a:stretch/>
        </p:blipFill>
        <p:spPr>
          <a:xfrm>
            <a:off x="-367800" y="1670150"/>
            <a:ext cx="2170248" cy="4394274"/>
          </a:xfrm>
          <a:prstGeom prst="rect">
            <a:avLst/>
          </a:prstGeom>
          <a:noFill/>
          <a:ln>
            <a:noFill/>
          </a:ln>
          <a:effectLst>
            <a:outerShdw blurRad="57150" dist="28575" dir="6840000" algn="bl" rotWithShape="0">
              <a:srgbClr val="000000">
                <a:alpha val="39000"/>
              </a:srgbClr>
            </a:outerShdw>
          </a:effectLst>
        </p:spPr>
      </p:pic>
      <p:pic>
        <p:nvPicPr>
          <p:cNvPr id="169" name="Google Shape;169;p14"/>
          <p:cNvPicPr preferRelativeResize="0"/>
          <p:nvPr/>
        </p:nvPicPr>
        <p:blipFill rotWithShape="1">
          <a:blip r:embed="rId3">
            <a:alphaModFix/>
          </a:blip>
          <a:srcRect l="29162" t="11199" r="31917" b="11238"/>
          <a:stretch/>
        </p:blipFill>
        <p:spPr>
          <a:xfrm rot="-6462091">
            <a:off x="4688463" y="-1076525"/>
            <a:ext cx="3558835" cy="3989302"/>
          </a:xfrm>
          <a:prstGeom prst="rect">
            <a:avLst/>
          </a:prstGeom>
          <a:noFill/>
          <a:ln>
            <a:noFill/>
          </a:ln>
          <a:effectLst>
            <a:outerShdw blurRad="57150" dist="19050" dir="6960000" algn="bl" rotWithShape="0">
              <a:srgbClr val="000000">
                <a:alpha val="36000"/>
              </a:srgbClr>
            </a:outerShdw>
          </a:effectLst>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Numbers and text ">
  <p:cSld name="CUSTOM_14">
    <p:spTree>
      <p:nvGrpSpPr>
        <p:cNvPr id="1" name="Shape 170"/>
        <p:cNvGrpSpPr/>
        <p:nvPr/>
      </p:nvGrpSpPr>
      <p:grpSpPr>
        <a:xfrm>
          <a:off x="0" y="0"/>
          <a:ext cx="0" cy="0"/>
          <a:chOff x="0" y="0"/>
          <a:chExt cx="0" cy="0"/>
        </a:xfrm>
      </p:grpSpPr>
      <p:grpSp>
        <p:nvGrpSpPr>
          <p:cNvPr id="171" name="Google Shape;171;p15"/>
          <p:cNvGrpSpPr/>
          <p:nvPr/>
        </p:nvGrpSpPr>
        <p:grpSpPr>
          <a:xfrm>
            <a:off x="-19200" y="4755675"/>
            <a:ext cx="9163200" cy="387900"/>
            <a:chOff x="-19200" y="4755675"/>
            <a:chExt cx="9163200" cy="387900"/>
          </a:xfrm>
        </p:grpSpPr>
        <p:cxnSp>
          <p:nvCxnSpPr>
            <p:cNvPr id="172" name="Google Shape;172;p15"/>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173" name="Google Shape;173;p15"/>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sp>
        <p:nvSpPr>
          <p:cNvPr id="174" name="Google Shape;174;p15"/>
          <p:cNvSpPr txBox="1">
            <a:spLocks noGrp="1"/>
          </p:cNvSpPr>
          <p:nvPr>
            <p:ph type="subTitle" idx="1"/>
          </p:nvPr>
        </p:nvSpPr>
        <p:spPr>
          <a:xfrm>
            <a:off x="2328000" y="1454038"/>
            <a:ext cx="4488000" cy="302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500"/>
              <a:buNone/>
              <a:defRPr sz="1600"/>
            </a:lvl1pPr>
            <a:lvl2pPr lvl="1" algn="r" rtl="0">
              <a:spcBef>
                <a:spcPts val="0"/>
              </a:spcBef>
              <a:spcAft>
                <a:spcPts val="0"/>
              </a:spcAft>
              <a:buSzPts val="1500"/>
              <a:buNone/>
              <a:defRPr sz="1500"/>
            </a:lvl2pPr>
            <a:lvl3pPr lvl="2" algn="r" rtl="0">
              <a:spcBef>
                <a:spcPts val="0"/>
              </a:spcBef>
              <a:spcAft>
                <a:spcPts val="0"/>
              </a:spcAft>
              <a:buSzPts val="1500"/>
              <a:buNone/>
              <a:defRPr sz="1500"/>
            </a:lvl3pPr>
            <a:lvl4pPr lvl="3" algn="r" rtl="0">
              <a:spcBef>
                <a:spcPts val="0"/>
              </a:spcBef>
              <a:spcAft>
                <a:spcPts val="0"/>
              </a:spcAft>
              <a:buSzPts val="1500"/>
              <a:buNone/>
              <a:defRPr sz="1500"/>
            </a:lvl4pPr>
            <a:lvl5pPr lvl="4" algn="r" rtl="0">
              <a:spcBef>
                <a:spcPts val="0"/>
              </a:spcBef>
              <a:spcAft>
                <a:spcPts val="0"/>
              </a:spcAft>
              <a:buSzPts val="1500"/>
              <a:buNone/>
              <a:defRPr sz="1500"/>
            </a:lvl5pPr>
            <a:lvl6pPr lvl="5" algn="r" rtl="0">
              <a:spcBef>
                <a:spcPts val="0"/>
              </a:spcBef>
              <a:spcAft>
                <a:spcPts val="0"/>
              </a:spcAft>
              <a:buSzPts val="1500"/>
              <a:buNone/>
              <a:defRPr sz="1500"/>
            </a:lvl6pPr>
            <a:lvl7pPr lvl="6" algn="r" rtl="0">
              <a:spcBef>
                <a:spcPts val="0"/>
              </a:spcBef>
              <a:spcAft>
                <a:spcPts val="0"/>
              </a:spcAft>
              <a:buSzPts val="1500"/>
              <a:buNone/>
              <a:defRPr sz="1500"/>
            </a:lvl7pPr>
            <a:lvl8pPr lvl="7" algn="r" rtl="0">
              <a:spcBef>
                <a:spcPts val="0"/>
              </a:spcBef>
              <a:spcAft>
                <a:spcPts val="0"/>
              </a:spcAft>
              <a:buSzPts val="1500"/>
              <a:buNone/>
              <a:defRPr sz="1500"/>
            </a:lvl8pPr>
            <a:lvl9pPr lvl="8" algn="r" rtl="0">
              <a:spcBef>
                <a:spcPts val="0"/>
              </a:spcBef>
              <a:spcAft>
                <a:spcPts val="0"/>
              </a:spcAft>
              <a:buSzPts val="1500"/>
              <a:buNone/>
              <a:defRPr sz="1500"/>
            </a:lvl9pPr>
          </a:lstStyle>
          <a:p>
            <a:endParaRPr/>
          </a:p>
        </p:txBody>
      </p:sp>
      <p:sp>
        <p:nvSpPr>
          <p:cNvPr id="175" name="Google Shape;175;p15"/>
          <p:cNvSpPr txBox="1">
            <a:spLocks noGrp="1"/>
          </p:cNvSpPr>
          <p:nvPr>
            <p:ph type="title" hasCustomPrompt="1"/>
          </p:nvPr>
        </p:nvSpPr>
        <p:spPr>
          <a:xfrm>
            <a:off x="2328000" y="656811"/>
            <a:ext cx="4488000" cy="717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4600">
                <a:solidFill>
                  <a:schemeClr val="lt2"/>
                </a:solidFill>
              </a:defRPr>
            </a:lvl1pPr>
            <a:lvl2pPr lvl="1" algn="r" rtl="0">
              <a:spcBef>
                <a:spcPts val="0"/>
              </a:spcBef>
              <a:spcAft>
                <a:spcPts val="0"/>
              </a:spcAft>
              <a:buSzPts val="1800"/>
              <a:buNone/>
              <a:defRPr sz="1800"/>
            </a:lvl2pPr>
            <a:lvl3pPr lvl="2" algn="r" rtl="0">
              <a:spcBef>
                <a:spcPts val="0"/>
              </a:spcBef>
              <a:spcAft>
                <a:spcPts val="0"/>
              </a:spcAft>
              <a:buSzPts val="1800"/>
              <a:buNone/>
              <a:defRPr sz="1800"/>
            </a:lvl3pPr>
            <a:lvl4pPr lvl="3" algn="r" rtl="0">
              <a:spcBef>
                <a:spcPts val="0"/>
              </a:spcBef>
              <a:spcAft>
                <a:spcPts val="0"/>
              </a:spcAft>
              <a:buSzPts val="1800"/>
              <a:buNone/>
              <a:defRPr sz="1800"/>
            </a:lvl4pPr>
            <a:lvl5pPr lvl="4" algn="r" rtl="0">
              <a:spcBef>
                <a:spcPts val="0"/>
              </a:spcBef>
              <a:spcAft>
                <a:spcPts val="0"/>
              </a:spcAft>
              <a:buSzPts val="1800"/>
              <a:buNone/>
              <a:defRPr sz="1800"/>
            </a:lvl5pPr>
            <a:lvl6pPr lvl="5" algn="r" rtl="0">
              <a:spcBef>
                <a:spcPts val="0"/>
              </a:spcBef>
              <a:spcAft>
                <a:spcPts val="0"/>
              </a:spcAft>
              <a:buSzPts val="1800"/>
              <a:buNone/>
              <a:defRPr sz="1800"/>
            </a:lvl6pPr>
            <a:lvl7pPr lvl="6" algn="r" rtl="0">
              <a:spcBef>
                <a:spcPts val="0"/>
              </a:spcBef>
              <a:spcAft>
                <a:spcPts val="0"/>
              </a:spcAft>
              <a:buSzPts val="1800"/>
              <a:buNone/>
              <a:defRPr sz="1800"/>
            </a:lvl7pPr>
            <a:lvl8pPr lvl="7" algn="r" rtl="0">
              <a:spcBef>
                <a:spcPts val="0"/>
              </a:spcBef>
              <a:spcAft>
                <a:spcPts val="0"/>
              </a:spcAft>
              <a:buSzPts val="1800"/>
              <a:buNone/>
              <a:defRPr sz="1800"/>
            </a:lvl8pPr>
            <a:lvl9pPr lvl="8" algn="r" rtl="0">
              <a:spcBef>
                <a:spcPts val="0"/>
              </a:spcBef>
              <a:spcAft>
                <a:spcPts val="0"/>
              </a:spcAft>
              <a:buSzPts val="1800"/>
              <a:buNone/>
              <a:defRPr sz="1800"/>
            </a:lvl9pPr>
          </a:lstStyle>
          <a:p>
            <a:r>
              <a:t>xx%</a:t>
            </a:r>
          </a:p>
        </p:txBody>
      </p:sp>
      <p:sp>
        <p:nvSpPr>
          <p:cNvPr id="176" name="Google Shape;176;p15"/>
          <p:cNvSpPr txBox="1">
            <a:spLocks noGrp="1"/>
          </p:cNvSpPr>
          <p:nvPr>
            <p:ph type="subTitle" idx="2"/>
          </p:nvPr>
        </p:nvSpPr>
        <p:spPr>
          <a:xfrm>
            <a:off x="2328000" y="2663738"/>
            <a:ext cx="4488000" cy="302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500"/>
              <a:buNone/>
              <a:defRPr sz="1600"/>
            </a:lvl1pPr>
            <a:lvl2pPr lvl="1" algn="r" rtl="0">
              <a:spcBef>
                <a:spcPts val="0"/>
              </a:spcBef>
              <a:spcAft>
                <a:spcPts val="0"/>
              </a:spcAft>
              <a:buSzPts val="1500"/>
              <a:buNone/>
              <a:defRPr sz="1500"/>
            </a:lvl2pPr>
            <a:lvl3pPr lvl="2" algn="r" rtl="0">
              <a:spcBef>
                <a:spcPts val="0"/>
              </a:spcBef>
              <a:spcAft>
                <a:spcPts val="0"/>
              </a:spcAft>
              <a:buSzPts val="1500"/>
              <a:buNone/>
              <a:defRPr sz="1500"/>
            </a:lvl3pPr>
            <a:lvl4pPr lvl="3" algn="r" rtl="0">
              <a:spcBef>
                <a:spcPts val="0"/>
              </a:spcBef>
              <a:spcAft>
                <a:spcPts val="0"/>
              </a:spcAft>
              <a:buSzPts val="1500"/>
              <a:buNone/>
              <a:defRPr sz="1500"/>
            </a:lvl4pPr>
            <a:lvl5pPr lvl="4" algn="r" rtl="0">
              <a:spcBef>
                <a:spcPts val="0"/>
              </a:spcBef>
              <a:spcAft>
                <a:spcPts val="0"/>
              </a:spcAft>
              <a:buSzPts val="1500"/>
              <a:buNone/>
              <a:defRPr sz="1500"/>
            </a:lvl5pPr>
            <a:lvl6pPr lvl="5" algn="r" rtl="0">
              <a:spcBef>
                <a:spcPts val="0"/>
              </a:spcBef>
              <a:spcAft>
                <a:spcPts val="0"/>
              </a:spcAft>
              <a:buSzPts val="1500"/>
              <a:buNone/>
              <a:defRPr sz="1500"/>
            </a:lvl6pPr>
            <a:lvl7pPr lvl="6" algn="r" rtl="0">
              <a:spcBef>
                <a:spcPts val="0"/>
              </a:spcBef>
              <a:spcAft>
                <a:spcPts val="0"/>
              </a:spcAft>
              <a:buSzPts val="1500"/>
              <a:buNone/>
              <a:defRPr sz="1500"/>
            </a:lvl7pPr>
            <a:lvl8pPr lvl="7" algn="r" rtl="0">
              <a:spcBef>
                <a:spcPts val="0"/>
              </a:spcBef>
              <a:spcAft>
                <a:spcPts val="0"/>
              </a:spcAft>
              <a:buSzPts val="1500"/>
              <a:buNone/>
              <a:defRPr sz="1500"/>
            </a:lvl8pPr>
            <a:lvl9pPr lvl="8" algn="r" rtl="0">
              <a:spcBef>
                <a:spcPts val="0"/>
              </a:spcBef>
              <a:spcAft>
                <a:spcPts val="0"/>
              </a:spcAft>
              <a:buSzPts val="1500"/>
              <a:buNone/>
              <a:defRPr sz="1500"/>
            </a:lvl9pPr>
          </a:lstStyle>
          <a:p>
            <a:endParaRPr/>
          </a:p>
        </p:txBody>
      </p:sp>
      <p:sp>
        <p:nvSpPr>
          <p:cNvPr id="177" name="Google Shape;177;p15"/>
          <p:cNvSpPr txBox="1">
            <a:spLocks noGrp="1"/>
          </p:cNvSpPr>
          <p:nvPr>
            <p:ph type="title" idx="3" hasCustomPrompt="1"/>
          </p:nvPr>
        </p:nvSpPr>
        <p:spPr>
          <a:xfrm>
            <a:off x="2328000" y="1866512"/>
            <a:ext cx="4488000" cy="717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4600">
                <a:solidFill>
                  <a:schemeClr val="lt2"/>
                </a:solidFill>
              </a:defRPr>
            </a:lvl1pPr>
            <a:lvl2pPr lvl="1" algn="r" rtl="0">
              <a:spcBef>
                <a:spcPts val="0"/>
              </a:spcBef>
              <a:spcAft>
                <a:spcPts val="0"/>
              </a:spcAft>
              <a:buSzPts val="1800"/>
              <a:buNone/>
              <a:defRPr sz="1800"/>
            </a:lvl2pPr>
            <a:lvl3pPr lvl="2" algn="r" rtl="0">
              <a:spcBef>
                <a:spcPts val="0"/>
              </a:spcBef>
              <a:spcAft>
                <a:spcPts val="0"/>
              </a:spcAft>
              <a:buSzPts val="1800"/>
              <a:buNone/>
              <a:defRPr sz="1800"/>
            </a:lvl3pPr>
            <a:lvl4pPr lvl="3" algn="r" rtl="0">
              <a:spcBef>
                <a:spcPts val="0"/>
              </a:spcBef>
              <a:spcAft>
                <a:spcPts val="0"/>
              </a:spcAft>
              <a:buSzPts val="1800"/>
              <a:buNone/>
              <a:defRPr sz="1800"/>
            </a:lvl4pPr>
            <a:lvl5pPr lvl="4" algn="r" rtl="0">
              <a:spcBef>
                <a:spcPts val="0"/>
              </a:spcBef>
              <a:spcAft>
                <a:spcPts val="0"/>
              </a:spcAft>
              <a:buSzPts val="1800"/>
              <a:buNone/>
              <a:defRPr sz="1800"/>
            </a:lvl5pPr>
            <a:lvl6pPr lvl="5" algn="r" rtl="0">
              <a:spcBef>
                <a:spcPts val="0"/>
              </a:spcBef>
              <a:spcAft>
                <a:spcPts val="0"/>
              </a:spcAft>
              <a:buSzPts val="1800"/>
              <a:buNone/>
              <a:defRPr sz="1800"/>
            </a:lvl6pPr>
            <a:lvl7pPr lvl="6" algn="r" rtl="0">
              <a:spcBef>
                <a:spcPts val="0"/>
              </a:spcBef>
              <a:spcAft>
                <a:spcPts val="0"/>
              </a:spcAft>
              <a:buSzPts val="1800"/>
              <a:buNone/>
              <a:defRPr sz="1800"/>
            </a:lvl7pPr>
            <a:lvl8pPr lvl="7" algn="r" rtl="0">
              <a:spcBef>
                <a:spcPts val="0"/>
              </a:spcBef>
              <a:spcAft>
                <a:spcPts val="0"/>
              </a:spcAft>
              <a:buSzPts val="1800"/>
              <a:buNone/>
              <a:defRPr sz="1800"/>
            </a:lvl8pPr>
            <a:lvl9pPr lvl="8" algn="r" rtl="0">
              <a:spcBef>
                <a:spcPts val="0"/>
              </a:spcBef>
              <a:spcAft>
                <a:spcPts val="0"/>
              </a:spcAft>
              <a:buSzPts val="1800"/>
              <a:buNone/>
              <a:defRPr sz="1800"/>
            </a:lvl9pPr>
          </a:lstStyle>
          <a:p>
            <a:r>
              <a:t>xx%</a:t>
            </a:r>
          </a:p>
        </p:txBody>
      </p:sp>
      <p:sp>
        <p:nvSpPr>
          <p:cNvPr id="178" name="Google Shape;178;p15"/>
          <p:cNvSpPr txBox="1">
            <a:spLocks noGrp="1"/>
          </p:cNvSpPr>
          <p:nvPr>
            <p:ph type="subTitle" idx="4"/>
          </p:nvPr>
        </p:nvSpPr>
        <p:spPr>
          <a:xfrm>
            <a:off x="2328075" y="3873438"/>
            <a:ext cx="4488000" cy="3024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1500"/>
              <a:buNone/>
              <a:defRPr sz="1600"/>
            </a:lvl1pPr>
            <a:lvl2pPr lvl="1" algn="r" rtl="0">
              <a:spcBef>
                <a:spcPts val="0"/>
              </a:spcBef>
              <a:spcAft>
                <a:spcPts val="0"/>
              </a:spcAft>
              <a:buSzPts val="1500"/>
              <a:buNone/>
              <a:defRPr sz="1500"/>
            </a:lvl2pPr>
            <a:lvl3pPr lvl="2" algn="r" rtl="0">
              <a:spcBef>
                <a:spcPts val="0"/>
              </a:spcBef>
              <a:spcAft>
                <a:spcPts val="0"/>
              </a:spcAft>
              <a:buSzPts val="1500"/>
              <a:buNone/>
              <a:defRPr sz="1500"/>
            </a:lvl3pPr>
            <a:lvl4pPr lvl="3" algn="r" rtl="0">
              <a:spcBef>
                <a:spcPts val="0"/>
              </a:spcBef>
              <a:spcAft>
                <a:spcPts val="0"/>
              </a:spcAft>
              <a:buSzPts val="1500"/>
              <a:buNone/>
              <a:defRPr sz="1500"/>
            </a:lvl4pPr>
            <a:lvl5pPr lvl="4" algn="r" rtl="0">
              <a:spcBef>
                <a:spcPts val="0"/>
              </a:spcBef>
              <a:spcAft>
                <a:spcPts val="0"/>
              </a:spcAft>
              <a:buSzPts val="1500"/>
              <a:buNone/>
              <a:defRPr sz="1500"/>
            </a:lvl5pPr>
            <a:lvl6pPr lvl="5" algn="r" rtl="0">
              <a:spcBef>
                <a:spcPts val="0"/>
              </a:spcBef>
              <a:spcAft>
                <a:spcPts val="0"/>
              </a:spcAft>
              <a:buSzPts val="1500"/>
              <a:buNone/>
              <a:defRPr sz="1500"/>
            </a:lvl6pPr>
            <a:lvl7pPr lvl="6" algn="r" rtl="0">
              <a:spcBef>
                <a:spcPts val="0"/>
              </a:spcBef>
              <a:spcAft>
                <a:spcPts val="0"/>
              </a:spcAft>
              <a:buSzPts val="1500"/>
              <a:buNone/>
              <a:defRPr sz="1500"/>
            </a:lvl7pPr>
            <a:lvl8pPr lvl="7" algn="r" rtl="0">
              <a:spcBef>
                <a:spcPts val="0"/>
              </a:spcBef>
              <a:spcAft>
                <a:spcPts val="0"/>
              </a:spcAft>
              <a:buSzPts val="1500"/>
              <a:buNone/>
              <a:defRPr sz="1500"/>
            </a:lvl8pPr>
            <a:lvl9pPr lvl="8" algn="r" rtl="0">
              <a:spcBef>
                <a:spcPts val="0"/>
              </a:spcBef>
              <a:spcAft>
                <a:spcPts val="0"/>
              </a:spcAft>
              <a:buSzPts val="1500"/>
              <a:buNone/>
              <a:defRPr sz="1500"/>
            </a:lvl9pPr>
          </a:lstStyle>
          <a:p>
            <a:endParaRPr/>
          </a:p>
        </p:txBody>
      </p:sp>
      <p:sp>
        <p:nvSpPr>
          <p:cNvPr id="179" name="Google Shape;179;p15"/>
          <p:cNvSpPr txBox="1">
            <a:spLocks noGrp="1"/>
          </p:cNvSpPr>
          <p:nvPr>
            <p:ph type="title" idx="5" hasCustomPrompt="1"/>
          </p:nvPr>
        </p:nvSpPr>
        <p:spPr>
          <a:xfrm>
            <a:off x="2328000" y="3076211"/>
            <a:ext cx="4488000" cy="717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800"/>
              <a:buNone/>
              <a:defRPr sz="4600">
                <a:solidFill>
                  <a:schemeClr val="lt2"/>
                </a:solidFill>
              </a:defRPr>
            </a:lvl1pPr>
            <a:lvl2pPr lvl="1" algn="r" rtl="0">
              <a:spcBef>
                <a:spcPts val="0"/>
              </a:spcBef>
              <a:spcAft>
                <a:spcPts val="0"/>
              </a:spcAft>
              <a:buSzPts val="1800"/>
              <a:buNone/>
              <a:defRPr sz="1800"/>
            </a:lvl2pPr>
            <a:lvl3pPr lvl="2" algn="r" rtl="0">
              <a:spcBef>
                <a:spcPts val="0"/>
              </a:spcBef>
              <a:spcAft>
                <a:spcPts val="0"/>
              </a:spcAft>
              <a:buSzPts val="1800"/>
              <a:buNone/>
              <a:defRPr sz="1800"/>
            </a:lvl3pPr>
            <a:lvl4pPr lvl="3" algn="r" rtl="0">
              <a:spcBef>
                <a:spcPts val="0"/>
              </a:spcBef>
              <a:spcAft>
                <a:spcPts val="0"/>
              </a:spcAft>
              <a:buSzPts val="1800"/>
              <a:buNone/>
              <a:defRPr sz="1800"/>
            </a:lvl4pPr>
            <a:lvl5pPr lvl="4" algn="r" rtl="0">
              <a:spcBef>
                <a:spcPts val="0"/>
              </a:spcBef>
              <a:spcAft>
                <a:spcPts val="0"/>
              </a:spcAft>
              <a:buSzPts val="1800"/>
              <a:buNone/>
              <a:defRPr sz="1800"/>
            </a:lvl5pPr>
            <a:lvl6pPr lvl="5" algn="r" rtl="0">
              <a:spcBef>
                <a:spcPts val="0"/>
              </a:spcBef>
              <a:spcAft>
                <a:spcPts val="0"/>
              </a:spcAft>
              <a:buSzPts val="1800"/>
              <a:buNone/>
              <a:defRPr sz="1800"/>
            </a:lvl6pPr>
            <a:lvl7pPr lvl="6" algn="r" rtl="0">
              <a:spcBef>
                <a:spcPts val="0"/>
              </a:spcBef>
              <a:spcAft>
                <a:spcPts val="0"/>
              </a:spcAft>
              <a:buSzPts val="1800"/>
              <a:buNone/>
              <a:defRPr sz="1800"/>
            </a:lvl7pPr>
            <a:lvl8pPr lvl="7" algn="r" rtl="0">
              <a:spcBef>
                <a:spcPts val="0"/>
              </a:spcBef>
              <a:spcAft>
                <a:spcPts val="0"/>
              </a:spcAft>
              <a:buSzPts val="1800"/>
              <a:buNone/>
              <a:defRPr sz="1800"/>
            </a:lvl8pPr>
            <a:lvl9pPr lvl="8" algn="r" rtl="0">
              <a:spcBef>
                <a:spcPts val="0"/>
              </a:spcBef>
              <a:spcAft>
                <a:spcPts val="0"/>
              </a:spcAft>
              <a:buSzPts val="1800"/>
              <a:buNone/>
              <a:defRPr sz="1800"/>
            </a:lvl9pPr>
          </a:lstStyle>
          <a:p>
            <a:r>
              <a:t>xx%</a:t>
            </a:r>
          </a:p>
        </p:txBody>
      </p:sp>
      <p:cxnSp>
        <p:nvCxnSpPr>
          <p:cNvPr id="180" name="Google Shape;180;p15"/>
          <p:cNvCxnSpPr/>
          <p:nvPr/>
        </p:nvCxnSpPr>
        <p:spPr>
          <a:xfrm>
            <a:off x="4572000" y="0"/>
            <a:ext cx="0" cy="387900"/>
          </a:xfrm>
          <a:prstGeom prst="straightConnector1">
            <a:avLst/>
          </a:prstGeom>
          <a:noFill/>
          <a:ln w="9525" cap="flat" cmpd="sng">
            <a:solidFill>
              <a:schemeClr val="lt2"/>
            </a:solidFill>
            <a:prstDash val="solid"/>
            <a:round/>
            <a:headEnd type="none" w="med" len="med"/>
            <a:tailEnd type="none" w="med" len="med"/>
          </a:ln>
        </p:spPr>
      </p:cxnSp>
      <p:sp>
        <p:nvSpPr>
          <p:cNvPr id="181" name="Google Shape;181;p15"/>
          <p:cNvSpPr/>
          <p:nvPr/>
        </p:nvSpPr>
        <p:spPr>
          <a:xfrm>
            <a:off x="-1047625" y="1529225"/>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5"/>
          <p:cNvSpPr/>
          <p:nvPr/>
        </p:nvSpPr>
        <p:spPr>
          <a:xfrm>
            <a:off x="8128225" y="260200"/>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3" name="Google Shape;183;p15"/>
          <p:cNvPicPr preferRelativeResize="0"/>
          <p:nvPr/>
        </p:nvPicPr>
        <p:blipFill rotWithShape="1">
          <a:blip r:embed="rId2">
            <a:alphaModFix/>
          </a:blip>
          <a:srcRect l="28220" t="17074" r="12900" b="18806"/>
          <a:stretch/>
        </p:blipFill>
        <p:spPr>
          <a:xfrm>
            <a:off x="-1015575" y="-693950"/>
            <a:ext cx="5383973" cy="3298026"/>
          </a:xfrm>
          <a:prstGeom prst="rect">
            <a:avLst/>
          </a:prstGeom>
          <a:noFill/>
          <a:ln>
            <a:noFill/>
          </a:ln>
          <a:effectLst>
            <a:outerShdw blurRad="57150" dist="28575" dir="6840000" algn="bl" rotWithShape="0">
              <a:srgbClr val="000000">
                <a:alpha val="37000"/>
              </a:srgbClr>
            </a:outerShdw>
          </a:effectLst>
        </p:spPr>
      </p:pic>
      <p:sp>
        <p:nvSpPr>
          <p:cNvPr id="184" name="Google Shape;184;p15"/>
          <p:cNvSpPr/>
          <p:nvPr/>
        </p:nvSpPr>
        <p:spPr>
          <a:xfrm>
            <a:off x="2458500"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5"/>
          <p:cNvSpPr/>
          <p:nvPr/>
        </p:nvSpPr>
        <p:spPr>
          <a:xfrm>
            <a:off x="8128225" y="77002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
  <p:cSld name="CUSTOM_6">
    <p:spTree>
      <p:nvGrpSpPr>
        <p:cNvPr id="1" name="Shape 186"/>
        <p:cNvGrpSpPr/>
        <p:nvPr/>
      </p:nvGrpSpPr>
      <p:grpSpPr>
        <a:xfrm>
          <a:off x="0" y="0"/>
          <a:ext cx="0" cy="0"/>
          <a:chOff x="0" y="0"/>
          <a:chExt cx="0" cy="0"/>
        </a:xfrm>
      </p:grpSpPr>
      <p:grpSp>
        <p:nvGrpSpPr>
          <p:cNvPr id="187" name="Google Shape;187;p16"/>
          <p:cNvGrpSpPr/>
          <p:nvPr/>
        </p:nvGrpSpPr>
        <p:grpSpPr>
          <a:xfrm>
            <a:off x="-19200" y="4755675"/>
            <a:ext cx="9163200" cy="387900"/>
            <a:chOff x="-19200" y="4755675"/>
            <a:chExt cx="9163200" cy="387900"/>
          </a:xfrm>
        </p:grpSpPr>
        <p:cxnSp>
          <p:nvCxnSpPr>
            <p:cNvPr id="188" name="Google Shape;188;p16"/>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189" name="Google Shape;189;p16"/>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sp>
        <p:nvSpPr>
          <p:cNvPr id="190" name="Google Shape;190;p16"/>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3300"/>
              <a:buFont typeface="Roboto"/>
              <a:buNone/>
              <a:defRPr sz="3300" b="0">
                <a:solidFill>
                  <a:schemeClr val="lt2"/>
                </a:solidFill>
              </a:defRPr>
            </a:lvl1pPr>
            <a:lvl2pPr lvl="1" rtl="0">
              <a:lnSpc>
                <a:spcPct val="100000"/>
              </a:lnSpc>
              <a:spcBef>
                <a:spcPts val="0"/>
              </a:spcBef>
              <a:spcAft>
                <a:spcPts val="0"/>
              </a:spcAft>
              <a:buSzPts val="3300"/>
              <a:buFont typeface="Roboto"/>
              <a:buNone/>
              <a:defRPr b="1">
                <a:latin typeface="Roboto"/>
                <a:ea typeface="Roboto"/>
                <a:cs typeface="Roboto"/>
                <a:sym typeface="Roboto"/>
              </a:defRPr>
            </a:lvl2pPr>
            <a:lvl3pPr lvl="2" rtl="0">
              <a:lnSpc>
                <a:spcPct val="100000"/>
              </a:lnSpc>
              <a:spcBef>
                <a:spcPts val="0"/>
              </a:spcBef>
              <a:spcAft>
                <a:spcPts val="0"/>
              </a:spcAft>
              <a:buSzPts val="3300"/>
              <a:buFont typeface="Roboto"/>
              <a:buNone/>
              <a:defRPr b="1">
                <a:latin typeface="Roboto"/>
                <a:ea typeface="Roboto"/>
                <a:cs typeface="Roboto"/>
                <a:sym typeface="Roboto"/>
              </a:defRPr>
            </a:lvl3pPr>
            <a:lvl4pPr lvl="3" rtl="0">
              <a:lnSpc>
                <a:spcPct val="100000"/>
              </a:lnSpc>
              <a:spcBef>
                <a:spcPts val="0"/>
              </a:spcBef>
              <a:spcAft>
                <a:spcPts val="0"/>
              </a:spcAft>
              <a:buSzPts val="3300"/>
              <a:buFont typeface="Roboto"/>
              <a:buNone/>
              <a:defRPr b="1">
                <a:latin typeface="Roboto"/>
                <a:ea typeface="Roboto"/>
                <a:cs typeface="Roboto"/>
                <a:sym typeface="Roboto"/>
              </a:defRPr>
            </a:lvl4pPr>
            <a:lvl5pPr lvl="4" rtl="0">
              <a:lnSpc>
                <a:spcPct val="100000"/>
              </a:lnSpc>
              <a:spcBef>
                <a:spcPts val="0"/>
              </a:spcBef>
              <a:spcAft>
                <a:spcPts val="0"/>
              </a:spcAft>
              <a:buSzPts val="3300"/>
              <a:buFont typeface="Roboto"/>
              <a:buNone/>
              <a:defRPr b="1">
                <a:latin typeface="Roboto"/>
                <a:ea typeface="Roboto"/>
                <a:cs typeface="Roboto"/>
                <a:sym typeface="Roboto"/>
              </a:defRPr>
            </a:lvl5pPr>
            <a:lvl6pPr lvl="5" rtl="0">
              <a:lnSpc>
                <a:spcPct val="100000"/>
              </a:lnSpc>
              <a:spcBef>
                <a:spcPts val="0"/>
              </a:spcBef>
              <a:spcAft>
                <a:spcPts val="0"/>
              </a:spcAft>
              <a:buSzPts val="3300"/>
              <a:buFont typeface="Roboto"/>
              <a:buNone/>
              <a:defRPr b="1">
                <a:latin typeface="Roboto"/>
                <a:ea typeface="Roboto"/>
                <a:cs typeface="Roboto"/>
                <a:sym typeface="Roboto"/>
              </a:defRPr>
            </a:lvl6pPr>
            <a:lvl7pPr lvl="6" rtl="0">
              <a:lnSpc>
                <a:spcPct val="100000"/>
              </a:lnSpc>
              <a:spcBef>
                <a:spcPts val="0"/>
              </a:spcBef>
              <a:spcAft>
                <a:spcPts val="0"/>
              </a:spcAft>
              <a:buSzPts val="3300"/>
              <a:buFont typeface="Roboto"/>
              <a:buNone/>
              <a:defRPr b="1">
                <a:latin typeface="Roboto"/>
                <a:ea typeface="Roboto"/>
                <a:cs typeface="Roboto"/>
                <a:sym typeface="Roboto"/>
              </a:defRPr>
            </a:lvl7pPr>
            <a:lvl8pPr lvl="7" rtl="0">
              <a:lnSpc>
                <a:spcPct val="100000"/>
              </a:lnSpc>
              <a:spcBef>
                <a:spcPts val="0"/>
              </a:spcBef>
              <a:spcAft>
                <a:spcPts val="0"/>
              </a:spcAft>
              <a:buSzPts val="3300"/>
              <a:buFont typeface="Roboto"/>
              <a:buNone/>
              <a:defRPr b="1">
                <a:latin typeface="Roboto"/>
                <a:ea typeface="Roboto"/>
                <a:cs typeface="Roboto"/>
                <a:sym typeface="Roboto"/>
              </a:defRPr>
            </a:lvl8pPr>
            <a:lvl9pPr lvl="8" rtl="0">
              <a:lnSpc>
                <a:spcPct val="100000"/>
              </a:lnSpc>
              <a:spcBef>
                <a:spcPts val="0"/>
              </a:spcBef>
              <a:spcAft>
                <a:spcPts val="0"/>
              </a:spcAft>
              <a:buSzPts val="3300"/>
              <a:buFont typeface="Roboto"/>
              <a:buNone/>
              <a:defRPr b="1">
                <a:latin typeface="Roboto"/>
                <a:ea typeface="Roboto"/>
                <a:cs typeface="Roboto"/>
                <a:sym typeface="Roboto"/>
              </a:defRPr>
            </a:lvl9pPr>
          </a:lstStyle>
          <a:p>
            <a:endParaRPr/>
          </a:p>
        </p:txBody>
      </p:sp>
      <p:sp>
        <p:nvSpPr>
          <p:cNvPr id="191" name="Google Shape;191;p16"/>
          <p:cNvSpPr txBox="1">
            <a:spLocks noGrp="1"/>
          </p:cNvSpPr>
          <p:nvPr>
            <p:ph type="body" idx="1"/>
          </p:nvPr>
        </p:nvSpPr>
        <p:spPr>
          <a:xfrm>
            <a:off x="1128600" y="1177075"/>
            <a:ext cx="6886800" cy="33780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Clr>
                <a:schemeClr val="accent1"/>
              </a:buClr>
              <a:buSzPts val="1200"/>
              <a:buFont typeface="Anaheim"/>
              <a:buChar char="●"/>
              <a:defRPr sz="1400" b="1"/>
            </a:lvl1pPr>
            <a:lvl2pPr marL="914400" lvl="1" indent="-304800" rtl="0">
              <a:spcBef>
                <a:spcPts val="0"/>
              </a:spcBef>
              <a:spcAft>
                <a:spcPts val="0"/>
              </a:spcAft>
              <a:buClr>
                <a:srgbClr val="434343"/>
              </a:buClr>
              <a:buSzPts val="1200"/>
              <a:buFont typeface="Roboto Condensed Light"/>
              <a:buChar char="○"/>
              <a:defRPr/>
            </a:lvl2pPr>
            <a:lvl3pPr marL="1371600" lvl="2" indent="-304800" rtl="0">
              <a:spcBef>
                <a:spcPts val="0"/>
              </a:spcBef>
              <a:spcAft>
                <a:spcPts val="0"/>
              </a:spcAft>
              <a:buClr>
                <a:srgbClr val="434343"/>
              </a:buClr>
              <a:buSzPts val="1200"/>
              <a:buFont typeface="Roboto Condensed Light"/>
              <a:buChar char="■"/>
              <a:defRPr/>
            </a:lvl3pPr>
            <a:lvl4pPr marL="1828800" lvl="3" indent="-304800" rtl="0">
              <a:spcBef>
                <a:spcPts val="0"/>
              </a:spcBef>
              <a:spcAft>
                <a:spcPts val="0"/>
              </a:spcAft>
              <a:buClr>
                <a:srgbClr val="434343"/>
              </a:buClr>
              <a:buSzPts val="1200"/>
              <a:buFont typeface="Roboto Condensed Light"/>
              <a:buChar char="●"/>
              <a:defRPr/>
            </a:lvl4pPr>
            <a:lvl5pPr marL="2286000" lvl="4" indent="-304800" rtl="0">
              <a:spcBef>
                <a:spcPts val="0"/>
              </a:spcBef>
              <a:spcAft>
                <a:spcPts val="0"/>
              </a:spcAft>
              <a:buClr>
                <a:srgbClr val="434343"/>
              </a:buClr>
              <a:buSzPts val="1200"/>
              <a:buFont typeface="Roboto Condensed Light"/>
              <a:buChar char="○"/>
              <a:defRPr/>
            </a:lvl5pPr>
            <a:lvl6pPr marL="2743200" lvl="5" indent="-304800" rtl="0">
              <a:spcBef>
                <a:spcPts val="0"/>
              </a:spcBef>
              <a:spcAft>
                <a:spcPts val="0"/>
              </a:spcAft>
              <a:buClr>
                <a:srgbClr val="434343"/>
              </a:buClr>
              <a:buSzPts val="1200"/>
              <a:buFont typeface="Roboto Condensed Light"/>
              <a:buChar char="■"/>
              <a:defRPr/>
            </a:lvl6pPr>
            <a:lvl7pPr marL="3200400" lvl="6" indent="-304800" rtl="0">
              <a:spcBef>
                <a:spcPts val="0"/>
              </a:spcBef>
              <a:spcAft>
                <a:spcPts val="0"/>
              </a:spcAft>
              <a:buClr>
                <a:srgbClr val="434343"/>
              </a:buClr>
              <a:buSzPts val="1200"/>
              <a:buFont typeface="Roboto Condensed Light"/>
              <a:buChar char="●"/>
              <a:defRPr/>
            </a:lvl7pPr>
            <a:lvl8pPr marL="3657600" lvl="7" indent="-304800" rtl="0">
              <a:spcBef>
                <a:spcPts val="0"/>
              </a:spcBef>
              <a:spcAft>
                <a:spcPts val="0"/>
              </a:spcAft>
              <a:buClr>
                <a:srgbClr val="434343"/>
              </a:buClr>
              <a:buSzPts val="1200"/>
              <a:buFont typeface="Roboto Condensed Light"/>
              <a:buChar char="○"/>
              <a:defRPr/>
            </a:lvl8pPr>
            <a:lvl9pPr marL="4114800" lvl="8" indent="-304800" rtl="0">
              <a:spcBef>
                <a:spcPts val="0"/>
              </a:spcBef>
              <a:spcAft>
                <a:spcPts val="0"/>
              </a:spcAft>
              <a:buClr>
                <a:srgbClr val="434343"/>
              </a:buClr>
              <a:buSzPts val="1200"/>
              <a:buFont typeface="Roboto Condensed Light"/>
              <a:buChar char="■"/>
              <a:defRPr/>
            </a:lvl9pPr>
          </a:lstStyle>
          <a:p>
            <a:endParaRPr/>
          </a:p>
        </p:txBody>
      </p:sp>
      <p:cxnSp>
        <p:nvCxnSpPr>
          <p:cNvPr id="192" name="Google Shape;192;p16"/>
          <p:cNvCxnSpPr/>
          <p:nvPr/>
        </p:nvCxnSpPr>
        <p:spPr>
          <a:xfrm>
            <a:off x="4572000" y="0"/>
            <a:ext cx="0" cy="387900"/>
          </a:xfrm>
          <a:prstGeom prst="straightConnector1">
            <a:avLst/>
          </a:prstGeom>
          <a:noFill/>
          <a:ln w="9525" cap="flat" cmpd="sng">
            <a:solidFill>
              <a:schemeClr val="lt2"/>
            </a:solidFill>
            <a:prstDash val="solid"/>
            <a:round/>
            <a:headEnd type="none" w="med" len="med"/>
            <a:tailEnd type="none" w="med" len="med"/>
          </a:ln>
        </p:spPr>
      </p:cxnSp>
      <p:sp>
        <p:nvSpPr>
          <p:cNvPr id="193" name="Google Shape;193;p16"/>
          <p:cNvSpPr/>
          <p:nvPr/>
        </p:nvSpPr>
        <p:spPr>
          <a:xfrm>
            <a:off x="-1121525" y="332400"/>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6"/>
          <p:cNvSpPr/>
          <p:nvPr/>
        </p:nvSpPr>
        <p:spPr>
          <a:xfrm>
            <a:off x="8239400" y="1675150"/>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5" name="Google Shape;195;p16"/>
          <p:cNvPicPr preferRelativeResize="0"/>
          <p:nvPr/>
        </p:nvPicPr>
        <p:blipFill rotWithShape="1">
          <a:blip r:embed="rId2">
            <a:alphaModFix/>
          </a:blip>
          <a:srcRect l="29162" t="11199" r="31917" b="11238"/>
          <a:stretch/>
        </p:blipFill>
        <p:spPr>
          <a:xfrm rot="5400000" flipH="1">
            <a:off x="-234637" y="-991675"/>
            <a:ext cx="3558835" cy="3989301"/>
          </a:xfrm>
          <a:prstGeom prst="rect">
            <a:avLst/>
          </a:prstGeom>
          <a:noFill/>
          <a:ln>
            <a:noFill/>
          </a:ln>
          <a:effectLst>
            <a:outerShdw blurRad="57150" dist="28575" dir="6840000" algn="bl" rotWithShape="0">
              <a:srgbClr val="000000">
                <a:alpha val="38000"/>
              </a:srgbClr>
            </a:outerShdw>
          </a:effectLst>
        </p:spPr>
      </p:pic>
      <p:sp>
        <p:nvSpPr>
          <p:cNvPr id="196" name="Google Shape;196;p16"/>
          <p:cNvSpPr/>
          <p:nvPr/>
        </p:nvSpPr>
        <p:spPr>
          <a:xfrm>
            <a:off x="520975"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6"/>
          <p:cNvSpPr/>
          <p:nvPr/>
        </p:nvSpPr>
        <p:spPr>
          <a:xfrm>
            <a:off x="8510525" y="181222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1">
  <p:cSld name="CUSTOM_12">
    <p:spTree>
      <p:nvGrpSpPr>
        <p:cNvPr id="1" name="Shape 198"/>
        <p:cNvGrpSpPr/>
        <p:nvPr/>
      </p:nvGrpSpPr>
      <p:grpSpPr>
        <a:xfrm>
          <a:off x="0" y="0"/>
          <a:ext cx="0" cy="0"/>
          <a:chOff x="0" y="0"/>
          <a:chExt cx="0" cy="0"/>
        </a:xfrm>
      </p:grpSpPr>
      <p:grpSp>
        <p:nvGrpSpPr>
          <p:cNvPr id="199" name="Google Shape;199;p17"/>
          <p:cNvGrpSpPr/>
          <p:nvPr/>
        </p:nvGrpSpPr>
        <p:grpSpPr>
          <a:xfrm>
            <a:off x="-19200" y="4755675"/>
            <a:ext cx="9163200" cy="387900"/>
            <a:chOff x="-19200" y="4755675"/>
            <a:chExt cx="9163200" cy="387900"/>
          </a:xfrm>
        </p:grpSpPr>
        <p:cxnSp>
          <p:nvCxnSpPr>
            <p:cNvPr id="200" name="Google Shape;200;p17"/>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201" name="Google Shape;201;p17"/>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sp>
        <p:nvSpPr>
          <p:cNvPr id="202" name="Google Shape;202;p17"/>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3300"/>
              <a:buFont typeface="Roboto"/>
              <a:buNone/>
              <a:defRPr sz="3300" b="0">
                <a:solidFill>
                  <a:schemeClr val="lt2"/>
                </a:solidFill>
              </a:defRPr>
            </a:lvl1pPr>
            <a:lvl2pPr lvl="1" rtl="0">
              <a:lnSpc>
                <a:spcPct val="100000"/>
              </a:lnSpc>
              <a:spcBef>
                <a:spcPts val="0"/>
              </a:spcBef>
              <a:spcAft>
                <a:spcPts val="0"/>
              </a:spcAft>
              <a:buSzPts val="3300"/>
              <a:buFont typeface="Roboto"/>
              <a:buNone/>
              <a:defRPr b="1">
                <a:latin typeface="Roboto"/>
                <a:ea typeface="Roboto"/>
                <a:cs typeface="Roboto"/>
                <a:sym typeface="Roboto"/>
              </a:defRPr>
            </a:lvl2pPr>
            <a:lvl3pPr lvl="2" rtl="0">
              <a:lnSpc>
                <a:spcPct val="100000"/>
              </a:lnSpc>
              <a:spcBef>
                <a:spcPts val="0"/>
              </a:spcBef>
              <a:spcAft>
                <a:spcPts val="0"/>
              </a:spcAft>
              <a:buSzPts val="3300"/>
              <a:buFont typeface="Roboto"/>
              <a:buNone/>
              <a:defRPr b="1">
                <a:latin typeface="Roboto"/>
                <a:ea typeface="Roboto"/>
                <a:cs typeface="Roboto"/>
                <a:sym typeface="Roboto"/>
              </a:defRPr>
            </a:lvl3pPr>
            <a:lvl4pPr lvl="3" rtl="0">
              <a:lnSpc>
                <a:spcPct val="100000"/>
              </a:lnSpc>
              <a:spcBef>
                <a:spcPts val="0"/>
              </a:spcBef>
              <a:spcAft>
                <a:spcPts val="0"/>
              </a:spcAft>
              <a:buSzPts val="3300"/>
              <a:buFont typeface="Roboto"/>
              <a:buNone/>
              <a:defRPr b="1">
                <a:latin typeface="Roboto"/>
                <a:ea typeface="Roboto"/>
                <a:cs typeface="Roboto"/>
                <a:sym typeface="Roboto"/>
              </a:defRPr>
            </a:lvl4pPr>
            <a:lvl5pPr lvl="4" rtl="0">
              <a:lnSpc>
                <a:spcPct val="100000"/>
              </a:lnSpc>
              <a:spcBef>
                <a:spcPts val="0"/>
              </a:spcBef>
              <a:spcAft>
                <a:spcPts val="0"/>
              </a:spcAft>
              <a:buSzPts val="3300"/>
              <a:buFont typeface="Roboto"/>
              <a:buNone/>
              <a:defRPr b="1">
                <a:latin typeface="Roboto"/>
                <a:ea typeface="Roboto"/>
                <a:cs typeface="Roboto"/>
                <a:sym typeface="Roboto"/>
              </a:defRPr>
            </a:lvl5pPr>
            <a:lvl6pPr lvl="5" rtl="0">
              <a:lnSpc>
                <a:spcPct val="100000"/>
              </a:lnSpc>
              <a:spcBef>
                <a:spcPts val="0"/>
              </a:spcBef>
              <a:spcAft>
                <a:spcPts val="0"/>
              </a:spcAft>
              <a:buSzPts val="3300"/>
              <a:buFont typeface="Roboto"/>
              <a:buNone/>
              <a:defRPr b="1">
                <a:latin typeface="Roboto"/>
                <a:ea typeface="Roboto"/>
                <a:cs typeface="Roboto"/>
                <a:sym typeface="Roboto"/>
              </a:defRPr>
            </a:lvl6pPr>
            <a:lvl7pPr lvl="6" rtl="0">
              <a:lnSpc>
                <a:spcPct val="100000"/>
              </a:lnSpc>
              <a:spcBef>
                <a:spcPts val="0"/>
              </a:spcBef>
              <a:spcAft>
                <a:spcPts val="0"/>
              </a:spcAft>
              <a:buSzPts val="3300"/>
              <a:buFont typeface="Roboto"/>
              <a:buNone/>
              <a:defRPr b="1">
                <a:latin typeface="Roboto"/>
                <a:ea typeface="Roboto"/>
                <a:cs typeface="Roboto"/>
                <a:sym typeface="Roboto"/>
              </a:defRPr>
            </a:lvl7pPr>
            <a:lvl8pPr lvl="7" rtl="0">
              <a:lnSpc>
                <a:spcPct val="100000"/>
              </a:lnSpc>
              <a:spcBef>
                <a:spcPts val="0"/>
              </a:spcBef>
              <a:spcAft>
                <a:spcPts val="0"/>
              </a:spcAft>
              <a:buSzPts val="3300"/>
              <a:buFont typeface="Roboto"/>
              <a:buNone/>
              <a:defRPr b="1">
                <a:latin typeface="Roboto"/>
                <a:ea typeface="Roboto"/>
                <a:cs typeface="Roboto"/>
                <a:sym typeface="Roboto"/>
              </a:defRPr>
            </a:lvl8pPr>
            <a:lvl9pPr lvl="8" rtl="0">
              <a:lnSpc>
                <a:spcPct val="100000"/>
              </a:lnSpc>
              <a:spcBef>
                <a:spcPts val="0"/>
              </a:spcBef>
              <a:spcAft>
                <a:spcPts val="0"/>
              </a:spcAft>
              <a:buSzPts val="3300"/>
              <a:buFont typeface="Roboto"/>
              <a:buNone/>
              <a:defRPr b="1">
                <a:latin typeface="Roboto"/>
                <a:ea typeface="Roboto"/>
                <a:cs typeface="Roboto"/>
                <a:sym typeface="Roboto"/>
              </a:defRPr>
            </a:lvl9pPr>
          </a:lstStyle>
          <a:p>
            <a:endParaRPr/>
          </a:p>
        </p:txBody>
      </p:sp>
      <p:sp>
        <p:nvSpPr>
          <p:cNvPr id="203" name="Google Shape;203;p17"/>
          <p:cNvSpPr txBox="1">
            <a:spLocks noGrp="1"/>
          </p:cNvSpPr>
          <p:nvPr>
            <p:ph type="body" idx="1"/>
          </p:nvPr>
        </p:nvSpPr>
        <p:spPr>
          <a:xfrm>
            <a:off x="1794875" y="1634275"/>
            <a:ext cx="5535900" cy="1974600"/>
          </a:xfrm>
          <a:prstGeom prst="rect">
            <a:avLst/>
          </a:prstGeom>
        </p:spPr>
        <p:txBody>
          <a:bodyPr spcFirstLastPara="1" wrap="square" lIns="91425" tIns="91425" rIns="91425" bIns="91425" anchor="t" anchorCtr="0">
            <a:noAutofit/>
          </a:bodyPr>
          <a:lstStyle>
            <a:lvl1pPr marL="457200" lvl="0" indent="-330200" rtl="0">
              <a:spcBef>
                <a:spcPts val="0"/>
              </a:spcBef>
              <a:spcAft>
                <a:spcPts val="0"/>
              </a:spcAft>
              <a:buClr>
                <a:schemeClr val="accent1"/>
              </a:buClr>
              <a:buSzPts val="1600"/>
              <a:buFont typeface="Nunito Light"/>
              <a:buChar char="●"/>
              <a:defRPr sz="1400"/>
            </a:lvl1pPr>
            <a:lvl2pPr marL="914400" lvl="1" indent="-330200" rtl="0">
              <a:spcBef>
                <a:spcPts val="0"/>
              </a:spcBef>
              <a:spcAft>
                <a:spcPts val="0"/>
              </a:spcAft>
              <a:buClr>
                <a:srgbClr val="E76A28"/>
              </a:buClr>
              <a:buSzPts val="1600"/>
              <a:buFont typeface="Nunito Light"/>
              <a:buChar char="○"/>
              <a:defRPr/>
            </a:lvl2pPr>
            <a:lvl3pPr marL="1371600" lvl="2" indent="-323850" rtl="0">
              <a:spcBef>
                <a:spcPts val="0"/>
              </a:spcBef>
              <a:spcAft>
                <a:spcPts val="0"/>
              </a:spcAft>
              <a:buClr>
                <a:srgbClr val="E76A28"/>
              </a:buClr>
              <a:buSzPts val="1500"/>
              <a:buFont typeface="Nunito Light"/>
              <a:buChar char="■"/>
              <a:defRPr/>
            </a:lvl3pPr>
            <a:lvl4pPr marL="1828800" lvl="3" indent="-323850" rtl="0">
              <a:spcBef>
                <a:spcPts val="0"/>
              </a:spcBef>
              <a:spcAft>
                <a:spcPts val="0"/>
              </a:spcAft>
              <a:buClr>
                <a:srgbClr val="E76A28"/>
              </a:buClr>
              <a:buSzPts val="1500"/>
              <a:buFont typeface="Nunito Light"/>
              <a:buChar char="●"/>
              <a:defRPr/>
            </a:lvl4pPr>
            <a:lvl5pPr marL="2286000" lvl="4" indent="-317500" rtl="0">
              <a:spcBef>
                <a:spcPts val="0"/>
              </a:spcBef>
              <a:spcAft>
                <a:spcPts val="0"/>
              </a:spcAft>
              <a:buClr>
                <a:srgbClr val="E76A28"/>
              </a:buClr>
              <a:buSzPts val="1400"/>
              <a:buFont typeface="Nunito Light"/>
              <a:buChar char="○"/>
              <a:defRPr/>
            </a:lvl5pPr>
            <a:lvl6pPr marL="2743200" lvl="5" indent="-317500" rtl="0">
              <a:spcBef>
                <a:spcPts val="0"/>
              </a:spcBef>
              <a:spcAft>
                <a:spcPts val="0"/>
              </a:spcAft>
              <a:buClr>
                <a:srgbClr val="999999"/>
              </a:buClr>
              <a:buSzPts val="1400"/>
              <a:buFont typeface="Nunito Light"/>
              <a:buChar char="■"/>
              <a:defRPr/>
            </a:lvl6pPr>
            <a:lvl7pPr marL="3200400" lvl="6" indent="-311150" rtl="0">
              <a:spcBef>
                <a:spcPts val="0"/>
              </a:spcBef>
              <a:spcAft>
                <a:spcPts val="0"/>
              </a:spcAft>
              <a:buClr>
                <a:srgbClr val="999999"/>
              </a:buClr>
              <a:buSzPts val="1300"/>
              <a:buFont typeface="Nunito Light"/>
              <a:buChar char="●"/>
              <a:defRPr/>
            </a:lvl7pPr>
            <a:lvl8pPr marL="3657600" lvl="7" indent="-311150" rtl="0">
              <a:spcBef>
                <a:spcPts val="0"/>
              </a:spcBef>
              <a:spcAft>
                <a:spcPts val="0"/>
              </a:spcAft>
              <a:buClr>
                <a:srgbClr val="999999"/>
              </a:buClr>
              <a:buSzPts val="1300"/>
              <a:buFont typeface="Nunito Light"/>
              <a:buChar char="○"/>
              <a:defRPr/>
            </a:lvl8pPr>
            <a:lvl9pPr marL="4114800" lvl="8" indent="-317500" rtl="0">
              <a:spcBef>
                <a:spcPts val="0"/>
              </a:spcBef>
              <a:spcAft>
                <a:spcPts val="0"/>
              </a:spcAft>
              <a:buClr>
                <a:srgbClr val="999999"/>
              </a:buClr>
              <a:buSzPts val="1400"/>
              <a:buFont typeface="Nunito Light"/>
              <a:buChar char="■"/>
              <a:defRPr/>
            </a:lvl9pPr>
          </a:lstStyle>
          <a:p>
            <a:endParaRPr/>
          </a:p>
        </p:txBody>
      </p:sp>
      <p:cxnSp>
        <p:nvCxnSpPr>
          <p:cNvPr id="204" name="Google Shape;204;p17"/>
          <p:cNvCxnSpPr/>
          <p:nvPr/>
        </p:nvCxnSpPr>
        <p:spPr>
          <a:xfrm>
            <a:off x="4572000" y="0"/>
            <a:ext cx="0" cy="387900"/>
          </a:xfrm>
          <a:prstGeom prst="straightConnector1">
            <a:avLst/>
          </a:prstGeom>
          <a:noFill/>
          <a:ln w="9525" cap="flat" cmpd="sng">
            <a:solidFill>
              <a:schemeClr val="lt2"/>
            </a:solidFill>
            <a:prstDash val="solid"/>
            <a:round/>
            <a:headEnd type="none" w="med" len="med"/>
            <a:tailEnd type="none" w="med" len="med"/>
          </a:ln>
        </p:spPr>
      </p:cxnSp>
      <p:sp>
        <p:nvSpPr>
          <p:cNvPr id="205" name="Google Shape;205;p17"/>
          <p:cNvSpPr/>
          <p:nvPr/>
        </p:nvSpPr>
        <p:spPr>
          <a:xfrm>
            <a:off x="7850700" y="1739225"/>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6" name="Google Shape;206;p17"/>
          <p:cNvPicPr preferRelativeResize="0"/>
          <p:nvPr/>
        </p:nvPicPr>
        <p:blipFill rotWithShape="1">
          <a:blip r:embed="rId2">
            <a:alphaModFix/>
          </a:blip>
          <a:srcRect l="41277" t="17794" r="39777" b="17593"/>
          <a:stretch/>
        </p:blipFill>
        <p:spPr>
          <a:xfrm rot="6385543" flipH="1">
            <a:off x="8294213" y="204525"/>
            <a:ext cx="1732347" cy="3323200"/>
          </a:xfrm>
          <a:prstGeom prst="rect">
            <a:avLst/>
          </a:prstGeom>
          <a:noFill/>
          <a:ln>
            <a:noFill/>
          </a:ln>
          <a:effectLst>
            <a:outerShdw blurRad="57150" dist="19050" dir="6840000" algn="bl" rotWithShape="0">
              <a:srgbClr val="000000">
                <a:alpha val="36000"/>
              </a:srgbClr>
            </a:outerShdw>
          </a:effectLst>
        </p:spPr>
      </p:pic>
      <p:sp>
        <p:nvSpPr>
          <p:cNvPr id="207" name="Google Shape;207;p17"/>
          <p:cNvSpPr/>
          <p:nvPr/>
        </p:nvSpPr>
        <p:spPr>
          <a:xfrm>
            <a:off x="8027675" y="39731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17"/>
          <p:cNvSpPr/>
          <p:nvPr/>
        </p:nvSpPr>
        <p:spPr>
          <a:xfrm>
            <a:off x="-1253425" y="573900"/>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9" name="Google Shape;209;p17"/>
          <p:cNvPicPr preferRelativeResize="0"/>
          <p:nvPr/>
        </p:nvPicPr>
        <p:blipFill rotWithShape="1">
          <a:blip r:embed="rId3">
            <a:alphaModFix/>
          </a:blip>
          <a:srcRect l="22820" t="35125" r="60837" b="21928"/>
          <a:stretch/>
        </p:blipFill>
        <p:spPr>
          <a:xfrm rot="8688134">
            <a:off x="157776" y="693002"/>
            <a:ext cx="1272374" cy="1880949"/>
          </a:xfrm>
          <a:prstGeom prst="rect">
            <a:avLst/>
          </a:prstGeom>
          <a:noFill/>
          <a:ln>
            <a:noFill/>
          </a:ln>
          <a:effectLst>
            <a:outerShdw blurRad="57150" dist="19050" dir="6840000" algn="bl" rotWithShape="0">
              <a:srgbClr val="000000">
                <a:alpha val="37000"/>
              </a:srgbClr>
            </a:outerShdw>
          </a:effectLst>
        </p:spPr>
      </p:pic>
      <p:sp>
        <p:nvSpPr>
          <p:cNvPr id="210" name="Google Shape;210;p17"/>
          <p:cNvSpPr/>
          <p:nvPr/>
        </p:nvSpPr>
        <p:spPr>
          <a:xfrm>
            <a:off x="6247550"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7"/>
          <p:cNvSpPr/>
          <p:nvPr/>
        </p:nvSpPr>
        <p:spPr>
          <a:xfrm>
            <a:off x="322900" y="2819600"/>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2">
  <p:cSld name="CUSTOM_17">
    <p:spTree>
      <p:nvGrpSpPr>
        <p:cNvPr id="1" name="Shape 212"/>
        <p:cNvGrpSpPr/>
        <p:nvPr/>
      </p:nvGrpSpPr>
      <p:grpSpPr>
        <a:xfrm>
          <a:off x="0" y="0"/>
          <a:ext cx="0" cy="0"/>
          <a:chOff x="0" y="0"/>
          <a:chExt cx="0" cy="0"/>
        </a:xfrm>
      </p:grpSpPr>
      <p:grpSp>
        <p:nvGrpSpPr>
          <p:cNvPr id="213" name="Google Shape;213;p18"/>
          <p:cNvGrpSpPr/>
          <p:nvPr/>
        </p:nvGrpSpPr>
        <p:grpSpPr>
          <a:xfrm>
            <a:off x="-19200" y="4755675"/>
            <a:ext cx="9163200" cy="387900"/>
            <a:chOff x="-19200" y="4755675"/>
            <a:chExt cx="9163200" cy="387900"/>
          </a:xfrm>
        </p:grpSpPr>
        <p:cxnSp>
          <p:nvCxnSpPr>
            <p:cNvPr id="214" name="Google Shape;214;p18"/>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215" name="Google Shape;215;p18"/>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sp>
        <p:nvSpPr>
          <p:cNvPr id="216" name="Google Shape;216;p18"/>
          <p:cNvSpPr txBox="1">
            <a:spLocks noGrp="1"/>
          </p:cNvSpPr>
          <p:nvPr>
            <p:ph type="title"/>
          </p:nvPr>
        </p:nvSpPr>
        <p:spPr>
          <a:xfrm rot="-591">
            <a:off x="713225" y="1525265"/>
            <a:ext cx="3492900" cy="1213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3300"/>
              <a:buFont typeface="Roboto"/>
              <a:buNone/>
              <a:defRPr sz="3300" b="0">
                <a:solidFill>
                  <a:schemeClr val="lt2"/>
                </a:solidFill>
              </a:defRPr>
            </a:lvl1pPr>
            <a:lvl2pPr lvl="1" rtl="0">
              <a:lnSpc>
                <a:spcPct val="100000"/>
              </a:lnSpc>
              <a:spcBef>
                <a:spcPts val="0"/>
              </a:spcBef>
              <a:spcAft>
                <a:spcPts val="0"/>
              </a:spcAft>
              <a:buSzPts val="3300"/>
              <a:buFont typeface="Roboto"/>
              <a:buNone/>
              <a:defRPr b="1">
                <a:latin typeface="Roboto"/>
                <a:ea typeface="Roboto"/>
                <a:cs typeface="Roboto"/>
                <a:sym typeface="Roboto"/>
              </a:defRPr>
            </a:lvl2pPr>
            <a:lvl3pPr lvl="2" rtl="0">
              <a:lnSpc>
                <a:spcPct val="100000"/>
              </a:lnSpc>
              <a:spcBef>
                <a:spcPts val="0"/>
              </a:spcBef>
              <a:spcAft>
                <a:spcPts val="0"/>
              </a:spcAft>
              <a:buSzPts val="3300"/>
              <a:buFont typeface="Roboto"/>
              <a:buNone/>
              <a:defRPr b="1">
                <a:latin typeface="Roboto"/>
                <a:ea typeface="Roboto"/>
                <a:cs typeface="Roboto"/>
                <a:sym typeface="Roboto"/>
              </a:defRPr>
            </a:lvl3pPr>
            <a:lvl4pPr lvl="3" rtl="0">
              <a:lnSpc>
                <a:spcPct val="100000"/>
              </a:lnSpc>
              <a:spcBef>
                <a:spcPts val="0"/>
              </a:spcBef>
              <a:spcAft>
                <a:spcPts val="0"/>
              </a:spcAft>
              <a:buSzPts val="3300"/>
              <a:buFont typeface="Roboto"/>
              <a:buNone/>
              <a:defRPr b="1">
                <a:latin typeface="Roboto"/>
                <a:ea typeface="Roboto"/>
                <a:cs typeface="Roboto"/>
                <a:sym typeface="Roboto"/>
              </a:defRPr>
            </a:lvl4pPr>
            <a:lvl5pPr lvl="4" rtl="0">
              <a:lnSpc>
                <a:spcPct val="100000"/>
              </a:lnSpc>
              <a:spcBef>
                <a:spcPts val="0"/>
              </a:spcBef>
              <a:spcAft>
                <a:spcPts val="0"/>
              </a:spcAft>
              <a:buSzPts val="3300"/>
              <a:buFont typeface="Roboto"/>
              <a:buNone/>
              <a:defRPr b="1">
                <a:latin typeface="Roboto"/>
                <a:ea typeface="Roboto"/>
                <a:cs typeface="Roboto"/>
                <a:sym typeface="Roboto"/>
              </a:defRPr>
            </a:lvl5pPr>
            <a:lvl6pPr lvl="5" rtl="0">
              <a:lnSpc>
                <a:spcPct val="100000"/>
              </a:lnSpc>
              <a:spcBef>
                <a:spcPts val="0"/>
              </a:spcBef>
              <a:spcAft>
                <a:spcPts val="0"/>
              </a:spcAft>
              <a:buSzPts val="3300"/>
              <a:buFont typeface="Roboto"/>
              <a:buNone/>
              <a:defRPr b="1">
                <a:latin typeface="Roboto"/>
                <a:ea typeface="Roboto"/>
                <a:cs typeface="Roboto"/>
                <a:sym typeface="Roboto"/>
              </a:defRPr>
            </a:lvl6pPr>
            <a:lvl7pPr lvl="6" rtl="0">
              <a:lnSpc>
                <a:spcPct val="100000"/>
              </a:lnSpc>
              <a:spcBef>
                <a:spcPts val="0"/>
              </a:spcBef>
              <a:spcAft>
                <a:spcPts val="0"/>
              </a:spcAft>
              <a:buSzPts val="3300"/>
              <a:buFont typeface="Roboto"/>
              <a:buNone/>
              <a:defRPr b="1">
                <a:latin typeface="Roboto"/>
                <a:ea typeface="Roboto"/>
                <a:cs typeface="Roboto"/>
                <a:sym typeface="Roboto"/>
              </a:defRPr>
            </a:lvl7pPr>
            <a:lvl8pPr lvl="7" rtl="0">
              <a:lnSpc>
                <a:spcPct val="100000"/>
              </a:lnSpc>
              <a:spcBef>
                <a:spcPts val="0"/>
              </a:spcBef>
              <a:spcAft>
                <a:spcPts val="0"/>
              </a:spcAft>
              <a:buSzPts val="3300"/>
              <a:buFont typeface="Roboto"/>
              <a:buNone/>
              <a:defRPr b="1">
                <a:latin typeface="Roboto"/>
                <a:ea typeface="Roboto"/>
                <a:cs typeface="Roboto"/>
                <a:sym typeface="Roboto"/>
              </a:defRPr>
            </a:lvl8pPr>
            <a:lvl9pPr lvl="8" rtl="0">
              <a:lnSpc>
                <a:spcPct val="100000"/>
              </a:lnSpc>
              <a:spcBef>
                <a:spcPts val="0"/>
              </a:spcBef>
              <a:spcAft>
                <a:spcPts val="0"/>
              </a:spcAft>
              <a:buSzPts val="3300"/>
              <a:buFont typeface="Roboto"/>
              <a:buNone/>
              <a:defRPr b="1">
                <a:latin typeface="Roboto"/>
                <a:ea typeface="Roboto"/>
                <a:cs typeface="Roboto"/>
                <a:sym typeface="Roboto"/>
              </a:defRPr>
            </a:lvl9pPr>
          </a:lstStyle>
          <a:p>
            <a:endParaRPr/>
          </a:p>
        </p:txBody>
      </p:sp>
      <p:sp>
        <p:nvSpPr>
          <p:cNvPr id="217" name="Google Shape;217;p18"/>
          <p:cNvSpPr txBox="1">
            <a:spLocks noGrp="1"/>
          </p:cNvSpPr>
          <p:nvPr>
            <p:ph type="subTitle" idx="1"/>
          </p:nvPr>
        </p:nvSpPr>
        <p:spPr>
          <a:xfrm>
            <a:off x="713225" y="2649825"/>
            <a:ext cx="3492900" cy="9687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218" name="Google Shape;218;p18"/>
          <p:cNvPicPr preferRelativeResize="0"/>
          <p:nvPr/>
        </p:nvPicPr>
        <p:blipFill rotWithShape="1">
          <a:blip r:embed="rId2">
            <a:alphaModFix/>
          </a:blip>
          <a:srcRect l="28220" t="17074" r="12900" b="18806"/>
          <a:stretch/>
        </p:blipFill>
        <p:spPr>
          <a:xfrm>
            <a:off x="-443800" y="-642925"/>
            <a:ext cx="5383973" cy="3298026"/>
          </a:xfrm>
          <a:prstGeom prst="rect">
            <a:avLst/>
          </a:prstGeom>
          <a:noFill/>
          <a:ln>
            <a:noFill/>
          </a:ln>
          <a:effectLst>
            <a:outerShdw blurRad="57150" dist="28575" dir="6840000" algn="bl" rotWithShape="0">
              <a:srgbClr val="000000">
                <a:alpha val="37000"/>
              </a:srgbClr>
            </a:outerShdw>
          </a:effectLst>
        </p:spPr>
      </p:pic>
      <p:cxnSp>
        <p:nvCxnSpPr>
          <p:cNvPr id="219" name="Google Shape;219;p18"/>
          <p:cNvCxnSpPr/>
          <p:nvPr/>
        </p:nvCxnSpPr>
        <p:spPr>
          <a:xfrm>
            <a:off x="4572000" y="0"/>
            <a:ext cx="0" cy="387900"/>
          </a:xfrm>
          <a:prstGeom prst="straightConnector1">
            <a:avLst/>
          </a:prstGeom>
          <a:noFill/>
          <a:ln w="9525" cap="flat" cmpd="sng">
            <a:solidFill>
              <a:schemeClr val="lt2"/>
            </a:solidFill>
            <a:prstDash val="solid"/>
            <a:round/>
            <a:headEnd type="none" w="med" len="med"/>
            <a:tailEnd type="none" w="med" len="med"/>
          </a:ln>
        </p:spPr>
      </p:cxnSp>
      <p:sp>
        <p:nvSpPr>
          <p:cNvPr id="220" name="Google Shape;220;p18"/>
          <p:cNvSpPr/>
          <p:nvPr/>
        </p:nvSpPr>
        <p:spPr>
          <a:xfrm>
            <a:off x="8324125" y="88625"/>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8"/>
          <p:cNvSpPr/>
          <p:nvPr/>
        </p:nvSpPr>
        <p:spPr>
          <a:xfrm>
            <a:off x="8262575" y="79272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8"/>
          <p:cNvSpPr/>
          <p:nvPr/>
        </p:nvSpPr>
        <p:spPr>
          <a:xfrm>
            <a:off x="6117225"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CUSTOM_7">
    <p:spTree>
      <p:nvGrpSpPr>
        <p:cNvPr id="1" name="Shape 223"/>
        <p:cNvGrpSpPr/>
        <p:nvPr/>
      </p:nvGrpSpPr>
      <p:grpSpPr>
        <a:xfrm>
          <a:off x="0" y="0"/>
          <a:ext cx="0" cy="0"/>
          <a:chOff x="0" y="0"/>
          <a:chExt cx="0" cy="0"/>
        </a:xfrm>
      </p:grpSpPr>
      <p:grpSp>
        <p:nvGrpSpPr>
          <p:cNvPr id="224" name="Google Shape;224;p19"/>
          <p:cNvGrpSpPr/>
          <p:nvPr/>
        </p:nvGrpSpPr>
        <p:grpSpPr>
          <a:xfrm>
            <a:off x="-19200" y="4755675"/>
            <a:ext cx="9163200" cy="387900"/>
            <a:chOff x="-19200" y="4755675"/>
            <a:chExt cx="9163200" cy="387900"/>
          </a:xfrm>
        </p:grpSpPr>
        <p:cxnSp>
          <p:nvCxnSpPr>
            <p:cNvPr id="225" name="Google Shape;225;p19"/>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226" name="Google Shape;226;p19"/>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sp>
        <p:nvSpPr>
          <p:cNvPr id="227" name="Google Shape;227;p19"/>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3300"/>
              <a:buFont typeface="Roboto"/>
              <a:buNone/>
              <a:defRPr sz="3300" b="0">
                <a:solidFill>
                  <a:schemeClr val="lt2"/>
                </a:solidFill>
              </a:defRPr>
            </a:lvl1pPr>
            <a:lvl2pPr lvl="1" rtl="0">
              <a:lnSpc>
                <a:spcPct val="100000"/>
              </a:lnSpc>
              <a:spcBef>
                <a:spcPts val="0"/>
              </a:spcBef>
              <a:spcAft>
                <a:spcPts val="0"/>
              </a:spcAft>
              <a:buSzPts val="3300"/>
              <a:buFont typeface="Roboto"/>
              <a:buNone/>
              <a:defRPr b="1">
                <a:latin typeface="Roboto"/>
                <a:ea typeface="Roboto"/>
                <a:cs typeface="Roboto"/>
                <a:sym typeface="Roboto"/>
              </a:defRPr>
            </a:lvl2pPr>
            <a:lvl3pPr lvl="2" rtl="0">
              <a:lnSpc>
                <a:spcPct val="100000"/>
              </a:lnSpc>
              <a:spcBef>
                <a:spcPts val="0"/>
              </a:spcBef>
              <a:spcAft>
                <a:spcPts val="0"/>
              </a:spcAft>
              <a:buSzPts val="3300"/>
              <a:buFont typeface="Roboto"/>
              <a:buNone/>
              <a:defRPr b="1">
                <a:latin typeface="Roboto"/>
                <a:ea typeface="Roboto"/>
                <a:cs typeface="Roboto"/>
                <a:sym typeface="Roboto"/>
              </a:defRPr>
            </a:lvl3pPr>
            <a:lvl4pPr lvl="3" rtl="0">
              <a:lnSpc>
                <a:spcPct val="100000"/>
              </a:lnSpc>
              <a:spcBef>
                <a:spcPts val="0"/>
              </a:spcBef>
              <a:spcAft>
                <a:spcPts val="0"/>
              </a:spcAft>
              <a:buSzPts val="3300"/>
              <a:buFont typeface="Roboto"/>
              <a:buNone/>
              <a:defRPr b="1">
                <a:latin typeface="Roboto"/>
                <a:ea typeface="Roboto"/>
                <a:cs typeface="Roboto"/>
                <a:sym typeface="Roboto"/>
              </a:defRPr>
            </a:lvl4pPr>
            <a:lvl5pPr lvl="4" rtl="0">
              <a:lnSpc>
                <a:spcPct val="100000"/>
              </a:lnSpc>
              <a:spcBef>
                <a:spcPts val="0"/>
              </a:spcBef>
              <a:spcAft>
                <a:spcPts val="0"/>
              </a:spcAft>
              <a:buSzPts val="3300"/>
              <a:buFont typeface="Roboto"/>
              <a:buNone/>
              <a:defRPr b="1">
                <a:latin typeface="Roboto"/>
                <a:ea typeface="Roboto"/>
                <a:cs typeface="Roboto"/>
                <a:sym typeface="Roboto"/>
              </a:defRPr>
            </a:lvl5pPr>
            <a:lvl6pPr lvl="5" rtl="0">
              <a:lnSpc>
                <a:spcPct val="100000"/>
              </a:lnSpc>
              <a:spcBef>
                <a:spcPts val="0"/>
              </a:spcBef>
              <a:spcAft>
                <a:spcPts val="0"/>
              </a:spcAft>
              <a:buSzPts val="3300"/>
              <a:buFont typeface="Roboto"/>
              <a:buNone/>
              <a:defRPr b="1">
                <a:latin typeface="Roboto"/>
                <a:ea typeface="Roboto"/>
                <a:cs typeface="Roboto"/>
                <a:sym typeface="Roboto"/>
              </a:defRPr>
            </a:lvl6pPr>
            <a:lvl7pPr lvl="6" rtl="0">
              <a:lnSpc>
                <a:spcPct val="100000"/>
              </a:lnSpc>
              <a:spcBef>
                <a:spcPts val="0"/>
              </a:spcBef>
              <a:spcAft>
                <a:spcPts val="0"/>
              </a:spcAft>
              <a:buSzPts val="3300"/>
              <a:buFont typeface="Roboto"/>
              <a:buNone/>
              <a:defRPr b="1">
                <a:latin typeface="Roboto"/>
                <a:ea typeface="Roboto"/>
                <a:cs typeface="Roboto"/>
                <a:sym typeface="Roboto"/>
              </a:defRPr>
            </a:lvl7pPr>
            <a:lvl8pPr lvl="7" rtl="0">
              <a:lnSpc>
                <a:spcPct val="100000"/>
              </a:lnSpc>
              <a:spcBef>
                <a:spcPts val="0"/>
              </a:spcBef>
              <a:spcAft>
                <a:spcPts val="0"/>
              </a:spcAft>
              <a:buSzPts val="3300"/>
              <a:buFont typeface="Roboto"/>
              <a:buNone/>
              <a:defRPr b="1">
                <a:latin typeface="Roboto"/>
                <a:ea typeface="Roboto"/>
                <a:cs typeface="Roboto"/>
                <a:sym typeface="Roboto"/>
              </a:defRPr>
            </a:lvl8pPr>
            <a:lvl9pPr lvl="8" rtl="0">
              <a:lnSpc>
                <a:spcPct val="100000"/>
              </a:lnSpc>
              <a:spcBef>
                <a:spcPts val="0"/>
              </a:spcBef>
              <a:spcAft>
                <a:spcPts val="0"/>
              </a:spcAft>
              <a:buSzPts val="3300"/>
              <a:buFont typeface="Roboto"/>
              <a:buNone/>
              <a:defRPr b="1">
                <a:latin typeface="Roboto"/>
                <a:ea typeface="Roboto"/>
                <a:cs typeface="Roboto"/>
                <a:sym typeface="Roboto"/>
              </a:defRPr>
            </a:lvl9pPr>
          </a:lstStyle>
          <a:p>
            <a:endParaRPr/>
          </a:p>
        </p:txBody>
      </p:sp>
      <p:pic>
        <p:nvPicPr>
          <p:cNvPr id="228" name="Google Shape;228;p19"/>
          <p:cNvPicPr preferRelativeResize="0"/>
          <p:nvPr/>
        </p:nvPicPr>
        <p:blipFill rotWithShape="1">
          <a:blip r:embed="rId2">
            <a:alphaModFix/>
          </a:blip>
          <a:srcRect l="33555" t="8680" r="42709" b="5886"/>
          <a:stretch/>
        </p:blipFill>
        <p:spPr>
          <a:xfrm rot="-1152821">
            <a:off x="-920824" y="1344313"/>
            <a:ext cx="2170247" cy="4394274"/>
          </a:xfrm>
          <a:prstGeom prst="rect">
            <a:avLst/>
          </a:prstGeom>
          <a:noFill/>
          <a:ln>
            <a:noFill/>
          </a:ln>
          <a:effectLst>
            <a:outerShdw blurRad="57150" dist="28575" dir="6840000" algn="bl" rotWithShape="0">
              <a:srgbClr val="000000">
                <a:alpha val="39000"/>
              </a:srgbClr>
            </a:outerShdw>
          </a:effectLst>
        </p:spPr>
      </p:pic>
      <p:sp>
        <p:nvSpPr>
          <p:cNvPr id="229" name="Google Shape;229;p19"/>
          <p:cNvSpPr/>
          <p:nvPr/>
        </p:nvSpPr>
        <p:spPr>
          <a:xfrm>
            <a:off x="1751850"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30" name="Google Shape;230;p19"/>
          <p:cNvCxnSpPr/>
          <p:nvPr/>
        </p:nvCxnSpPr>
        <p:spPr>
          <a:xfrm>
            <a:off x="4572000" y="0"/>
            <a:ext cx="0" cy="387900"/>
          </a:xfrm>
          <a:prstGeom prst="straightConnector1">
            <a:avLst/>
          </a:prstGeom>
          <a:noFill/>
          <a:ln w="9525" cap="flat" cmpd="sng">
            <a:solidFill>
              <a:schemeClr val="lt2"/>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2">
  <p:cSld name="CUSTOM_8">
    <p:spTree>
      <p:nvGrpSpPr>
        <p:cNvPr id="1" name="Shape 231"/>
        <p:cNvGrpSpPr/>
        <p:nvPr/>
      </p:nvGrpSpPr>
      <p:grpSpPr>
        <a:xfrm>
          <a:off x="0" y="0"/>
          <a:ext cx="0" cy="0"/>
          <a:chOff x="0" y="0"/>
          <a:chExt cx="0" cy="0"/>
        </a:xfrm>
      </p:grpSpPr>
      <p:grpSp>
        <p:nvGrpSpPr>
          <p:cNvPr id="232" name="Google Shape;232;p20"/>
          <p:cNvGrpSpPr/>
          <p:nvPr/>
        </p:nvGrpSpPr>
        <p:grpSpPr>
          <a:xfrm>
            <a:off x="-19200" y="4755675"/>
            <a:ext cx="9163200" cy="387900"/>
            <a:chOff x="-19200" y="4755675"/>
            <a:chExt cx="9163200" cy="387900"/>
          </a:xfrm>
        </p:grpSpPr>
        <p:cxnSp>
          <p:nvCxnSpPr>
            <p:cNvPr id="233" name="Google Shape;233;p20"/>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234" name="Google Shape;234;p20"/>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sp>
        <p:nvSpPr>
          <p:cNvPr id="235" name="Google Shape;235;p20"/>
          <p:cNvSpPr txBox="1">
            <a:spLocks noGrp="1"/>
          </p:cNvSpPr>
          <p:nvPr>
            <p:ph type="title"/>
          </p:nvPr>
        </p:nvSpPr>
        <p:spPr>
          <a:xfrm rot="-535">
            <a:off x="713250" y="451337"/>
            <a:ext cx="77175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3300"/>
              <a:buFont typeface="Roboto"/>
              <a:buNone/>
              <a:defRPr sz="3300" b="0">
                <a:solidFill>
                  <a:schemeClr val="lt2"/>
                </a:solidFill>
              </a:defRPr>
            </a:lvl1pPr>
            <a:lvl2pPr lvl="1" rtl="0">
              <a:lnSpc>
                <a:spcPct val="100000"/>
              </a:lnSpc>
              <a:spcBef>
                <a:spcPts val="0"/>
              </a:spcBef>
              <a:spcAft>
                <a:spcPts val="0"/>
              </a:spcAft>
              <a:buSzPts val="3300"/>
              <a:buFont typeface="Roboto"/>
              <a:buNone/>
              <a:defRPr b="1">
                <a:latin typeface="Roboto"/>
                <a:ea typeface="Roboto"/>
                <a:cs typeface="Roboto"/>
                <a:sym typeface="Roboto"/>
              </a:defRPr>
            </a:lvl2pPr>
            <a:lvl3pPr lvl="2" rtl="0">
              <a:lnSpc>
                <a:spcPct val="100000"/>
              </a:lnSpc>
              <a:spcBef>
                <a:spcPts val="0"/>
              </a:spcBef>
              <a:spcAft>
                <a:spcPts val="0"/>
              </a:spcAft>
              <a:buSzPts val="3300"/>
              <a:buFont typeface="Roboto"/>
              <a:buNone/>
              <a:defRPr b="1">
                <a:latin typeface="Roboto"/>
                <a:ea typeface="Roboto"/>
                <a:cs typeface="Roboto"/>
                <a:sym typeface="Roboto"/>
              </a:defRPr>
            </a:lvl3pPr>
            <a:lvl4pPr lvl="3" rtl="0">
              <a:lnSpc>
                <a:spcPct val="100000"/>
              </a:lnSpc>
              <a:spcBef>
                <a:spcPts val="0"/>
              </a:spcBef>
              <a:spcAft>
                <a:spcPts val="0"/>
              </a:spcAft>
              <a:buSzPts val="3300"/>
              <a:buFont typeface="Roboto"/>
              <a:buNone/>
              <a:defRPr b="1">
                <a:latin typeface="Roboto"/>
                <a:ea typeface="Roboto"/>
                <a:cs typeface="Roboto"/>
                <a:sym typeface="Roboto"/>
              </a:defRPr>
            </a:lvl4pPr>
            <a:lvl5pPr lvl="4" rtl="0">
              <a:lnSpc>
                <a:spcPct val="100000"/>
              </a:lnSpc>
              <a:spcBef>
                <a:spcPts val="0"/>
              </a:spcBef>
              <a:spcAft>
                <a:spcPts val="0"/>
              </a:spcAft>
              <a:buSzPts val="3300"/>
              <a:buFont typeface="Roboto"/>
              <a:buNone/>
              <a:defRPr b="1">
                <a:latin typeface="Roboto"/>
                <a:ea typeface="Roboto"/>
                <a:cs typeface="Roboto"/>
                <a:sym typeface="Roboto"/>
              </a:defRPr>
            </a:lvl5pPr>
            <a:lvl6pPr lvl="5" rtl="0">
              <a:lnSpc>
                <a:spcPct val="100000"/>
              </a:lnSpc>
              <a:spcBef>
                <a:spcPts val="0"/>
              </a:spcBef>
              <a:spcAft>
                <a:spcPts val="0"/>
              </a:spcAft>
              <a:buSzPts val="3300"/>
              <a:buFont typeface="Roboto"/>
              <a:buNone/>
              <a:defRPr b="1">
                <a:latin typeface="Roboto"/>
                <a:ea typeface="Roboto"/>
                <a:cs typeface="Roboto"/>
                <a:sym typeface="Roboto"/>
              </a:defRPr>
            </a:lvl6pPr>
            <a:lvl7pPr lvl="6" rtl="0">
              <a:lnSpc>
                <a:spcPct val="100000"/>
              </a:lnSpc>
              <a:spcBef>
                <a:spcPts val="0"/>
              </a:spcBef>
              <a:spcAft>
                <a:spcPts val="0"/>
              </a:spcAft>
              <a:buSzPts val="3300"/>
              <a:buFont typeface="Roboto"/>
              <a:buNone/>
              <a:defRPr b="1">
                <a:latin typeface="Roboto"/>
                <a:ea typeface="Roboto"/>
                <a:cs typeface="Roboto"/>
                <a:sym typeface="Roboto"/>
              </a:defRPr>
            </a:lvl7pPr>
            <a:lvl8pPr lvl="7" rtl="0">
              <a:lnSpc>
                <a:spcPct val="100000"/>
              </a:lnSpc>
              <a:spcBef>
                <a:spcPts val="0"/>
              </a:spcBef>
              <a:spcAft>
                <a:spcPts val="0"/>
              </a:spcAft>
              <a:buSzPts val="3300"/>
              <a:buFont typeface="Roboto"/>
              <a:buNone/>
              <a:defRPr b="1">
                <a:latin typeface="Roboto"/>
                <a:ea typeface="Roboto"/>
                <a:cs typeface="Roboto"/>
                <a:sym typeface="Roboto"/>
              </a:defRPr>
            </a:lvl8pPr>
            <a:lvl9pPr lvl="8" rtl="0">
              <a:lnSpc>
                <a:spcPct val="100000"/>
              </a:lnSpc>
              <a:spcBef>
                <a:spcPts val="0"/>
              </a:spcBef>
              <a:spcAft>
                <a:spcPts val="0"/>
              </a:spcAft>
              <a:buSzPts val="3300"/>
              <a:buFont typeface="Roboto"/>
              <a:buNone/>
              <a:defRPr b="1">
                <a:latin typeface="Roboto"/>
                <a:ea typeface="Roboto"/>
                <a:cs typeface="Roboto"/>
                <a:sym typeface="Roboto"/>
              </a:defRPr>
            </a:lvl9pPr>
          </a:lstStyle>
          <a:p>
            <a:endParaRPr/>
          </a:p>
        </p:txBody>
      </p:sp>
      <p:cxnSp>
        <p:nvCxnSpPr>
          <p:cNvPr id="236" name="Google Shape;236;p20"/>
          <p:cNvCxnSpPr/>
          <p:nvPr/>
        </p:nvCxnSpPr>
        <p:spPr>
          <a:xfrm>
            <a:off x="4572000" y="0"/>
            <a:ext cx="0" cy="387900"/>
          </a:xfrm>
          <a:prstGeom prst="straightConnector1">
            <a:avLst/>
          </a:prstGeom>
          <a:noFill/>
          <a:ln w="9525" cap="flat" cmpd="sng">
            <a:solidFill>
              <a:schemeClr val="lt2"/>
            </a:solidFill>
            <a:prstDash val="solid"/>
            <a:round/>
            <a:headEnd type="none" w="med" len="med"/>
            <a:tailEnd type="none" w="med" len="med"/>
          </a:ln>
        </p:spPr>
      </p:cxnSp>
      <p:sp>
        <p:nvSpPr>
          <p:cNvPr id="237" name="Google Shape;237;p20"/>
          <p:cNvSpPr/>
          <p:nvPr/>
        </p:nvSpPr>
        <p:spPr>
          <a:xfrm>
            <a:off x="-1624750" y="875175"/>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38" name="Google Shape;238;p20"/>
          <p:cNvPicPr preferRelativeResize="0"/>
          <p:nvPr/>
        </p:nvPicPr>
        <p:blipFill rotWithShape="1">
          <a:blip r:embed="rId2">
            <a:alphaModFix/>
          </a:blip>
          <a:srcRect l="22820" t="35125" r="60837" b="21928"/>
          <a:stretch/>
        </p:blipFill>
        <p:spPr>
          <a:xfrm rot="570400">
            <a:off x="-678424" y="2499079"/>
            <a:ext cx="1272377" cy="1880947"/>
          </a:xfrm>
          <a:prstGeom prst="rect">
            <a:avLst/>
          </a:prstGeom>
          <a:noFill/>
          <a:ln>
            <a:noFill/>
          </a:ln>
          <a:effectLst>
            <a:outerShdw blurRad="57150" dist="19050" dir="6840000" algn="bl" rotWithShape="0">
              <a:srgbClr val="000000">
                <a:alpha val="37000"/>
              </a:srgbClr>
            </a:outerShdw>
          </a:effectLst>
        </p:spPr>
      </p:pic>
      <p:sp>
        <p:nvSpPr>
          <p:cNvPr id="239" name="Google Shape;239;p20"/>
          <p:cNvSpPr/>
          <p:nvPr/>
        </p:nvSpPr>
        <p:spPr>
          <a:xfrm>
            <a:off x="104750" y="130592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3">
  <p:cSld name="CUSTOM_9">
    <p:spTree>
      <p:nvGrpSpPr>
        <p:cNvPr id="1" name="Shape 240"/>
        <p:cNvGrpSpPr/>
        <p:nvPr/>
      </p:nvGrpSpPr>
      <p:grpSpPr>
        <a:xfrm>
          <a:off x="0" y="0"/>
          <a:ext cx="0" cy="0"/>
          <a:chOff x="0" y="0"/>
          <a:chExt cx="0" cy="0"/>
        </a:xfrm>
      </p:grpSpPr>
      <p:grpSp>
        <p:nvGrpSpPr>
          <p:cNvPr id="241" name="Google Shape;241;p21"/>
          <p:cNvGrpSpPr/>
          <p:nvPr/>
        </p:nvGrpSpPr>
        <p:grpSpPr>
          <a:xfrm>
            <a:off x="-19200" y="4755675"/>
            <a:ext cx="9163200" cy="387900"/>
            <a:chOff x="-19200" y="4755675"/>
            <a:chExt cx="9163200" cy="387900"/>
          </a:xfrm>
        </p:grpSpPr>
        <p:cxnSp>
          <p:nvCxnSpPr>
            <p:cNvPr id="242" name="Google Shape;242;p21"/>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243" name="Google Shape;243;p21"/>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sp>
        <p:nvSpPr>
          <p:cNvPr id="244" name="Google Shape;244;p21"/>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3300"/>
              <a:buFont typeface="Roboto"/>
              <a:buNone/>
              <a:defRPr sz="3300" b="0">
                <a:solidFill>
                  <a:schemeClr val="lt2"/>
                </a:solidFill>
              </a:defRPr>
            </a:lvl1pPr>
            <a:lvl2pPr lvl="1" rtl="0">
              <a:lnSpc>
                <a:spcPct val="100000"/>
              </a:lnSpc>
              <a:spcBef>
                <a:spcPts val="0"/>
              </a:spcBef>
              <a:spcAft>
                <a:spcPts val="0"/>
              </a:spcAft>
              <a:buSzPts val="3300"/>
              <a:buFont typeface="Roboto"/>
              <a:buNone/>
              <a:defRPr b="1">
                <a:latin typeface="Roboto"/>
                <a:ea typeface="Roboto"/>
                <a:cs typeface="Roboto"/>
                <a:sym typeface="Roboto"/>
              </a:defRPr>
            </a:lvl2pPr>
            <a:lvl3pPr lvl="2" rtl="0">
              <a:lnSpc>
                <a:spcPct val="100000"/>
              </a:lnSpc>
              <a:spcBef>
                <a:spcPts val="0"/>
              </a:spcBef>
              <a:spcAft>
                <a:spcPts val="0"/>
              </a:spcAft>
              <a:buSzPts val="3300"/>
              <a:buFont typeface="Roboto"/>
              <a:buNone/>
              <a:defRPr b="1">
                <a:latin typeface="Roboto"/>
                <a:ea typeface="Roboto"/>
                <a:cs typeface="Roboto"/>
                <a:sym typeface="Roboto"/>
              </a:defRPr>
            </a:lvl3pPr>
            <a:lvl4pPr lvl="3" rtl="0">
              <a:lnSpc>
                <a:spcPct val="100000"/>
              </a:lnSpc>
              <a:spcBef>
                <a:spcPts val="0"/>
              </a:spcBef>
              <a:spcAft>
                <a:spcPts val="0"/>
              </a:spcAft>
              <a:buSzPts val="3300"/>
              <a:buFont typeface="Roboto"/>
              <a:buNone/>
              <a:defRPr b="1">
                <a:latin typeface="Roboto"/>
                <a:ea typeface="Roboto"/>
                <a:cs typeface="Roboto"/>
                <a:sym typeface="Roboto"/>
              </a:defRPr>
            </a:lvl4pPr>
            <a:lvl5pPr lvl="4" rtl="0">
              <a:lnSpc>
                <a:spcPct val="100000"/>
              </a:lnSpc>
              <a:spcBef>
                <a:spcPts val="0"/>
              </a:spcBef>
              <a:spcAft>
                <a:spcPts val="0"/>
              </a:spcAft>
              <a:buSzPts val="3300"/>
              <a:buFont typeface="Roboto"/>
              <a:buNone/>
              <a:defRPr b="1">
                <a:latin typeface="Roboto"/>
                <a:ea typeface="Roboto"/>
                <a:cs typeface="Roboto"/>
                <a:sym typeface="Roboto"/>
              </a:defRPr>
            </a:lvl5pPr>
            <a:lvl6pPr lvl="5" rtl="0">
              <a:lnSpc>
                <a:spcPct val="100000"/>
              </a:lnSpc>
              <a:spcBef>
                <a:spcPts val="0"/>
              </a:spcBef>
              <a:spcAft>
                <a:spcPts val="0"/>
              </a:spcAft>
              <a:buSzPts val="3300"/>
              <a:buFont typeface="Roboto"/>
              <a:buNone/>
              <a:defRPr b="1">
                <a:latin typeface="Roboto"/>
                <a:ea typeface="Roboto"/>
                <a:cs typeface="Roboto"/>
                <a:sym typeface="Roboto"/>
              </a:defRPr>
            </a:lvl6pPr>
            <a:lvl7pPr lvl="6" rtl="0">
              <a:lnSpc>
                <a:spcPct val="100000"/>
              </a:lnSpc>
              <a:spcBef>
                <a:spcPts val="0"/>
              </a:spcBef>
              <a:spcAft>
                <a:spcPts val="0"/>
              </a:spcAft>
              <a:buSzPts val="3300"/>
              <a:buFont typeface="Roboto"/>
              <a:buNone/>
              <a:defRPr b="1">
                <a:latin typeface="Roboto"/>
                <a:ea typeface="Roboto"/>
                <a:cs typeface="Roboto"/>
                <a:sym typeface="Roboto"/>
              </a:defRPr>
            </a:lvl7pPr>
            <a:lvl8pPr lvl="7" rtl="0">
              <a:lnSpc>
                <a:spcPct val="100000"/>
              </a:lnSpc>
              <a:spcBef>
                <a:spcPts val="0"/>
              </a:spcBef>
              <a:spcAft>
                <a:spcPts val="0"/>
              </a:spcAft>
              <a:buSzPts val="3300"/>
              <a:buFont typeface="Roboto"/>
              <a:buNone/>
              <a:defRPr b="1">
                <a:latin typeface="Roboto"/>
                <a:ea typeface="Roboto"/>
                <a:cs typeface="Roboto"/>
                <a:sym typeface="Roboto"/>
              </a:defRPr>
            </a:lvl8pPr>
            <a:lvl9pPr lvl="8" rtl="0">
              <a:lnSpc>
                <a:spcPct val="100000"/>
              </a:lnSpc>
              <a:spcBef>
                <a:spcPts val="0"/>
              </a:spcBef>
              <a:spcAft>
                <a:spcPts val="0"/>
              </a:spcAft>
              <a:buSzPts val="3300"/>
              <a:buFont typeface="Roboto"/>
              <a:buNone/>
              <a:defRPr b="1">
                <a:latin typeface="Roboto"/>
                <a:ea typeface="Roboto"/>
                <a:cs typeface="Roboto"/>
                <a:sym typeface="Roboto"/>
              </a:defRPr>
            </a:lvl9pPr>
          </a:lstStyle>
          <a:p>
            <a:endParaRPr/>
          </a:p>
        </p:txBody>
      </p:sp>
      <p:cxnSp>
        <p:nvCxnSpPr>
          <p:cNvPr id="245" name="Google Shape;245;p21"/>
          <p:cNvCxnSpPr/>
          <p:nvPr/>
        </p:nvCxnSpPr>
        <p:spPr>
          <a:xfrm>
            <a:off x="4572000" y="0"/>
            <a:ext cx="0" cy="387900"/>
          </a:xfrm>
          <a:prstGeom prst="straightConnector1">
            <a:avLst/>
          </a:prstGeom>
          <a:noFill/>
          <a:ln w="9525" cap="flat" cmpd="sng">
            <a:solidFill>
              <a:schemeClr val="lt2"/>
            </a:solidFill>
            <a:prstDash val="solid"/>
            <a:round/>
            <a:headEnd type="none" w="med" len="med"/>
            <a:tailEnd type="none" w="med" len="med"/>
          </a:ln>
        </p:spPr>
      </p:cxnSp>
      <p:sp>
        <p:nvSpPr>
          <p:cNvPr id="246" name="Google Shape;246;p21"/>
          <p:cNvSpPr/>
          <p:nvPr/>
        </p:nvSpPr>
        <p:spPr>
          <a:xfrm>
            <a:off x="8692675" y="19500"/>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1"/>
          <p:cNvSpPr/>
          <p:nvPr/>
        </p:nvSpPr>
        <p:spPr>
          <a:xfrm>
            <a:off x="1074050"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1"/>
          <p:cNvSpPr/>
          <p:nvPr/>
        </p:nvSpPr>
        <p:spPr>
          <a:xfrm>
            <a:off x="8555950" y="95342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4">
  <p:cSld name="CUSTOM_10">
    <p:spTree>
      <p:nvGrpSpPr>
        <p:cNvPr id="1" name="Shape 249"/>
        <p:cNvGrpSpPr/>
        <p:nvPr/>
      </p:nvGrpSpPr>
      <p:grpSpPr>
        <a:xfrm>
          <a:off x="0" y="0"/>
          <a:ext cx="0" cy="0"/>
          <a:chOff x="0" y="0"/>
          <a:chExt cx="0" cy="0"/>
        </a:xfrm>
      </p:grpSpPr>
      <p:grpSp>
        <p:nvGrpSpPr>
          <p:cNvPr id="250" name="Google Shape;250;p22"/>
          <p:cNvGrpSpPr/>
          <p:nvPr/>
        </p:nvGrpSpPr>
        <p:grpSpPr>
          <a:xfrm>
            <a:off x="-19200" y="4755675"/>
            <a:ext cx="9163200" cy="387900"/>
            <a:chOff x="-19200" y="4755675"/>
            <a:chExt cx="9163200" cy="387900"/>
          </a:xfrm>
        </p:grpSpPr>
        <p:cxnSp>
          <p:nvCxnSpPr>
            <p:cNvPr id="251" name="Google Shape;251;p22"/>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252" name="Google Shape;252;p22"/>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sp>
        <p:nvSpPr>
          <p:cNvPr id="253" name="Google Shape;253;p22"/>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3300"/>
              <a:buFont typeface="Roboto"/>
              <a:buNone/>
              <a:defRPr sz="3300" b="0">
                <a:solidFill>
                  <a:schemeClr val="lt2"/>
                </a:solidFill>
              </a:defRPr>
            </a:lvl1pPr>
            <a:lvl2pPr lvl="1" rtl="0">
              <a:lnSpc>
                <a:spcPct val="100000"/>
              </a:lnSpc>
              <a:spcBef>
                <a:spcPts val="0"/>
              </a:spcBef>
              <a:spcAft>
                <a:spcPts val="0"/>
              </a:spcAft>
              <a:buSzPts val="3300"/>
              <a:buFont typeface="Roboto"/>
              <a:buNone/>
              <a:defRPr b="1">
                <a:latin typeface="Roboto"/>
                <a:ea typeface="Roboto"/>
                <a:cs typeface="Roboto"/>
                <a:sym typeface="Roboto"/>
              </a:defRPr>
            </a:lvl2pPr>
            <a:lvl3pPr lvl="2" rtl="0">
              <a:lnSpc>
                <a:spcPct val="100000"/>
              </a:lnSpc>
              <a:spcBef>
                <a:spcPts val="0"/>
              </a:spcBef>
              <a:spcAft>
                <a:spcPts val="0"/>
              </a:spcAft>
              <a:buSzPts val="3300"/>
              <a:buFont typeface="Roboto"/>
              <a:buNone/>
              <a:defRPr b="1">
                <a:latin typeface="Roboto"/>
                <a:ea typeface="Roboto"/>
                <a:cs typeface="Roboto"/>
                <a:sym typeface="Roboto"/>
              </a:defRPr>
            </a:lvl3pPr>
            <a:lvl4pPr lvl="3" rtl="0">
              <a:lnSpc>
                <a:spcPct val="100000"/>
              </a:lnSpc>
              <a:spcBef>
                <a:spcPts val="0"/>
              </a:spcBef>
              <a:spcAft>
                <a:spcPts val="0"/>
              </a:spcAft>
              <a:buSzPts val="3300"/>
              <a:buFont typeface="Roboto"/>
              <a:buNone/>
              <a:defRPr b="1">
                <a:latin typeface="Roboto"/>
                <a:ea typeface="Roboto"/>
                <a:cs typeface="Roboto"/>
                <a:sym typeface="Roboto"/>
              </a:defRPr>
            </a:lvl4pPr>
            <a:lvl5pPr lvl="4" rtl="0">
              <a:lnSpc>
                <a:spcPct val="100000"/>
              </a:lnSpc>
              <a:spcBef>
                <a:spcPts val="0"/>
              </a:spcBef>
              <a:spcAft>
                <a:spcPts val="0"/>
              </a:spcAft>
              <a:buSzPts val="3300"/>
              <a:buFont typeface="Roboto"/>
              <a:buNone/>
              <a:defRPr b="1">
                <a:latin typeface="Roboto"/>
                <a:ea typeface="Roboto"/>
                <a:cs typeface="Roboto"/>
                <a:sym typeface="Roboto"/>
              </a:defRPr>
            </a:lvl5pPr>
            <a:lvl6pPr lvl="5" rtl="0">
              <a:lnSpc>
                <a:spcPct val="100000"/>
              </a:lnSpc>
              <a:spcBef>
                <a:spcPts val="0"/>
              </a:spcBef>
              <a:spcAft>
                <a:spcPts val="0"/>
              </a:spcAft>
              <a:buSzPts val="3300"/>
              <a:buFont typeface="Roboto"/>
              <a:buNone/>
              <a:defRPr b="1">
                <a:latin typeface="Roboto"/>
                <a:ea typeface="Roboto"/>
                <a:cs typeface="Roboto"/>
                <a:sym typeface="Roboto"/>
              </a:defRPr>
            </a:lvl6pPr>
            <a:lvl7pPr lvl="6" rtl="0">
              <a:lnSpc>
                <a:spcPct val="100000"/>
              </a:lnSpc>
              <a:spcBef>
                <a:spcPts val="0"/>
              </a:spcBef>
              <a:spcAft>
                <a:spcPts val="0"/>
              </a:spcAft>
              <a:buSzPts val="3300"/>
              <a:buFont typeface="Roboto"/>
              <a:buNone/>
              <a:defRPr b="1">
                <a:latin typeface="Roboto"/>
                <a:ea typeface="Roboto"/>
                <a:cs typeface="Roboto"/>
                <a:sym typeface="Roboto"/>
              </a:defRPr>
            </a:lvl7pPr>
            <a:lvl8pPr lvl="7" rtl="0">
              <a:lnSpc>
                <a:spcPct val="100000"/>
              </a:lnSpc>
              <a:spcBef>
                <a:spcPts val="0"/>
              </a:spcBef>
              <a:spcAft>
                <a:spcPts val="0"/>
              </a:spcAft>
              <a:buSzPts val="3300"/>
              <a:buFont typeface="Roboto"/>
              <a:buNone/>
              <a:defRPr b="1">
                <a:latin typeface="Roboto"/>
                <a:ea typeface="Roboto"/>
                <a:cs typeface="Roboto"/>
                <a:sym typeface="Roboto"/>
              </a:defRPr>
            </a:lvl8pPr>
            <a:lvl9pPr lvl="8" rtl="0">
              <a:lnSpc>
                <a:spcPct val="100000"/>
              </a:lnSpc>
              <a:spcBef>
                <a:spcPts val="0"/>
              </a:spcBef>
              <a:spcAft>
                <a:spcPts val="0"/>
              </a:spcAft>
              <a:buSzPts val="3300"/>
              <a:buFont typeface="Roboto"/>
              <a:buNone/>
              <a:defRPr b="1">
                <a:latin typeface="Roboto"/>
                <a:ea typeface="Roboto"/>
                <a:cs typeface="Roboto"/>
                <a:sym typeface="Roboto"/>
              </a:defRPr>
            </a:lvl9pPr>
          </a:lstStyle>
          <a:p>
            <a:endParaRPr/>
          </a:p>
        </p:txBody>
      </p:sp>
      <p:cxnSp>
        <p:nvCxnSpPr>
          <p:cNvPr id="254" name="Google Shape;254;p22"/>
          <p:cNvCxnSpPr/>
          <p:nvPr/>
        </p:nvCxnSpPr>
        <p:spPr>
          <a:xfrm>
            <a:off x="4572000" y="0"/>
            <a:ext cx="0" cy="387900"/>
          </a:xfrm>
          <a:prstGeom prst="straightConnector1">
            <a:avLst/>
          </a:prstGeom>
          <a:noFill/>
          <a:ln w="9525" cap="flat" cmpd="sng">
            <a:solidFill>
              <a:schemeClr val="lt2"/>
            </a:solidFill>
            <a:prstDash val="solid"/>
            <a:round/>
            <a:headEnd type="none" w="med" len="med"/>
            <a:tailEnd type="none" w="med" len="med"/>
          </a:ln>
        </p:spPr>
      </p:cxnSp>
      <p:sp>
        <p:nvSpPr>
          <p:cNvPr id="255" name="Google Shape;255;p22"/>
          <p:cNvSpPr/>
          <p:nvPr/>
        </p:nvSpPr>
        <p:spPr>
          <a:xfrm>
            <a:off x="4422150"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2"/>
          <p:cNvSpPr/>
          <p:nvPr/>
        </p:nvSpPr>
        <p:spPr>
          <a:xfrm>
            <a:off x="-1510975" y="39100"/>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7" name="Google Shape;257;p22"/>
          <p:cNvPicPr preferRelativeResize="0"/>
          <p:nvPr/>
        </p:nvPicPr>
        <p:blipFill rotWithShape="1">
          <a:blip r:embed="rId2">
            <a:alphaModFix/>
          </a:blip>
          <a:srcRect l="29162" t="11199" r="31917" b="11238"/>
          <a:stretch/>
        </p:blipFill>
        <p:spPr>
          <a:xfrm rot="-5400000">
            <a:off x="6092163" y="-886025"/>
            <a:ext cx="3558835" cy="3989301"/>
          </a:xfrm>
          <a:prstGeom prst="rect">
            <a:avLst/>
          </a:prstGeom>
          <a:noFill/>
          <a:ln>
            <a:noFill/>
          </a:ln>
          <a:effectLst>
            <a:outerShdw blurRad="57150" dist="28575" dir="6840000" algn="bl" rotWithShape="0">
              <a:srgbClr val="000000">
                <a:alpha val="38000"/>
              </a:srgbClr>
            </a:outerShdw>
          </a:effectLst>
        </p:spPr>
      </p:pic>
      <p:sp>
        <p:nvSpPr>
          <p:cNvPr id="258" name="Google Shape;258;p22"/>
          <p:cNvSpPr/>
          <p:nvPr/>
        </p:nvSpPr>
        <p:spPr>
          <a:xfrm>
            <a:off x="353775" y="9127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p:cSld name="CUSTOM_1">
    <p:spTree>
      <p:nvGrpSpPr>
        <p:cNvPr id="1" name="Shape 272"/>
        <p:cNvGrpSpPr/>
        <p:nvPr/>
      </p:nvGrpSpPr>
      <p:grpSpPr>
        <a:xfrm>
          <a:off x="0" y="0"/>
          <a:ext cx="0" cy="0"/>
          <a:chOff x="0" y="0"/>
          <a:chExt cx="0" cy="0"/>
        </a:xfrm>
      </p:grpSpPr>
      <p:grpSp>
        <p:nvGrpSpPr>
          <p:cNvPr id="273" name="Google Shape;273;p24"/>
          <p:cNvGrpSpPr/>
          <p:nvPr/>
        </p:nvGrpSpPr>
        <p:grpSpPr>
          <a:xfrm>
            <a:off x="-19200" y="4755675"/>
            <a:ext cx="9163200" cy="387900"/>
            <a:chOff x="-19200" y="4755675"/>
            <a:chExt cx="9163200" cy="387900"/>
          </a:xfrm>
        </p:grpSpPr>
        <p:cxnSp>
          <p:nvCxnSpPr>
            <p:cNvPr id="274" name="Google Shape;274;p24"/>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275" name="Google Shape;275;p24"/>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sp>
        <p:nvSpPr>
          <p:cNvPr id="276" name="Google Shape;276;p24"/>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3300"/>
              <a:buFont typeface="Roboto"/>
              <a:buNone/>
              <a:defRPr sz="3300" b="0">
                <a:solidFill>
                  <a:schemeClr val="lt2"/>
                </a:solidFill>
              </a:defRPr>
            </a:lvl1pPr>
            <a:lvl2pPr lvl="1" rtl="0">
              <a:lnSpc>
                <a:spcPct val="100000"/>
              </a:lnSpc>
              <a:spcBef>
                <a:spcPts val="0"/>
              </a:spcBef>
              <a:spcAft>
                <a:spcPts val="0"/>
              </a:spcAft>
              <a:buSzPts val="3300"/>
              <a:buFont typeface="Roboto"/>
              <a:buNone/>
              <a:defRPr b="1">
                <a:latin typeface="Roboto"/>
                <a:ea typeface="Roboto"/>
                <a:cs typeface="Roboto"/>
                <a:sym typeface="Roboto"/>
              </a:defRPr>
            </a:lvl2pPr>
            <a:lvl3pPr lvl="2" rtl="0">
              <a:lnSpc>
                <a:spcPct val="100000"/>
              </a:lnSpc>
              <a:spcBef>
                <a:spcPts val="0"/>
              </a:spcBef>
              <a:spcAft>
                <a:spcPts val="0"/>
              </a:spcAft>
              <a:buSzPts val="3300"/>
              <a:buFont typeface="Roboto"/>
              <a:buNone/>
              <a:defRPr b="1">
                <a:latin typeface="Roboto"/>
                <a:ea typeface="Roboto"/>
                <a:cs typeface="Roboto"/>
                <a:sym typeface="Roboto"/>
              </a:defRPr>
            </a:lvl3pPr>
            <a:lvl4pPr lvl="3" rtl="0">
              <a:lnSpc>
                <a:spcPct val="100000"/>
              </a:lnSpc>
              <a:spcBef>
                <a:spcPts val="0"/>
              </a:spcBef>
              <a:spcAft>
                <a:spcPts val="0"/>
              </a:spcAft>
              <a:buSzPts val="3300"/>
              <a:buFont typeface="Roboto"/>
              <a:buNone/>
              <a:defRPr b="1">
                <a:latin typeface="Roboto"/>
                <a:ea typeface="Roboto"/>
                <a:cs typeface="Roboto"/>
                <a:sym typeface="Roboto"/>
              </a:defRPr>
            </a:lvl4pPr>
            <a:lvl5pPr lvl="4" rtl="0">
              <a:lnSpc>
                <a:spcPct val="100000"/>
              </a:lnSpc>
              <a:spcBef>
                <a:spcPts val="0"/>
              </a:spcBef>
              <a:spcAft>
                <a:spcPts val="0"/>
              </a:spcAft>
              <a:buSzPts val="3300"/>
              <a:buFont typeface="Roboto"/>
              <a:buNone/>
              <a:defRPr b="1">
                <a:latin typeface="Roboto"/>
                <a:ea typeface="Roboto"/>
                <a:cs typeface="Roboto"/>
                <a:sym typeface="Roboto"/>
              </a:defRPr>
            </a:lvl5pPr>
            <a:lvl6pPr lvl="5" rtl="0">
              <a:lnSpc>
                <a:spcPct val="100000"/>
              </a:lnSpc>
              <a:spcBef>
                <a:spcPts val="0"/>
              </a:spcBef>
              <a:spcAft>
                <a:spcPts val="0"/>
              </a:spcAft>
              <a:buSzPts val="3300"/>
              <a:buFont typeface="Roboto"/>
              <a:buNone/>
              <a:defRPr b="1">
                <a:latin typeface="Roboto"/>
                <a:ea typeface="Roboto"/>
                <a:cs typeface="Roboto"/>
                <a:sym typeface="Roboto"/>
              </a:defRPr>
            </a:lvl6pPr>
            <a:lvl7pPr lvl="6" rtl="0">
              <a:lnSpc>
                <a:spcPct val="100000"/>
              </a:lnSpc>
              <a:spcBef>
                <a:spcPts val="0"/>
              </a:spcBef>
              <a:spcAft>
                <a:spcPts val="0"/>
              </a:spcAft>
              <a:buSzPts val="3300"/>
              <a:buFont typeface="Roboto"/>
              <a:buNone/>
              <a:defRPr b="1">
                <a:latin typeface="Roboto"/>
                <a:ea typeface="Roboto"/>
                <a:cs typeface="Roboto"/>
                <a:sym typeface="Roboto"/>
              </a:defRPr>
            </a:lvl7pPr>
            <a:lvl8pPr lvl="7" rtl="0">
              <a:lnSpc>
                <a:spcPct val="100000"/>
              </a:lnSpc>
              <a:spcBef>
                <a:spcPts val="0"/>
              </a:spcBef>
              <a:spcAft>
                <a:spcPts val="0"/>
              </a:spcAft>
              <a:buSzPts val="3300"/>
              <a:buFont typeface="Roboto"/>
              <a:buNone/>
              <a:defRPr b="1">
                <a:latin typeface="Roboto"/>
                <a:ea typeface="Roboto"/>
                <a:cs typeface="Roboto"/>
                <a:sym typeface="Roboto"/>
              </a:defRPr>
            </a:lvl8pPr>
            <a:lvl9pPr lvl="8" rtl="0">
              <a:lnSpc>
                <a:spcPct val="100000"/>
              </a:lnSpc>
              <a:spcBef>
                <a:spcPts val="0"/>
              </a:spcBef>
              <a:spcAft>
                <a:spcPts val="0"/>
              </a:spcAft>
              <a:buSzPts val="3300"/>
              <a:buFont typeface="Roboto"/>
              <a:buNone/>
              <a:defRPr b="1">
                <a:latin typeface="Roboto"/>
                <a:ea typeface="Roboto"/>
                <a:cs typeface="Roboto"/>
                <a:sym typeface="Roboto"/>
              </a:defRPr>
            </a:lvl9pPr>
          </a:lstStyle>
          <a:p>
            <a:endParaRPr/>
          </a:p>
        </p:txBody>
      </p:sp>
      <p:sp>
        <p:nvSpPr>
          <p:cNvPr id="277" name="Google Shape;277;p24"/>
          <p:cNvSpPr txBox="1">
            <a:spLocks noGrp="1"/>
          </p:cNvSpPr>
          <p:nvPr>
            <p:ph type="subTitle" idx="1"/>
          </p:nvPr>
        </p:nvSpPr>
        <p:spPr>
          <a:xfrm>
            <a:off x="713225" y="1173800"/>
            <a:ext cx="5749200" cy="416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78" name="Google Shape;278;p24"/>
          <p:cNvSpPr txBox="1">
            <a:spLocks noGrp="1"/>
          </p:cNvSpPr>
          <p:nvPr>
            <p:ph type="subTitle" idx="2"/>
          </p:nvPr>
        </p:nvSpPr>
        <p:spPr>
          <a:xfrm>
            <a:off x="713225" y="1513625"/>
            <a:ext cx="5749200" cy="674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79" name="Google Shape;279;p24"/>
          <p:cNvSpPr txBox="1">
            <a:spLocks noGrp="1"/>
          </p:cNvSpPr>
          <p:nvPr>
            <p:ph type="subTitle" idx="3"/>
          </p:nvPr>
        </p:nvSpPr>
        <p:spPr>
          <a:xfrm>
            <a:off x="713225" y="2264525"/>
            <a:ext cx="5749200" cy="416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80" name="Google Shape;280;p24"/>
          <p:cNvSpPr txBox="1">
            <a:spLocks noGrp="1"/>
          </p:cNvSpPr>
          <p:nvPr>
            <p:ph type="subTitle" idx="4"/>
          </p:nvPr>
        </p:nvSpPr>
        <p:spPr>
          <a:xfrm>
            <a:off x="713225" y="2604350"/>
            <a:ext cx="5749200" cy="674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81" name="Google Shape;281;p24"/>
          <p:cNvSpPr txBox="1">
            <a:spLocks noGrp="1"/>
          </p:cNvSpPr>
          <p:nvPr>
            <p:ph type="subTitle" idx="5"/>
          </p:nvPr>
        </p:nvSpPr>
        <p:spPr>
          <a:xfrm>
            <a:off x="713225" y="3355250"/>
            <a:ext cx="5749200" cy="416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82" name="Google Shape;282;p24"/>
          <p:cNvSpPr txBox="1">
            <a:spLocks noGrp="1"/>
          </p:cNvSpPr>
          <p:nvPr>
            <p:ph type="subTitle" idx="6"/>
          </p:nvPr>
        </p:nvSpPr>
        <p:spPr>
          <a:xfrm>
            <a:off x="713225" y="3695075"/>
            <a:ext cx="5749200" cy="674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83" name="Google Shape;283;p24"/>
          <p:cNvSpPr/>
          <p:nvPr/>
        </p:nvSpPr>
        <p:spPr>
          <a:xfrm>
            <a:off x="8110800" y="1437250"/>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24"/>
          <p:cNvSpPr/>
          <p:nvPr/>
        </p:nvSpPr>
        <p:spPr>
          <a:xfrm>
            <a:off x="7967950" y="2542400"/>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4"/>
          <p:cNvSpPr/>
          <p:nvPr/>
        </p:nvSpPr>
        <p:spPr>
          <a:xfrm>
            <a:off x="4422150"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4"/>
          <p:cNvSpPr/>
          <p:nvPr/>
        </p:nvSpPr>
        <p:spPr>
          <a:xfrm>
            <a:off x="-1628750" y="222125"/>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4"/>
          <p:cNvSpPr/>
          <p:nvPr/>
        </p:nvSpPr>
        <p:spPr>
          <a:xfrm>
            <a:off x="185850" y="860550"/>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hree columns 1">
  <p:cSld name="CUSTOM_4">
    <p:spTree>
      <p:nvGrpSpPr>
        <p:cNvPr id="1" name="Shape 288"/>
        <p:cNvGrpSpPr/>
        <p:nvPr/>
      </p:nvGrpSpPr>
      <p:grpSpPr>
        <a:xfrm>
          <a:off x="0" y="0"/>
          <a:ext cx="0" cy="0"/>
          <a:chOff x="0" y="0"/>
          <a:chExt cx="0" cy="0"/>
        </a:xfrm>
      </p:grpSpPr>
      <p:grpSp>
        <p:nvGrpSpPr>
          <p:cNvPr id="289" name="Google Shape;289;p25"/>
          <p:cNvGrpSpPr/>
          <p:nvPr/>
        </p:nvGrpSpPr>
        <p:grpSpPr>
          <a:xfrm>
            <a:off x="-19200" y="4755675"/>
            <a:ext cx="9163200" cy="387900"/>
            <a:chOff x="-19200" y="4755675"/>
            <a:chExt cx="9163200" cy="387900"/>
          </a:xfrm>
        </p:grpSpPr>
        <p:cxnSp>
          <p:nvCxnSpPr>
            <p:cNvPr id="290" name="Google Shape;290;p25"/>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291" name="Google Shape;291;p25"/>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sp>
        <p:nvSpPr>
          <p:cNvPr id="292" name="Google Shape;292;p25"/>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3300"/>
              <a:buFont typeface="Roboto"/>
              <a:buNone/>
              <a:defRPr sz="3300" b="0">
                <a:solidFill>
                  <a:schemeClr val="lt2"/>
                </a:solidFill>
              </a:defRPr>
            </a:lvl1pPr>
            <a:lvl2pPr lvl="1" rtl="0">
              <a:lnSpc>
                <a:spcPct val="100000"/>
              </a:lnSpc>
              <a:spcBef>
                <a:spcPts val="0"/>
              </a:spcBef>
              <a:spcAft>
                <a:spcPts val="0"/>
              </a:spcAft>
              <a:buSzPts val="3300"/>
              <a:buFont typeface="Roboto"/>
              <a:buNone/>
              <a:defRPr b="1">
                <a:latin typeface="Roboto"/>
                <a:ea typeface="Roboto"/>
                <a:cs typeface="Roboto"/>
                <a:sym typeface="Roboto"/>
              </a:defRPr>
            </a:lvl2pPr>
            <a:lvl3pPr lvl="2" rtl="0">
              <a:lnSpc>
                <a:spcPct val="100000"/>
              </a:lnSpc>
              <a:spcBef>
                <a:spcPts val="0"/>
              </a:spcBef>
              <a:spcAft>
                <a:spcPts val="0"/>
              </a:spcAft>
              <a:buSzPts val="3300"/>
              <a:buFont typeface="Roboto"/>
              <a:buNone/>
              <a:defRPr b="1">
                <a:latin typeface="Roboto"/>
                <a:ea typeface="Roboto"/>
                <a:cs typeface="Roboto"/>
                <a:sym typeface="Roboto"/>
              </a:defRPr>
            </a:lvl3pPr>
            <a:lvl4pPr lvl="3" rtl="0">
              <a:lnSpc>
                <a:spcPct val="100000"/>
              </a:lnSpc>
              <a:spcBef>
                <a:spcPts val="0"/>
              </a:spcBef>
              <a:spcAft>
                <a:spcPts val="0"/>
              </a:spcAft>
              <a:buSzPts val="3300"/>
              <a:buFont typeface="Roboto"/>
              <a:buNone/>
              <a:defRPr b="1">
                <a:latin typeface="Roboto"/>
                <a:ea typeface="Roboto"/>
                <a:cs typeface="Roboto"/>
                <a:sym typeface="Roboto"/>
              </a:defRPr>
            </a:lvl4pPr>
            <a:lvl5pPr lvl="4" rtl="0">
              <a:lnSpc>
                <a:spcPct val="100000"/>
              </a:lnSpc>
              <a:spcBef>
                <a:spcPts val="0"/>
              </a:spcBef>
              <a:spcAft>
                <a:spcPts val="0"/>
              </a:spcAft>
              <a:buSzPts val="3300"/>
              <a:buFont typeface="Roboto"/>
              <a:buNone/>
              <a:defRPr b="1">
                <a:latin typeface="Roboto"/>
                <a:ea typeface="Roboto"/>
                <a:cs typeface="Roboto"/>
                <a:sym typeface="Roboto"/>
              </a:defRPr>
            </a:lvl5pPr>
            <a:lvl6pPr lvl="5" rtl="0">
              <a:lnSpc>
                <a:spcPct val="100000"/>
              </a:lnSpc>
              <a:spcBef>
                <a:spcPts val="0"/>
              </a:spcBef>
              <a:spcAft>
                <a:spcPts val="0"/>
              </a:spcAft>
              <a:buSzPts val="3300"/>
              <a:buFont typeface="Roboto"/>
              <a:buNone/>
              <a:defRPr b="1">
                <a:latin typeface="Roboto"/>
                <a:ea typeface="Roboto"/>
                <a:cs typeface="Roboto"/>
                <a:sym typeface="Roboto"/>
              </a:defRPr>
            </a:lvl6pPr>
            <a:lvl7pPr lvl="6" rtl="0">
              <a:lnSpc>
                <a:spcPct val="100000"/>
              </a:lnSpc>
              <a:spcBef>
                <a:spcPts val="0"/>
              </a:spcBef>
              <a:spcAft>
                <a:spcPts val="0"/>
              </a:spcAft>
              <a:buSzPts val="3300"/>
              <a:buFont typeface="Roboto"/>
              <a:buNone/>
              <a:defRPr b="1">
                <a:latin typeface="Roboto"/>
                <a:ea typeface="Roboto"/>
                <a:cs typeface="Roboto"/>
                <a:sym typeface="Roboto"/>
              </a:defRPr>
            </a:lvl7pPr>
            <a:lvl8pPr lvl="7" rtl="0">
              <a:lnSpc>
                <a:spcPct val="100000"/>
              </a:lnSpc>
              <a:spcBef>
                <a:spcPts val="0"/>
              </a:spcBef>
              <a:spcAft>
                <a:spcPts val="0"/>
              </a:spcAft>
              <a:buSzPts val="3300"/>
              <a:buFont typeface="Roboto"/>
              <a:buNone/>
              <a:defRPr b="1">
                <a:latin typeface="Roboto"/>
                <a:ea typeface="Roboto"/>
                <a:cs typeface="Roboto"/>
                <a:sym typeface="Roboto"/>
              </a:defRPr>
            </a:lvl8pPr>
            <a:lvl9pPr lvl="8" rtl="0">
              <a:lnSpc>
                <a:spcPct val="100000"/>
              </a:lnSpc>
              <a:spcBef>
                <a:spcPts val="0"/>
              </a:spcBef>
              <a:spcAft>
                <a:spcPts val="0"/>
              </a:spcAft>
              <a:buSzPts val="3300"/>
              <a:buFont typeface="Roboto"/>
              <a:buNone/>
              <a:defRPr b="1">
                <a:latin typeface="Roboto"/>
                <a:ea typeface="Roboto"/>
                <a:cs typeface="Roboto"/>
                <a:sym typeface="Roboto"/>
              </a:defRPr>
            </a:lvl9pPr>
          </a:lstStyle>
          <a:p>
            <a:endParaRPr/>
          </a:p>
        </p:txBody>
      </p:sp>
      <p:sp>
        <p:nvSpPr>
          <p:cNvPr id="293" name="Google Shape;293;p25"/>
          <p:cNvSpPr txBox="1">
            <a:spLocks noGrp="1"/>
          </p:cNvSpPr>
          <p:nvPr>
            <p:ph type="subTitle" idx="1"/>
          </p:nvPr>
        </p:nvSpPr>
        <p:spPr>
          <a:xfrm>
            <a:off x="2978550" y="1173800"/>
            <a:ext cx="5433900" cy="4161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94" name="Google Shape;294;p25"/>
          <p:cNvSpPr txBox="1">
            <a:spLocks noGrp="1"/>
          </p:cNvSpPr>
          <p:nvPr>
            <p:ph type="subTitle" idx="2"/>
          </p:nvPr>
        </p:nvSpPr>
        <p:spPr>
          <a:xfrm>
            <a:off x="2978550" y="1513625"/>
            <a:ext cx="5433900" cy="674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95" name="Google Shape;295;p25"/>
          <p:cNvSpPr txBox="1">
            <a:spLocks noGrp="1"/>
          </p:cNvSpPr>
          <p:nvPr>
            <p:ph type="subTitle" idx="3"/>
          </p:nvPr>
        </p:nvSpPr>
        <p:spPr>
          <a:xfrm>
            <a:off x="2978550" y="2264525"/>
            <a:ext cx="5433900" cy="4161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96" name="Google Shape;296;p25"/>
          <p:cNvSpPr txBox="1">
            <a:spLocks noGrp="1"/>
          </p:cNvSpPr>
          <p:nvPr>
            <p:ph type="subTitle" idx="4"/>
          </p:nvPr>
        </p:nvSpPr>
        <p:spPr>
          <a:xfrm>
            <a:off x="2978550" y="2604350"/>
            <a:ext cx="5433900" cy="674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97" name="Google Shape;297;p25"/>
          <p:cNvSpPr txBox="1">
            <a:spLocks noGrp="1"/>
          </p:cNvSpPr>
          <p:nvPr>
            <p:ph type="subTitle" idx="5"/>
          </p:nvPr>
        </p:nvSpPr>
        <p:spPr>
          <a:xfrm>
            <a:off x="2978550" y="3355250"/>
            <a:ext cx="5433900" cy="4161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298" name="Google Shape;298;p25"/>
          <p:cNvSpPr txBox="1">
            <a:spLocks noGrp="1"/>
          </p:cNvSpPr>
          <p:nvPr>
            <p:ph type="subTitle" idx="6"/>
          </p:nvPr>
        </p:nvSpPr>
        <p:spPr>
          <a:xfrm>
            <a:off x="2978550" y="3695075"/>
            <a:ext cx="5433900" cy="674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cxnSp>
        <p:nvCxnSpPr>
          <p:cNvPr id="299" name="Google Shape;299;p25"/>
          <p:cNvCxnSpPr/>
          <p:nvPr/>
        </p:nvCxnSpPr>
        <p:spPr>
          <a:xfrm>
            <a:off x="4572000" y="0"/>
            <a:ext cx="0" cy="387900"/>
          </a:xfrm>
          <a:prstGeom prst="straightConnector1">
            <a:avLst/>
          </a:prstGeom>
          <a:noFill/>
          <a:ln w="9525" cap="flat" cmpd="sng">
            <a:solidFill>
              <a:schemeClr val="lt2"/>
            </a:solidFill>
            <a:prstDash val="solid"/>
            <a:round/>
            <a:headEnd type="none" w="med" len="med"/>
            <a:tailEnd type="none" w="med" len="med"/>
          </a:ln>
        </p:spPr>
      </p:cxnSp>
      <p:sp>
        <p:nvSpPr>
          <p:cNvPr id="300" name="Google Shape;300;p25"/>
          <p:cNvSpPr/>
          <p:nvPr/>
        </p:nvSpPr>
        <p:spPr>
          <a:xfrm>
            <a:off x="-885875" y="1717875"/>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5"/>
          <p:cNvSpPr/>
          <p:nvPr/>
        </p:nvSpPr>
        <p:spPr>
          <a:xfrm>
            <a:off x="854025" y="218832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5"/>
          <p:cNvSpPr/>
          <p:nvPr/>
        </p:nvSpPr>
        <p:spPr>
          <a:xfrm>
            <a:off x="5608800"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hree columns 2">
  <p:cSld name="CUSTOM_5">
    <p:spTree>
      <p:nvGrpSpPr>
        <p:cNvPr id="1" name="Shape 303"/>
        <p:cNvGrpSpPr/>
        <p:nvPr/>
      </p:nvGrpSpPr>
      <p:grpSpPr>
        <a:xfrm>
          <a:off x="0" y="0"/>
          <a:ext cx="0" cy="0"/>
          <a:chOff x="0" y="0"/>
          <a:chExt cx="0" cy="0"/>
        </a:xfrm>
      </p:grpSpPr>
      <p:grpSp>
        <p:nvGrpSpPr>
          <p:cNvPr id="304" name="Google Shape;304;p26"/>
          <p:cNvGrpSpPr/>
          <p:nvPr/>
        </p:nvGrpSpPr>
        <p:grpSpPr>
          <a:xfrm>
            <a:off x="-19200" y="4755675"/>
            <a:ext cx="9163200" cy="387900"/>
            <a:chOff x="-19200" y="4755675"/>
            <a:chExt cx="9163200" cy="387900"/>
          </a:xfrm>
        </p:grpSpPr>
        <p:cxnSp>
          <p:nvCxnSpPr>
            <p:cNvPr id="305" name="Google Shape;305;p26"/>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306" name="Google Shape;306;p26"/>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sp>
        <p:nvSpPr>
          <p:cNvPr id="307" name="Google Shape;307;p26"/>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3300"/>
              <a:buFont typeface="Roboto"/>
              <a:buNone/>
              <a:defRPr sz="3300" b="0">
                <a:solidFill>
                  <a:schemeClr val="lt2"/>
                </a:solidFill>
              </a:defRPr>
            </a:lvl1pPr>
            <a:lvl2pPr lvl="1" rtl="0">
              <a:lnSpc>
                <a:spcPct val="100000"/>
              </a:lnSpc>
              <a:spcBef>
                <a:spcPts val="0"/>
              </a:spcBef>
              <a:spcAft>
                <a:spcPts val="0"/>
              </a:spcAft>
              <a:buSzPts val="3300"/>
              <a:buFont typeface="Roboto"/>
              <a:buNone/>
              <a:defRPr b="1">
                <a:latin typeface="Roboto"/>
                <a:ea typeface="Roboto"/>
                <a:cs typeface="Roboto"/>
                <a:sym typeface="Roboto"/>
              </a:defRPr>
            </a:lvl2pPr>
            <a:lvl3pPr lvl="2" rtl="0">
              <a:lnSpc>
                <a:spcPct val="100000"/>
              </a:lnSpc>
              <a:spcBef>
                <a:spcPts val="0"/>
              </a:spcBef>
              <a:spcAft>
                <a:spcPts val="0"/>
              </a:spcAft>
              <a:buSzPts val="3300"/>
              <a:buFont typeface="Roboto"/>
              <a:buNone/>
              <a:defRPr b="1">
                <a:latin typeface="Roboto"/>
                <a:ea typeface="Roboto"/>
                <a:cs typeface="Roboto"/>
                <a:sym typeface="Roboto"/>
              </a:defRPr>
            </a:lvl3pPr>
            <a:lvl4pPr lvl="3" rtl="0">
              <a:lnSpc>
                <a:spcPct val="100000"/>
              </a:lnSpc>
              <a:spcBef>
                <a:spcPts val="0"/>
              </a:spcBef>
              <a:spcAft>
                <a:spcPts val="0"/>
              </a:spcAft>
              <a:buSzPts val="3300"/>
              <a:buFont typeface="Roboto"/>
              <a:buNone/>
              <a:defRPr b="1">
                <a:latin typeface="Roboto"/>
                <a:ea typeface="Roboto"/>
                <a:cs typeface="Roboto"/>
                <a:sym typeface="Roboto"/>
              </a:defRPr>
            </a:lvl4pPr>
            <a:lvl5pPr lvl="4" rtl="0">
              <a:lnSpc>
                <a:spcPct val="100000"/>
              </a:lnSpc>
              <a:spcBef>
                <a:spcPts val="0"/>
              </a:spcBef>
              <a:spcAft>
                <a:spcPts val="0"/>
              </a:spcAft>
              <a:buSzPts val="3300"/>
              <a:buFont typeface="Roboto"/>
              <a:buNone/>
              <a:defRPr b="1">
                <a:latin typeface="Roboto"/>
                <a:ea typeface="Roboto"/>
                <a:cs typeface="Roboto"/>
                <a:sym typeface="Roboto"/>
              </a:defRPr>
            </a:lvl5pPr>
            <a:lvl6pPr lvl="5" rtl="0">
              <a:lnSpc>
                <a:spcPct val="100000"/>
              </a:lnSpc>
              <a:spcBef>
                <a:spcPts val="0"/>
              </a:spcBef>
              <a:spcAft>
                <a:spcPts val="0"/>
              </a:spcAft>
              <a:buSzPts val="3300"/>
              <a:buFont typeface="Roboto"/>
              <a:buNone/>
              <a:defRPr b="1">
                <a:latin typeface="Roboto"/>
                <a:ea typeface="Roboto"/>
                <a:cs typeface="Roboto"/>
                <a:sym typeface="Roboto"/>
              </a:defRPr>
            </a:lvl6pPr>
            <a:lvl7pPr lvl="6" rtl="0">
              <a:lnSpc>
                <a:spcPct val="100000"/>
              </a:lnSpc>
              <a:spcBef>
                <a:spcPts val="0"/>
              </a:spcBef>
              <a:spcAft>
                <a:spcPts val="0"/>
              </a:spcAft>
              <a:buSzPts val="3300"/>
              <a:buFont typeface="Roboto"/>
              <a:buNone/>
              <a:defRPr b="1">
                <a:latin typeface="Roboto"/>
                <a:ea typeface="Roboto"/>
                <a:cs typeface="Roboto"/>
                <a:sym typeface="Roboto"/>
              </a:defRPr>
            </a:lvl7pPr>
            <a:lvl8pPr lvl="7" rtl="0">
              <a:lnSpc>
                <a:spcPct val="100000"/>
              </a:lnSpc>
              <a:spcBef>
                <a:spcPts val="0"/>
              </a:spcBef>
              <a:spcAft>
                <a:spcPts val="0"/>
              </a:spcAft>
              <a:buSzPts val="3300"/>
              <a:buFont typeface="Roboto"/>
              <a:buNone/>
              <a:defRPr b="1">
                <a:latin typeface="Roboto"/>
                <a:ea typeface="Roboto"/>
                <a:cs typeface="Roboto"/>
                <a:sym typeface="Roboto"/>
              </a:defRPr>
            </a:lvl8pPr>
            <a:lvl9pPr lvl="8" rtl="0">
              <a:lnSpc>
                <a:spcPct val="100000"/>
              </a:lnSpc>
              <a:spcBef>
                <a:spcPts val="0"/>
              </a:spcBef>
              <a:spcAft>
                <a:spcPts val="0"/>
              </a:spcAft>
              <a:buSzPts val="3300"/>
              <a:buFont typeface="Roboto"/>
              <a:buNone/>
              <a:defRPr b="1">
                <a:latin typeface="Roboto"/>
                <a:ea typeface="Roboto"/>
                <a:cs typeface="Roboto"/>
                <a:sym typeface="Roboto"/>
              </a:defRPr>
            </a:lvl9pPr>
          </a:lstStyle>
          <a:p>
            <a:endParaRPr/>
          </a:p>
        </p:txBody>
      </p:sp>
      <p:sp>
        <p:nvSpPr>
          <p:cNvPr id="308" name="Google Shape;308;p26"/>
          <p:cNvSpPr txBox="1">
            <a:spLocks noGrp="1"/>
          </p:cNvSpPr>
          <p:nvPr>
            <p:ph type="subTitle" idx="1"/>
          </p:nvPr>
        </p:nvSpPr>
        <p:spPr>
          <a:xfrm>
            <a:off x="865625" y="2670500"/>
            <a:ext cx="2261700" cy="3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09" name="Google Shape;309;p26"/>
          <p:cNvSpPr txBox="1">
            <a:spLocks noGrp="1"/>
          </p:cNvSpPr>
          <p:nvPr>
            <p:ph type="subTitle" idx="2"/>
          </p:nvPr>
        </p:nvSpPr>
        <p:spPr>
          <a:xfrm>
            <a:off x="3431975" y="2670500"/>
            <a:ext cx="2261700" cy="3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10" name="Google Shape;310;p26"/>
          <p:cNvSpPr txBox="1">
            <a:spLocks noGrp="1"/>
          </p:cNvSpPr>
          <p:nvPr>
            <p:ph type="subTitle" idx="3"/>
          </p:nvPr>
        </p:nvSpPr>
        <p:spPr>
          <a:xfrm>
            <a:off x="865625" y="3058400"/>
            <a:ext cx="2261700" cy="93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11" name="Google Shape;311;p26"/>
          <p:cNvSpPr txBox="1">
            <a:spLocks noGrp="1"/>
          </p:cNvSpPr>
          <p:nvPr>
            <p:ph type="subTitle" idx="4"/>
          </p:nvPr>
        </p:nvSpPr>
        <p:spPr>
          <a:xfrm>
            <a:off x="3431975" y="3058400"/>
            <a:ext cx="2261700" cy="93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12" name="Google Shape;312;p26"/>
          <p:cNvSpPr txBox="1">
            <a:spLocks noGrp="1"/>
          </p:cNvSpPr>
          <p:nvPr>
            <p:ph type="subTitle" idx="5"/>
          </p:nvPr>
        </p:nvSpPr>
        <p:spPr>
          <a:xfrm>
            <a:off x="6016675" y="2670500"/>
            <a:ext cx="2261700" cy="3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13" name="Google Shape;313;p26"/>
          <p:cNvSpPr txBox="1">
            <a:spLocks noGrp="1"/>
          </p:cNvSpPr>
          <p:nvPr>
            <p:ph type="subTitle" idx="6"/>
          </p:nvPr>
        </p:nvSpPr>
        <p:spPr>
          <a:xfrm>
            <a:off x="6016675" y="3058400"/>
            <a:ext cx="2261700" cy="93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cxnSp>
        <p:nvCxnSpPr>
          <p:cNvPr id="314" name="Google Shape;314;p26"/>
          <p:cNvCxnSpPr/>
          <p:nvPr/>
        </p:nvCxnSpPr>
        <p:spPr>
          <a:xfrm>
            <a:off x="4572000" y="0"/>
            <a:ext cx="0" cy="387900"/>
          </a:xfrm>
          <a:prstGeom prst="straightConnector1">
            <a:avLst/>
          </a:prstGeom>
          <a:noFill/>
          <a:ln w="9525" cap="flat" cmpd="sng">
            <a:solidFill>
              <a:schemeClr val="lt2"/>
            </a:solidFill>
            <a:prstDash val="solid"/>
            <a:round/>
            <a:headEnd type="none" w="med" len="med"/>
            <a:tailEnd type="none" w="med" len="med"/>
          </a:ln>
        </p:spPr>
      </p:cxnSp>
      <p:sp>
        <p:nvSpPr>
          <p:cNvPr id="315" name="Google Shape;315;p26"/>
          <p:cNvSpPr/>
          <p:nvPr/>
        </p:nvSpPr>
        <p:spPr>
          <a:xfrm>
            <a:off x="639700"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four columns">
  <p:cSld name="CUSTOM_11">
    <p:spTree>
      <p:nvGrpSpPr>
        <p:cNvPr id="1" name="Shape 316"/>
        <p:cNvGrpSpPr/>
        <p:nvPr/>
      </p:nvGrpSpPr>
      <p:grpSpPr>
        <a:xfrm>
          <a:off x="0" y="0"/>
          <a:ext cx="0" cy="0"/>
          <a:chOff x="0" y="0"/>
          <a:chExt cx="0" cy="0"/>
        </a:xfrm>
      </p:grpSpPr>
      <p:grpSp>
        <p:nvGrpSpPr>
          <p:cNvPr id="317" name="Google Shape;317;p27"/>
          <p:cNvGrpSpPr/>
          <p:nvPr/>
        </p:nvGrpSpPr>
        <p:grpSpPr>
          <a:xfrm>
            <a:off x="-19200" y="4755675"/>
            <a:ext cx="9163200" cy="387900"/>
            <a:chOff x="-19200" y="4755675"/>
            <a:chExt cx="9163200" cy="387900"/>
          </a:xfrm>
        </p:grpSpPr>
        <p:cxnSp>
          <p:nvCxnSpPr>
            <p:cNvPr id="318" name="Google Shape;318;p27"/>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319" name="Google Shape;319;p27"/>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sp>
        <p:nvSpPr>
          <p:cNvPr id="320" name="Google Shape;320;p27"/>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3300"/>
              <a:buFont typeface="Roboto"/>
              <a:buNone/>
              <a:defRPr sz="3300" b="0">
                <a:solidFill>
                  <a:schemeClr val="lt2"/>
                </a:solidFill>
              </a:defRPr>
            </a:lvl1pPr>
            <a:lvl2pPr lvl="1" rtl="0">
              <a:lnSpc>
                <a:spcPct val="100000"/>
              </a:lnSpc>
              <a:spcBef>
                <a:spcPts val="0"/>
              </a:spcBef>
              <a:spcAft>
                <a:spcPts val="0"/>
              </a:spcAft>
              <a:buSzPts val="3300"/>
              <a:buFont typeface="Roboto"/>
              <a:buNone/>
              <a:defRPr b="1">
                <a:latin typeface="Roboto"/>
                <a:ea typeface="Roboto"/>
                <a:cs typeface="Roboto"/>
                <a:sym typeface="Roboto"/>
              </a:defRPr>
            </a:lvl2pPr>
            <a:lvl3pPr lvl="2" rtl="0">
              <a:lnSpc>
                <a:spcPct val="100000"/>
              </a:lnSpc>
              <a:spcBef>
                <a:spcPts val="0"/>
              </a:spcBef>
              <a:spcAft>
                <a:spcPts val="0"/>
              </a:spcAft>
              <a:buSzPts val="3300"/>
              <a:buFont typeface="Roboto"/>
              <a:buNone/>
              <a:defRPr b="1">
                <a:latin typeface="Roboto"/>
                <a:ea typeface="Roboto"/>
                <a:cs typeface="Roboto"/>
                <a:sym typeface="Roboto"/>
              </a:defRPr>
            </a:lvl3pPr>
            <a:lvl4pPr lvl="3" rtl="0">
              <a:lnSpc>
                <a:spcPct val="100000"/>
              </a:lnSpc>
              <a:spcBef>
                <a:spcPts val="0"/>
              </a:spcBef>
              <a:spcAft>
                <a:spcPts val="0"/>
              </a:spcAft>
              <a:buSzPts val="3300"/>
              <a:buFont typeface="Roboto"/>
              <a:buNone/>
              <a:defRPr b="1">
                <a:latin typeface="Roboto"/>
                <a:ea typeface="Roboto"/>
                <a:cs typeface="Roboto"/>
                <a:sym typeface="Roboto"/>
              </a:defRPr>
            </a:lvl4pPr>
            <a:lvl5pPr lvl="4" rtl="0">
              <a:lnSpc>
                <a:spcPct val="100000"/>
              </a:lnSpc>
              <a:spcBef>
                <a:spcPts val="0"/>
              </a:spcBef>
              <a:spcAft>
                <a:spcPts val="0"/>
              </a:spcAft>
              <a:buSzPts val="3300"/>
              <a:buFont typeface="Roboto"/>
              <a:buNone/>
              <a:defRPr b="1">
                <a:latin typeface="Roboto"/>
                <a:ea typeface="Roboto"/>
                <a:cs typeface="Roboto"/>
                <a:sym typeface="Roboto"/>
              </a:defRPr>
            </a:lvl5pPr>
            <a:lvl6pPr lvl="5" rtl="0">
              <a:lnSpc>
                <a:spcPct val="100000"/>
              </a:lnSpc>
              <a:spcBef>
                <a:spcPts val="0"/>
              </a:spcBef>
              <a:spcAft>
                <a:spcPts val="0"/>
              </a:spcAft>
              <a:buSzPts val="3300"/>
              <a:buFont typeface="Roboto"/>
              <a:buNone/>
              <a:defRPr b="1">
                <a:latin typeface="Roboto"/>
                <a:ea typeface="Roboto"/>
                <a:cs typeface="Roboto"/>
                <a:sym typeface="Roboto"/>
              </a:defRPr>
            </a:lvl6pPr>
            <a:lvl7pPr lvl="6" rtl="0">
              <a:lnSpc>
                <a:spcPct val="100000"/>
              </a:lnSpc>
              <a:spcBef>
                <a:spcPts val="0"/>
              </a:spcBef>
              <a:spcAft>
                <a:spcPts val="0"/>
              </a:spcAft>
              <a:buSzPts val="3300"/>
              <a:buFont typeface="Roboto"/>
              <a:buNone/>
              <a:defRPr b="1">
                <a:latin typeface="Roboto"/>
                <a:ea typeface="Roboto"/>
                <a:cs typeface="Roboto"/>
                <a:sym typeface="Roboto"/>
              </a:defRPr>
            </a:lvl7pPr>
            <a:lvl8pPr lvl="7" rtl="0">
              <a:lnSpc>
                <a:spcPct val="100000"/>
              </a:lnSpc>
              <a:spcBef>
                <a:spcPts val="0"/>
              </a:spcBef>
              <a:spcAft>
                <a:spcPts val="0"/>
              </a:spcAft>
              <a:buSzPts val="3300"/>
              <a:buFont typeface="Roboto"/>
              <a:buNone/>
              <a:defRPr b="1">
                <a:latin typeface="Roboto"/>
                <a:ea typeface="Roboto"/>
                <a:cs typeface="Roboto"/>
                <a:sym typeface="Roboto"/>
              </a:defRPr>
            </a:lvl8pPr>
            <a:lvl9pPr lvl="8" rtl="0">
              <a:lnSpc>
                <a:spcPct val="100000"/>
              </a:lnSpc>
              <a:spcBef>
                <a:spcPts val="0"/>
              </a:spcBef>
              <a:spcAft>
                <a:spcPts val="0"/>
              </a:spcAft>
              <a:buSzPts val="3300"/>
              <a:buFont typeface="Roboto"/>
              <a:buNone/>
              <a:defRPr b="1">
                <a:latin typeface="Roboto"/>
                <a:ea typeface="Roboto"/>
                <a:cs typeface="Roboto"/>
                <a:sym typeface="Roboto"/>
              </a:defRPr>
            </a:lvl9pPr>
          </a:lstStyle>
          <a:p>
            <a:endParaRPr/>
          </a:p>
        </p:txBody>
      </p:sp>
      <p:sp>
        <p:nvSpPr>
          <p:cNvPr id="321" name="Google Shape;321;p27"/>
          <p:cNvSpPr txBox="1">
            <a:spLocks noGrp="1"/>
          </p:cNvSpPr>
          <p:nvPr>
            <p:ph type="subTitle" idx="1"/>
          </p:nvPr>
        </p:nvSpPr>
        <p:spPr>
          <a:xfrm>
            <a:off x="1777750" y="1447425"/>
            <a:ext cx="2328000" cy="3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22" name="Google Shape;322;p27"/>
          <p:cNvSpPr txBox="1">
            <a:spLocks noGrp="1"/>
          </p:cNvSpPr>
          <p:nvPr>
            <p:ph type="subTitle" idx="2"/>
          </p:nvPr>
        </p:nvSpPr>
        <p:spPr>
          <a:xfrm>
            <a:off x="5019900" y="1447425"/>
            <a:ext cx="2328000" cy="3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23" name="Google Shape;323;p27"/>
          <p:cNvSpPr txBox="1">
            <a:spLocks noGrp="1"/>
          </p:cNvSpPr>
          <p:nvPr>
            <p:ph type="subTitle" idx="3"/>
          </p:nvPr>
        </p:nvSpPr>
        <p:spPr>
          <a:xfrm>
            <a:off x="1777750" y="1835325"/>
            <a:ext cx="2328000" cy="838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24" name="Google Shape;324;p27"/>
          <p:cNvSpPr txBox="1">
            <a:spLocks noGrp="1"/>
          </p:cNvSpPr>
          <p:nvPr>
            <p:ph type="subTitle" idx="4"/>
          </p:nvPr>
        </p:nvSpPr>
        <p:spPr>
          <a:xfrm>
            <a:off x="5019900" y="1835325"/>
            <a:ext cx="2328000" cy="838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25" name="Google Shape;325;p27"/>
          <p:cNvSpPr txBox="1">
            <a:spLocks noGrp="1"/>
          </p:cNvSpPr>
          <p:nvPr>
            <p:ph type="subTitle" idx="5"/>
          </p:nvPr>
        </p:nvSpPr>
        <p:spPr>
          <a:xfrm>
            <a:off x="1777750" y="2982650"/>
            <a:ext cx="2328000" cy="3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26" name="Google Shape;326;p27"/>
          <p:cNvSpPr txBox="1">
            <a:spLocks noGrp="1"/>
          </p:cNvSpPr>
          <p:nvPr>
            <p:ph type="subTitle" idx="6"/>
          </p:nvPr>
        </p:nvSpPr>
        <p:spPr>
          <a:xfrm>
            <a:off x="5019900" y="2982650"/>
            <a:ext cx="2328000" cy="3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27" name="Google Shape;327;p27"/>
          <p:cNvSpPr txBox="1">
            <a:spLocks noGrp="1"/>
          </p:cNvSpPr>
          <p:nvPr>
            <p:ph type="subTitle" idx="7"/>
          </p:nvPr>
        </p:nvSpPr>
        <p:spPr>
          <a:xfrm>
            <a:off x="1777750" y="3370550"/>
            <a:ext cx="2328000" cy="838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28" name="Google Shape;328;p27"/>
          <p:cNvSpPr txBox="1">
            <a:spLocks noGrp="1"/>
          </p:cNvSpPr>
          <p:nvPr>
            <p:ph type="subTitle" idx="8"/>
          </p:nvPr>
        </p:nvSpPr>
        <p:spPr>
          <a:xfrm>
            <a:off x="5019900" y="3370550"/>
            <a:ext cx="2328000" cy="838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cxnSp>
        <p:nvCxnSpPr>
          <p:cNvPr id="329" name="Google Shape;329;p27"/>
          <p:cNvCxnSpPr/>
          <p:nvPr/>
        </p:nvCxnSpPr>
        <p:spPr>
          <a:xfrm>
            <a:off x="4572000" y="0"/>
            <a:ext cx="0" cy="387900"/>
          </a:xfrm>
          <a:prstGeom prst="straightConnector1">
            <a:avLst/>
          </a:prstGeom>
          <a:noFill/>
          <a:ln w="9525" cap="flat" cmpd="sng">
            <a:solidFill>
              <a:schemeClr val="lt2"/>
            </a:solidFill>
            <a:prstDash val="solid"/>
            <a:round/>
            <a:headEnd type="none" w="med" len="med"/>
            <a:tailEnd type="none" w="med" len="med"/>
          </a:ln>
        </p:spPr>
      </p:cxnSp>
      <p:sp>
        <p:nvSpPr>
          <p:cNvPr id="330" name="Google Shape;330;p27"/>
          <p:cNvSpPr/>
          <p:nvPr/>
        </p:nvSpPr>
        <p:spPr>
          <a:xfrm>
            <a:off x="8035025" y="1311975"/>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31" name="Google Shape;331;p27"/>
          <p:cNvPicPr preferRelativeResize="0"/>
          <p:nvPr/>
        </p:nvPicPr>
        <p:blipFill rotWithShape="1">
          <a:blip r:embed="rId2">
            <a:alphaModFix/>
          </a:blip>
          <a:srcRect l="33555" t="8680" r="42709" b="5886"/>
          <a:stretch/>
        </p:blipFill>
        <p:spPr>
          <a:xfrm>
            <a:off x="7438038" y="1592663"/>
            <a:ext cx="2170248" cy="4394274"/>
          </a:xfrm>
          <a:prstGeom prst="rect">
            <a:avLst/>
          </a:prstGeom>
          <a:noFill/>
          <a:ln>
            <a:noFill/>
          </a:ln>
          <a:effectLst>
            <a:outerShdw blurRad="57150" dist="28575" dir="6840000" algn="bl" rotWithShape="0">
              <a:srgbClr val="000000">
                <a:alpha val="39000"/>
              </a:srgbClr>
            </a:outerShdw>
          </a:effectLst>
        </p:spPr>
      </p:pic>
      <p:sp>
        <p:nvSpPr>
          <p:cNvPr id="332" name="Google Shape;332;p27"/>
          <p:cNvSpPr/>
          <p:nvPr/>
        </p:nvSpPr>
        <p:spPr>
          <a:xfrm>
            <a:off x="4426450"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7"/>
          <p:cNvSpPr/>
          <p:nvPr/>
        </p:nvSpPr>
        <p:spPr>
          <a:xfrm>
            <a:off x="7968200" y="1963350"/>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six columns">
  <p:cSld name="CUSTOM_15">
    <p:spTree>
      <p:nvGrpSpPr>
        <p:cNvPr id="1" name="Shape 334"/>
        <p:cNvGrpSpPr/>
        <p:nvPr/>
      </p:nvGrpSpPr>
      <p:grpSpPr>
        <a:xfrm>
          <a:off x="0" y="0"/>
          <a:ext cx="0" cy="0"/>
          <a:chOff x="0" y="0"/>
          <a:chExt cx="0" cy="0"/>
        </a:xfrm>
      </p:grpSpPr>
      <p:grpSp>
        <p:nvGrpSpPr>
          <p:cNvPr id="335" name="Google Shape;335;p28"/>
          <p:cNvGrpSpPr/>
          <p:nvPr/>
        </p:nvGrpSpPr>
        <p:grpSpPr>
          <a:xfrm>
            <a:off x="-19200" y="4755675"/>
            <a:ext cx="9163200" cy="387900"/>
            <a:chOff x="-19200" y="4755675"/>
            <a:chExt cx="9163200" cy="387900"/>
          </a:xfrm>
        </p:grpSpPr>
        <p:cxnSp>
          <p:nvCxnSpPr>
            <p:cNvPr id="336" name="Google Shape;336;p28"/>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337" name="Google Shape;337;p28"/>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sp>
        <p:nvSpPr>
          <p:cNvPr id="338" name="Google Shape;338;p28"/>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3300"/>
              <a:buFont typeface="Roboto"/>
              <a:buNone/>
              <a:defRPr sz="3300" b="0">
                <a:solidFill>
                  <a:schemeClr val="lt2"/>
                </a:solidFill>
              </a:defRPr>
            </a:lvl1pPr>
            <a:lvl2pPr lvl="1" rtl="0">
              <a:lnSpc>
                <a:spcPct val="100000"/>
              </a:lnSpc>
              <a:spcBef>
                <a:spcPts val="0"/>
              </a:spcBef>
              <a:spcAft>
                <a:spcPts val="0"/>
              </a:spcAft>
              <a:buSzPts val="3300"/>
              <a:buFont typeface="Roboto"/>
              <a:buNone/>
              <a:defRPr b="1">
                <a:latin typeface="Roboto"/>
                <a:ea typeface="Roboto"/>
                <a:cs typeface="Roboto"/>
                <a:sym typeface="Roboto"/>
              </a:defRPr>
            </a:lvl2pPr>
            <a:lvl3pPr lvl="2" rtl="0">
              <a:lnSpc>
                <a:spcPct val="100000"/>
              </a:lnSpc>
              <a:spcBef>
                <a:spcPts val="0"/>
              </a:spcBef>
              <a:spcAft>
                <a:spcPts val="0"/>
              </a:spcAft>
              <a:buSzPts val="3300"/>
              <a:buFont typeface="Roboto"/>
              <a:buNone/>
              <a:defRPr b="1">
                <a:latin typeface="Roboto"/>
                <a:ea typeface="Roboto"/>
                <a:cs typeface="Roboto"/>
                <a:sym typeface="Roboto"/>
              </a:defRPr>
            </a:lvl3pPr>
            <a:lvl4pPr lvl="3" rtl="0">
              <a:lnSpc>
                <a:spcPct val="100000"/>
              </a:lnSpc>
              <a:spcBef>
                <a:spcPts val="0"/>
              </a:spcBef>
              <a:spcAft>
                <a:spcPts val="0"/>
              </a:spcAft>
              <a:buSzPts val="3300"/>
              <a:buFont typeface="Roboto"/>
              <a:buNone/>
              <a:defRPr b="1">
                <a:latin typeface="Roboto"/>
                <a:ea typeface="Roboto"/>
                <a:cs typeface="Roboto"/>
                <a:sym typeface="Roboto"/>
              </a:defRPr>
            </a:lvl4pPr>
            <a:lvl5pPr lvl="4" rtl="0">
              <a:lnSpc>
                <a:spcPct val="100000"/>
              </a:lnSpc>
              <a:spcBef>
                <a:spcPts val="0"/>
              </a:spcBef>
              <a:spcAft>
                <a:spcPts val="0"/>
              </a:spcAft>
              <a:buSzPts val="3300"/>
              <a:buFont typeface="Roboto"/>
              <a:buNone/>
              <a:defRPr b="1">
                <a:latin typeface="Roboto"/>
                <a:ea typeface="Roboto"/>
                <a:cs typeface="Roboto"/>
                <a:sym typeface="Roboto"/>
              </a:defRPr>
            </a:lvl5pPr>
            <a:lvl6pPr lvl="5" rtl="0">
              <a:lnSpc>
                <a:spcPct val="100000"/>
              </a:lnSpc>
              <a:spcBef>
                <a:spcPts val="0"/>
              </a:spcBef>
              <a:spcAft>
                <a:spcPts val="0"/>
              </a:spcAft>
              <a:buSzPts val="3300"/>
              <a:buFont typeface="Roboto"/>
              <a:buNone/>
              <a:defRPr b="1">
                <a:latin typeface="Roboto"/>
                <a:ea typeface="Roboto"/>
                <a:cs typeface="Roboto"/>
                <a:sym typeface="Roboto"/>
              </a:defRPr>
            </a:lvl6pPr>
            <a:lvl7pPr lvl="6" rtl="0">
              <a:lnSpc>
                <a:spcPct val="100000"/>
              </a:lnSpc>
              <a:spcBef>
                <a:spcPts val="0"/>
              </a:spcBef>
              <a:spcAft>
                <a:spcPts val="0"/>
              </a:spcAft>
              <a:buSzPts val="3300"/>
              <a:buFont typeface="Roboto"/>
              <a:buNone/>
              <a:defRPr b="1">
                <a:latin typeface="Roboto"/>
                <a:ea typeface="Roboto"/>
                <a:cs typeface="Roboto"/>
                <a:sym typeface="Roboto"/>
              </a:defRPr>
            </a:lvl7pPr>
            <a:lvl8pPr lvl="7" rtl="0">
              <a:lnSpc>
                <a:spcPct val="100000"/>
              </a:lnSpc>
              <a:spcBef>
                <a:spcPts val="0"/>
              </a:spcBef>
              <a:spcAft>
                <a:spcPts val="0"/>
              </a:spcAft>
              <a:buSzPts val="3300"/>
              <a:buFont typeface="Roboto"/>
              <a:buNone/>
              <a:defRPr b="1">
                <a:latin typeface="Roboto"/>
                <a:ea typeface="Roboto"/>
                <a:cs typeface="Roboto"/>
                <a:sym typeface="Roboto"/>
              </a:defRPr>
            </a:lvl8pPr>
            <a:lvl9pPr lvl="8" rtl="0">
              <a:lnSpc>
                <a:spcPct val="100000"/>
              </a:lnSpc>
              <a:spcBef>
                <a:spcPts val="0"/>
              </a:spcBef>
              <a:spcAft>
                <a:spcPts val="0"/>
              </a:spcAft>
              <a:buSzPts val="3300"/>
              <a:buFont typeface="Roboto"/>
              <a:buNone/>
              <a:defRPr b="1">
                <a:latin typeface="Roboto"/>
                <a:ea typeface="Roboto"/>
                <a:cs typeface="Roboto"/>
                <a:sym typeface="Roboto"/>
              </a:defRPr>
            </a:lvl9pPr>
          </a:lstStyle>
          <a:p>
            <a:endParaRPr/>
          </a:p>
        </p:txBody>
      </p:sp>
      <p:sp>
        <p:nvSpPr>
          <p:cNvPr id="339" name="Google Shape;339;p28"/>
          <p:cNvSpPr txBox="1">
            <a:spLocks noGrp="1"/>
          </p:cNvSpPr>
          <p:nvPr>
            <p:ph type="subTitle" idx="1"/>
          </p:nvPr>
        </p:nvSpPr>
        <p:spPr>
          <a:xfrm>
            <a:off x="984925" y="1904625"/>
            <a:ext cx="2193600" cy="3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40" name="Google Shape;340;p28"/>
          <p:cNvSpPr txBox="1">
            <a:spLocks noGrp="1"/>
          </p:cNvSpPr>
          <p:nvPr>
            <p:ph type="subTitle" idx="2"/>
          </p:nvPr>
        </p:nvSpPr>
        <p:spPr>
          <a:xfrm>
            <a:off x="984925" y="2216325"/>
            <a:ext cx="2193600" cy="57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41" name="Google Shape;341;p28"/>
          <p:cNvSpPr txBox="1">
            <a:spLocks noGrp="1"/>
          </p:cNvSpPr>
          <p:nvPr>
            <p:ph type="subTitle" idx="3"/>
          </p:nvPr>
        </p:nvSpPr>
        <p:spPr>
          <a:xfrm>
            <a:off x="3466025" y="1904625"/>
            <a:ext cx="2193600" cy="3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42" name="Google Shape;342;p28"/>
          <p:cNvSpPr txBox="1">
            <a:spLocks noGrp="1"/>
          </p:cNvSpPr>
          <p:nvPr>
            <p:ph type="subTitle" idx="4"/>
          </p:nvPr>
        </p:nvSpPr>
        <p:spPr>
          <a:xfrm>
            <a:off x="3466025" y="2216325"/>
            <a:ext cx="2193600" cy="57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43" name="Google Shape;343;p28"/>
          <p:cNvSpPr txBox="1">
            <a:spLocks noGrp="1"/>
          </p:cNvSpPr>
          <p:nvPr>
            <p:ph type="subTitle" idx="5"/>
          </p:nvPr>
        </p:nvSpPr>
        <p:spPr>
          <a:xfrm>
            <a:off x="5947125" y="1904625"/>
            <a:ext cx="2193600" cy="3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44" name="Google Shape;344;p28"/>
          <p:cNvSpPr txBox="1">
            <a:spLocks noGrp="1"/>
          </p:cNvSpPr>
          <p:nvPr>
            <p:ph type="subTitle" idx="6"/>
          </p:nvPr>
        </p:nvSpPr>
        <p:spPr>
          <a:xfrm>
            <a:off x="5947125" y="2216325"/>
            <a:ext cx="2193600" cy="57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45" name="Google Shape;345;p28"/>
          <p:cNvSpPr txBox="1">
            <a:spLocks noGrp="1"/>
          </p:cNvSpPr>
          <p:nvPr>
            <p:ph type="subTitle" idx="7"/>
          </p:nvPr>
        </p:nvSpPr>
        <p:spPr>
          <a:xfrm>
            <a:off x="984925" y="3401125"/>
            <a:ext cx="2193600" cy="3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46" name="Google Shape;346;p28"/>
          <p:cNvSpPr txBox="1">
            <a:spLocks noGrp="1"/>
          </p:cNvSpPr>
          <p:nvPr>
            <p:ph type="subTitle" idx="8"/>
          </p:nvPr>
        </p:nvSpPr>
        <p:spPr>
          <a:xfrm>
            <a:off x="984925" y="3712825"/>
            <a:ext cx="2193600" cy="57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47" name="Google Shape;347;p28"/>
          <p:cNvSpPr txBox="1">
            <a:spLocks noGrp="1"/>
          </p:cNvSpPr>
          <p:nvPr>
            <p:ph type="subTitle" idx="9"/>
          </p:nvPr>
        </p:nvSpPr>
        <p:spPr>
          <a:xfrm>
            <a:off x="3466025" y="3401125"/>
            <a:ext cx="2193600" cy="3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48" name="Google Shape;348;p28"/>
          <p:cNvSpPr txBox="1">
            <a:spLocks noGrp="1"/>
          </p:cNvSpPr>
          <p:nvPr>
            <p:ph type="subTitle" idx="13"/>
          </p:nvPr>
        </p:nvSpPr>
        <p:spPr>
          <a:xfrm>
            <a:off x="3466025" y="3712825"/>
            <a:ext cx="2193600" cy="57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49" name="Google Shape;349;p28"/>
          <p:cNvSpPr txBox="1">
            <a:spLocks noGrp="1"/>
          </p:cNvSpPr>
          <p:nvPr>
            <p:ph type="subTitle" idx="14"/>
          </p:nvPr>
        </p:nvSpPr>
        <p:spPr>
          <a:xfrm>
            <a:off x="5947125" y="3401125"/>
            <a:ext cx="2193600" cy="387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800"/>
              <a:buFont typeface="Roboto"/>
              <a:buNone/>
              <a:defRPr b="1">
                <a:solidFill>
                  <a:schemeClr val="accent1"/>
                </a:solidFill>
                <a:latin typeface="Cinzel Decorative"/>
                <a:ea typeface="Cinzel Decorative"/>
                <a:cs typeface="Cinzel Decorative"/>
                <a:sym typeface="Cinzel Decorativ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50" name="Google Shape;350;p28"/>
          <p:cNvSpPr txBox="1">
            <a:spLocks noGrp="1"/>
          </p:cNvSpPr>
          <p:nvPr>
            <p:ph type="subTitle" idx="15"/>
          </p:nvPr>
        </p:nvSpPr>
        <p:spPr>
          <a:xfrm>
            <a:off x="5947125" y="3712825"/>
            <a:ext cx="2193600" cy="573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351" name="Google Shape;351;p28"/>
          <p:cNvSpPr/>
          <p:nvPr/>
        </p:nvSpPr>
        <p:spPr>
          <a:xfrm>
            <a:off x="-1237475" y="1628775"/>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2" name="Google Shape;352;p28"/>
          <p:cNvPicPr preferRelativeResize="0"/>
          <p:nvPr/>
        </p:nvPicPr>
        <p:blipFill rotWithShape="1">
          <a:blip r:embed="rId2">
            <a:alphaModFix/>
          </a:blip>
          <a:srcRect l="29162" t="11199" r="31917" b="11238"/>
          <a:stretch/>
        </p:blipFill>
        <p:spPr>
          <a:xfrm rot="3665867" flipH="1">
            <a:off x="-528414" y="-951351"/>
            <a:ext cx="3558832" cy="3989301"/>
          </a:xfrm>
          <a:prstGeom prst="rect">
            <a:avLst/>
          </a:prstGeom>
          <a:noFill/>
          <a:ln>
            <a:noFill/>
          </a:ln>
          <a:effectLst>
            <a:outerShdw blurRad="57150" dist="19050" dir="6960000" algn="bl" rotWithShape="0">
              <a:srgbClr val="000000">
                <a:alpha val="36000"/>
              </a:srgbClr>
            </a:outerShdw>
          </a:effectLst>
        </p:spPr>
      </p:pic>
      <p:cxnSp>
        <p:nvCxnSpPr>
          <p:cNvPr id="353" name="Google Shape;353;p28"/>
          <p:cNvCxnSpPr/>
          <p:nvPr/>
        </p:nvCxnSpPr>
        <p:spPr>
          <a:xfrm>
            <a:off x="4572000" y="0"/>
            <a:ext cx="0" cy="387900"/>
          </a:xfrm>
          <a:prstGeom prst="straightConnector1">
            <a:avLst/>
          </a:prstGeom>
          <a:noFill/>
          <a:ln w="9525" cap="flat" cmpd="sng">
            <a:solidFill>
              <a:schemeClr val="lt2"/>
            </a:solidFill>
            <a:prstDash val="solid"/>
            <a:round/>
            <a:headEnd type="none" w="med" len="med"/>
            <a:tailEnd type="none" w="med" len="med"/>
          </a:ln>
        </p:spPr>
      </p:cxnSp>
      <p:sp>
        <p:nvSpPr>
          <p:cNvPr id="354" name="Google Shape;354;p28"/>
          <p:cNvSpPr/>
          <p:nvPr/>
        </p:nvSpPr>
        <p:spPr>
          <a:xfrm>
            <a:off x="2878825"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8"/>
          <p:cNvSpPr/>
          <p:nvPr/>
        </p:nvSpPr>
        <p:spPr>
          <a:xfrm>
            <a:off x="413525" y="3693700"/>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anks">
  <p:cSld name="CUSTOM_13">
    <p:spTree>
      <p:nvGrpSpPr>
        <p:cNvPr id="1" name="Shape 356"/>
        <p:cNvGrpSpPr/>
        <p:nvPr/>
      </p:nvGrpSpPr>
      <p:grpSpPr>
        <a:xfrm>
          <a:off x="0" y="0"/>
          <a:ext cx="0" cy="0"/>
          <a:chOff x="0" y="0"/>
          <a:chExt cx="0" cy="0"/>
        </a:xfrm>
      </p:grpSpPr>
      <p:grpSp>
        <p:nvGrpSpPr>
          <p:cNvPr id="357" name="Google Shape;357;p29"/>
          <p:cNvGrpSpPr/>
          <p:nvPr/>
        </p:nvGrpSpPr>
        <p:grpSpPr>
          <a:xfrm>
            <a:off x="-19200" y="4755675"/>
            <a:ext cx="9163200" cy="387900"/>
            <a:chOff x="-19200" y="4755675"/>
            <a:chExt cx="9163200" cy="387900"/>
          </a:xfrm>
        </p:grpSpPr>
        <p:cxnSp>
          <p:nvCxnSpPr>
            <p:cNvPr id="358" name="Google Shape;358;p29"/>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359" name="Google Shape;359;p29"/>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sp>
        <p:nvSpPr>
          <p:cNvPr id="360" name="Google Shape;360;p29"/>
          <p:cNvSpPr txBox="1"/>
          <p:nvPr/>
        </p:nvSpPr>
        <p:spPr>
          <a:xfrm>
            <a:off x="2158950" y="3476900"/>
            <a:ext cx="4826100" cy="602400"/>
          </a:xfrm>
          <a:prstGeom prst="rect">
            <a:avLst/>
          </a:prstGeom>
          <a:noFill/>
          <a:ln>
            <a:noFill/>
          </a:ln>
        </p:spPr>
        <p:txBody>
          <a:bodyPr spcFirstLastPara="1" wrap="square" lIns="91425" tIns="91425" rIns="91425" bIns="91425" anchor="t" anchorCtr="0">
            <a:noAutofit/>
          </a:bodyPr>
          <a:lstStyle/>
          <a:p>
            <a:pPr marL="0" lvl="0" indent="0" algn="ctr" rtl="0">
              <a:spcBef>
                <a:spcPts val="300"/>
              </a:spcBef>
              <a:spcAft>
                <a:spcPts val="0"/>
              </a:spcAft>
              <a:buNone/>
            </a:pPr>
            <a:r>
              <a:rPr lang="en" sz="1200" b="1">
                <a:solidFill>
                  <a:schemeClr val="lt2"/>
                </a:solidFill>
                <a:latin typeface="Amiri"/>
                <a:ea typeface="Amiri"/>
                <a:cs typeface="Amiri"/>
                <a:sym typeface="Amiri"/>
              </a:rPr>
              <a:t>CREDITS:</a:t>
            </a:r>
            <a:r>
              <a:rPr lang="en" sz="1200">
                <a:solidFill>
                  <a:schemeClr val="dk1"/>
                </a:solidFill>
                <a:latin typeface="Amiri"/>
                <a:ea typeface="Amiri"/>
                <a:cs typeface="Amiri"/>
                <a:sym typeface="Amiri"/>
              </a:rPr>
              <a:t> This presentation template was created by </a:t>
            </a:r>
            <a:r>
              <a:rPr lang="en" sz="1200" b="1">
                <a:solidFill>
                  <a:schemeClr val="lt2"/>
                </a:solidFill>
                <a:uFill>
                  <a:noFill/>
                </a:uFill>
                <a:latin typeface="Amiri"/>
                <a:ea typeface="Amiri"/>
                <a:cs typeface="Amiri"/>
                <a:sym typeface="Amiri"/>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200" b="1">
                <a:solidFill>
                  <a:schemeClr val="lt2"/>
                </a:solidFill>
                <a:latin typeface="Amiri"/>
                <a:ea typeface="Amiri"/>
                <a:cs typeface="Amiri"/>
                <a:sym typeface="Amiri"/>
              </a:rPr>
              <a:t>,</a:t>
            </a:r>
            <a:r>
              <a:rPr lang="en" sz="1200">
                <a:solidFill>
                  <a:schemeClr val="dk1"/>
                </a:solidFill>
                <a:latin typeface="Amiri"/>
                <a:ea typeface="Amiri"/>
                <a:cs typeface="Amiri"/>
                <a:sym typeface="Amiri"/>
              </a:rPr>
              <a:t> including icons by </a:t>
            </a:r>
            <a:r>
              <a:rPr lang="en" sz="1200" b="1">
                <a:solidFill>
                  <a:schemeClr val="lt2"/>
                </a:solidFill>
                <a:uFill>
                  <a:noFill/>
                </a:uFill>
                <a:latin typeface="Amiri"/>
                <a:ea typeface="Amiri"/>
                <a:cs typeface="Amiri"/>
                <a:sym typeface="Amiri"/>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200">
                <a:solidFill>
                  <a:schemeClr val="dk1"/>
                </a:solidFill>
                <a:latin typeface="Amiri"/>
                <a:ea typeface="Amiri"/>
                <a:cs typeface="Amiri"/>
                <a:sym typeface="Amiri"/>
              </a:rPr>
              <a:t>, infographics &amp; images by </a:t>
            </a:r>
            <a:r>
              <a:rPr lang="en" sz="1200" b="1">
                <a:solidFill>
                  <a:schemeClr val="lt2"/>
                </a:solidFill>
                <a:uFill>
                  <a:noFill/>
                </a:uFill>
                <a:latin typeface="Amiri"/>
                <a:ea typeface="Amiri"/>
                <a:cs typeface="Amiri"/>
                <a:sym typeface="Amiri"/>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200">
                <a:solidFill>
                  <a:schemeClr val="dk1"/>
                </a:solidFill>
                <a:latin typeface="Amiri"/>
                <a:ea typeface="Amiri"/>
                <a:cs typeface="Amiri"/>
                <a:sym typeface="Amiri"/>
              </a:rPr>
              <a:t> </a:t>
            </a:r>
            <a:endParaRPr sz="1200">
              <a:solidFill>
                <a:schemeClr val="dk1"/>
              </a:solidFill>
              <a:latin typeface="Amiri"/>
              <a:ea typeface="Amiri"/>
              <a:cs typeface="Amiri"/>
              <a:sym typeface="Amiri"/>
            </a:endParaRPr>
          </a:p>
        </p:txBody>
      </p:sp>
      <p:cxnSp>
        <p:nvCxnSpPr>
          <p:cNvPr id="361" name="Google Shape;361;p29"/>
          <p:cNvCxnSpPr/>
          <p:nvPr/>
        </p:nvCxnSpPr>
        <p:spPr>
          <a:xfrm>
            <a:off x="4572000" y="0"/>
            <a:ext cx="0" cy="387900"/>
          </a:xfrm>
          <a:prstGeom prst="straightConnector1">
            <a:avLst/>
          </a:prstGeom>
          <a:noFill/>
          <a:ln w="9525" cap="flat" cmpd="sng">
            <a:solidFill>
              <a:schemeClr val="lt2"/>
            </a:solidFill>
            <a:prstDash val="solid"/>
            <a:round/>
            <a:headEnd type="none" w="med" len="med"/>
            <a:tailEnd type="none" w="med" len="med"/>
          </a:ln>
        </p:spPr>
      </p:cxnSp>
      <p:sp>
        <p:nvSpPr>
          <p:cNvPr id="362" name="Google Shape;362;p29"/>
          <p:cNvSpPr/>
          <p:nvPr/>
        </p:nvSpPr>
        <p:spPr>
          <a:xfrm>
            <a:off x="-1058725" y="1142738"/>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9"/>
          <p:cNvSpPr/>
          <p:nvPr/>
        </p:nvSpPr>
        <p:spPr>
          <a:xfrm>
            <a:off x="8139325" y="1142738"/>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64" name="Google Shape;364;p29"/>
          <p:cNvPicPr preferRelativeResize="0"/>
          <p:nvPr/>
        </p:nvPicPr>
        <p:blipFill rotWithShape="1">
          <a:blip r:embed="rId5">
            <a:alphaModFix/>
          </a:blip>
          <a:srcRect l="33555" t="8680" r="42709" b="5886"/>
          <a:stretch/>
        </p:blipFill>
        <p:spPr>
          <a:xfrm rot="10800000" flipH="1">
            <a:off x="7137713" y="-739387"/>
            <a:ext cx="2170248" cy="4394274"/>
          </a:xfrm>
          <a:prstGeom prst="rect">
            <a:avLst/>
          </a:prstGeom>
          <a:noFill/>
          <a:ln>
            <a:noFill/>
          </a:ln>
          <a:effectLst>
            <a:outerShdw blurRad="57150" dist="28575" dir="6840000" algn="bl" rotWithShape="0">
              <a:srgbClr val="000000">
                <a:alpha val="39000"/>
              </a:srgbClr>
            </a:outerShdw>
          </a:effectLst>
        </p:spPr>
      </p:pic>
      <p:pic>
        <p:nvPicPr>
          <p:cNvPr id="365" name="Google Shape;365;p29"/>
          <p:cNvPicPr preferRelativeResize="0"/>
          <p:nvPr/>
        </p:nvPicPr>
        <p:blipFill rotWithShape="1">
          <a:blip r:embed="rId6">
            <a:alphaModFix/>
          </a:blip>
          <a:srcRect l="28220" t="17074" r="12900" b="18806"/>
          <a:stretch/>
        </p:blipFill>
        <p:spPr>
          <a:xfrm rot="-9787410" flipH="1">
            <a:off x="-780974" y="2814886"/>
            <a:ext cx="5383972" cy="3298027"/>
          </a:xfrm>
          <a:prstGeom prst="rect">
            <a:avLst/>
          </a:prstGeom>
          <a:noFill/>
          <a:ln>
            <a:noFill/>
          </a:ln>
          <a:effectLst>
            <a:outerShdw blurRad="57150" dist="28575" dir="6840000" algn="bl" rotWithShape="0">
              <a:srgbClr val="000000">
                <a:alpha val="37000"/>
              </a:srgbClr>
            </a:outerShdw>
          </a:effectLst>
        </p:spPr>
      </p:pic>
      <p:sp>
        <p:nvSpPr>
          <p:cNvPr id="366" name="Google Shape;366;p29"/>
          <p:cNvSpPr/>
          <p:nvPr/>
        </p:nvSpPr>
        <p:spPr>
          <a:xfrm>
            <a:off x="8663925" y="3628100"/>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9"/>
          <p:cNvSpPr/>
          <p:nvPr/>
        </p:nvSpPr>
        <p:spPr>
          <a:xfrm>
            <a:off x="7454625"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9"/>
          <p:cNvSpPr/>
          <p:nvPr/>
        </p:nvSpPr>
        <p:spPr>
          <a:xfrm>
            <a:off x="305025" y="111302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69" name="Google Shape;369;p29"/>
          <p:cNvPicPr preferRelativeResize="0"/>
          <p:nvPr/>
        </p:nvPicPr>
        <p:blipFill rotWithShape="1">
          <a:blip r:embed="rId7">
            <a:alphaModFix/>
          </a:blip>
          <a:srcRect l="22820" t="35125" r="60837" b="21928"/>
          <a:stretch/>
        </p:blipFill>
        <p:spPr>
          <a:xfrm rot="-9432489">
            <a:off x="540664" y="396753"/>
            <a:ext cx="1272373" cy="1880948"/>
          </a:xfrm>
          <a:prstGeom prst="rect">
            <a:avLst/>
          </a:prstGeom>
          <a:noFill/>
          <a:ln>
            <a:noFill/>
          </a:ln>
          <a:effectLst>
            <a:outerShdw blurRad="57150" dist="19050" dir="6840000" algn="bl" rotWithShape="0">
              <a:srgbClr val="000000">
                <a:alpha val="37000"/>
              </a:srgbClr>
            </a:outerShdw>
          </a:effectLst>
        </p:spPr>
      </p:pic>
      <p:sp>
        <p:nvSpPr>
          <p:cNvPr id="370" name="Google Shape;370;p29"/>
          <p:cNvSpPr txBox="1">
            <a:spLocks noGrp="1"/>
          </p:cNvSpPr>
          <p:nvPr>
            <p:ph type="title"/>
          </p:nvPr>
        </p:nvSpPr>
        <p:spPr>
          <a:xfrm rot="-436">
            <a:off x="2207550" y="515815"/>
            <a:ext cx="4728900" cy="1172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3300"/>
              <a:buFont typeface="Roboto"/>
              <a:buNone/>
              <a:defRPr sz="6600" b="0">
                <a:solidFill>
                  <a:schemeClr val="lt2"/>
                </a:solidFill>
              </a:defRPr>
            </a:lvl1pPr>
            <a:lvl2pPr lvl="1" rtl="0">
              <a:lnSpc>
                <a:spcPct val="100000"/>
              </a:lnSpc>
              <a:spcBef>
                <a:spcPts val="0"/>
              </a:spcBef>
              <a:spcAft>
                <a:spcPts val="0"/>
              </a:spcAft>
              <a:buSzPts val="3300"/>
              <a:buFont typeface="Roboto"/>
              <a:buNone/>
              <a:defRPr b="1">
                <a:latin typeface="Roboto"/>
                <a:ea typeface="Roboto"/>
                <a:cs typeface="Roboto"/>
                <a:sym typeface="Roboto"/>
              </a:defRPr>
            </a:lvl2pPr>
            <a:lvl3pPr lvl="2" rtl="0">
              <a:lnSpc>
                <a:spcPct val="100000"/>
              </a:lnSpc>
              <a:spcBef>
                <a:spcPts val="0"/>
              </a:spcBef>
              <a:spcAft>
                <a:spcPts val="0"/>
              </a:spcAft>
              <a:buSzPts val="3300"/>
              <a:buFont typeface="Roboto"/>
              <a:buNone/>
              <a:defRPr b="1">
                <a:latin typeface="Roboto"/>
                <a:ea typeface="Roboto"/>
                <a:cs typeface="Roboto"/>
                <a:sym typeface="Roboto"/>
              </a:defRPr>
            </a:lvl3pPr>
            <a:lvl4pPr lvl="3" rtl="0">
              <a:lnSpc>
                <a:spcPct val="100000"/>
              </a:lnSpc>
              <a:spcBef>
                <a:spcPts val="0"/>
              </a:spcBef>
              <a:spcAft>
                <a:spcPts val="0"/>
              </a:spcAft>
              <a:buSzPts val="3300"/>
              <a:buFont typeface="Roboto"/>
              <a:buNone/>
              <a:defRPr b="1">
                <a:latin typeface="Roboto"/>
                <a:ea typeface="Roboto"/>
                <a:cs typeface="Roboto"/>
                <a:sym typeface="Roboto"/>
              </a:defRPr>
            </a:lvl4pPr>
            <a:lvl5pPr lvl="4" rtl="0">
              <a:lnSpc>
                <a:spcPct val="100000"/>
              </a:lnSpc>
              <a:spcBef>
                <a:spcPts val="0"/>
              </a:spcBef>
              <a:spcAft>
                <a:spcPts val="0"/>
              </a:spcAft>
              <a:buSzPts val="3300"/>
              <a:buFont typeface="Roboto"/>
              <a:buNone/>
              <a:defRPr b="1">
                <a:latin typeface="Roboto"/>
                <a:ea typeface="Roboto"/>
                <a:cs typeface="Roboto"/>
                <a:sym typeface="Roboto"/>
              </a:defRPr>
            </a:lvl5pPr>
            <a:lvl6pPr lvl="5" rtl="0">
              <a:lnSpc>
                <a:spcPct val="100000"/>
              </a:lnSpc>
              <a:spcBef>
                <a:spcPts val="0"/>
              </a:spcBef>
              <a:spcAft>
                <a:spcPts val="0"/>
              </a:spcAft>
              <a:buSzPts val="3300"/>
              <a:buFont typeface="Roboto"/>
              <a:buNone/>
              <a:defRPr b="1">
                <a:latin typeface="Roboto"/>
                <a:ea typeface="Roboto"/>
                <a:cs typeface="Roboto"/>
                <a:sym typeface="Roboto"/>
              </a:defRPr>
            </a:lvl6pPr>
            <a:lvl7pPr lvl="6" rtl="0">
              <a:lnSpc>
                <a:spcPct val="100000"/>
              </a:lnSpc>
              <a:spcBef>
                <a:spcPts val="0"/>
              </a:spcBef>
              <a:spcAft>
                <a:spcPts val="0"/>
              </a:spcAft>
              <a:buSzPts val="3300"/>
              <a:buFont typeface="Roboto"/>
              <a:buNone/>
              <a:defRPr b="1">
                <a:latin typeface="Roboto"/>
                <a:ea typeface="Roboto"/>
                <a:cs typeface="Roboto"/>
                <a:sym typeface="Roboto"/>
              </a:defRPr>
            </a:lvl7pPr>
            <a:lvl8pPr lvl="7" rtl="0">
              <a:lnSpc>
                <a:spcPct val="100000"/>
              </a:lnSpc>
              <a:spcBef>
                <a:spcPts val="0"/>
              </a:spcBef>
              <a:spcAft>
                <a:spcPts val="0"/>
              </a:spcAft>
              <a:buSzPts val="3300"/>
              <a:buFont typeface="Roboto"/>
              <a:buNone/>
              <a:defRPr b="1">
                <a:latin typeface="Roboto"/>
                <a:ea typeface="Roboto"/>
                <a:cs typeface="Roboto"/>
                <a:sym typeface="Roboto"/>
              </a:defRPr>
            </a:lvl8pPr>
            <a:lvl9pPr lvl="8" rtl="0">
              <a:lnSpc>
                <a:spcPct val="100000"/>
              </a:lnSpc>
              <a:spcBef>
                <a:spcPts val="0"/>
              </a:spcBef>
              <a:spcAft>
                <a:spcPts val="0"/>
              </a:spcAft>
              <a:buSzPts val="3300"/>
              <a:buFont typeface="Roboto"/>
              <a:buNone/>
              <a:defRPr b="1">
                <a:latin typeface="Roboto"/>
                <a:ea typeface="Roboto"/>
                <a:cs typeface="Roboto"/>
                <a:sym typeface="Roboto"/>
              </a:defRPr>
            </a:lvl9pPr>
          </a:lstStyle>
          <a:p>
            <a:endParaRPr/>
          </a:p>
        </p:txBody>
      </p:sp>
      <p:sp>
        <p:nvSpPr>
          <p:cNvPr id="371" name="Google Shape;371;p29"/>
          <p:cNvSpPr txBox="1">
            <a:spLocks noGrp="1"/>
          </p:cNvSpPr>
          <p:nvPr>
            <p:ph type="subTitle" idx="1"/>
          </p:nvPr>
        </p:nvSpPr>
        <p:spPr>
          <a:xfrm>
            <a:off x="2207550" y="1688425"/>
            <a:ext cx="4728900" cy="838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p:cSld name="CUSTOM_16">
    <p:spTree>
      <p:nvGrpSpPr>
        <p:cNvPr id="1" name="Shape 372"/>
        <p:cNvGrpSpPr/>
        <p:nvPr/>
      </p:nvGrpSpPr>
      <p:grpSpPr>
        <a:xfrm>
          <a:off x="0" y="0"/>
          <a:ext cx="0" cy="0"/>
          <a:chOff x="0" y="0"/>
          <a:chExt cx="0" cy="0"/>
        </a:xfrm>
      </p:grpSpPr>
      <p:grpSp>
        <p:nvGrpSpPr>
          <p:cNvPr id="373" name="Google Shape;373;p30"/>
          <p:cNvGrpSpPr/>
          <p:nvPr/>
        </p:nvGrpSpPr>
        <p:grpSpPr>
          <a:xfrm>
            <a:off x="-19200" y="4755675"/>
            <a:ext cx="9163200" cy="387900"/>
            <a:chOff x="-19200" y="4755675"/>
            <a:chExt cx="9163200" cy="387900"/>
          </a:xfrm>
        </p:grpSpPr>
        <p:cxnSp>
          <p:nvCxnSpPr>
            <p:cNvPr id="374" name="Google Shape;374;p30"/>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375" name="Google Shape;375;p30"/>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sp>
        <p:nvSpPr>
          <p:cNvPr id="376" name="Google Shape;376;p30"/>
          <p:cNvSpPr/>
          <p:nvPr/>
        </p:nvSpPr>
        <p:spPr>
          <a:xfrm>
            <a:off x="7555250" y="1677913"/>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77" name="Google Shape;377;p30"/>
          <p:cNvCxnSpPr/>
          <p:nvPr/>
        </p:nvCxnSpPr>
        <p:spPr>
          <a:xfrm>
            <a:off x="4572000" y="0"/>
            <a:ext cx="0" cy="387900"/>
          </a:xfrm>
          <a:prstGeom prst="straightConnector1">
            <a:avLst/>
          </a:prstGeom>
          <a:noFill/>
          <a:ln w="9525" cap="flat" cmpd="sng">
            <a:solidFill>
              <a:schemeClr val="lt2"/>
            </a:solidFill>
            <a:prstDash val="solid"/>
            <a:round/>
            <a:headEnd type="none" w="med" len="med"/>
            <a:tailEnd type="none" w="med" len="med"/>
          </a:ln>
        </p:spPr>
      </p:cxnSp>
      <p:pic>
        <p:nvPicPr>
          <p:cNvPr id="378" name="Google Shape;378;p30"/>
          <p:cNvPicPr preferRelativeResize="0"/>
          <p:nvPr/>
        </p:nvPicPr>
        <p:blipFill rotWithShape="1">
          <a:blip r:embed="rId2">
            <a:alphaModFix/>
          </a:blip>
          <a:srcRect l="41277" t="17794" r="39777" b="17593"/>
          <a:stretch/>
        </p:blipFill>
        <p:spPr>
          <a:xfrm rot="8276863">
            <a:off x="884639" y="2534351"/>
            <a:ext cx="1732349" cy="3323200"/>
          </a:xfrm>
          <a:prstGeom prst="rect">
            <a:avLst/>
          </a:prstGeom>
          <a:noFill/>
          <a:ln>
            <a:noFill/>
          </a:ln>
          <a:effectLst>
            <a:outerShdw blurRad="57150" dist="28575" dir="6900000" algn="bl" rotWithShape="0">
              <a:srgbClr val="000000">
                <a:alpha val="36000"/>
              </a:srgbClr>
            </a:outerShdw>
          </a:effectLst>
        </p:spPr>
      </p:pic>
      <p:pic>
        <p:nvPicPr>
          <p:cNvPr id="379" name="Google Shape;379;p30"/>
          <p:cNvPicPr preferRelativeResize="0"/>
          <p:nvPr/>
        </p:nvPicPr>
        <p:blipFill rotWithShape="1">
          <a:blip r:embed="rId3">
            <a:alphaModFix/>
          </a:blip>
          <a:srcRect l="29162" t="11199" r="31917" b="11238"/>
          <a:stretch/>
        </p:blipFill>
        <p:spPr>
          <a:xfrm rot="-5400000">
            <a:off x="5482563" y="-657425"/>
            <a:ext cx="3558835" cy="3989301"/>
          </a:xfrm>
          <a:prstGeom prst="rect">
            <a:avLst/>
          </a:prstGeom>
          <a:noFill/>
          <a:ln>
            <a:noFill/>
          </a:ln>
          <a:effectLst>
            <a:outerShdw blurRad="57150" dist="28575" dir="6840000" algn="bl" rotWithShape="0">
              <a:srgbClr val="000000">
                <a:alpha val="38000"/>
              </a:srgbClr>
            </a:outerShdw>
          </a:effectLst>
        </p:spPr>
      </p:pic>
      <p:sp>
        <p:nvSpPr>
          <p:cNvPr id="380" name="Google Shape;380;p30"/>
          <p:cNvSpPr/>
          <p:nvPr/>
        </p:nvSpPr>
        <p:spPr>
          <a:xfrm>
            <a:off x="-1058725" y="228338"/>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0"/>
          <p:cNvSpPr/>
          <p:nvPr/>
        </p:nvSpPr>
        <p:spPr>
          <a:xfrm>
            <a:off x="744150" y="8422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0"/>
          <p:cNvSpPr/>
          <p:nvPr/>
        </p:nvSpPr>
        <p:spPr>
          <a:xfrm>
            <a:off x="4422150"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1">
  <p:cSld name="CUSTOM_16_1">
    <p:spTree>
      <p:nvGrpSpPr>
        <p:cNvPr id="1" name="Shape 383"/>
        <p:cNvGrpSpPr/>
        <p:nvPr/>
      </p:nvGrpSpPr>
      <p:grpSpPr>
        <a:xfrm>
          <a:off x="0" y="0"/>
          <a:ext cx="0" cy="0"/>
          <a:chOff x="0" y="0"/>
          <a:chExt cx="0" cy="0"/>
        </a:xfrm>
      </p:grpSpPr>
      <p:grpSp>
        <p:nvGrpSpPr>
          <p:cNvPr id="384" name="Google Shape;384;p31"/>
          <p:cNvGrpSpPr/>
          <p:nvPr/>
        </p:nvGrpSpPr>
        <p:grpSpPr>
          <a:xfrm>
            <a:off x="-19200" y="4755675"/>
            <a:ext cx="9163200" cy="387900"/>
            <a:chOff x="-19200" y="4755675"/>
            <a:chExt cx="9163200" cy="387900"/>
          </a:xfrm>
        </p:grpSpPr>
        <p:cxnSp>
          <p:nvCxnSpPr>
            <p:cNvPr id="385" name="Google Shape;385;p31"/>
            <p:cNvCxnSpPr/>
            <p:nvPr/>
          </p:nvCxnSpPr>
          <p:spPr>
            <a:xfrm>
              <a:off x="4572000" y="4755675"/>
              <a:ext cx="0" cy="387900"/>
            </a:xfrm>
            <a:prstGeom prst="straightConnector1">
              <a:avLst/>
            </a:prstGeom>
            <a:noFill/>
            <a:ln w="9525" cap="flat" cmpd="sng">
              <a:solidFill>
                <a:schemeClr val="lt2"/>
              </a:solidFill>
              <a:prstDash val="solid"/>
              <a:round/>
              <a:headEnd type="none" w="med" len="med"/>
              <a:tailEnd type="none" w="med" len="med"/>
            </a:ln>
          </p:spPr>
        </p:cxnSp>
        <p:cxnSp>
          <p:nvCxnSpPr>
            <p:cNvPr id="386" name="Google Shape;386;p31"/>
            <p:cNvCxnSpPr/>
            <p:nvPr/>
          </p:nvCxnSpPr>
          <p:spPr>
            <a:xfrm>
              <a:off x="-19200" y="4755675"/>
              <a:ext cx="9163200" cy="0"/>
            </a:xfrm>
            <a:prstGeom prst="straightConnector1">
              <a:avLst/>
            </a:prstGeom>
            <a:noFill/>
            <a:ln w="9525" cap="flat" cmpd="sng">
              <a:solidFill>
                <a:schemeClr val="lt2"/>
              </a:solidFill>
              <a:prstDash val="solid"/>
              <a:round/>
              <a:headEnd type="none" w="med" len="med"/>
              <a:tailEnd type="none" w="med" len="med"/>
            </a:ln>
          </p:spPr>
        </p:cxnSp>
      </p:grpSp>
      <p:cxnSp>
        <p:nvCxnSpPr>
          <p:cNvPr id="387" name="Google Shape;387;p31"/>
          <p:cNvCxnSpPr/>
          <p:nvPr/>
        </p:nvCxnSpPr>
        <p:spPr>
          <a:xfrm>
            <a:off x="4572000" y="0"/>
            <a:ext cx="0" cy="387900"/>
          </a:xfrm>
          <a:prstGeom prst="straightConnector1">
            <a:avLst/>
          </a:prstGeom>
          <a:noFill/>
          <a:ln w="9525" cap="flat" cmpd="sng">
            <a:solidFill>
              <a:schemeClr val="lt2"/>
            </a:solidFill>
            <a:prstDash val="solid"/>
            <a:round/>
            <a:headEnd type="none" w="med" len="med"/>
            <a:tailEnd type="none" w="med" len="med"/>
          </a:ln>
        </p:spPr>
      </p:cxnSp>
      <p:sp>
        <p:nvSpPr>
          <p:cNvPr id="388" name="Google Shape;388;p31"/>
          <p:cNvSpPr/>
          <p:nvPr/>
        </p:nvSpPr>
        <p:spPr>
          <a:xfrm>
            <a:off x="-879625" y="1229313"/>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89" name="Google Shape;389;p31"/>
          <p:cNvPicPr preferRelativeResize="0"/>
          <p:nvPr/>
        </p:nvPicPr>
        <p:blipFill rotWithShape="1">
          <a:blip r:embed="rId2">
            <a:alphaModFix/>
          </a:blip>
          <a:srcRect l="33555" t="8680" r="42709" b="5886"/>
          <a:stretch/>
        </p:blipFill>
        <p:spPr>
          <a:xfrm>
            <a:off x="6973763" y="1465788"/>
            <a:ext cx="2170248" cy="4394274"/>
          </a:xfrm>
          <a:prstGeom prst="rect">
            <a:avLst/>
          </a:prstGeom>
          <a:noFill/>
          <a:ln>
            <a:noFill/>
          </a:ln>
          <a:effectLst>
            <a:outerShdw blurRad="57150" dist="28575" dir="6840000" algn="bl" rotWithShape="0">
              <a:srgbClr val="000000">
                <a:alpha val="39000"/>
              </a:srgbClr>
            </a:outerShdw>
          </a:effectLst>
        </p:spPr>
      </p:pic>
      <p:pic>
        <p:nvPicPr>
          <p:cNvPr id="390" name="Google Shape;390;p31"/>
          <p:cNvPicPr preferRelativeResize="0"/>
          <p:nvPr/>
        </p:nvPicPr>
        <p:blipFill rotWithShape="1">
          <a:blip r:embed="rId3">
            <a:alphaModFix/>
          </a:blip>
          <a:srcRect l="28220" t="17074" r="12900" b="18806"/>
          <a:stretch/>
        </p:blipFill>
        <p:spPr>
          <a:xfrm rot="-1012590">
            <a:off x="-578224" y="-912589"/>
            <a:ext cx="5383972" cy="3298027"/>
          </a:xfrm>
          <a:prstGeom prst="rect">
            <a:avLst/>
          </a:prstGeom>
          <a:noFill/>
          <a:ln>
            <a:noFill/>
          </a:ln>
          <a:effectLst>
            <a:outerShdw blurRad="57150" dist="28575" dir="6840000" algn="bl" rotWithShape="0">
              <a:srgbClr val="000000">
                <a:alpha val="37000"/>
              </a:srgbClr>
            </a:outerShdw>
          </a:effectLst>
        </p:spPr>
      </p:pic>
      <p:pic>
        <p:nvPicPr>
          <p:cNvPr id="391" name="Google Shape;391;p31"/>
          <p:cNvPicPr preferRelativeResize="0"/>
          <p:nvPr/>
        </p:nvPicPr>
        <p:blipFill rotWithShape="1">
          <a:blip r:embed="rId4">
            <a:alphaModFix/>
          </a:blip>
          <a:srcRect l="22820" t="35125" r="60837" b="21928"/>
          <a:stretch/>
        </p:blipFill>
        <p:spPr>
          <a:xfrm rot="-9432489">
            <a:off x="1895089" y="3653253"/>
            <a:ext cx="1272373" cy="1880948"/>
          </a:xfrm>
          <a:prstGeom prst="rect">
            <a:avLst/>
          </a:prstGeom>
          <a:noFill/>
          <a:ln>
            <a:noFill/>
          </a:ln>
          <a:effectLst>
            <a:outerShdw blurRad="57150" dist="19050" dir="6840000" algn="bl" rotWithShape="0">
              <a:srgbClr val="000000">
                <a:alpha val="37000"/>
              </a:srgbClr>
            </a:outerShdw>
          </a:effectLst>
        </p:spPr>
      </p:pic>
      <p:sp>
        <p:nvSpPr>
          <p:cNvPr id="392" name="Google Shape;392;p31"/>
          <p:cNvSpPr/>
          <p:nvPr/>
        </p:nvSpPr>
        <p:spPr>
          <a:xfrm>
            <a:off x="1035200" y="2666850"/>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1"/>
          <p:cNvSpPr/>
          <p:nvPr/>
        </p:nvSpPr>
        <p:spPr>
          <a:xfrm>
            <a:off x="5379625"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27575" y="451625"/>
            <a:ext cx="71478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300"/>
              <a:buFont typeface="Cinzel Decorative"/>
              <a:buNone/>
              <a:defRPr sz="3300">
                <a:solidFill>
                  <a:schemeClr val="dk1"/>
                </a:solidFill>
                <a:latin typeface="Cinzel Decorative"/>
                <a:ea typeface="Cinzel Decorative"/>
                <a:cs typeface="Cinzel Decorative"/>
                <a:sym typeface="Cinzel Decorative"/>
              </a:defRPr>
            </a:lvl1pPr>
            <a:lvl2pPr lvl="1">
              <a:spcBef>
                <a:spcPts val="0"/>
              </a:spcBef>
              <a:spcAft>
                <a:spcPts val="0"/>
              </a:spcAft>
              <a:buClr>
                <a:schemeClr val="dk1"/>
              </a:buClr>
              <a:buSzPts val="3300"/>
              <a:buFont typeface="Cinzel Decorative"/>
              <a:buNone/>
              <a:defRPr sz="3300">
                <a:solidFill>
                  <a:schemeClr val="dk1"/>
                </a:solidFill>
                <a:latin typeface="Cinzel Decorative"/>
                <a:ea typeface="Cinzel Decorative"/>
                <a:cs typeface="Cinzel Decorative"/>
                <a:sym typeface="Cinzel Decorative"/>
              </a:defRPr>
            </a:lvl2pPr>
            <a:lvl3pPr lvl="2">
              <a:spcBef>
                <a:spcPts val="0"/>
              </a:spcBef>
              <a:spcAft>
                <a:spcPts val="0"/>
              </a:spcAft>
              <a:buClr>
                <a:schemeClr val="dk1"/>
              </a:buClr>
              <a:buSzPts val="3300"/>
              <a:buFont typeface="Cinzel Decorative"/>
              <a:buNone/>
              <a:defRPr sz="3300">
                <a:solidFill>
                  <a:schemeClr val="dk1"/>
                </a:solidFill>
                <a:latin typeface="Cinzel Decorative"/>
                <a:ea typeface="Cinzel Decorative"/>
                <a:cs typeface="Cinzel Decorative"/>
                <a:sym typeface="Cinzel Decorative"/>
              </a:defRPr>
            </a:lvl3pPr>
            <a:lvl4pPr lvl="3">
              <a:spcBef>
                <a:spcPts val="0"/>
              </a:spcBef>
              <a:spcAft>
                <a:spcPts val="0"/>
              </a:spcAft>
              <a:buClr>
                <a:schemeClr val="dk1"/>
              </a:buClr>
              <a:buSzPts val="3300"/>
              <a:buFont typeface="Cinzel Decorative"/>
              <a:buNone/>
              <a:defRPr sz="3300">
                <a:solidFill>
                  <a:schemeClr val="dk1"/>
                </a:solidFill>
                <a:latin typeface="Cinzel Decorative"/>
                <a:ea typeface="Cinzel Decorative"/>
                <a:cs typeface="Cinzel Decorative"/>
                <a:sym typeface="Cinzel Decorative"/>
              </a:defRPr>
            </a:lvl4pPr>
            <a:lvl5pPr lvl="4">
              <a:spcBef>
                <a:spcPts val="0"/>
              </a:spcBef>
              <a:spcAft>
                <a:spcPts val="0"/>
              </a:spcAft>
              <a:buClr>
                <a:schemeClr val="dk1"/>
              </a:buClr>
              <a:buSzPts val="3300"/>
              <a:buFont typeface="Cinzel Decorative"/>
              <a:buNone/>
              <a:defRPr sz="3300">
                <a:solidFill>
                  <a:schemeClr val="dk1"/>
                </a:solidFill>
                <a:latin typeface="Cinzel Decorative"/>
                <a:ea typeface="Cinzel Decorative"/>
                <a:cs typeface="Cinzel Decorative"/>
                <a:sym typeface="Cinzel Decorative"/>
              </a:defRPr>
            </a:lvl5pPr>
            <a:lvl6pPr lvl="5">
              <a:spcBef>
                <a:spcPts val="0"/>
              </a:spcBef>
              <a:spcAft>
                <a:spcPts val="0"/>
              </a:spcAft>
              <a:buClr>
                <a:schemeClr val="dk1"/>
              </a:buClr>
              <a:buSzPts val="3300"/>
              <a:buFont typeface="Cinzel Decorative"/>
              <a:buNone/>
              <a:defRPr sz="3300">
                <a:solidFill>
                  <a:schemeClr val="dk1"/>
                </a:solidFill>
                <a:latin typeface="Cinzel Decorative"/>
                <a:ea typeface="Cinzel Decorative"/>
                <a:cs typeface="Cinzel Decorative"/>
                <a:sym typeface="Cinzel Decorative"/>
              </a:defRPr>
            </a:lvl6pPr>
            <a:lvl7pPr lvl="6">
              <a:spcBef>
                <a:spcPts val="0"/>
              </a:spcBef>
              <a:spcAft>
                <a:spcPts val="0"/>
              </a:spcAft>
              <a:buClr>
                <a:schemeClr val="dk1"/>
              </a:buClr>
              <a:buSzPts val="3300"/>
              <a:buFont typeface="Cinzel Decorative"/>
              <a:buNone/>
              <a:defRPr sz="3300">
                <a:solidFill>
                  <a:schemeClr val="dk1"/>
                </a:solidFill>
                <a:latin typeface="Cinzel Decorative"/>
                <a:ea typeface="Cinzel Decorative"/>
                <a:cs typeface="Cinzel Decorative"/>
                <a:sym typeface="Cinzel Decorative"/>
              </a:defRPr>
            </a:lvl7pPr>
            <a:lvl8pPr lvl="7">
              <a:spcBef>
                <a:spcPts val="0"/>
              </a:spcBef>
              <a:spcAft>
                <a:spcPts val="0"/>
              </a:spcAft>
              <a:buClr>
                <a:schemeClr val="dk1"/>
              </a:buClr>
              <a:buSzPts val="3300"/>
              <a:buFont typeface="Cinzel Decorative"/>
              <a:buNone/>
              <a:defRPr sz="3300">
                <a:solidFill>
                  <a:schemeClr val="dk1"/>
                </a:solidFill>
                <a:latin typeface="Cinzel Decorative"/>
                <a:ea typeface="Cinzel Decorative"/>
                <a:cs typeface="Cinzel Decorative"/>
                <a:sym typeface="Cinzel Decorative"/>
              </a:defRPr>
            </a:lvl8pPr>
            <a:lvl9pPr lvl="8">
              <a:spcBef>
                <a:spcPts val="0"/>
              </a:spcBef>
              <a:spcAft>
                <a:spcPts val="0"/>
              </a:spcAft>
              <a:buClr>
                <a:schemeClr val="dk1"/>
              </a:buClr>
              <a:buSzPts val="3300"/>
              <a:buFont typeface="Cinzel Decorative"/>
              <a:buNone/>
              <a:defRPr sz="3300">
                <a:solidFill>
                  <a:schemeClr val="dk1"/>
                </a:solidFill>
                <a:latin typeface="Cinzel Decorative"/>
                <a:ea typeface="Cinzel Decorative"/>
                <a:cs typeface="Cinzel Decorative"/>
                <a:sym typeface="Cinzel Decorative"/>
              </a:defRPr>
            </a:lvl9pPr>
          </a:lstStyle>
          <a:p>
            <a:endParaRPr/>
          </a:p>
        </p:txBody>
      </p:sp>
      <p:sp>
        <p:nvSpPr>
          <p:cNvPr id="7" name="Google Shape;7;p1"/>
          <p:cNvSpPr txBox="1">
            <a:spLocks noGrp="1"/>
          </p:cNvSpPr>
          <p:nvPr>
            <p:ph type="body" idx="1"/>
          </p:nvPr>
        </p:nvSpPr>
        <p:spPr>
          <a:xfrm>
            <a:off x="1027575" y="1152475"/>
            <a:ext cx="71478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1"/>
              </a:buClr>
              <a:buSzPts val="1800"/>
              <a:buFont typeface="Amiri"/>
              <a:buChar char="●"/>
              <a:defRPr sz="1800">
                <a:solidFill>
                  <a:schemeClr val="dk1"/>
                </a:solidFill>
                <a:latin typeface="Amiri"/>
                <a:ea typeface="Amiri"/>
                <a:cs typeface="Amiri"/>
                <a:sym typeface="Amiri"/>
              </a:defRPr>
            </a:lvl1pPr>
            <a:lvl2pPr marL="914400" lvl="1" indent="-317500">
              <a:lnSpc>
                <a:spcPct val="100000"/>
              </a:lnSpc>
              <a:spcBef>
                <a:spcPts val="0"/>
              </a:spcBef>
              <a:spcAft>
                <a:spcPts val="0"/>
              </a:spcAft>
              <a:buClr>
                <a:schemeClr val="dk1"/>
              </a:buClr>
              <a:buSzPts val="1400"/>
              <a:buFont typeface="Amiri"/>
              <a:buChar char="○"/>
              <a:defRPr>
                <a:solidFill>
                  <a:schemeClr val="dk1"/>
                </a:solidFill>
                <a:latin typeface="Amiri"/>
                <a:ea typeface="Amiri"/>
                <a:cs typeface="Amiri"/>
                <a:sym typeface="Amiri"/>
              </a:defRPr>
            </a:lvl2pPr>
            <a:lvl3pPr marL="1371600" lvl="2" indent="-317500">
              <a:lnSpc>
                <a:spcPct val="100000"/>
              </a:lnSpc>
              <a:spcBef>
                <a:spcPts val="0"/>
              </a:spcBef>
              <a:spcAft>
                <a:spcPts val="0"/>
              </a:spcAft>
              <a:buClr>
                <a:schemeClr val="dk1"/>
              </a:buClr>
              <a:buSzPts val="1400"/>
              <a:buFont typeface="Amiri"/>
              <a:buChar char="■"/>
              <a:defRPr>
                <a:solidFill>
                  <a:schemeClr val="dk1"/>
                </a:solidFill>
                <a:latin typeface="Amiri"/>
                <a:ea typeface="Amiri"/>
                <a:cs typeface="Amiri"/>
                <a:sym typeface="Amiri"/>
              </a:defRPr>
            </a:lvl3pPr>
            <a:lvl4pPr marL="1828800" lvl="3" indent="-317500">
              <a:lnSpc>
                <a:spcPct val="100000"/>
              </a:lnSpc>
              <a:spcBef>
                <a:spcPts val="0"/>
              </a:spcBef>
              <a:spcAft>
                <a:spcPts val="0"/>
              </a:spcAft>
              <a:buClr>
                <a:schemeClr val="dk1"/>
              </a:buClr>
              <a:buSzPts val="1400"/>
              <a:buFont typeface="Amiri"/>
              <a:buChar char="●"/>
              <a:defRPr>
                <a:solidFill>
                  <a:schemeClr val="dk1"/>
                </a:solidFill>
                <a:latin typeface="Amiri"/>
                <a:ea typeface="Amiri"/>
                <a:cs typeface="Amiri"/>
                <a:sym typeface="Amiri"/>
              </a:defRPr>
            </a:lvl4pPr>
            <a:lvl5pPr marL="2286000" lvl="4" indent="-317500">
              <a:lnSpc>
                <a:spcPct val="100000"/>
              </a:lnSpc>
              <a:spcBef>
                <a:spcPts val="0"/>
              </a:spcBef>
              <a:spcAft>
                <a:spcPts val="0"/>
              </a:spcAft>
              <a:buClr>
                <a:schemeClr val="dk1"/>
              </a:buClr>
              <a:buSzPts val="1400"/>
              <a:buFont typeface="Amiri"/>
              <a:buChar char="○"/>
              <a:defRPr>
                <a:solidFill>
                  <a:schemeClr val="dk1"/>
                </a:solidFill>
                <a:latin typeface="Amiri"/>
                <a:ea typeface="Amiri"/>
                <a:cs typeface="Amiri"/>
                <a:sym typeface="Amiri"/>
              </a:defRPr>
            </a:lvl5pPr>
            <a:lvl6pPr marL="2743200" lvl="5" indent="-317500">
              <a:lnSpc>
                <a:spcPct val="100000"/>
              </a:lnSpc>
              <a:spcBef>
                <a:spcPts val="0"/>
              </a:spcBef>
              <a:spcAft>
                <a:spcPts val="0"/>
              </a:spcAft>
              <a:buClr>
                <a:schemeClr val="dk1"/>
              </a:buClr>
              <a:buSzPts val="1400"/>
              <a:buFont typeface="Amiri"/>
              <a:buChar char="■"/>
              <a:defRPr>
                <a:solidFill>
                  <a:schemeClr val="dk1"/>
                </a:solidFill>
                <a:latin typeface="Amiri"/>
                <a:ea typeface="Amiri"/>
                <a:cs typeface="Amiri"/>
                <a:sym typeface="Amiri"/>
              </a:defRPr>
            </a:lvl6pPr>
            <a:lvl7pPr marL="3200400" lvl="6" indent="-317500">
              <a:lnSpc>
                <a:spcPct val="100000"/>
              </a:lnSpc>
              <a:spcBef>
                <a:spcPts val="0"/>
              </a:spcBef>
              <a:spcAft>
                <a:spcPts val="0"/>
              </a:spcAft>
              <a:buClr>
                <a:schemeClr val="dk1"/>
              </a:buClr>
              <a:buSzPts val="1400"/>
              <a:buFont typeface="Amiri"/>
              <a:buChar char="●"/>
              <a:defRPr>
                <a:solidFill>
                  <a:schemeClr val="dk1"/>
                </a:solidFill>
                <a:latin typeface="Amiri"/>
                <a:ea typeface="Amiri"/>
                <a:cs typeface="Amiri"/>
                <a:sym typeface="Amiri"/>
              </a:defRPr>
            </a:lvl7pPr>
            <a:lvl8pPr marL="3657600" lvl="7" indent="-317500">
              <a:lnSpc>
                <a:spcPct val="100000"/>
              </a:lnSpc>
              <a:spcBef>
                <a:spcPts val="0"/>
              </a:spcBef>
              <a:spcAft>
                <a:spcPts val="0"/>
              </a:spcAft>
              <a:buClr>
                <a:schemeClr val="dk1"/>
              </a:buClr>
              <a:buSzPts val="1400"/>
              <a:buFont typeface="Amiri"/>
              <a:buChar char="○"/>
              <a:defRPr>
                <a:solidFill>
                  <a:schemeClr val="dk1"/>
                </a:solidFill>
                <a:latin typeface="Amiri"/>
                <a:ea typeface="Amiri"/>
                <a:cs typeface="Amiri"/>
                <a:sym typeface="Amiri"/>
              </a:defRPr>
            </a:lvl8pPr>
            <a:lvl9pPr marL="4114800" lvl="8" indent="-317500">
              <a:lnSpc>
                <a:spcPct val="100000"/>
              </a:lnSpc>
              <a:spcBef>
                <a:spcPts val="0"/>
              </a:spcBef>
              <a:spcAft>
                <a:spcPts val="0"/>
              </a:spcAft>
              <a:buClr>
                <a:schemeClr val="dk1"/>
              </a:buClr>
              <a:buSzPts val="1400"/>
              <a:buFont typeface="Amiri"/>
              <a:buChar char="■"/>
              <a:defRPr>
                <a:solidFill>
                  <a:schemeClr val="dk1"/>
                </a:solidFill>
                <a:latin typeface="Amiri"/>
                <a:ea typeface="Amiri"/>
                <a:cs typeface="Amiri"/>
                <a:sym typeface="Ami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2" r:id="rId3"/>
    <p:sldLayoutId id="2147483653" r:id="rId4"/>
    <p:sldLayoutId id="2147483655"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 id="2147483667" r:id="rId15"/>
    <p:sldLayoutId id="2147483668" r:id="rId16"/>
    <p:sldLayoutId id="2147483670" r:id="rId17"/>
    <p:sldLayoutId id="2147483671" r:id="rId18"/>
    <p:sldLayoutId id="2147483672" r:id="rId19"/>
    <p:sldLayoutId id="2147483673" r:id="rId20"/>
    <p:sldLayoutId id="2147483674" r:id="rId21"/>
    <p:sldLayoutId id="2147483675" r:id="rId22"/>
    <p:sldLayoutId id="2147483676" r:id="rId23"/>
    <p:sldLayoutId id="2147483677" r:id="rId2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flaticon.com/?utm_source=slidesgo_template&amp;utm_medium=referral-link&amp;utm_campaign=promo-slide&amp;utm_term=slidesgo&amp;utm_content=flaticon" TargetMode="External"/><Relationship Id="rId3" Type="http://schemas.openxmlformats.org/officeDocument/2006/relationships/slide" Target="slide26.xml"/><Relationship Id="rId7" Type="http://schemas.openxmlformats.org/officeDocument/2006/relationships/hyperlink" Target="https://www.freepik.com/?utm_source=slidesgo_template&amp;utm_medium=referral-link&amp;utm_campaign=promo-slide&amp;utm_term=slidesgo&amp;utm_content=freepik" TargetMode="External"/><Relationship Id="rId12"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hyperlink" Target="http://bit.ly/33VAFh3" TargetMode="External"/><Relationship Id="rId11" Type="http://schemas.openxmlformats.org/officeDocument/2006/relationships/hyperlink" Target="https://vidfy.com/?utm_source=slidesgo_template&amp;utm_medium=referral-link&amp;utm_campaign=promo-slide&amp;utm_term=slidesgo&amp;utm_content=vidfy" TargetMode="External"/><Relationship Id="rId5" Type="http://schemas.openxmlformats.org/officeDocument/2006/relationships/hyperlink" Target="http://bit.ly/30B07Gq" TargetMode="External"/><Relationship Id="rId10" Type="http://schemas.openxmlformats.org/officeDocument/2006/relationships/hyperlink" Target="https://wepik.com/?utm_source=slidesgo_template&amp;utm_medium=referral-link&amp;utm_campaign=promo-slide&amp;utm_term=slidesgo&amp;utm_content=wepik" TargetMode="External"/><Relationship Id="rId4" Type="http://schemas.openxmlformats.org/officeDocument/2006/relationships/hyperlink" Target="http://bit.ly/2Tynxth" TargetMode="External"/><Relationship Id="rId9" Type="http://schemas.openxmlformats.org/officeDocument/2006/relationships/hyperlink" Target="https://storyset.com/?utm_source=slidesgo_template&amp;utm_medium=referral-link&amp;utm_campaign=promo-slide&amp;utm_term=slidesgo&amp;utm_content=storyset"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9.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ocs.google.com/spreadsheets/d/13uxua-p7yJT3hnvSC5uJc_1HF3IBkh805WMpABLls20/copy" TargetMode="External"/><Relationship Id="rId2" Type="http://schemas.openxmlformats.org/officeDocument/2006/relationships/notesSlide" Target="../notesSlides/notesSlide17.xml"/><Relationship Id="rId1" Type="http://schemas.openxmlformats.org/officeDocument/2006/relationships/slideLayout" Target="../slideLayouts/slideLayout14.xml"/><Relationship Id="rId6" Type="http://schemas.openxmlformats.org/officeDocument/2006/relationships/image" Target="../media/image7.png"/><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hyperlink" Target="https://docs.google.com/spreadsheets/d/13uxua-p7yJT3hnvSC5uJc_1HF3IBkh805WMpABLls20/copy#gid=1080501430" TargetMode="External"/><Relationship Id="rId7"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5.xml"/><Relationship Id="rId6" Type="http://schemas.openxmlformats.org/officeDocument/2006/relationships/image" Target="../media/image3.png"/><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1.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5.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408"/>
        <p:cNvGrpSpPr/>
        <p:nvPr/>
      </p:nvGrpSpPr>
      <p:grpSpPr>
        <a:xfrm>
          <a:off x="0" y="0"/>
          <a:ext cx="0" cy="0"/>
          <a:chOff x="0" y="0"/>
          <a:chExt cx="0" cy="0"/>
        </a:xfrm>
      </p:grpSpPr>
      <p:sp>
        <p:nvSpPr>
          <p:cNvPr id="409" name="Google Shape;409;p36"/>
          <p:cNvSpPr txBox="1">
            <a:spLocks noGrp="1"/>
          </p:cNvSpPr>
          <p:nvPr>
            <p:ph type="ctrTitle"/>
          </p:nvPr>
        </p:nvSpPr>
        <p:spPr>
          <a:xfrm>
            <a:off x="1679998" y="1341250"/>
            <a:ext cx="5784000" cy="2175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Legacy of Roman Mythology Bachelor’s Thesis</a:t>
            </a:r>
            <a:endParaRPr/>
          </a:p>
        </p:txBody>
      </p:sp>
      <p:sp>
        <p:nvSpPr>
          <p:cNvPr id="410" name="Google Shape;410;p36"/>
          <p:cNvSpPr txBox="1">
            <a:spLocks noGrp="1"/>
          </p:cNvSpPr>
          <p:nvPr>
            <p:ph type="subTitle" idx="1"/>
          </p:nvPr>
        </p:nvSpPr>
        <p:spPr>
          <a:xfrm>
            <a:off x="1680002" y="3480650"/>
            <a:ext cx="5784000" cy="439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Here is where your presentation begins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37"/>
          <p:cNvSpPr txBox="1">
            <a:spLocks noGrp="1"/>
          </p:cNvSpPr>
          <p:nvPr>
            <p:ph type="title"/>
          </p:nvPr>
        </p:nvSpPr>
        <p:spPr>
          <a:xfrm rot="-535">
            <a:off x="713250" y="451337"/>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 Contents of this template</a:t>
            </a:r>
            <a:endParaRPr/>
          </a:p>
        </p:txBody>
      </p:sp>
      <p:graphicFrame>
        <p:nvGraphicFramePr>
          <p:cNvPr id="416" name="Google Shape;416;p37"/>
          <p:cNvGraphicFramePr/>
          <p:nvPr/>
        </p:nvGraphicFramePr>
        <p:xfrm>
          <a:off x="749575" y="1686550"/>
          <a:ext cx="3000000" cy="3000000"/>
        </p:xfrm>
        <a:graphic>
          <a:graphicData uri="http://schemas.openxmlformats.org/drawingml/2006/table">
            <a:tbl>
              <a:tblPr>
                <a:noFill/>
                <a:tableStyleId>{746D15AA-4250-4313-8BBB-AB34D243D472}</a:tableStyleId>
              </a:tblPr>
              <a:tblGrid>
                <a:gridCol w="3323475">
                  <a:extLst>
                    <a:ext uri="{9D8B030D-6E8A-4147-A177-3AD203B41FA5}">
                      <a16:colId xmlns:a16="http://schemas.microsoft.com/office/drawing/2014/main" val="20000"/>
                    </a:ext>
                  </a:extLst>
                </a:gridCol>
                <a:gridCol w="4303025">
                  <a:extLst>
                    <a:ext uri="{9D8B030D-6E8A-4147-A177-3AD203B41FA5}">
                      <a16:colId xmlns:a16="http://schemas.microsoft.com/office/drawing/2014/main" val="20001"/>
                    </a:ext>
                  </a:extLst>
                </a:gridCol>
              </a:tblGrid>
              <a:tr h="345125">
                <a:tc>
                  <a:txBody>
                    <a:bodyPr/>
                    <a:lstStyle/>
                    <a:p>
                      <a:pPr marL="0" lvl="0" indent="0" algn="l" rtl="0">
                        <a:spcBef>
                          <a:spcPts val="0"/>
                        </a:spcBef>
                        <a:spcAft>
                          <a:spcPts val="0"/>
                        </a:spcAft>
                        <a:buNone/>
                      </a:pPr>
                      <a:r>
                        <a:rPr lang="en" sz="1200" b="1">
                          <a:solidFill>
                            <a:schemeClr val="accent1"/>
                          </a:solidFill>
                          <a:uFill>
                            <a:noFill/>
                          </a:uFill>
                          <a:latin typeface="Cinzel Decorative"/>
                          <a:ea typeface="Cinzel Decorative"/>
                          <a:cs typeface="Cinzel Decorative"/>
                          <a:sym typeface="Cinzel Decorativ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Fonts</a:t>
                      </a:r>
                      <a:endParaRPr sz="1200" b="1">
                        <a:solidFill>
                          <a:schemeClr val="accent1"/>
                        </a:solidFill>
                        <a:latin typeface="Cinzel Decorative"/>
                        <a:ea typeface="Cinzel Decorative"/>
                        <a:cs typeface="Cinzel Decorative"/>
                        <a:sym typeface="Cinzel Decorativ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l" rtl="0">
                        <a:spcBef>
                          <a:spcPts val="0"/>
                        </a:spcBef>
                        <a:spcAft>
                          <a:spcPts val="1600"/>
                        </a:spcAft>
                        <a:buNone/>
                      </a:pPr>
                      <a:r>
                        <a:rPr lang="en" sz="1100">
                          <a:solidFill>
                            <a:schemeClr val="dk1"/>
                          </a:solidFill>
                          <a:latin typeface="Amiri"/>
                          <a:ea typeface="Amiri"/>
                          <a:cs typeface="Amiri"/>
                          <a:sym typeface="Amiri"/>
                        </a:rPr>
                        <a:t>To view this template correctly in PowerPoint, download and install the fonts we used</a:t>
                      </a:r>
                      <a:endParaRPr sz="1100">
                        <a:solidFill>
                          <a:schemeClr val="dk1"/>
                        </a:solidFill>
                        <a:latin typeface="Amiri"/>
                        <a:ea typeface="Amiri"/>
                        <a:cs typeface="Amiri"/>
                        <a:sym typeface="Amiri"/>
                      </a:endParaRPr>
                    </a:p>
                  </a:txBody>
                  <a:tcPr marL="91425" marR="91425" marT="91425" marB="91425" anchor="ctr">
                    <a:lnL w="9525" cap="flat" cmpd="sng">
                      <a:solidFill>
                        <a:schemeClr val="lt2"/>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0"/>
                  </a:ext>
                </a:extLst>
              </a:tr>
              <a:tr h="517725">
                <a:tc>
                  <a:txBody>
                    <a:bodyPr/>
                    <a:lstStyle/>
                    <a:p>
                      <a:pPr marL="0" lvl="0" indent="0" algn="l" rtl="0">
                        <a:spcBef>
                          <a:spcPts val="0"/>
                        </a:spcBef>
                        <a:spcAft>
                          <a:spcPts val="0"/>
                        </a:spcAft>
                        <a:buNone/>
                      </a:pPr>
                      <a:r>
                        <a:rPr lang="en" sz="1200" b="1">
                          <a:solidFill>
                            <a:schemeClr val="accent1"/>
                          </a:solidFill>
                          <a:uFill>
                            <a:noFill/>
                          </a:uFill>
                          <a:latin typeface="Cinzel Decorative"/>
                          <a:ea typeface="Cinzel Decorative"/>
                          <a:cs typeface="Cinzel Decorative"/>
                          <a:sym typeface="Cinzel Decorativ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USED</a:t>
                      </a:r>
                      <a:r>
                        <a:rPr lang="en" sz="1200" b="1">
                          <a:solidFill>
                            <a:schemeClr val="accent1"/>
                          </a:solidFill>
                          <a:latin typeface="Cinzel Decorative"/>
                          <a:ea typeface="Cinzel Decorative"/>
                          <a:cs typeface="Cinzel Decorative"/>
                          <a:sym typeface="Cinzel Decorative"/>
                        </a:rPr>
                        <a:t> and </a:t>
                      </a:r>
                      <a:r>
                        <a:rPr lang="en" sz="1200" b="1">
                          <a:solidFill>
                            <a:schemeClr val="accent1"/>
                          </a:solidFill>
                          <a:uFill>
                            <a:noFill/>
                          </a:uFill>
                          <a:latin typeface="Cinzel Decorative"/>
                          <a:ea typeface="Cinzel Decorative"/>
                          <a:cs typeface="Cinzel Decorative"/>
                          <a:sym typeface="Cinzel Decorativ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ALTERNATIVE RESOURCES</a:t>
                      </a:r>
                      <a:endParaRPr sz="1200" b="1">
                        <a:solidFill>
                          <a:schemeClr val="accent1"/>
                        </a:solidFill>
                        <a:latin typeface="Cinzel Decorative"/>
                        <a:ea typeface="Cinzel Decorative"/>
                        <a:cs typeface="Cinzel Decorative"/>
                        <a:sym typeface="Cinzel Decorativ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1600"/>
                        </a:spcAft>
                        <a:buNone/>
                      </a:pPr>
                      <a:r>
                        <a:rPr lang="en" sz="1100">
                          <a:solidFill>
                            <a:schemeClr val="dk1"/>
                          </a:solidFill>
                          <a:latin typeface="Amiri"/>
                          <a:ea typeface="Amiri"/>
                          <a:cs typeface="Amiri"/>
                          <a:sym typeface="Amiri"/>
                        </a:rPr>
                        <a:t>An assortment of graphic resources that are suitable for use in this presentation here</a:t>
                      </a:r>
                      <a:endParaRPr sz="1100">
                        <a:solidFill>
                          <a:schemeClr val="dk1"/>
                        </a:solidFill>
                        <a:latin typeface="Amiri"/>
                        <a:ea typeface="Amiri"/>
                        <a:cs typeface="Amiri"/>
                        <a:sym typeface="Amiri"/>
                      </a:endParaRPr>
                    </a:p>
                  </a:txBody>
                  <a:tcPr marL="91425" marR="91425" marT="91425" marB="91425" anchor="ctr">
                    <a:lnL w="9525" cap="flat" cmpd="sng">
                      <a:solidFill>
                        <a:schemeClr val="lt2"/>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345125">
                <a:tc>
                  <a:txBody>
                    <a:bodyPr/>
                    <a:lstStyle/>
                    <a:p>
                      <a:pPr marL="0" lvl="0" indent="0" algn="l" rtl="0">
                        <a:spcBef>
                          <a:spcPts val="0"/>
                        </a:spcBef>
                        <a:spcAft>
                          <a:spcPts val="0"/>
                        </a:spcAft>
                        <a:buNone/>
                      </a:pPr>
                      <a:r>
                        <a:rPr lang="en" sz="1200" b="1">
                          <a:solidFill>
                            <a:schemeClr val="accent1"/>
                          </a:solidFill>
                          <a:uFill>
                            <a:noFill/>
                          </a:uFill>
                          <a:latin typeface="Cinzel Decorative"/>
                          <a:ea typeface="Cinzel Decorative"/>
                          <a:cs typeface="Cinzel Decorative"/>
                          <a:sym typeface="Cinzel Decorative"/>
                          <a:hlinkClick r:id="rId3" action="ppaction://hlinksldjump">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Thanks slide</a:t>
                      </a:r>
                      <a:endParaRPr sz="1200" b="1">
                        <a:solidFill>
                          <a:schemeClr val="accent1"/>
                        </a:solidFill>
                        <a:latin typeface="Cinzel Decorative"/>
                        <a:ea typeface="Cinzel Decorative"/>
                        <a:cs typeface="Cinzel Decorative"/>
                        <a:sym typeface="Cinzel Decorativ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l" rtl="0">
                        <a:spcBef>
                          <a:spcPts val="0"/>
                        </a:spcBef>
                        <a:spcAft>
                          <a:spcPts val="1600"/>
                        </a:spcAft>
                        <a:buNone/>
                      </a:pPr>
                      <a:r>
                        <a:rPr lang="en" sz="1100">
                          <a:solidFill>
                            <a:schemeClr val="dk1"/>
                          </a:solidFill>
                          <a:latin typeface="Amiri"/>
                          <a:ea typeface="Amiri"/>
                          <a:cs typeface="Amiri"/>
                          <a:sym typeface="Amiri"/>
                        </a:rPr>
                        <a:t>You must keep it so that proper credits for our design are given</a:t>
                      </a:r>
                      <a:endParaRPr sz="1100">
                        <a:solidFill>
                          <a:schemeClr val="dk1"/>
                        </a:solidFill>
                        <a:latin typeface="Amiri"/>
                        <a:ea typeface="Amiri"/>
                        <a:cs typeface="Amiri"/>
                        <a:sym typeface="Amiri"/>
                      </a:endParaRPr>
                    </a:p>
                  </a:txBody>
                  <a:tcPr marL="91425" marR="91425" marT="91425" marB="91425" anchor="ctr">
                    <a:lnL w="9525" cap="flat" cmpd="sng">
                      <a:solidFill>
                        <a:schemeClr val="lt2"/>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345125">
                <a:tc>
                  <a:txBody>
                    <a:bodyPr/>
                    <a:lstStyle/>
                    <a:p>
                      <a:pPr marL="0" lvl="0" indent="0" algn="l" rtl="0">
                        <a:spcBef>
                          <a:spcPts val="0"/>
                        </a:spcBef>
                        <a:spcAft>
                          <a:spcPts val="0"/>
                        </a:spcAft>
                        <a:buNone/>
                      </a:pPr>
                      <a:r>
                        <a:rPr lang="en" sz="1200" b="1">
                          <a:solidFill>
                            <a:schemeClr val="accent1"/>
                          </a:solidFill>
                          <a:uFill>
                            <a:noFill/>
                          </a:uFill>
                          <a:latin typeface="Cinzel Decorative"/>
                          <a:ea typeface="Cinzel Decorative"/>
                          <a:cs typeface="Cinzel Decorative"/>
                          <a:sym typeface="Cinzel Decorativ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Colors</a:t>
                      </a:r>
                      <a:endParaRPr sz="1200" b="1">
                        <a:solidFill>
                          <a:schemeClr val="accent1"/>
                        </a:solidFill>
                        <a:latin typeface="Cinzel Decorative"/>
                        <a:ea typeface="Cinzel Decorative"/>
                        <a:cs typeface="Cinzel Decorative"/>
                        <a:sym typeface="Cinzel Decorativ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l" rtl="0">
                        <a:spcBef>
                          <a:spcPts val="0"/>
                        </a:spcBef>
                        <a:spcAft>
                          <a:spcPts val="1600"/>
                        </a:spcAft>
                        <a:buNone/>
                      </a:pPr>
                      <a:r>
                        <a:rPr lang="en" sz="1100">
                          <a:solidFill>
                            <a:schemeClr val="dk1"/>
                          </a:solidFill>
                          <a:latin typeface="Amiri"/>
                          <a:ea typeface="Amiri"/>
                          <a:cs typeface="Amiri"/>
                          <a:sym typeface="Amiri"/>
                        </a:rPr>
                        <a:t>All the colors used in this presentation</a:t>
                      </a:r>
                      <a:endParaRPr sz="1100">
                        <a:solidFill>
                          <a:schemeClr val="dk1"/>
                        </a:solidFill>
                        <a:latin typeface="Amiri"/>
                        <a:ea typeface="Amiri"/>
                        <a:cs typeface="Amiri"/>
                        <a:sym typeface="Amiri"/>
                      </a:endParaRPr>
                    </a:p>
                  </a:txBody>
                  <a:tcPr marL="91425" marR="91425" marT="91425" marB="91425" anchor="ctr">
                    <a:lnL w="9525" cap="flat" cmpd="sng">
                      <a:solidFill>
                        <a:schemeClr val="lt2"/>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345125">
                <a:tc>
                  <a:txBody>
                    <a:bodyPr/>
                    <a:lstStyle/>
                    <a:p>
                      <a:pPr marL="0" lvl="0" indent="0" algn="l" rtl="0">
                        <a:spcBef>
                          <a:spcPts val="0"/>
                        </a:spcBef>
                        <a:spcAft>
                          <a:spcPts val="0"/>
                        </a:spcAft>
                        <a:buNone/>
                      </a:pPr>
                      <a:r>
                        <a:rPr lang="en" sz="1200" b="1">
                          <a:solidFill>
                            <a:schemeClr val="accent1"/>
                          </a:solidFill>
                          <a:uFill>
                            <a:noFill/>
                          </a:uFill>
                          <a:latin typeface="Cinzel Decorative"/>
                          <a:ea typeface="Cinzel Decorative"/>
                          <a:cs typeface="Cinzel Decorative"/>
                          <a:sym typeface="Cinzel Decorativ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Infographic resources</a:t>
                      </a:r>
                      <a:endParaRPr sz="1200" b="1">
                        <a:solidFill>
                          <a:schemeClr val="accent1"/>
                        </a:solidFill>
                        <a:latin typeface="Cinzel Decorative"/>
                        <a:ea typeface="Cinzel Decorative"/>
                        <a:cs typeface="Cinzel Decorative"/>
                        <a:sym typeface="Cinzel Decorativ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l" rtl="0">
                        <a:spcBef>
                          <a:spcPts val="0"/>
                        </a:spcBef>
                        <a:spcAft>
                          <a:spcPts val="0"/>
                        </a:spcAft>
                        <a:buNone/>
                      </a:pPr>
                      <a:r>
                        <a:rPr lang="en" sz="1100">
                          <a:solidFill>
                            <a:schemeClr val="dk1"/>
                          </a:solidFill>
                          <a:latin typeface="Amiri"/>
                          <a:ea typeface="Amiri"/>
                          <a:cs typeface="Amiri"/>
                          <a:sym typeface="Amiri"/>
                        </a:rPr>
                        <a:t>These can be used in the template, and their size and color can be edited</a:t>
                      </a:r>
                      <a:endParaRPr sz="1100">
                        <a:solidFill>
                          <a:schemeClr val="dk1"/>
                        </a:solidFill>
                        <a:latin typeface="Amiri"/>
                        <a:ea typeface="Amiri"/>
                        <a:cs typeface="Amiri"/>
                        <a:sym typeface="Amiri"/>
                      </a:endParaRPr>
                    </a:p>
                  </a:txBody>
                  <a:tcPr marL="91425" marR="91425" marT="91425" marB="91425" anchor="ctr">
                    <a:lnL w="9525" cap="flat" cmpd="sng">
                      <a:solidFill>
                        <a:schemeClr val="lt2"/>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345125">
                <a:tc>
                  <a:txBody>
                    <a:bodyPr/>
                    <a:lstStyle/>
                    <a:p>
                      <a:pPr marL="0" lvl="0" indent="0" algn="l" rtl="0">
                        <a:spcBef>
                          <a:spcPts val="0"/>
                        </a:spcBef>
                        <a:spcAft>
                          <a:spcPts val="0"/>
                        </a:spcAft>
                        <a:buNone/>
                      </a:pPr>
                      <a:r>
                        <a:rPr lang="en" sz="1200" b="1">
                          <a:solidFill>
                            <a:schemeClr val="accent1"/>
                          </a:solidFill>
                          <a:uFill>
                            <a:noFill/>
                          </a:uFill>
                          <a:latin typeface="Cinzel Decorative"/>
                          <a:ea typeface="Cinzel Decorative"/>
                          <a:cs typeface="Cinzel Decorative"/>
                          <a:sym typeface="Cinzel Decorative"/>
                          <a:hlinkClick r:id="" action="ppaction://noaction">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Customizable icons</a:t>
                      </a:r>
                      <a:endParaRPr sz="1200" b="1">
                        <a:solidFill>
                          <a:schemeClr val="accent1"/>
                        </a:solidFill>
                        <a:latin typeface="Cinzel Decorative"/>
                        <a:ea typeface="Cinzel Decorative"/>
                        <a:cs typeface="Cinzel Decorative"/>
                        <a:sym typeface="Cinzel Decorativ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1600"/>
                        </a:spcAft>
                        <a:buNone/>
                      </a:pPr>
                      <a:r>
                        <a:rPr lang="en" sz="1100">
                          <a:solidFill>
                            <a:schemeClr val="dk1"/>
                          </a:solidFill>
                          <a:latin typeface="Amiri"/>
                          <a:ea typeface="Amiri"/>
                          <a:cs typeface="Amiri"/>
                          <a:sym typeface="Amiri"/>
                        </a:rPr>
                        <a:t>They are sorted by theme so you can use them in all kinds of different templates and presentations</a:t>
                      </a:r>
                      <a:endParaRPr sz="1100">
                        <a:solidFill>
                          <a:schemeClr val="dk1"/>
                        </a:solidFill>
                        <a:latin typeface="Amiri"/>
                        <a:ea typeface="Amiri"/>
                        <a:cs typeface="Amiri"/>
                        <a:sym typeface="Amiri"/>
                      </a:endParaRPr>
                    </a:p>
                  </a:txBody>
                  <a:tcPr marL="91425" marR="91425" marT="91425" marB="91425" anchor="ctr">
                    <a:lnL w="9525" cap="flat" cmpd="sng">
                      <a:solidFill>
                        <a:schemeClr val="lt2"/>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417" name="Google Shape;417;p37"/>
          <p:cNvSpPr txBox="1"/>
          <p:nvPr/>
        </p:nvSpPr>
        <p:spPr>
          <a:xfrm>
            <a:off x="710825" y="1056725"/>
            <a:ext cx="7704000" cy="510900"/>
          </a:xfrm>
          <a:prstGeom prst="rect">
            <a:avLst/>
          </a:prstGeom>
          <a:noFill/>
          <a:ln>
            <a:noFill/>
          </a:ln>
        </p:spPr>
        <p:txBody>
          <a:bodyPr spcFirstLastPara="1" wrap="square" lIns="91425" tIns="91425" rIns="0" bIns="91425" anchor="t" anchorCtr="0">
            <a:noAutofit/>
          </a:bodyPr>
          <a:lstStyle/>
          <a:p>
            <a:pPr marL="0" lvl="0" indent="0" algn="ctr" rtl="0">
              <a:spcBef>
                <a:spcPts val="0"/>
              </a:spcBef>
              <a:spcAft>
                <a:spcPts val="0"/>
              </a:spcAft>
              <a:buNone/>
            </a:pPr>
            <a:r>
              <a:rPr lang="en" sz="1200" b="1">
                <a:solidFill>
                  <a:schemeClr val="lt2"/>
                </a:solidFill>
                <a:latin typeface="Amiri"/>
                <a:ea typeface="Amiri"/>
                <a:cs typeface="Amiri"/>
                <a:sym typeface="Amiri"/>
              </a:rPr>
              <a:t>This is a slide structure based on a Thesis Defense presentation</a:t>
            </a:r>
            <a:endParaRPr sz="1200" b="1">
              <a:solidFill>
                <a:schemeClr val="lt2"/>
              </a:solidFill>
              <a:latin typeface="Amiri"/>
              <a:ea typeface="Amiri"/>
              <a:cs typeface="Amiri"/>
              <a:sym typeface="Amiri"/>
            </a:endParaRPr>
          </a:p>
          <a:p>
            <a:pPr marL="0" lvl="0" indent="0" algn="ctr" rtl="0">
              <a:spcBef>
                <a:spcPts val="0"/>
              </a:spcBef>
              <a:spcAft>
                <a:spcPts val="0"/>
              </a:spcAft>
              <a:buNone/>
            </a:pPr>
            <a:r>
              <a:rPr lang="en" sz="1200">
                <a:solidFill>
                  <a:schemeClr val="dk1"/>
                </a:solidFill>
                <a:latin typeface="Amiri"/>
                <a:ea typeface="Amiri"/>
                <a:cs typeface="Amiri"/>
                <a:sym typeface="Amiri"/>
              </a:rPr>
              <a:t>You can delete this slide when you’re done editing the presentation</a:t>
            </a:r>
            <a:endParaRPr sz="1200">
              <a:solidFill>
                <a:schemeClr val="dk1"/>
              </a:solidFill>
              <a:latin typeface="Amiri"/>
              <a:ea typeface="Amiri"/>
              <a:cs typeface="Amiri"/>
              <a:sym typeface="Amiri"/>
            </a:endParaRPr>
          </a:p>
          <a:p>
            <a:pPr marL="0" lvl="0" indent="0" algn="ctr" rtl="0">
              <a:spcBef>
                <a:spcPts val="0"/>
              </a:spcBef>
              <a:spcAft>
                <a:spcPts val="0"/>
              </a:spcAft>
              <a:buNone/>
            </a:pPr>
            <a:endParaRPr sz="1200" b="1">
              <a:solidFill>
                <a:schemeClr val="dk1"/>
              </a:solidFill>
              <a:latin typeface="Amiri"/>
              <a:ea typeface="Amiri"/>
              <a:cs typeface="Amiri"/>
              <a:sym typeface="Amiri"/>
            </a:endParaRPr>
          </a:p>
        </p:txBody>
      </p:sp>
      <p:sp>
        <p:nvSpPr>
          <p:cNvPr id="418" name="Google Shape;418;p37"/>
          <p:cNvSpPr txBox="1"/>
          <p:nvPr/>
        </p:nvSpPr>
        <p:spPr>
          <a:xfrm>
            <a:off x="869450" y="4293975"/>
            <a:ext cx="30000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191919"/>
                </a:solidFill>
                <a:latin typeface="Amiri"/>
                <a:ea typeface="Amiri"/>
                <a:cs typeface="Amiri"/>
                <a:sym typeface="Amiri"/>
              </a:rPr>
              <a:t>For more info:</a:t>
            </a:r>
            <a:r>
              <a:rPr lang="en" sz="800" b="1">
                <a:solidFill>
                  <a:srgbClr val="191919"/>
                </a:solidFill>
                <a:latin typeface="Amiri"/>
                <a:ea typeface="Amiri"/>
                <a:cs typeface="Amiri"/>
                <a:sym typeface="Amiri"/>
              </a:rPr>
              <a:t/>
            </a:r>
            <a:br>
              <a:rPr lang="en" sz="800" b="1">
                <a:solidFill>
                  <a:srgbClr val="191919"/>
                </a:solidFill>
                <a:latin typeface="Amiri"/>
                <a:ea typeface="Amiri"/>
                <a:cs typeface="Amiri"/>
                <a:sym typeface="Amiri"/>
              </a:rPr>
            </a:br>
            <a:r>
              <a:rPr lang="en" sz="1000" b="1">
                <a:solidFill>
                  <a:schemeClr val="accent1"/>
                </a:solidFill>
                <a:uFill>
                  <a:noFill/>
                </a:uFill>
                <a:latin typeface="Amiri"/>
                <a:ea typeface="Amiri"/>
                <a:cs typeface="Amiri"/>
                <a:sym typeface="Amiri"/>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a:t>
            </a:r>
            <a:r>
              <a:rPr lang="en" sz="1000" b="1">
                <a:solidFill>
                  <a:schemeClr val="accent1"/>
                </a:solidFill>
                <a:latin typeface="Amiri"/>
                <a:ea typeface="Amiri"/>
                <a:cs typeface="Amiri"/>
                <a:sym typeface="Amiri"/>
              </a:rPr>
              <a:t> |  </a:t>
            </a:r>
            <a:r>
              <a:rPr lang="en" sz="1000" b="1">
                <a:solidFill>
                  <a:schemeClr val="accent1"/>
                </a:solidFill>
                <a:uFill>
                  <a:noFill/>
                </a:uFill>
                <a:latin typeface="Amiri"/>
                <a:ea typeface="Amiri"/>
                <a:cs typeface="Amiri"/>
                <a:sym typeface="Amiri"/>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 SCHOOL</a:t>
            </a:r>
            <a:r>
              <a:rPr lang="en" sz="1000" b="1">
                <a:solidFill>
                  <a:schemeClr val="accent1"/>
                </a:solidFill>
                <a:latin typeface="Amiri"/>
                <a:ea typeface="Amiri"/>
                <a:cs typeface="Amiri"/>
                <a:sym typeface="Amiri"/>
              </a:rPr>
              <a:t>  |  </a:t>
            </a:r>
            <a:r>
              <a:rPr lang="en" sz="1000" b="1">
                <a:solidFill>
                  <a:schemeClr val="accent1"/>
                </a:solidFill>
                <a:uFill>
                  <a:noFill/>
                </a:uFill>
                <a:latin typeface="Amiri"/>
                <a:ea typeface="Amiri"/>
                <a:cs typeface="Amiri"/>
                <a:sym typeface="Amiri"/>
                <a:hlinkClick r:id="rId6">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FAQS</a:t>
            </a:r>
            <a:endParaRPr sz="1500">
              <a:solidFill>
                <a:schemeClr val="accent1"/>
              </a:solidFill>
              <a:latin typeface="Amiri"/>
              <a:ea typeface="Amiri"/>
              <a:cs typeface="Amiri"/>
              <a:sym typeface="Amiri"/>
            </a:endParaRPr>
          </a:p>
        </p:txBody>
      </p:sp>
      <p:sp>
        <p:nvSpPr>
          <p:cNvPr id="419" name="Google Shape;419;p37"/>
          <p:cNvSpPr txBox="1"/>
          <p:nvPr/>
        </p:nvSpPr>
        <p:spPr>
          <a:xfrm>
            <a:off x="5015639" y="4293975"/>
            <a:ext cx="3258900" cy="4617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a:solidFill>
                  <a:srgbClr val="191919"/>
                </a:solidFill>
                <a:latin typeface="Amiri"/>
                <a:ea typeface="Amiri"/>
                <a:cs typeface="Amiri"/>
                <a:sym typeface="Amiri"/>
              </a:rPr>
              <a:t>You can visit our sister projects:</a:t>
            </a:r>
            <a:r>
              <a:rPr lang="en" sz="800" b="1">
                <a:solidFill>
                  <a:srgbClr val="191919"/>
                </a:solidFill>
                <a:latin typeface="Amiri"/>
                <a:ea typeface="Amiri"/>
                <a:cs typeface="Amiri"/>
                <a:sym typeface="Amiri"/>
              </a:rPr>
              <a:t/>
            </a:r>
            <a:br>
              <a:rPr lang="en" sz="800" b="1">
                <a:solidFill>
                  <a:srgbClr val="191919"/>
                </a:solidFill>
                <a:latin typeface="Amiri"/>
                <a:ea typeface="Amiri"/>
                <a:cs typeface="Amiri"/>
                <a:sym typeface="Amiri"/>
              </a:rPr>
            </a:br>
            <a:r>
              <a:rPr lang="en" sz="1000" b="1">
                <a:solidFill>
                  <a:schemeClr val="accent1"/>
                </a:solidFill>
                <a:uFill>
                  <a:noFill/>
                </a:uFill>
                <a:latin typeface="Amiri"/>
                <a:ea typeface="Amiri"/>
                <a:cs typeface="Amiri"/>
                <a:sym typeface="Amiri"/>
                <a:hlinkClick r:id="rId7">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r>
              <a:rPr lang="en" sz="1000" b="1">
                <a:solidFill>
                  <a:schemeClr val="accent1"/>
                </a:solidFill>
                <a:latin typeface="Amiri"/>
                <a:ea typeface="Amiri"/>
                <a:cs typeface="Amiri"/>
                <a:sym typeface="Amiri"/>
              </a:rPr>
              <a:t> | </a:t>
            </a:r>
            <a:r>
              <a:rPr lang="en" sz="1000" b="1">
                <a:solidFill>
                  <a:schemeClr val="accent1"/>
                </a:solidFill>
                <a:uFill>
                  <a:noFill/>
                </a:uFill>
                <a:latin typeface="Amiri"/>
                <a:ea typeface="Amiri"/>
                <a:cs typeface="Amiri"/>
                <a:sym typeface="Amiri"/>
                <a:hlinkClick r:id="rId8">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000" b="1">
                <a:solidFill>
                  <a:schemeClr val="accent1"/>
                </a:solidFill>
                <a:latin typeface="Amiri"/>
                <a:ea typeface="Amiri"/>
                <a:cs typeface="Amiri"/>
                <a:sym typeface="Amiri"/>
              </a:rPr>
              <a:t> | </a:t>
            </a:r>
            <a:r>
              <a:rPr lang="en" sz="1000" b="1">
                <a:solidFill>
                  <a:schemeClr val="accent1"/>
                </a:solidFill>
                <a:uFill>
                  <a:noFill/>
                </a:uFill>
                <a:latin typeface="Amiri"/>
                <a:ea typeface="Amiri"/>
                <a:cs typeface="Amiri"/>
                <a:sym typeface="Amiri"/>
                <a:hlinkClick r:id="rId9">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STORYSET</a:t>
            </a:r>
            <a:r>
              <a:rPr lang="en" sz="1000" b="1">
                <a:solidFill>
                  <a:schemeClr val="accent1"/>
                </a:solidFill>
                <a:latin typeface="Amiri"/>
                <a:ea typeface="Amiri"/>
                <a:cs typeface="Amiri"/>
                <a:sym typeface="Amiri"/>
              </a:rPr>
              <a:t> | </a:t>
            </a:r>
            <a:r>
              <a:rPr lang="en" sz="1000" b="1">
                <a:solidFill>
                  <a:schemeClr val="accent1"/>
                </a:solidFill>
                <a:uFill>
                  <a:noFill/>
                </a:uFill>
                <a:latin typeface="Amiri"/>
                <a:ea typeface="Amiri"/>
                <a:cs typeface="Amiri"/>
                <a:sym typeface="Amiri"/>
                <a:hlinkClick r:id="rId10">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WEPIK </a:t>
            </a:r>
            <a:r>
              <a:rPr lang="en" sz="1000" b="1">
                <a:solidFill>
                  <a:schemeClr val="accent1"/>
                </a:solidFill>
                <a:latin typeface="Amiri"/>
                <a:ea typeface="Amiri"/>
                <a:cs typeface="Amiri"/>
                <a:sym typeface="Amiri"/>
              </a:rPr>
              <a:t>| </a:t>
            </a:r>
            <a:r>
              <a:rPr lang="en" sz="1000" b="1">
                <a:solidFill>
                  <a:schemeClr val="accent1"/>
                </a:solidFill>
                <a:uFill>
                  <a:noFill/>
                </a:uFill>
                <a:latin typeface="Amiri"/>
                <a:ea typeface="Amiri"/>
                <a:cs typeface="Amiri"/>
                <a:sym typeface="Amiri"/>
                <a:hlinkClick r:id="rId11">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VIDFY</a:t>
            </a:r>
            <a:endParaRPr sz="600" b="1">
              <a:solidFill>
                <a:schemeClr val="accent1"/>
              </a:solidFill>
              <a:latin typeface="Amiri"/>
              <a:ea typeface="Amiri"/>
              <a:cs typeface="Amiri"/>
              <a:sym typeface="Amiri"/>
            </a:endParaRPr>
          </a:p>
        </p:txBody>
      </p:sp>
      <p:pic>
        <p:nvPicPr>
          <p:cNvPr id="420" name="Google Shape;420;p37"/>
          <p:cNvPicPr preferRelativeResize="0"/>
          <p:nvPr/>
        </p:nvPicPr>
        <p:blipFill rotWithShape="1">
          <a:blip r:embed="rId12">
            <a:alphaModFix/>
          </a:blip>
          <a:srcRect l="27280" t="12041" r="28253" b="21059"/>
          <a:stretch/>
        </p:blipFill>
        <p:spPr>
          <a:xfrm rot="-7594132" flipH="1">
            <a:off x="7885350" y="465550"/>
            <a:ext cx="2578772" cy="2182347"/>
          </a:xfrm>
          <a:prstGeom prst="rect">
            <a:avLst/>
          </a:prstGeom>
          <a:noFill/>
          <a:ln>
            <a:noFill/>
          </a:ln>
          <a:effectLst>
            <a:outerShdw blurRad="57150" dist="28575" dir="6900000" algn="bl" rotWithShape="0">
              <a:srgbClr val="000000">
                <a:alpha val="38000"/>
              </a:srgbClr>
            </a:outerShdw>
          </a:effectLst>
        </p:spPr>
      </p:pic>
      <p:sp>
        <p:nvSpPr>
          <p:cNvPr id="421" name="Google Shape;421;p37"/>
          <p:cNvSpPr/>
          <p:nvPr/>
        </p:nvSpPr>
        <p:spPr>
          <a:xfrm>
            <a:off x="8471650"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38"/>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427" name="Google Shape;427;p38"/>
          <p:cNvSpPr txBox="1">
            <a:spLocks noGrp="1"/>
          </p:cNvSpPr>
          <p:nvPr>
            <p:ph type="subTitle" idx="1"/>
          </p:nvPr>
        </p:nvSpPr>
        <p:spPr>
          <a:xfrm>
            <a:off x="713225" y="1756100"/>
            <a:ext cx="24492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Purpose</a:t>
            </a:r>
            <a:endParaRPr/>
          </a:p>
        </p:txBody>
      </p:sp>
      <p:sp>
        <p:nvSpPr>
          <p:cNvPr id="428" name="Google Shape;428;p38"/>
          <p:cNvSpPr txBox="1">
            <a:spLocks noGrp="1"/>
          </p:cNvSpPr>
          <p:nvPr>
            <p:ph type="subTitle" idx="2"/>
          </p:nvPr>
        </p:nvSpPr>
        <p:spPr>
          <a:xfrm>
            <a:off x="3351700" y="1756100"/>
            <a:ext cx="24492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Hypothesis</a:t>
            </a:r>
            <a:endParaRPr/>
          </a:p>
        </p:txBody>
      </p:sp>
      <p:sp>
        <p:nvSpPr>
          <p:cNvPr id="429" name="Google Shape;429;p38"/>
          <p:cNvSpPr txBox="1">
            <a:spLocks noGrp="1"/>
          </p:cNvSpPr>
          <p:nvPr>
            <p:ph type="subTitle" idx="3"/>
          </p:nvPr>
        </p:nvSpPr>
        <p:spPr>
          <a:xfrm>
            <a:off x="713225" y="3331525"/>
            <a:ext cx="24492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Methodology</a:t>
            </a:r>
            <a:endParaRPr/>
          </a:p>
        </p:txBody>
      </p:sp>
      <p:sp>
        <p:nvSpPr>
          <p:cNvPr id="430" name="Google Shape;430;p38"/>
          <p:cNvSpPr txBox="1">
            <a:spLocks noGrp="1"/>
          </p:cNvSpPr>
          <p:nvPr>
            <p:ph type="subTitle" idx="4"/>
          </p:nvPr>
        </p:nvSpPr>
        <p:spPr>
          <a:xfrm>
            <a:off x="3351700" y="3331525"/>
            <a:ext cx="24492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Analysis</a:t>
            </a:r>
            <a:endParaRPr/>
          </a:p>
        </p:txBody>
      </p:sp>
      <p:sp>
        <p:nvSpPr>
          <p:cNvPr id="431" name="Google Shape;431;p38"/>
          <p:cNvSpPr txBox="1">
            <a:spLocks noGrp="1"/>
          </p:cNvSpPr>
          <p:nvPr>
            <p:ph type="subTitle" idx="5"/>
          </p:nvPr>
        </p:nvSpPr>
        <p:spPr>
          <a:xfrm>
            <a:off x="713225" y="2095925"/>
            <a:ext cx="2449200" cy="55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You can describe the topic of the section here</a:t>
            </a:r>
            <a:endParaRPr/>
          </a:p>
        </p:txBody>
      </p:sp>
      <p:sp>
        <p:nvSpPr>
          <p:cNvPr id="432" name="Google Shape;432;p38"/>
          <p:cNvSpPr txBox="1">
            <a:spLocks noGrp="1"/>
          </p:cNvSpPr>
          <p:nvPr>
            <p:ph type="subTitle" idx="6"/>
          </p:nvPr>
        </p:nvSpPr>
        <p:spPr>
          <a:xfrm>
            <a:off x="3351700" y="2095925"/>
            <a:ext cx="2449200" cy="55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You can describe the topic of the section here</a:t>
            </a:r>
            <a:endParaRPr/>
          </a:p>
        </p:txBody>
      </p:sp>
      <p:sp>
        <p:nvSpPr>
          <p:cNvPr id="433" name="Google Shape;433;p38"/>
          <p:cNvSpPr txBox="1">
            <a:spLocks noGrp="1"/>
          </p:cNvSpPr>
          <p:nvPr>
            <p:ph type="subTitle" idx="7"/>
          </p:nvPr>
        </p:nvSpPr>
        <p:spPr>
          <a:xfrm>
            <a:off x="713225" y="3668175"/>
            <a:ext cx="2449200" cy="55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You can describe the topic of the section here</a:t>
            </a:r>
            <a:endParaRPr/>
          </a:p>
        </p:txBody>
      </p:sp>
      <p:sp>
        <p:nvSpPr>
          <p:cNvPr id="434" name="Google Shape;434;p38"/>
          <p:cNvSpPr txBox="1">
            <a:spLocks noGrp="1"/>
          </p:cNvSpPr>
          <p:nvPr>
            <p:ph type="subTitle" idx="8"/>
          </p:nvPr>
        </p:nvSpPr>
        <p:spPr>
          <a:xfrm>
            <a:off x="3351700" y="3668175"/>
            <a:ext cx="2449200" cy="55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You can describe the topic of the section here</a:t>
            </a:r>
            <a:endParaRPr/>
          </a:p>
        </p:txBody>
      </p:sp>
      <p:sp>
        <p:nvSpPr>
          <p:cNvPr id="435" name="Google Shape;435;p38"/>
          <p:cNvSpPr txBox="1">
            <a:spLocks noGrp="1"/>
          </p:cNvSpPr>
          <p:nvPr>
            <p:ph type="title" idx="9"/>
          </p:nvPr>
        </p:nvSpPr>
        <p:spPr>
          <a:xfrm>
            <a:off x="1574675" y="1212038"/>
            <a:ext cx="726300" cy="55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01</a:t>
            </a:r>
            <a:endParaRPr/>
          </a:p>
        </p:txBody>
      </p:sp>
      <p:sp>
        <p:nvSpPr>
          <p:cNvPr id="436" name="Google Shape;436;p38"/>
          <p:cNvSpPr txBox="1">
            <a:spLocks noGrp="1"/>
          </p:cNvSpPr>
          <p:nvPr>
            <p:ph type="title" idx="13"/>
          </p:nvPr>
        </p:nvSpPr>
        <p:spPr>
          <a:xfrm>
            <a:off x="1574675" y="2787463"/>
            <a:ext cx="726300" cy="55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04</a:t>
            </a:r>
            <a:endParaRPr/>
          </a:p>
        </p:txBody>
      </p:sp>
      <p:sp>
        <p:nvSpPr>
          <p:cNvPr id="437" name="Google Shape;437;p38"/>
          <p:cNvSpPr txBox="1">
            <a:spLocks noGrp="1"/>
          </p:cNvSpPr>
          <p:nvPr>
            <p:ph type="title" idx="14"/>
          </p:nvPr>
        </p:nvSpPr>
        <p:spPr>
          <a:xfrm>
            <a:off x="4213150" y="1212038"/>
            <a:ext cx="726300" cy="55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02</a:t>
            </a:r>
            <a:endParaRPr/>
          </a:p>
        </p:txBody>
      </p:sp>
      <p:sp>
        <p:nvSpPr>
          <p:cNvPr id="438" name="Google Shape;438;p38"/>
          <p:cNvSpPr txBox="1">
            <a:spLocks noGrp="1"/>
          </p:cNvSpPr>
          <p:nvPr>
            <p:ph type="title" idx="15"/>
          </p:nvPr>
        </p:nvSpPr>
        <p:spPr>
          <a:xfrm>
            <a:off x="4213150" y="2787463"/>
            <a:ext cx="726300" cy="55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05</a:t>
            </a:r>
            <a:endParaRPr/>
          </a:p>
        </p:txBody>
      </p:sp>
      <p:sp>
        <p:nvSpPr>
          <p:cNvPr id="439" name="Google Shape;439;p38"/>
          <p:cNvSpPr txBox="1">
            <a:spLocks noGrp="1"/>
          </p:cNvSpPr>
          <p:nvPr>
            <p:ph type="subTitle" idx="16"/>
          </p:nvPr>
        </p:nvSpPr>
        <p:spPr>
          <a:xfrm>
            <a:off x="5963225" y="1756100"/>
            <a:ext cx="24492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Objectives</a:t>
            </a:r>
            <a:endParaRPr/>
          </a:p>
        </p:txBody>
      </p:sp>
      <p:sp>
        <p:nvSpPr>
          <p:cNvPr id="440" name="Google Shape;440;p38"/>
          <p:cNvSpPr txBox="1">
            <a:spLocks noGrp="1"/>
          </p:cNvSpPr>
          <p:nvPr>
            <p:ph type="subTitle" idx="17"/>
          </p:nvPr>
        </p:nvSpPr>
        <p:spPr>
          <a:xfrm>
            <a:off x="5963225" y="3331525"/>
            <a:ext cx="24492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Conclusion</a:t>
            </a:r>
            <a:endParaRPr/>
          </a:p>
        </p:txBody>
      </p:sp>
      <p:sp>
        <p:nvSpPr>
          <p:cNvPr id="441" name="Google Shape;441;p38"/>
          <p:cNvSpPr txBox="1">
            <a:spLocks noGrp="1"/>
          </p:cNvSpPr>
          <p:nvPr>
            <p:ph type="subTitle" idx="18"/>
          </p:nvPr>
        </p:nvSpPr>
        <p:spPr>
          <a:xfrm>
            <a:off x="5963225" y="2095925"/>
            <a:ext cx="2449200" cy="55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You can describe the topic of the section here</a:t>
            </a:r>
            <a:endParaRPr/>
          </a:p>
        </p:txBody>
      </p:sp>
      <p:sp>
        <p:nvSpPr>
          <p:cNvPr id="442" name="Google Shape;442;p38"/>
          <p:cNvSpPr txBox="1">
            <a:spLocks noGrp="1"/>
          </p:cNvSpPr>
          <p:nvPr>
            <p:ph type="subTitle" idx="19"/>
          </p:nvPr>
        </p:nvSpPr>
        <p:spPr>
          <a:xfrm>
            <a:off x="5963225" y="3668175"/>
            <a:ext cx="2449200" cy="55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You can describe the topic of the section here</a:t>
            </a:r>
            <a:endParaRPr/>
          </a:p>
        </p:txBody>
      </p:sp>
      <p:sp>
        <p:nvSpPr>
          <p:cNvPr id="443" name="Google Shape;443;p38"/>
          <p:cNvSpPr txBox="1">
            <a:spLocks noGrp="1"/>
          </p:cNvSpPr>
          <p:nvPr>
            <p:ph type="title" idx="20"/>
          </p:nvPr>
        </p:nvSpPr>
        <p:spPr>
          <a:xfrm>
            <a:off x="6824675" y="1212038"/>
            <a:ext cx="726300" cy="55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03</a:t>
            </a:r>
            <a:endParaRPr/>
          </a:p>
        </p:txBody>
      </p:sp>
      <p:sp>
        <p:nvSpPr>
          <p:cNvPr id="444" name="Google Shape;444;p38"/>
          <p:cNvSpPr txBox="1">
            <a:spLocks noGrp="1"/>
          </p:cNvSpPr>
          <p:nvPr>
            <p:ph type="title" idx="21"/>
          </p:nvPr>
        </p:nvSpPr>
        <p:spPr>
          <a:xfrm>
            <a:off x="6824675" y="2787463"/>
            <a:ext cx="726300" cy="558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06</a:t>
            </a:r>
            <a:endParaRPr/>
          </a:p>
        </p:txBody>
      </p:sp>
      <p:sp>
        <p:nvSpPr>
          <p:cNvPr id="445" name="Google Shape;445;p38"/>
          <p:cNvSpPr/>
          <p:nvPr/>
        </p:nvSpPr>
        <p:spPr>
          <a:xfrm>
            <a:off x="-675475" y="-1267575"/>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8"/>
          <p:cNvSpPr/>
          <p:nvPr/>
        </p:nvSpPr>
        <p:spPr>
          <a:xfrm>
            <a:off x="1206600" y="276063"/>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7" name="Google Shape;447;p38"/>
          <p:cNvPicPr preferRelativeResize="0"/>
          <p:nvPr/>
        </p:nvPicPr>
        <p:blipFill rotWithShape="1">
          <a:blip r:embed="rId3">
            <a:alphaModFix/>
          </a:blip>
          <a:srcRect l="41277" t="17794" r="39777" b="17593"/>
          <a:stretch/>
        </p:blipFill>
        <p:spPr>
          <a:xfrm rot="-8535518">
            <a:off x="-493513" y="288450"/>
            <a:ext cx="1732350" cy="3323200"/>
          </a:xfrm>
          <a:prstGeom prst="rect">
            <a:avLst/>
          </a:prstGeom>
          <a:noFill/>
          <a:ln>
            <a:noFill/>
          </a:ln>
          <a:effectLst>
            <a:outerShdw blurRad="57150" dist="28575" dir="6840000" algn="bl" rotWithShape="0">
              <a:srgbClr val="000000">
                <a:alpha val="38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39"/>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Purpose statement</a:t>
            </a:r>
            <a:endParaRPr/>
          </a:p>
        </p:txBody>
      </p:sp>
      <p:sp>
        <p:nvSpPr>
          <p:cNvPr id="453" name="Google Shape;453;p39"/>
          <p:cNvSpPr txBox="1">
            <a:spLocks noGrp="1"/>
          </p:cNvSpPr>
          <p:nvPr>
            <p:ph type="subTitle" idx="1"/>
          </p:nvPr>
        </p:nvSpPr>
        <p:spPr>
          <a:xfrm>
            <a:off x="713225" y="1173800"/>
            <a:ext cx="5749200" cy="416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What is roman mythology?</a:t>
            </a:r>
            <a:endParaRPr/>
          </a:p>
        </p:txBody>
      </p:sp>
      <p:sp>
        <p:nvSpPr>
          <p:cNvPr id="454" name="Google Shape;454;p39"/>
          <p:cNvSpPr txBox="1">
            <a:spLocks noGrp="1"/>
          </p:cNvSpPr>
          <p:nvPr>
            <p:ph type="subTitle" idx="2"/>
          </p:nvPr>
        </p:nvSpPr>
        <p:spPr>
          <a:xfrm>
            <a:off x="713225" y="1513625"/>
            <a:ext cx="5749200" cy="67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Mercury is the closest planet to the Sun and the smallest one in the Solar System—it’s only a bit larger than the Moon </a:t>
            </a:r>
            <a:endParaRPr/>
          </a:p>
        </p:txBody>
      </p:sp>
      <p:sp>
        <p:nvSpPr>
          <p:cNvPr id="455" name="Google Shape;455;p39"/>
          <p:cNvSpPr txBox="1">
            <a:spLocks noGrp="1"/>
          </p:cNvSpPr>
          <p:nvPr>
            <p:ph type="subTitle" idx="3"/>
          </p:nvPr>
        </p:nvSpPr>
        <p:spPr>
          <a:xfrm>
            <a:off x="713225" y="2264525"/>
            <a:ext cx="5749200" cy="416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What are its CharacteRistics?</a:t>
            </a:r>
            <a:endParaRPr/>
          </a:p>
        </p:txBody>
      </p:sp>
      <p:sp>
        <p:nvSpPr>
          <p:cNvPr id="456" name="Google Shape;456;p39"/>
          <p:cNvSpPr txBox="1">
            <a:spLocks noGrp="1"/>
          </p:cNvSpPr>
          <p:nvPr>
            <p:ph type="subTitle" idx="4"/>
          </p:nvPr>
        </p:nvSpPr>
        <p:spPr>
          <a:xfrm>
            <a:off x="713225" y="2604350"/>
            <a:ext cx="5749200" cy="67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Venus has a beautiful name and is the second planet from the Sun. It’s terribly hot—even hotter than Mercury</a:t>
            </a:r>
            <a:endParaRPr/>
          </a:p>
        </p:txBody>
      </p:sp>
      <p:sp>
        <p:nvSpPr>
          <p:cNvPr id="457" name="Google Shape;457;p39"/>
          <p:cNvSpPr txBox="1">
            <a:spLocks noGrp="1"/>
          </p:cNvSpPr>
          <p:nvPr>
            <p:ph type="subTitle" idx="5"/>
          </p:nvPr>
        </p:nvSpPr>
        <p:spPr>
          <a:xfrm>
            <a:off x="713225" y="3355250"/>
            <a:ext cx="5749200" cy="416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t>Who were the roman gods?</a:t>
            </a:r>
            <a:endParaRPr/>
          </a:p>
        </p:txBody>
      </p:sp>
      <p:sp>
        <p:nvSpPr>
          <p:cNvPr id="458" name="Google Shape;458;p39"/>
          <p:cNvSpPr txBox="1">
            <a:spLocks noGrp="1"/>
          </p:cNvSpPr>
          <p:nvPr>
            <p:ph type="subTitle" idx="6"/>
          </p:nvPr>
        </p:nvSpPr>
        <p:spPr>
          <a:xfrm>
            <a:off x="713225" y="3695075"/>
            <a:ext cx="5749200" cy="67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Jupiter is a gas giant and the biggest planet in the Solar System. It's the fourth-brightest object in the night sky</a:t>
            </a:r>
            <a:endParaRPr/>
          </a:p>
        </p:txBody>
      </p:sp>
      <p:pic>
        <p:nvPicPr>
          <p:cNvPr id="459" name="Google Shape;459;p39"/>
          <p:cNvPicPr preferRelativeResize="0"/>
          <p:nvPr/>
        </p:nvPicPr>
        <p:blipFill rotWithShape="1">
          <a:blip r:embed="rId3">
            <a:alphaModFix/>
          </a:blip>
          <a:srcRect l="27280" t="12041" r="28253" b="21059"/>
          <a:stretch/>
        </p:blipFill>
        <p:spPr>
          <a:xfrm rot="8353280" flipH="1">
            <a:off x="6851151" y="-316375"/>
            <a:ext cx="2578773" cy="2182347"/>
          </a:xfrm>
          <a:prstGeom prst="rect">
            <a:avLst/>
          </a:prstGeom>
          <a:noFill/>
          <a:ln>
            <a:noFill/>
          </a:ln>
          <a:effectLst>
            <a:outerShdw blurRad="57150" dist="28575" dir="6900000" algn="bl" rotWithShape="0">
              <a:srgbClr val="000000">
                <a:alpha val="38000"/>
              </a:srgbClr>
            </a:outerShdw>
          </a:effectLst>
        </p:spPr>
      </p:pic>
      <p:pic>
        <p:nvPicPr>
          <p:cNvPr id="460" name="Google Shape;460;p39"/>
          <p:cNvPicPr preferRelativeResize="0"/>
          <p:nvPr/>
        </p:nvPicPr>
        <p:blipFill rotWithShape="1">
          <a:blip r:embed="rId4">
            <a:alphaModFix/>
          </a:blip>
          <a:srcRect l="41277" t="17794" r="39777" b="17593"/>
          <a:stretch/>
        </p:blipFill>
        <p:spPr>
          <a:xfrm rot="7690397">
            <a:off x="7121941" y="3174448"/>
            <a:ext cx="1614920" cy="3097929"/>
          </a:xfrm>
          <a:prstGeom prst="rect">
            <a:avLst/>
          </a:prstGeom>
          <a:noFill/>
          <a:ln>
            <a:noFill/>
          </a:ln>
          <a:effectLst>
            <a:outerShdw blurRad="57150" dist="28575" dir="6900000" algn="bl" rotWithShape="0">
              <a:srgbClr val="000000">
                <a:alpha val="36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40"/>
          <p:cNvSpPr txBox="1">
            <a:spLocks noGrp="1"/>
          </p:cNvSpPr>
          <p:nvPr>
            <p:ph type="title"/>
          </p:nvPr>
        </p:nvSpPr>
        <p:spPr>
          <a:xfrm>
            <a:off x="1957000" y="3362500"/>
            <a:ext cx="5238600" cy="508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—Someone famous</a:t>
            </a:r>
            <a:endParaRPr/>
          </a:p>
        </p:txBody>
      </p:sp>
      <p:sp>
        <p:nvSpPr>
          <p:cNvPr id="466" name="Google Shape;466;p40"/>
          <p:cNvSpPr txBox="1">
            <a:spLocks noGrp="1"/>
          </p:cNvSpPr>
          <p:nvPr>
            <p:ph type="subTitle" idx="1"/>
          </p:nvPr>
        </p:nvSpPr>
        <p:spPr>
          <a:xfrm>
            <a:off x="1952700" y="1272475"/>
            <a:ext cx="5238600" cy="2054100"/>
          </a:xfrm>
          <a:prstGeom prst="rect">
            <a:avLst/>
          </a:prstGeom>
        </p:spPr>
        <p:txBody>
          <a:bodyPr spcFirstLastPara="1" wrap="square" lIns="91425" tIns="91425" rIns="91425" bIns="91425" anchor="t" anchorCtr="0">
            <a:noAutofit/>
          </a:bodyPr>
          <a:lstStyle/>
          <a:p>
            <a:pPr marL="228600" lvl="0" indent="0" algn="ctr" rtl="0">
              <a:spcBef>
                <a:spcPts val="1000"/>
              </a:spcBef>
              <a:spcAft>
                <a:spcPts val="0"/>
              </a:spcAft>
              <a:buClr>
                <a:srgbClr val="3063B6"/>
              </a:buClr>
              <a:buSzPts val="1100"/>
              <a:buFont typeface="Arial"/>
              <a:buNone/>
            </a:pPr>
            <a:r>
              <a:rPr lang="en"/>
              <a:t>“This is a quote, words full of wisdom that someone important said and can make the reader get inspired”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42"/>
          <p:cNvSpPr txBox="1">
            <a:spLocks noGrp="1"/>
          </p:cNvSpPr>
          <p:nvPr>
            <p:ph type="title"/>
          </p:nvPr>
        </p:nvSpPr>
        <p:spPr>
          <a:xfrm>
            <a:off x="713225" y="1659350"/>
            <a:ext cx="4045200" cy="670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Introduction</a:t>
            </a:r>
            <a:endParaRPr/>
          </a:p>
        </p:txBody>
      </p:sp>
      <p:sp>
        <p:nvSpPr>
          <p:cNvPr id="482" name="Google Shape;482;p42"/>
          <p:cNvSpPr txBox="1">
            <a:spLocks noGrp="1"/>
          </p:cNvSpPr>
          <p:nvPr>
            <p:ph type="subTitle" idx="1"/>
          </p:nvPr>
        </p:nvSpPr>
        <p:spPr>
          <a:xfrm>
            <a:off x="713225" y="2329537"/>
            <a:ext cx="4045200" cy="115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Venus has a beautiful name and is the second planet from the Sun. It’s terribly hot, even hotter than Mercury, and its atmosphere is extremely poisonous</a:t>
            </a:r>
            <a:endParaRPr/>
          </a:p>
        </p:txBody>
      </p:sp>
      <p:pic>
        <p:nvPicPr>
          <p:cNvPr id="483" name="Google Shape;483;p42"/>
          <p:cNvPicPr preferRelativeResize="0"/>
          <p:nvPr/>
        </p:nvPicPr>
        <p:blipFill rotWithShape="1">
          <a:blip r:embed="rId3">
            <a:alphaModFix/>
          </a:blip>
          <a:srcRect l="27280" t="12041" r="28253" b="21059"/>
          <a:stretch/>
        </p:blipFill>
        <p:spPr>
          <a:xfrm rot="-10143195">
            <a:off x="896974" y="-754325"/>
            <a:ext cx="2578774" cy="2182347"/>
          </a:xfrm>
          <a:prstGeom prst="rect">
            <a:avLst/>
          </a:prstGeom>
          <a:noFill/>
          <a:ln>
            <a:noFill/>
          </a:ln>
          <a:effectLst>
            <a:outerShdw blurRad="57150" dist="28575" dir="6900000" algn="bl" rotWithShape="0">
              <a:srgbClr val="000000">
                <a:alpha val="38000"/>
              </a:srgbClr>
            </a:outerShdw>
          </a:effectLst>
        </p:spPr>
      </p:pic>
      <p:pic>
        <p:nvPicPr>
          <p:cNvPr id="484" name="Google Shape;484;p42"/>
          <p:cNvPicPr preferRelativeResize="0"/>
          <p:nvPr/>
        </p:nvPicPr>
        <p:blipFill rotWithShape="1">
          <a:blip r:embed="rId4">
            <a:alphaModFix/>
          </a:blip>
          <a:srcRect l="33555" t="8680" r="42709" b="5886"/>
          <a:stretch/>
        </p:blipFill>
        <p:spPr>
          <a:xfrm rot="-1679978">
            <a:off x="6384252" y="-906112"/>
            <a:ext cx="2170249" cy="4394276"/>
          </a:xfrm>
          <a:prstGeom prst="rect">
            <a:avLst/>
          </a:prstGeom>
          <a:noFill/>
          <a:ln>
            <a:noFill/>
          </a:ln>
          <a:effectLst>
            <a:outerShdw blurRad="57150" dist="28575" dir="6840000" algn="bl" rotWithShape="0">
              <a:srgbClr val="000000">
                <a:alpha val="39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43"/>
          <p:cNvSpPr/>
          <p:nvPr/>
        </p:nvSpPr>
        <p:spPr>
          <a:xfrm>
            <a:off x="3688938" y="3290465"/>
            <a:ext cx="708000" cy="7080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43"/>
          <p:cNvSpPr/>
          <p:nvPr/>
        </p:nvSpPr>
        <p:spPr>
          <a:xfrm>
            <a:off x="5285153" y="3293112"/>
            <a:ext cx="708000" cy="7080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43"/>
          <p:cNvSpPr/>
          <p:nvPr/>
        </p:nvSpPr>
        <p:spPr>
          <a:xfrm>
            <a:off x="6881369" y="3301712"/>
            <a:ext cx="708000" cy="7080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43"/>
          <p:cNvSpPr txBox="1">
            <a:spLocks noGrp="1"/>
          </p:cNvSpPr>
          <p:nvPr>
            <p:ph type="title"/>
          </p:nvPr>
        </p:nvSpPr>
        <p:spPr>
          <a:xfrm rot="-608">
            <a:off x="1170075" y="451242"/>
            <a:ext cx="6785400" cy="1193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Current</a:t>
            </a:r>
            <a:r>
              <a:rPr lang="en">
                <a:latin typeface="Cinzel Decorative"/>
                <a:ea typeface="Cinzel Decorative"/>
                <a:cs typeface="Cinzel Decorative"/>
                <a:sym typeface="Cinzel Decorative"/>
              </a:rPr>
              <a:t> </a:t>
            </a:r>
            <a:r>
              <a:rPr lang="en"/>
              <a:t>situation</a:t>
            </a:r>
            <a:r>
              <a:rPr lang="en">
                <a:latin typeface="Cinzel Decorative"/>
                <a:ea typeface="Cinzel Decorative"/>
                <a:cs typeface="Cinzel Decorative"/>
                <a:sym typeface="Cinzel Decorative"/>
              </a:rPr>
              <a:t> </a:t>
            </a:r>
            <a:r>
              <a:rPr lang="en"/>
              <a:t>&amp;</a:t>
            </a:r>
            <a:r>
              <a:rPr lang="en">
                <a:latin typeface="Cinzel Decorative"/>
                <a:ea typeface="Cinzel Decorative"/>
                <a:cs typeface="Cinzel Decorative"/>
                <a:sym typeface="Cinzel Decorative"/>
              </a:rPr>
              <a:t> </a:t>
            </a:r>
            <a:r>
              <a:rPr lang="en"/>
              <a:t>problems</a:t>
            </a:r>
            <a:r>
              <a:rPr lang="en">
                <a:latin typeface="Cinzel Decorative"/>
                <a:ea typeface="Cinzel Decorative"/>
                <a:cs typeface="Cinzel Decorative"/>
                <a:sym typeface="Cinzel Decorative"/>
              </a:rPr>
              <a:t> </a:t>
            </a:r>
            <a:r>
              <a:rPr lang="en"/>
              <a:t>statement</a:t>
            </a:r>
            <a:endParaRPr>
              <a:latin typeface="Cinzel Decorative"/>
              <a:ea typeface="Cinzel Decorative"/>
              <a:cs typeface="Cinzel Decorative"/>
              <a:sym typeface="Cinzel Decorative"/>
            </a:endParaRPr>
          </a:p>
        </p:txBody>
      </p:sp>
      <p:cxnSp>
        <p:nvCxnSpPr>
          <p:cNvPr id="493" name="Google Shape;493;p43"/>
          <p:cNvCxnSpPr/>
          <p:nvPr/>
        </p:nvCxnSpPr>
        <p:spPr>
          <a:xfrm>
            <a:off x="4671333" y="3627763"/>
            <a:ext cx="339600" cy="0"/>
          </a:xfrm>
          <a:prstGeom prst="straightConnector1">
            <a:avLst/>
          </a:prstGeom>
          <a:noFill/>
          <a:ln w="9525" cap="flat" cmpd="sng">
            <a:solidFill>
              <a:schemeClr val="lt2"/>
            </a:solidFill>
            <a:prstDash val="solid"/>
            <a:round/>
            <a:headEnd type="none" w="med" len="med"/>
            <a:tailEnd type="stealth" w="med" len="med"/>
          </a:ln>
        </p:spPr>
      </p:cxnSp>
      <p:cxnSp>
        <p:nvCxnSpPr>
          <p:cNvPr id="494" name="Google Shape;494;p43"/>
          <p:cNvCxnSpPr/>
          <p:nvPr/>
        </p:nvCxnSpPr>
        <p:spPr>
          <a:xfrm>
            <a:off x="6267548" y="3627763"/>
            <a:ext cx="339600" cy="0"/>
          </a:xfrm>
          <a:prstGeom prst="straightConnector1">
            <a:avLst/>
          </a:prstGeom>
          <a:noFill/>
          <a:ln w="9525" cap="flat" cmpd="sng">
            <a:solidFill>
              <a:schemeClr val="lt2"/>
            </a:solidFill>
            <a:prstDash val="solid"/>
            <a:round/>
            <a:headEnd type="none" w="med" len="med"/>
            <a:tailEnd type="stealth" w="med" len="med"/>
          </a:ln>
        </p:spPr>
      </p:cxnSp>
      <p:sp>
        <p:nvSpPr>
          <p:cNvPr id="495" name="Google Shape;495;p43"/>
          <p:cNvSpPr txBox="1"/>
          <p:nvPr/>
        </p:nvSpPr>
        <p:spPr>
          <a:xfrm>
            <a:off x="1044422" y="2003700"/>
            <a:ext cx="2012100" cy="640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100"/>
              <a:buFont typeface="Arial"/>
              <a:buNone/>
            </a:pPr>
            <a:r>
              <a:rPr lang="en" sz="1800" b="1">
                <a:solidFill>
                  <a:schemeClr val="accent1"/>
                </a:solidFill>
                <a:latin typeface="Cinzel Decorative"/>
                <a:ea typeface="Cinzel Decorative"/>
                <a:cs typeface="Cinzel Decorative"/>
                <a:sym typeface="Cinzel Decorative"/>
              </a:rPr>
              <a:t>Current situation</a:t>
            </a:r>
            <a:endParaRPr sz="1800" b="1">
              <a:solidFill>
                <a:schemeClr val="accent1"/>
              </a:solidFill>
              <a:latin typeface="Cinzel Decorative"/>
              <a:ea typeface="Cinzel Decorative"/>
              <a:cs typeface="Cinzel Decorative"/>
              <a:sym typeface="Cinzel Decorative"/>
            </a:endParaRPr>
          </a:p>
        </p:txBody>
      </p:sp>
      <p:sp>
        <p:nvSpPr>
          <p:cNvPr id="496" name="Google Shape;496;p43"/>
          <p:cNvSpPr txBox="1"/>
          <p:nvPr/>
        </p:nvSpPr>
        <p:spPr>
          <a:xfrm>
            <a:off x="1044400" y="2644200"/>
            <a:ext cx="2012100" cy="1267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Amiri"/>
                <a:ea typeface="Amiri"/>
                <a:cs typeface="Amiri"/>
                <a:sym typeface="Amiri"/>
              </a:rPr>
              <a:t>Jupiter is a gas giant and the biggest planet in the Solar System. It's the fourth-brightest object in the night sky</a:t>
            </a:r>
            <a:endParaRPr>
              <a:solidFill>
                <a:schemeClr val="dk1"/>
              </a:solidFill>
              <a:latin typeface="Amiri"/>
              <a:ea typeface="Amiri"/>
              <a:cs typeface="Amiri"/>
              <a:sym typeface="Amiri"/>
            </a:endParaRPr>
          </a:p>
        </p:txBody>
      </p:sp>
      <p:sp>
        <p:nvSpPr>
          <p:cNvPr id="497" name="Google Shape;497;p43"/>
          <p:cNvSpPr/>
          <p:nvPr/>
        </p:nvSpPr>
        <p:spPr>
          <a:xfrm rot="-5400000">
            <a:off x="1953442" y="2957580"/>
            <a:ext cx="2487451" cy="240"/>
          </a:xfrm>
          <a:custGeom>
            <a:avLst/>
            <a:gdLst/>
            <a:ahLst/>
            <a:cxnLst/>
            <a:rect l="l" t="t" r="r" b="b"/>
            <a:pathLst>
              <a:path w="5962" h="1" fill="none" extrusionOk="0">
                <a:moveTo>
                  <a:pt x="0" y="1"/>
                </a:moveTo>
                <a:lnTo>
                  <a:pt x="5962" y="1"/>
                </a:lnTo>
              </a:path>
            </a:pathLst>
          </a:custGeom>
          <a:noFill/>
          <a:ln w="95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43"/>
          <p:cNvSpPr txBox="1"/>
          <p:nvPr/>
        </p:nvSpPr>
        <p:spPr>
          <a:xfrm>
            <a:off x="3305062" y="1901775"/>
            <a:ext cx="1476000" cy="325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en" sz="1800" b="1">
                <a:solidFill>
                  <a:schemeClr val="accent1"/>
                </a:solidFill>
                <a:latin typeface="Cinzel Decorative"/>
                <a:ea typeface="Cinzel Decorative"/>
                <a:cs typeface="Cinzel Decorative"/>
                <a:sym typeface="Cinzel Decorative"/>
              </a:rPr>
              <a:t>Earth</a:t>
            </a:r>
            <a:endParaRPr sz="1800" b="1">
              <a:solidFill>
                <a:schemeClr val="accent1"/>
              </a:solidFill>
              <a:latin typeface="Cinzel Decorative"/>
              <a:ea typeface="Cinzel Decorative"/>
              <a:cs typeface="Cinzel Decorative"/>
              <a:sym typeface="Cinzel Decorative"/>
            </a:endParaRPr>
          </a:p>
        </p:txBody>
      </p:sp>
      <p:sp>
        <p:nvSpPr>
          <p:cNvPr id="499" name="Google Shape;499;p43"/>
          <p:cNvSpPr txBox="1"/>
          <p:nvPr/>
        </p:nvSpPr>
        <p:spPr>
          <a:xfrm>
            <a:off x="3298775" y="2233550"/>
            <a:ext cx="1476000" cy="823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Amiri"/>
                <a:ea typeface="Amiri"/>
                <a:cs typeface="Amiri"/>
                <a:sym typeface="Amiri"/>
              </a:rPr>
              <a:t>Earth is the third planet from the Sun and has life</a:t>
            </a:r>
            <a:endParaRPr>
              <a:solidFill>
                <a:schemeClr val="dk1"/>
              </a:solidFill>
              <a:latin typeface="Amiri"/>
              <a:ea typeface="Amiri"/>
              <a:cs typeface="Amiri"/>
              <a:sym typeface="Amiri"/>
            </a:endParaRPr>
          </a:p>
        </p:txBody>
      </p:sp>
      <p:sp>
        <p:nvSpPr>
          <p:cNvPr id="500" name="Google Shape;500;p43"/>
          <p:cNvSpPr txBox="1"/>
          <p:nvPr/>
        </p:nvSpPr>
        <p:spPr>
          <a:xfrm>
            <a:off x="4901169" y="1901775"/>
            <a:ext cx="1476000" cy="325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en" sz="1800" b="1">
                <a:solidFill>
                  <a:schemeClr val="accent1"/>
                </a:solidFill>
                <a:latin typeface="Cinzel Decorative"/>
                <a:ea typeface="Cinzel Decorative"/>
                <a:cs typeface="Cinzel Decorative"/>
                <a:sym typeface="Cinzel Decorative"/>
              </a:rPr>
              <a:t>Mars</a:t>
            </a:r>
            <a:endParaRPr sz="1800" b="1">
              <a:solidFill>
                <a:schemeClr val="accent1"/>
              </a:solidFill>
              <a:latin typeface="Cinzel Decorative"/>
              <a:ea typeface="Cinzel Decorative"/>
              <a:cs typeface="Cinzel Decorative"/>
              <a:sym typeface="Cinzel Decorative"/>
            </a:endParaRPr>
          </a:p>
        </p:txBody>
      </p:sp>
      <p:sp>
        <p:nvSpPr>
          <p:cNvPr id="501" name="Google Shape;501;p43"/>
          <p:cNvSpPr txBox="1"/>
          <p:nvPr/>
        </p:nvSpPr>
        <p:spPr>
          <a:xfrm>
            <a:off x="4901171" y="2233551"/>
            <a:ext cx="1476000" cy="823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Amiri"/>
                <a:ea typeface="Amiri"/>
                <a:cs typeface="Amiri"/>
                <a:sym typeface="Amiri"/>
              </a:rPr>
              <a:t>Despite being red, Mars is actually a cold place</a:t>
            </a:r>
            <a:endParaRPr>
              <a:solidFill>
                <a:schemeClr val="dk1"/>
              </a:solidFill>
              <a:latin typeface="Amiri"/>
              <a:ea typeface="Amiri"/>
              <a:cs typeface="Amiri"/>
              <a:sym typeface="Amiri"/>
            </a:endParaRPr>
          </a:p>
        </p:txBody>
      </p:sp>
      <p:sp>
        <p:nvSpPr>
          <p:cNvPr id="502" name="Google Shape;502;p43"/>
          <p:cNvSpPr txBox="1"/>
          <p:nvPr/>
        </p:nvSpPr>
        <p:spPr>
          <a:xfrm>
            <a:off x="6497309" y="1901775"/>
            <a:ext cx="1476000" cy="325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en" sz="1800" b="1">
                <a:solidFill>
                  <a:schemeClr val="accent1"/>
                </a:solidFill>
                <a:latin typeface="Cinzel Decorative"/>
                <a:ea typeface="Cinzel Decorative"/>
                <a:cs typeface="Cinzel Decorative"/>
                <a:sym typeface="Cinzel Decorative"/>
              </a:rPr>
              <a:t>Mercury</a:t>
            </a:r>
            <a:endParaRPr sz="1800" b="1">
              <a:solidFill>
                <a:schemeClr val="accent1"/>
              </a:solidFill>
              <a:latin typeface="Cinzel Decorative"/>
              <a:ea typeface="Cinzel Decorative"/>
              <a:cs typeface="Cinzel Decorative"/>
              <a:sym typeface="Cinzel Decorative"/>
            </a:endParaRPr>
          </a:p>
        </p:txBody>
      </p:sp>
      <p:sp>
        <p:nvSpPr>
          <p:cNvPr id="503" name="Google Shape;503;p43"/>
          <p:cNvSpPr txBox="1"/>
          <p:nvPr/>
        </p:nvSpPr>
        <p:spPr>
          <a:xfrm>
            <a:off x="6497279" y="2233550"/>
            <a:ext cx="1476000" cy="823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Amiri"/>
                <a:ea typeface="Amiri"/>
                <a:cs typeface="Amiri"/>
                <a:sym typeface="Amiri"/>
              </a:rPr>
              <a:t>Mercury is the smallest planet in the Solar System</a:t>
            </a:r>
            <a:endParaRPr>
              <a:solidFill>
                <a:schemeClr val="dk1"/>
              </a:solidFill>
              <a:latin typeface="Amiri"/>
              <a:ea typeface="Amiri"/>
              <a:cs typeface="Amiri"/>
              <a:sym typeface="Amiri"/>
            </a:endParaRPr>
          </a:p>
        </p:txBody>
      </p:sp>
      <p:sp>
        <p:nvSpPr>
          <p:cNvPr id="504" name="Google Shape;504;p43"/>
          <p:cNvSpPr/>
          <p:nvPr/>
        </p:nvSpPr>
        <p:spPr>
          <a:xfrm rot="10800000" flipH="1">
            <a:off x="3197163" y="4201425"/>
            <a:ext cx="4883996" cy="67825"/>
          </a:xfrm>
          <a:custGeom>
            <a:avLst/>
            <a:gdLst/>
            <a:ahLst/>
            <a:cxnLst/>
            <a:rect l="l" t="t" r="r" b="b"/>
            <a:pathLst>
              <a:path w="5962" h="1" fill="none" extrusionOk="0">
                <a:moveTo>
                  <a:pt x="0" y="1"/>
                </a:moveTo>
                <a:lnTo>
                  <a:pt x="5962" y="1"/>
                </a:lnTo>
              </a:path>
            </a:pathLst>
          </a:custGeom>
          <a:noFill/>
          <a:ln w="9525" cap="rnd"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43"/>
          <p:cNvSpPr txBox="1"/>
          <p:nvPr/>
        </p:nvSpPr>
        <p:spPr>
          <a:xfrm>
            <a:off x="4973238" y="4240794"/>
            <a:ext cx="1522800" cy="374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en" sz="1700" b="1">
                <a:solidFill>
                  <a:schemeClr val="accent1"/>
                </a:solidFill>
                <a:latin typeface="Cinzel Decorative"/>
                <a:ea typeface="Cinzel Decorative"/>
                <a:cs typeface="Cinzel Decorative"/>
                <a:sym typeface="Cinzel Decorative"/>
              </a:rPr>
              <a:t>Problems</a:t>
            </a:r>
            <a:endParaRPr sz="1700" b="1">
              <a:solidFill>
                <a:schemeClr val="accent1"/>
              </a:solidFill>
              <a:latin typeface="Cinzel Decorative"/>
              <a:ea typeface="Cinzel Decorative"/>
              <a:cs typeface="Cinzel Decorative"/>
              <a:sym typeface="Cinzel Decorative"/>
            </a:endParaRPr>
          </a:p>
        </p:txBody>
      </p:sp>
      <p:grpSp>
        <p:nvGrpSpPr>
          <p:cNvPr id="506" name="Google Shape;506;p43"/>
          <p:cNvGrpSpPr/>
          <p:nvPr/>
        </p:nvGrpSpPr>
        <p:grpSpPr>
          <a:xfrm>
            <a:off x="3879533" y="3470712"/>
            <a:ext cx="326838" cy="365750"/>
            <a:chOff x="3567553" y="1499912"/>
            <a:chExt cx="320022" cy="359778"/>
          </a:xfrm>
        </p:grpSpPr>
        <p:sp>
          <p:nvSpPr>
            <p:cNvPr id="507" name="Google Shape;507;p43"/>
            <p:cNvSpPr/>
            <p:nvPr/>
          </p:nvSpPr>
          <p:spPr>
            <a:xfrm>
              <a:off x="3567553" y="1502933"/>
              <a:ext cx="263218" cy="356757"/>
            </a:xfrm>
            <a:custGeom>
              <a:avLst/>
              <a:gdLst/>
              <a:ahLst/>
              <a:cxnLst/>
              <a:rect l="l" t="t" r="r" b="b"/>
              <a:pathLst>
                <a:path w="8276" h="11217" extrusionOk="0">
                  <a:moveTo>
                    <a:pt x="1738" y="0"/>
                  </a:moveTo>
                  <a:cubicBezTo>
                    <a:pt x="1718" y="0"/>
                    <a:pt x="1698" y="4"/>
                    <a:pt x="1679" y="12"/>
                  </a:cubicBezTo>
                  <a:cubicBezTo>
                    <a:pt x="1227" y="179"/>
                    <a:pt x="905" y="632"/>
                    <a:pt x="905" y="1120"/>
                  </a:cubicBezTo>
                  <a:lnTo>
                    <a:pt x="905" y="8275"/>
                  </a:lnTo>
                  <a:lnTo>
                    <a:pt x="167" y="8275"/>
                  </a:lnTo>
                  <a:cubicBezTo>
                    <a:pt x="72" y="8275"/>
                    <a:pt x="1" y="8359"/>
                    <a:pt x="1" y="8442"/>
                  </a:cubicBezTo>
                  <a:lnTo>
                    <a:pt x="1" y="10145"/>
                  </a:lnTo>
                  <a:cubicBezTo>
                    <a:pt x="1" y="10716"/>
                    <a:pt x="477" y="11216"/>
                    <a:pt x="1072" y="11216"/>
                  </a:cubicBezTo>
                  <a:lnTo>
                    <a:pt x="7156" y="11216"/>
                  </a:lnTo>
                  <a:cubicBezTo>
                    <a:pt x="7775" y="11216"/>
                    <a:pt x="8275" y="10716"/>
                    <a:pt x="8275" y="10097"/>
                  </a:cubicBezTo>
                  <a:lnTo>
                    <a:pt x="8275" y="4930"/>
                  </a:lnTo>
                  <a:cubicBezTo>
                    <a:pt x="8252" y="4835"/>
                    <a:pt x="8168" y="4751"/>
                    <a:pt x="8073" y="4751"/>
                  </a:cubicBezTo>
                  <a:cubicBezTo>
                    <a:pt x="7978" y="4751"/>
                    <a:pt x="7906" y="4835"/>
                    <a:pt x="7906" y="4918"/>
                  </a:cubicBezTo>
                  <a:lnTo>
                    <a:pt x="7906" y="10085"/>
                  </a:lnTo>
                  <a:cubicBezTo>
                    <a:pt x="7906" y="10514"/>
                    <a:pt x="7561" y="10859"/>
                    <a:pt x="7132" y="10859"/>
                  </a:cubicBezTo>
                  <a:lnTo>
                    <a:pt x="7061" y="10859"/>
                  </a:lnTo>
                  <a:cubicBezTo>
                    <a:pt x="6680" y="10811"/>
                    <a:pt x="6406" y="10502"/>
                    <a:pt x="6406" y="10133"/>
                  </a:cubicBezTo>
                  <a:lnTo>
                    <a:pt x="6406" y="9609"/>
                  </a:lnTo>
                  <a:cubicBezTo>
                    <a:pt x="6406" y="9514"/>
                    <a:pt x="6323" y="9442"/>
                    <a:pt x="6239" y="9442"/>
                  </a:cubicBezTo>
                  <a:cubicBezTo>
                    <a:pt x="6144" y="9442"/>
                    <a:pt x="6073" y="9514"/>
                    <a:pt x="6073" y="9609"/>
                  </a:cubicBezTo>
                  <a:lnTo>
                    <a:pt x="6073" y="10133"/>
                  </a:lnTo>
                  <a:cubicBezTo>
                    <a:pt x="6073" y="10407"/>
                    <a:pt x="6180" y="10680"/>
                    <a:pt x="6370" y="10871"/>
                  </a:cubicBezTo>
                  <a:cubicBezTo>
                    <a:pt x="3459" y="10871"/>
                    <a:pt x="2120" y="10874"/>
                    <a:pt x="1492" y="10874"/>
                  </a:cubicBezTo>
                  <a:cubicBezTo>
                    <a:pt x="864" y="10874"/>
                    <a:pt x="947" y="10871"/>
                    <a:pt x="882" y="10859"/>
                  </a:cubicBezTo>
                  <a:cubicBezTo>
                    <a:pt x="548" y="10788"/>
                    <a:pt x="298" y="10490"/>
                    <a:pt x="298" y="10145"/>
                  </a:cubicBezTo>
                  <a:lnTo>
                    <a:pt x="298" y="8609"/>
                  </a:lnTo>
                  <a:lnTo>
                    <a:pt x="6073" y="8609"/>
                  </a:lnTo>
                  <a:lnTo>
                    <a:pt x="6073" y="8954"/>
                  </a:lnTo>
                  <a:cubicBezTo>
                    <a:pt x="6073" y="9037"/>
                    <a:pt x="6144" y="9121"/>
                    <a:pt x="6239" y="9121"/>
                  </a:cubicBezTo>
                  <a:cubicBezTo>
                    <a:pt x="6323" y="9121"/>
                    <a:pt x="6406" y="9037"/>
                    <a:pt x="6406" y="8954"/>
                  </a:cubicBezTo>
                  <a:lnTo>
                    <a:pt x="6406" y="8442"/>
                  </a:lnTo>
                  <a:cubicBezTo>
                    <a:pt x="6406" y="8359"/>
                    <a:pt x="6323" y="8275"/>
                    <a:pt x="6239" y="8275"/>
                  </a:cubicBezTo>
                  <a:lnTo>
                    <a:pt x="1227" y="8275"/>
                  </a:lnTo>
                  <a:lnTo>
                    <a:pt x="1227" y="1120"/>
                  </a:lnTo>
                  <a:cubicBezTo>
                    <a:pt x="1227" y="763"/>
                    <a:pt x="1441" y="441"/>
                    <a:pt x="1786" y="322"/>
                  </a:cubicBezTo>
                  <a:cubicBezTo>
                    <a:pt x="1882" y="286"/>
                    <a:pt x="1917" y="179"/>
                    <a:pt x="1894" y="108"/>
                  </a:cubicBezTo>
                  <a:cubicBezTo>
                    <a:pt x="1866" y="44"/>
                    <a:pt x="1803" y="0"/>
                    <a:pt x="17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43"/>
            <p:cNvSpPr/>
            <p:nvPr/>
          </p:nvSpPr>
          <p:spPr>
            <a:xfrm>
              <a:off x="3638001" y="1499912"/>
              <a:ext cx="249574" cy="142773"/>
            </a:xfrm>
            <a:custGeom>
              <a:avLst/>
              <a:gdLst/>
              <a:ahLst/>
              <a:cxnLst/>
              <a:rect l="l" t="t" r="r" b="b"/>
              <a:pathLst>
                <a:path w="7847" h="4489" extrusionOk="0">
                  <a:moveTo>
                    <a:pt x="6787" y="322"/>
                  </a:moveTo>
                  <a:cubicBezTo>
                    <a:pt x="7191" y="322"/>
                    <a:pt x="7537" y="655"/>
                    <a:pt x="7537" y="1072"/>
                  </a:cubicBezTo>
                  <a:lnTo>
                    <a:pt x="7525" y="2608"/>
                  </a:lnTo>
                  <a:lnTo>
                    <a:pt x="6037" y="2608"/>
                  </a:lnTo>
                  <a:lnTo>
                    <a:pt x="6037" y="1417"/>
                  </a:lnTo>
                  <a:lnTo>
                    <a:pt x="6037" y="1072"/>
                  </a:lnTo>
                  <a:cubicBezTo>
                    <a:pt x="6037" y="643"/>
                    <a:pt x="6370" y="322"/>
                    <a:pt x="6775" y="322"/>
                  </a:cubicBezTo>
                  <a:close/>
                  <a:moveTo>
                    <a:pt x="167" y="0"/>
                  </a:moveTo>
                  <a:cubicBezTo>
                    <a:pt x="83" y="0"/>
                    <a:pt x="0" y="72"/>
                    <a:pt x="0" y="167"/>
                  </a:cubicBezTo>
                  <a:cubicBezTo>
                    <a:pt x="0" y="250"/>
                    <a:pt x="83" y="322"/>
                    <a:pt x="167" y="322"/>
                  </a:cubicBezTo>
                  <a:lnTo>
                    <a:pt x="5989" y="322"/>
                  </a:lnTo>
                  <a:cubicBezTo>
                    <a:pt x="5894" y="417"/>
                    <a:pt x="5810" y="548"/>
                    <a:pt x="5763" y="667"/>
                  </a:cubicBezTo>
                  <a:cubicBezTo>
                    <a:pt x="5715" y="798"/>
                    <a:pt x="5691" y="917"/>
                    <a:pt x="5691" y="1060"/>
                  </a:cubicBezTo>
                  <a:lnTo>
                    <a:pt x="5691" y="1393"/>
                  </a:lnTo>
                  <a:lnTo>
                    <a:pt x="5691" y="4334"/>
                  </a:lnTo>
                  <a:cubicBezTo>
                    <a:pt x="5691" y="4418"/>
                    <a:pt x="5763" y="4489"/>
                    <a:pt x="5858" y="4489"/>
                  </a:cubicBezTo>
                  <a:cubicBezTo>
                    <a:pt x="5941" y="4489"/>
                    <a:pt x="6013" y="4418"/>
                    <a:pt x="6013" y="4334"/>
                  </a:cubicBezTo>
                  <a:lnTo>
                    <a:pt x="6013" y="2929"/>
                  </a:lnTo>
                  <a:lnTo>
                    <a:pt x="7668" y="2929"/>
                  </a:lnTo>
                  <a:cubicBezTo>
                    <a:pt x="7763" y="2929"/>
                    <a:pt x="7834" y="2858"/>
                    <a:pt x="7834" y="2763"/>
                  </a:cubicBezTo>
                  <a:lnTo>
                    <a:pt x="7834" y="1072"/>
                  </a:lnTo>
                  <a:cubicBezTo>
                    <a:pt x="7846" y="488"/>
                    <a:pt x="7370" y="0"/>
                    <a:pt x="677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43"/>
            <p:cNvSpPr/>
            <p:nvPr/>
          </p:nvSpPr>
          <p:spPr>
            <a:xfrm>
              <a:off x="3641786" y="1594563"/>
              <a:ext cx="141659" cy="10273"/>
            </a:xfrm>
            <a:custGeom>
              <a:avLst/>
              <a:gdLst/>
              <a:ahLst/>
              <a:cxnLst/>
              <a:rect l="l" t="t" r="r" b="b"/>
              <a:pathLst>
                <a:path w="4454" h="323" extrusionOk="0">
                  <a:moveTo>
                    <a:pt x="167" y="1"/>
                  </a:moveTo>
                  <a:cubicBezTo>
                    <a:pt x="72" y="1"/>
                    <a:pt x="0" y="72"/>
                    <a:pt x="0" y="168"/>
                  </a:cubicBezTo>
                  <a:cubicBezTo>
                    <a:pt x="0" y="251"/>
                    <a:pt x="72" y="322"/>
                    <a:pt x="167" y="322"/>
                  </a:cubicBezTo>
                  <a:lnTo>
                    <a:pt x="4286" y="322"/>
                  </a:lnTo>
                  <a:cubicBezTo>
                    <a:pt x="4382" y="322"/>
                    <a:pt x="4453" y="251"/>
                    <a:pt x="4453" y="168"/>
                  </a:cubicBezTo>
                  <a:cubicBezTo>
                    <a:pt x="4453" y="72"/>
                    <a:pt x="4382" y="1"/>
                    <a:pt x="428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43"/>
            <p:cNvSpPr/>
            <p:nvPr/>
          </p:nvSpPr>
          <p:spPr>
            <a:xfrm>
              <a:off x="3641786" y="1638136"/>
              <a:ext cx="141659" cy="10241"/>
            </a:xfrm>
            <a:custGeom>
              <a:avLst/>
              <a:gdLst/>
              <a:ahLst/>
              <a:cxnLst/>
              <a:rect l="l" t="t" r="r" b="b"/>
              <a:pathLst>
                <a:path w="4454" h="322" extrusionOk="0">
                  <a:moveTo>
                    <a:pt x="167" y="0"/>
                  </a:moveTo>
                  <a:cubicBezTo>
                    <a:pt x="72" y="0"/>
                    <a:pt x="0" y="72"/>
                    <a:pt x="0" y="167"/>
                  </a:cubicBezTo>
                  <a:cubicBezTo>
                    <a:pt x="0" y="250"/>
                    <a:pt x="72" y="322"/>
                    <a:pt x="167" y="322"/>
                  </a:cubicBezTo>
                  <a:lnTo>
                    <a:pt x="4286" y="322"/>
                  </a:lnTo>
                  <a:cubicBezTo>
                    <a:pt x="4382" y="322"/>
                    <a:pt x="4453" y="250"/>
                    <a:pt x="4453" y="167"/>
                  </a:cubicBezTo>
                  <a:cubicBezTo>
                    <a:pt x="4453" y="72"/>
                    <a:pt x="4382" y="0"/>
                    <a:pt x="42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43"/>
            <p:cNvSpPr/>
            <p:nvPr/>
          </p:nvSpPr>
          <p:spPr>
            <a:xfrm>
              <a:off x="3641786" y="1682059"/>
              <a:ext cx="141659" cy="10623"/>
            </a:xfrm>
            <a:custGeom>
              <a:avLst/>
              <a:gdLst/>
              <a:ahLst/>
              <a:cxnLst/>
              <a:rect l="l" t="t" r="r" b="b"/>
              <a:pathLst>
                <a:path w="4454" h="334" extrusionOk="0">
                  <a:moveTo>
                    <a:pt x="167" y="0"/>
                  </a:moveTo>
                  <a:cubicBezTo>
                    <a:pt x="72" y="0"/>
                    <a:pt x="0" y="72"/>
                    <a:pt x="0" y="167"/>
                  </a:cubicBezTo>
                  <a:cubicBezTo>
                    <a:pt x="0" y="250"/>
                    <a:pt x="72" y="334"/>
                    <a:pt x="167" y="334"/>
                  </a:cubicBezTo>
                  <a:lnTo>
                    <a:pt x="4286" y="334"/>
                  </a:lnTo>
                  <a:cubicBezTo>
                    <a:pt x="4382" y="334"/>
                    <a:pt x="4453" y="250"/>
                    <a:pt x="4453" y="167"/>
                  </a:cubicBezTo>
                  <a:cubicBezTo>
                    <a:pt x="4453" y="72"/>
                    <a:pt x="4382" y="0"/>
                    <a:pt x="42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43"/>
            <p:cNvSpPr/>
            <p:nvPr/>
          </p:nvSpPr>
          <p:spPr>
            <a:xfrm>
              <a:off x="3641786" y="1725600"/>
              <a:ext cx="141659" cy="10623"/>
            </a:xfrm>
            <a:custGeom>
              <a:avLst/>
              <a:gdLst/>
              <a:ahLst/>
              <a:cxnLst/>
              <a:rect l="l" t="t" r="r" b="b"/>
              <a:pathLst>
                <a:path w="4454" h="334" extrusionOk="0">
                  <a:moveTo>
                    <a:pt x="167" y="0"/>
                  </a:moveTo>
                  <a:cubicBezTo>
                    <a:pt x="72" y="0"/>
                    <a:pt x="0" y="72"/>
                    <a:pt x="0" y="167"/>
                  </a:cubicBezTo>
                  <a:cubicBezTo>
                    <a:pt x="0" y="250"/>
                    <a:pt x="72" y="334"/>
                    <a:pt x="167" y="334"/>
                  </a:cubicBezTo>
                  <a:lnTo>
                    <a:pt x="4286" y="334"/>
                  </a:lnTo>
                  <a:cubicBezTo>
                    <a:pt x="4382" y="334"/>
                    <a:pt x="4453" y="250"/>
                    <a:pt x="4453" y="167"/>
                  </a:cubicBezTo>
                  <a:cubicBezTo>
                    <a:pt x="4453" y="72"/>
                    <a:pt x="4382" y="0"/>
                    <a:pt x="42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3" name="Google Shape;513;p43"/>
          <p:cNvSpPr/>
          <p:nvPr/>
        </p:nvSpPr>
        <p:spPr>
          <a:xfrm>
            <a:off x="5419778" y="3470690"/>
            <a:ext cx="438920" cy="365753"/>
          </a:xfrm>
          <a:custGeom>
            <a:avLst/>
            <a:gdLst/>
            <a:ahLst/>
            <a:cxnLst/>
            <a:rect l="l" t="t" r="r" b="b"/>
            <a:pathLst>
              <a:path w="11967" h="9809" extrusionOk="0">
                <a:moveTo>
                  <a:pt x="8309" y="358"/>
                </a:moveTo>
                <a:cubicBezTo>
                  <a:pt x="8940" y="358"/>
                  <a:pt x="9663" y="469"/>
                  <a:pt x="10418" y="796"/>
                </a:cubicBezTo>
                <a:lnTo>
                  <a:pt x="10418" y="7796"/>
                </a:lnTo>
                <a:cubicBezTo>
                  <a:pt x="9723" y="7513"/>
                  <a:pt x="8997" y="7381"/>
                  <a:pt x="8289" y="7381"/>
                </a:cubicBezTo>
                <a:cubicBezTo>
                  <a:pt x="7542" y="7381"/>
                  <a:pt x="6816" y="7527"/>
                  <a:pt x="6168" y="7796"/>
                </a:cubicBezTo>
                <a:lnTo>
                  <a:pt x="6168" y="796"/>
                </a:lnTo>
                <a:cubicBezTo>
                  <a:pt x="6430" y="676"/>
                  <a:pt x="7238" y="358"/>
                  <a:pt x="8309" y="358"/>
                </a:cubicBezTo>
                <a:close/>
                <a:moveTo>
                  <a:pt x="3700" y="358"/>
                </a:moveTo>
                <a:cubicBezTo>
                  <a:pt x="4458" y="358"/>
                  <a:pt x="5191" y="513"/>
                  <a:pt x="5823" y="796"/>
                </a:cubicBezTo>
                <a:cubicBezTo>
                  <a:pt x="5811" y="1677"/>
                  <a:pt x="5811" y="6761"/>
                  <a:pt x="5811" y="7796"/>
                </a:cubicBezTo>
                <a:cubicBezTo>
                  <a:pt x="5418" y="7642"/>
                  <a:pt x="4656" y="7392"/>
                  <a:pt x="3668" y="7392"/>
                </a:cubicBezTo>
                <a:cubicBezTo>
                  <a:pt x="2929" y="7392"/>
                  <a:pt x="2215" y="7523"/>
                  <a:pt x="1548" y="7808"/>
                </a:cubicBezTo>
                <a:lnTo>
                  <a:pt x="1548" y="3867"/>
                </a:lnTo>
                <a:cubicBezTo>
                  <a:pt x="1548" y="3760"/>
                  <a:pt x="1477" y="3689"/>
                  <a:pt x="1370" y="3689"/>
                </a:cubicBezTo>
                <a:cubicBezTo>
                  <a:pt x="1262" y="3689"/>
                  <a:pt x="1191" y="3760"/>
                  <a:pt x="1191" y="3867"/>
                </a:cubicBezTo>
                <a:lnTo>
                  <a:pt x="1191" y="7987"/>
                </a:lnTo>
                <a:cubicBezTo>
                  <a:pt x="1191" y="8118"/>
                  <a:pt x="1298" y="8225"/>
                  <a:pt x="1429" y="8225"/>
                </a:cubicBezTo>
                <a:cubicBezTo>
                  <a:pt x="1465" y="8225"/>
                  <a:pt x="1489" y="8225"/>
                  <a:pt x="1524" y="8213"/>
                </a:cubicBezTo>
                <a:cubicBezTo>
                  <a:pt x="2203" y="7916"/>
                  <a:pt x="2917" y="7761"/>
                  <a:pt x="3656" y="7761"/>
                </a:cubicBezTo>
                <a:cubicBezTo>
                  <a:pt x="4715" y="7761"/>
                  <a:pt x="5537" y="8070"/>
                  <a:pt x="5799" y="8189"/>
                </a:cubicBezTo>
                <a:lnTo>
                  <a:pt x="5799" y="8606"/>
                </a:lnTo>
                <a:lnTo>
                  <a:pt x="417" y="8606"/>
                </a:lnTo>
                <a:cubicBezTo>
                  <a:pt x="381" y="8606"/>
                  <a:pt x="358" y="8582"/>
                  <a:pt x="358" y="8547"/>
                </a:cubicBezTo>
                <a:lnTo>
                  <a:pt x="358" y="1248"/>
                </a:lnTo>
                <a:cubicBezTo>
                  <a:pt x="358" y="1212"/>
                  <a:pt x="381" y="1188"/>
                  <a:pt x="417" y="1188"/>
                </a:cubicBezTo>
                <a:lnTo>
                  <a:pt x="1203" y="1188"/>
                </a:lnTo>
                <a:lnTo>
                  <a:pt x="1203" y="3153"/>
                </a:lnTo>
                <a:cubicBezTo>
                  <a:pt x="1203" y="3248"/>
                  <a:pt x="1274" y="3332"/>
                  <a:pt x="1382" y="3332"/>
                </a:cubicBezTo>
                <a:cubicBezTo>
                  <a:pt x="1489" y="3332"/>
                  <a:pt x="1560" y="3248"/>
                  <a:pt x="1560" y="3153"/>
                </a:cubicBezTo>
                <a:lnTo>
                  <a:pt x="1560" y="796"/>
                </a:lnTo>
                <a:cubicBezTo>
                  <a:pt x="2253" y="495"/>
                  <a:pt x="2987" y="358"/>
                  <a:pt x="3700" y="358"/>
                </a:cubicBezTo>
                <a:close/>
                <a:moveTo>
                  <a:pt x="6608" y="7987"/>
                </a:moveTo>
                <a:lnTo>
                  <a:pt x="6608" y="9249"/>
                </a:lnTo>
                <a:lnTo>
                  <a:pt x="6501" y="9166"/>
                </a:lnTo>
                <a:cubicBezTo>
                  <a:pt x="6471" y="9136"/>
                  <a:pt x="6430" y="9121"/>
                  <a:pt x="6390" y="9121"/>
                </a:cubicBezTo>
                <a:cubicBezTo>
                  <a:pt x="6349" y="9121"/>
                  <a:pt x="6311" y="9136"/>
                  <a:pt x="6287" y="9166"/>
                </a:cubicBezTo>
                <a:lnTo>
                  <a:pt x="6168" y="9261"/>
                </a:lnTo>
                <a:lnTo>
                  <a:pt x="6168" y="8166"/>
                </a:lnTo>
                <a:cubicBezTo>
                  <a:pt x="6251" y="8118"/>
                  <a:pt x="6418" y="8058"/>
                  <a:pt x="6608" y="7987"/>
                </a:cubicBezTo>
                <a:close/>
                <a:moveTo>
                  <a:pt x="8273" y="0"/>
                </a:moveTo>
                <a:cubicBezTo>
                  <a:pt x="7438" y="0"/>
                  <a:pt x="6643" y="178"/>
                  <a:pt x="5989" y="486"/>
                </a:cubicBezTo>
                <a:cubicBezTo>
                  <a:pt x="5715" y="367"/>
                  <a:pt x="4858" y="10"/>
                  <a:pt x="3668" y="10"/>
                </a:cubicBezTo>
                <a:cubicBezTo>
                  <a:pt x="2858" y="10"/>
                  <a:pt x="2072" y="176"/>
                  <a:pt x="1322" y="510"/>
                </a:cubicBezTo>
                <a:cubicBezTo>
                  <a:pt x="1143" y="593"/>
                  <a:pt x="1191" y="796"/>
                  <a:pt x="1191" y="843"/>
                </a:cubicBezTo>
                <a:lnTo>
                  <a:pt x="405" y="843"/>
                </a:lnTo>
                <a:cubicBezTo>
                  <a:pt x="179" y="843"/>
                  <a:pt x="0" y="1022"/>
                  <a:pt x="0" y="1248"/>
                </a:cubicBezTo>
                <a:lnTo>
                  <a:pt x="0" y="8535"/>
                </a:lnTo>
                <a:cubicBezTo>
                  <a:pt x="0" y="8761"/>
                  <a:pt x="179" y="8939"/>
                  <a:pt x="405" y="8939"/>
                </a:cubicBezTo>
                <a:lnTo>
                  <a:pt x="5811" y="8939"/>
                </a:lnTo>
                <a:lnTo>
                  <a:pt x="5811" y="9630"/>
                </a:lnTo>
                <a:cubicBezTo>
                  <a:pt x="5811" y="9740"/>
                  <a:pt x="5889" y="9808"/>
                  <a:pt x="5977" y="9808"/>
                </a:cubicBezTo>
                <a:cubicBezTo>
                  <a:pt x="6013" y="9808"/>
                  <a:pt x="6050" y="9797"/>
                  <a:pt x="6084" y="9773"/>
                </a:cubicBezTo>
                <a:lnTo>
                  <a:pt x="6382" y="9535"/>
                </a:lnTo>
                <a:cubicBezTo>
                  <a:pt x="6656" y="9737"/>
                  <a:pt x="6668" y="9809"/>
                  <a:pt x="6787" y="9809"/>
                </a:cubicBezTo>
                <a:cubicBezTo>
                  <a:pt x="6894" y="9809"/>
                  <a:pt x="6966" y="9737"/>
                  <a:pt x="6966" y="9630"/>
                </a:cubicBezTo>
                <a:lnTo>
                  <a:pt x="6966" y="8939"/>
                </a:lnTo>
                <a:lnTo>
                  <a:pt x="9335" y="8939"/>
                </a:lnTo>
                <a:cubicBezTo>
                  <a:pt x="9442" y="8939"/>
                  <a:pt x="9513" y="8856"/>
                  <a:pt x="9513" y="8761"/>
                </a:cubicBezTo>
                <a:cubicBezTo>
                  <a:pt x="9513" y="8654"/>
                  <a:pt x="9442" y="8582"/>
                  <a:pt x="9335" y="8582"/>
                </a:cubicBezTo>
                <a:lnTo>
                  <a:pt x="6966" y="8582"/>
                </a:lnTo>
                <a:lnTo>
                  <a:pt x="6966" y="7892"/>
                </a:lnTo>
                <a:cubicBezTo>
                  <a:pt x="7400" y="7783"/>
                  <a:pt x="7847" y="7728"/>
                  <a:pt x="8295" y="7728"/>
                </a:cubicBezTo>
                <a:cubicBezTo>
                  <a:pt x="9025" y="7728"/>
                  <a:pt x="9760" y="7875"/>
                  <a:pt x="10454" y="8177"/>
                </a:cubicBezTo>
                <a:cubicBezTo>
                  <a:pt x="10483" y="8192"/>
                  <a:pt x="10514" y="8199"/>
                  <a:pt x="10544" y="8199"/>
                </a:cubicBezTo>
                <a:cubicBezTo>
                  <a:pt x="10662" y="8199"/>
                  <a:pt x="10776" y="8096"/>
                  <a:pt x="10776" y="7963"/>
                </a:cubicBezTo>
                <a:lnTo>
                  <a:pt x="10776" y="1177"/>
                </a:lnTo>
                <a:lnTo>
                  <a:pt x="11561" y="1177"/>
                </a:lnTo>
                <a:cubicBezTo>
                  <a:pt x="11597" y="1177"/>
                  <a:pt x="11621" y="1212"/>
                  <a:pt x="11621" y="1236"/>
                </a:cubicBezTo>
                <a:lnTo>
                  <a:pt x="11621" y="8535"/>
                </a:lnTo>
                <a:cubicBezTo>
                  <a:pt x="11621" y="8570"/>
                  <a:pt x="11597" y="8594"/>
                  <a:pt x="11561" y="8594"/>
                </a:cubicBezTo>
                <a:lnTo>
                  <a:pt x="10049" y="8594"/>
                </a:lnTo>
                <a:cubicBezTo>
                  <a:pt x="9942" y="8594"/>
                  <a:pt x="9871" y="8666"/>
                  <a:pt x="9871" y="8773"/>
                </a:cubicBezTo>
                <a:cubicBezTo>
                  <a:pt x="9871" y="8880"/>
                  <a:pt x="9942" y="8951"/>
                  <a:pt x="10049" y="8951"/>
                </a:cubicBezTo>
                <a:lnTo>
                  <a:pt x="11561" y="8951"/>
                </a:lnTo>
                <a:cubicBezTo>
                  <a:pt x="11788" y="8951"/>
                  <a:pt x="11966" y="8773"/>
                  <a:pt x="11966" y="8547"/>
                </a:cubicBezTo>
                <a:lnTo>
                  <a:pt x="11966" y="1236"/>
                </a:lnTo>
                <a:cubicBezTo>
                  <a:pt x="11954" y="998"/>
                  <a:pt x="11776" y="831"/>
                  <a:pt x="11549" y="831"/>
                </a:cubicBezTo>
                <a:lnTo>
                  <a:pt x="10764" y="831"/>
                </a:lnTo>
                <a:cubicBezTo>
                  <a:pt x="10752" y="784"/>
                  <a:pt x="10811" y="581"/>
                  <a:pt x="10633" y="498"/>
                </a:cubicBezTo>
                <a:cubicBezTo>
                  <a:pt x="9864" y="154"/>
                  <a:pt x="9051" y="0"/>
                  <a:pt x="82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14" name="Google Shape;514;p43"/>
          <p:cNvGrpSpPr/>
          <p:nvPr/>
        </p:nvGrpSpPr>
        <p:grpSpPr>
          <a:xfrm>
            <a:off x="7015995" y="3444898"/>
            <a:ext cx="382008" cy="365775"/>
            <a:chOff x="3950316" y="3820307"/>
            <a:chExt cx="369805" cy="353782"/>
          </a:xfrm>
        </p:grpSpPr>
        <p:sp>
          <p:nvSpPr>
            <p:cNvPr id="515" name="Google Shape;515;p43"/>
            <p:cNvSpPr/>
            <p:nvPr/>
          </p:nvSpPr>
          <p:spPr>
            <a:xfrm>
              <a:off x="4040561" y="3880991"/>
              <a:ext cx="99802" cy="28383"/>
            </a:xfrm>
            <a:custGeom>
              <a:avLst/>
              <a:gdLst/>
              <a:ahLst/>
              <a:cxnLst/>
              <a:rect l="l" t="t" r="r" b="b"/>
              <a:pathLst>
                <a:path w="3133" h="891" extrusionOk="0">
                  <a:moveTo>
                    <a:pt x="1572" y="1"/>
                  </a:moveTo>
                  <a:cubicBezTo>
                    <a:pt x="1001" y="1"/>
                    <a:pt x="465" y="227"/>
                    <a:pt x="60" y="632"/>
                  </a:cubicBezTo>
                  <a:cubicBezTo>
                    <a:pt x="1" y="691"/>
                    <a:pt x="1" y="787"/>
                    <a:pt x="60" y="846"/>
                  </a:cubicBezTo>
                  <a:cubicBezTo>
                    <a:pt x="84" y="876"/>
                    <a:pt x="123" y="891"/>
                    <a:pt x="165" y="891"/>
                  </a:cubicBezTo>
                  <a:cubicBezTo>
                    <a:pt x="206" y="891"/>
                    <a:pt x="251" y="876"/>
                    <a:pt x="287" y="846"/>
                  </a:cubicBezTo>
                  <a:cubicBezTo>
                    <a:pt x="632" y="513"/>
                    <a:pt x="1072" y="310"/>
                    <a:pt x="1572" y="310"/>
                  </a:cubicBezTo>
                  <a:cubicBezTo>
                    <a:pt x="2061" y="310"/>
                    <a:pt x="2501" y="513"/>
                    <a:pt x="2846" y="846"/>
                  </a:cubicBezTo>
                  <a:cubicBezTo>
                    <a:pt x="2876" y="876"/>
                    <a:pt x="2918" y="891"/>
                    <a:pt x="2960" y="891"/>
                  </a:cubicBezTo>
                  <a:cubicBezTo>
                    <a:pt x="3001" y="891"/>
                    <a:pt x="3043" y="876"/>
                    <a:pt x="3073" y="846"/>
                  </a:cubicBezTo>
                  <a:cubicBezTo>
                    <a:pt x="3132" y="787"/>
                    <a:pt x="3132" y="691"/>
                    <a:pt x="3073" y="632"/>
                  </a:cubicBezTo>
                  <a:cubicBezTo>
                    <a:pt x="2668" y="227"/>
                    <a:pt x="2132" y="1"/>
                    <a:pt x="15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43"/>
            <p:cNvSpPr/>
            <p:nvPr/>
          </p:nvSpPr>
          <p:spPr>
            <a:xfrm>
              <a:off x="3950316" y="3820307"/>
              <a:ext cx="369805" cy="353782"/>
            </a:xfrm>
            <a:custGeom>
              <a:avLst/>
              <a:gdLst/>
              <a:ahLst/>
              <a:cxnLst/>
              <a:rect l="l" t="t" r="r" b="b"/>
              <a:pathLst>
                <a:path w="11609" h="11106" extrusionOk="0">
                  <a:moveTo>
                    <a:pt x="7358" y="6728"/>
                  </a:moveTo>
                  <a:lnTo>
                    <a:pt x="7799" y="7156"/>
                  </a:lnTo>
                  <a:lnTo>
                    <a:pt x="7513" y="7442"/>
                  </a:lnTo>
                  <a:lnTo>
                    <a:pt x="7084" y="7014"/>
                  </a:lnTo>
                  <a:cubicBezTo>
                    <a:pt x="7180" y="6918"/>
                    <a:pt x="7275" y="6835"/>
                    <a:pt x="7358" y="6728"/>
                  </a:cubicBezTo>
                  <a:close/>
                  <a:moveTo>
                    <a:pt x="4395" y="358"/>
                  </a:moveTo>
                  <a:cubicBezTo>
                    <a:pt x="5337" y="358"/>
                    <a:pt x="6281" y="715"/>
                    <a:pt x="7001" y="1429"/>
                  </a:cubicBezTo>
                  <a:cubicBezTo>
                    <a:pt x="8370" y="2799"/>
                    <a:pt x="8430" y="4942"/>
                    <a:pt x="7239" y="6382"/>
                  </a:cubicBezTo>
                  <a:cubicBezTo>
                    <a:pt x="7096" y="6561"/>
                    <a:pt x="6930" y="6728"/>
                    <a:pt x="6763" y="6859"/>
                  </a:cubicBezTo>
                  <a:cubicBezTo>
                    <a:pt x="6075" y="7434"/>
                    <a:pt x="5230" y="7723"/>
                    <a:pt x="4386" y="7723"/>
                  </a:cubicBezTo>
                  <a:cubicBezTo>
                    <a:pt x="3448" y="7723"/>
                    <a:pt x="2513" y="7365"/>
                    <a:pt x="1798" y="6644"/>
                  </a:cubicBezTo>
                  <a:cubicBezTo>
                    <a:pt x="357" y="5192"/>
                    <a:pt x="357" y="2870"/>
                    <a:pt x="1798" y="1429"/>
                  </a:cubicBezTo>
                  <a:cubicBezTo>
                    <a:pt x="2512" y="715"/>
                    <a:pt x="3453" y="358"/>
                    <a:pt x="4395" y="358"/>
                  </a:cubicBezTo>
                  <a:close/>
                  <a:moveTo>
                    <a:pt x="8226" y="7228"/>
                  </a:moveTo>
                  <a:cubicBezTo>
                    <a:pt x="8260" y="7228"/>
                    <a:pt x="8293" y="7240"/>
                    <a:pt x="8311" y="7264"/>
                  </a:cubicBezTo>
                  <a:lnTo>
                    <a:pt x="8763" y="7668"/>
                  </a:lnTo>
                  <a:lnTo>
                    <a:pt x="8001" y="8430"/>
                  </a:lnTo>
                  <a:lnTo>
                    <a:pt x="7620" y="7966"/>
                  </a:lnTo>
                  <a:cubicBezTo>
                    <a:pt x="7573" y="7918"/>
                    <a:pt x="7573" y="7835"/>
                    <a:pt x="7620" y="7787"/>
                  </a:cubicBezTo>
                  <a:lnTo>
                    <a:pt x="8132" y="7264"/>
                  </a:lnTo>
                  <a:cubicBezTo>
                    <a:pt x="8156" y="7240"/>
                    <a:pt x="8192" y="7228"/>
                    <a:pt x="8226" y="7228"/>
                  </a:cubicBezTo>
                  <a:close/>
                  <a:moveTo>
                    <a:pt x="9013" y="7871"/>
                  </a:moveTo>
                  <a:lnTo>
                    <a:pt x="10871" y="9514"/>
                  </a:lnTo>
                  <a:cubicBezTo>
                    <a:pt x="11192" y="9800"/>
                    <a:pt x="11204" y="10276"/>
                    <a:pt x="10906" y="10573"/>
                  </a:cubicBezTo>
                  <a:cubicBezTo>
                    <a:pt x="10765" y="10715"/>
                    <a:pt x="10580" y="10784"/>
                    <a:pt x="10396" y="10784"/>
                  </a:cubicBezTo>
                  <a:cubicBezTo>
                    <a:pt x="10193" y="10784"/>
                    <a:pt x="9990" y="10700"/>
                    <a:pt x="9847" y="10538"/>
                  </a:cubicBezTo>
                  <a:lnTo>
                    <a:pt x="8227" y="8668"/>
                  </a:lnTo>
                  <a:lnTo>
                    <a:pt x="9013" y="7871"/>
                  </a:lnTo>
                  <a:close/>
                  <a:moveTo>
                    <a:pt x="4423" y="1"/>
                  </a:moveTo>
                  <a:cubicBezTo>
                    <a:pt x="3396" y="1"/>
                    <a:pt x="2370" y="394"/>
                    <a:pt x="1584" y="1179"/>
                  </a:cubicBezTo>
                  <a:cubicBezTo>
                    <a:pt x="0" y="2775"/>
                    <a:pt x="0" y="5299"/>
                    <a:pt x="1560" y="6883"/>
                  </a:cubicBezTo>
                  <a:cubicBezTo>
                    <a:pt x="2340" y="7663"/>
                    <a:pt x="3364" y="8052"/>
                    <a:pt x="4389" y="8052"/>
                  </a:cubicBezTo>
                  <a:cubicBezTo>
                    <a:pt x="5257" y="8052"/>
                    <a:pt x="6126" y="7773"/>
                    <a:pt x="6846" y="7216"/>
                  </a:cubicBezTo>
                  <a:lnTo>
                    <a:pt x="7323" y="7692"/>
                  </a:lnTo>
                  <a:cubicBezTo>
                    <a:pt x="7239" y="7859"/>
                    <a:pt x="7263" y="8049"/>
                    <a:pt x="7394" y="8180"/>
                  </a:cubicBezTo>
                  <a:lnTo>
                    <a:pt x="9644" y="10752"/>
                  </a:lnTo>
                  <a:cubicBezTo>
                    <a:pt x="9847" y="10986"/>
                    <a:pt x="10133" y="11105"/>
                    <a:pt x="10421" y="11105"/>
                  </a:cubicBezTo>
                  <a:cubicBezTo>
                    <a:pt x="10690" y="11105"/>
                    <a:pt x="10961" y="11001"/>
                    <a:pt x="11168" y="10788"/>
                  </a:cubicBezTo>
                  <a:cubicBezTo>
                    <a:pt x="11609" y="10359"/>
                    <a:pt x="11573" y="9657"/>
                    <a:pt x="11133" y="9264"/>
                  </a:cubicBezTo>
                  <a:lnTo>
                    <a:pt x="8573" y="7014"/>
                  </a:lnTo>
                  <a:cubicBezTo>
                    <a:pt x="8483" y="6939"/>
                    <a:pt x="8369" y="6897"/>
                    <a:pt x="8259" y="6897"/>
                  </a:cubicBezTo>
                  <a:cubicBezTo>
                    <a:pt x="8194" y="6897"/>
                    <a:pt x="8130" y="6911"/>
                    <a:pt x="8073" y="6942"/>
                  </a:cubicBezTo>
                  <a:lnTo>
                    <a:pt x="7596" y="6454"/>
                  </a:lnTo>
                  <a:cubicBezTo>
                    <a:pt x="8811" y="4894"/>
                    <a:pt x="8704" y="2632"/>
                    <a:pt x="7263" y="1179"/>
                  </a:cubicBezTo>
                  <a:cubicBezTo>
                    <a:pt x="6477" y="394"/>
                    <a:pt x="5450" y="1"/>
                    <a:pt x="44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43"/>
            <p:cNvSpPr/>
            <p:nvPr/>
          </p:nvSpPr>
          <p:spPr>
            <a:xfrm>
              <a:off x="4098219" y="3850602"/>
              <a:ext cx="101299" cy="195781"/>
            </a:xfrm>
            <a:custGeom>
              <a:avLst/>
              <a:gdLst/>
              <a:ahLst/>
              <a:cxnLst/>
              <a:rect l="l" t="t" r="r" b="b"/>
              <a:pathLst>
                <a:path w="3180" h="6146" extrusionOk="0">
                  <a:moveTo>
                    <a:pt x="194" y="1"/>
                  </a:moveTo>
                  <a:cubicBezTo>
                    <a:pt x="120" y="1"/>
                    <a:pt x="58" y="57"/>
                    <a:pt x="36" y="133"/>
                  </a:cubicBezTo>
                  <a:cubicBezTo>
                    <a:pt x="24" y="228"/>
                    <a:pt x="84" y="300"/>
                    <a:pt x="179" y="312"/>
                  </a:cubicBezTo>
                  <a:cubicBezTo>
                    <a:pt x="775" y="407"/>
                    <a:pt x="1322" y="669"/>
                    <a:pt x="1739" y="1110"/>
                  </a:cubicBezTo>
                  <a:cubicBezTo>
                    <a:pt x="2822" y="2193"/>
                    <a:pt x="2822" y="3967"/>
                    <a:pt x="1739" y="5050"/>
                  </a:cubicBezTo>
                  <a:cubicBezTo>
                    <a:pt x="1286" y="5479"/>
                    <a:pt x="739" y="5765"/>
                    <a:pt x="143" y="5836"/>
                  </a:cubicBezTo>
                  <a:cubicBezTo>
                    <a:pt x="60" y="5848"/>
                    <a:pt x="1" y="5932"/>
                    <a:pt x="13" y="6015"/>
                  </a:cubicBezTo>
                  <a:cubicBezTo>
                    <a:pt x="24" y="6086"/>
                    <a:pt x="84" y="6146"/>
                    <a:pt x="179" y="6146"/>
                  </a:cubicBezTo>
                  <a:lnTo>
                    <a:pt x="203" y="6146"/>
                  </a:lnTo>
                  <a:cubicBezTo>
                    <a:pt x="870" y="6063"/>
                    <a:pt x="1489" y="5753"/>
                    <a:pt x="1977" y="5277"/>
                  </a:cubicBezTo>
                  <a:cubicBezTo>
                    <a:pt x="3180" y="4062"/>
                    <a:pt x="3180" y="2086"/>
                    <a:pt x="1977" y="883"/>
                  </a:cubicBezTo>
                  <a:cubicBezTo>
                    <a:pt x="1501" y="407"/>
                    <a:pt x="894" y="97"/>
                    <a:pt x="215" y="2"/>
                  </a:cubicBezTo>
                  <a:cubicBezTo>
                    <a:pt x="208" y="1"/>
                    <a:pt x="201" y="1"/>
                    <a:pt x="1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43"/>
            <p:cNvSpPr/>
            <p:nvPr/>
          </p:nvSpPr>
          <p:spPr>
            <a:xfrm>
              <a:off x="3981789" y="3849136"/>
              <a:ext cx="103178" cy="198011"/>
            </a:xfrm>
            <a:custGeom>
              <a:avLst/>
              <a:gdLst/>
              <a:ahLst/>
              <a:cxnLst/>
              <a:rect l="l" t="t" r="r" b="b"/>
              <a:pathLst>
                <a:path w="3239" h="6216" extrusionOk="0">
                  <a:moveTo>
                    <a:pt x="3036" y="1"/>
                  </a:moveTo>
                  <a:cubicBezTo>
                    <a:pt x="2346" y="120"/>
                    <a:pt x="1703" y="441"/>
                    <a:pt x="1215" y="929"/>
                  </a:cubicBezTo>
                  <a:cubicBezTo>
                    <a:pt x="0" y="2132"/>
                    <a:pt x="0" y="4108"/>
                    <a:pt x="1215" y="5323"/>
                  </a:cubicBezTo>
                  <a:cubicBezTo>
                    <a:pt x="1715" y="5823"/>
                    <a:pt x="2346" y="6120"/>
                    <a:pt x="3036" y="6216"/>
                  </a:cubicBezTo>
                  <a:lnTo>
                    <a:pt x="3060" y="6216"/>
                  </a:lnTo>
                  <a:cubicBezTo>
                    <a:pt x="3132" y="6216"/>
                    <a:pt x="3203" y="6156"/>
                    <a:pt x="3215" y="6061"/>
                  </a:cubicBezTo>
                  <a:cubicBezTo>
                    <a:pt x="3239" y="5978"/>
                    <a:pt x="3156" y="5894"/>
                    <a:pt x="3072" y="5882"/>
                  </a:cubicBezTo>
                  <a:cubicBezTo>
                    <a:pt x="2441" y="5811"/>
                    <a:pt x="1882" y="5537"/>
                    <a:pt x="1429" y="5085"/>
                  </a:cubicBezTo>
                  <a:cubicBezTo>
                    <a:pt x="346" y="3989"/>
                    <a:pt x="346" y="2215"/>
                    <a:pt x="1429" y="1132"/>
                  </a:cubicBezTo>
                  <a:cubicBezTo>
                    <a:pt x="1882" y="691"/>
                    <a:pt x="2441" y="405"/>
                    <a:pt x="3072" y="334"/>
                  </a:cubicBezTo>
                  <a:cubicBezTo>
                    <a:pt x="3156" y="322"/>
                    <a:pt x="3215" y="239"/>
                    <a:pt x="3215" y="155"/>
                  </a:cubicBezTo>
                  <a:cubicBezTo>
                    <a:pt x="3203" y="60"/>
                    <a:pt x="3132" y="1"/>
                    <a:pt x="3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9" name="Google Shape;519;p43"/>
          <p:cNvSpPr/>
          <p:nvPr/>
        </p:nvSpPr>
        <p:spPr>
          <a:xfrm>
            <a:off x="-885875" y="-732425"/>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43"/>
          <p:cNvSpPr/>
          <p:nvPr/>
        </p:nvSpPr>
        <p:spPr>
          <a:xfrm>
            <a:off x="877825" y="1213850"/>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21" name="Google Shape;521;p43"/>
          <p:cNvPicPr preferRelativeResize="0"/>
          <p:nvPr/>
        </p:nvPicPr>
        <p:blipFill rotWithShape="1">
          <a:blip r:embed="rId3">
            <a:alphaModFix/>
          </a:blip>
          <a:srcRect l="27280" t="12041" r="28253" b="21059"/>
          <a:stretch/>
        </p:blipFill>
        <p:spPr>
          <a:xfrm rot="2446721">
            <a:off x="7469463" y="-575240"/>
            <a:ext cx="2925805" cy="2476032"/>
          </a:xfrm>
          <a:prstGeom prst="rect">
            <a:avLst/>
          </a:prstGeom>
          <a:noFill/>
          <a:ln>
            <a:noFill/>
          </a:ln>
          <a:effectLst>
            <a:outerShdw blurRad="57150" dist="28575" dir="6900000" algn="bl" rotWithShape="0">
              <a:srgbClr val="000000">
                <a:alpha val="38000"/>
              </a:srgbClr>
            </a:outerShdw>
          </a:effectLst>
        </p:spPr>
      </p:pic>
      <p:cxnSp>
        <p:nvCxnSpPr>
          <p:cNvPr id="522" name="Google Shape;522;p43"/>
          <p:cNvCxnSpPr>
            <a:stCxn id="489" idx="0"/>
            <a:endCxn id="499" idx="2"/>
          </p:cNvCxnSpPr>
          <p:nvPr/>
        </p:nvCxnSpPr>
        <p:spPr>
          <a:xfrm rot="10800000">
            <a:off x="4036638" y="3057065"/>
            <a:ext cx="6300" cy="233400"/>
          </a:xfrm>
          <a:prstGeom prst="straightConnector1">
            <a:avLst/>
          </a:prstGeom>
          <a:noFill/>
          <a:ln w="9525" cap="flat" cmpd="sng">
            <a:solidFill>
              <a:schemeClr val="lt2"/>
            </a:solidFill>
            <a:prstDash val="solid"/>
            <a:round/>
            <a:headEnd type="none" w="med" len="med"/>
            <a:tailEnd type="none" w="med" len="med"/>
          </a:ln>
        </p:spPr>
      </p:cxnSp>
      <p:cxnSp>
        <p:nvCxnSpPr>
          <p:cNvPr id="523" name="Google Shape;523;p43"/>
          <p:cNvCxnSpPr>
            <a:stCxn id="490" idx="0"/>
            <a:endCxn id="501" idx="2"/>
          </p:cNvCxnSpPr>
          <p:nvPr/>
        </p:nvCxnSpPr>
        <p:spPr>
          <a:xfrm rot="10800000">
            <a:off x="5639153" y="3057012"/>
            <a:ext cx="0" cy="236100"/>
          </a:xfrm>
          <a:prstGeom prst="straightConnector1">
            <a:avLst/>
          </a:prstGeom>
          <a:noFill/>
          <a:ln w="9525" cap="flat" cmpd="sng">
            <a:solidFill>
              <a:schemeClr val="lt2"/>
            </a:solidFill>
            <a:prstDash val="solid"/>
            <a:round/>
            <a:headEnd type="none" w="med" len="med"/>
            <a:tailEnd type="none" w="med" len="med"/>
          </a:ln>
        </p:spPr>
      </p:cxnSp>
      <p:cxnSp>
        <p:nvCxnSpPr>
          <p:cNvPr id="524" name="Google Shape;524;p43"/>
          <p:cNvCxnSpPr>
            <a:stCxn id="491" idx="0"/>
            <a:endCxn id="503" idx="2"/>
          </p:cNvCxnSpPr>
          <p:nvPr/>
        </p:nvCxnSpPr>
        <p:spPr>
          <a:xfrm rot="10800000">
            <a:off x="7235369" y="3056912"/>
            <a:ext cx="0" cy="244800"/>
          </a:xfrm>
          <a:prstGeom prst="straightConnector1">
            <a:avLst/>
          </a:prstGeom>
          <a:noFill/>
          <a:ln w="9525" cap="flat" cmpd="sng">
            <a:solidFill>
              <a:schemeClr val="lt2"/>
            </a:solidFill>
            <a:prstDash val="solid"/>
            <a:round/>
            <a:headEnd type="none" w="med" len="med"/>
            <a:tailEnd type="non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44"/>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a:t>Hypothesis</a:t>
            </a:r>
            <a:endParaRPr/>
          </a:p>
        </p:txBody>
      </p:sp>
      <p:sp>
        <p:nvSpPr>
          <p:cNvPr id="530" name="Google Shape;530;p44"/>
          <p:cNvSpPr txBox="1">
            <a:spLocks noGrp="1"/>
          </p:cNvSpPr>
          <p:nvPr>
            <p:ph type="subTitle" idx="1"/>
          </p:nvPr>
        </p:nvSpPr>
        <p:spPr>
          <a:xfrm>
            <a:off x="2978550" y="1173800"/>
            <a:ext cx="5433900" cy="416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Hypothesis 1</a:t>
            </a:r>
            <a:endParaRPr/>
          </a:p>
        </p:txBody>
      </p:sp>
      <p:sp>
        <p:nvSpPr>
          <p:cNvPr id="531" name="Google Shape;531;p44"/>
          <p:cNvSpPr txBox="1">
            <a:spLocks noGrp="1"/>
          </p:cNvSpPr>
          <p:nvPr>
            <p:ph type="subTitle" idx="2"/>
          </p:nvPr>
        </p:nvSpPr>
        <p:spPr>
          <a:xfrm>
            <a:off x="2978550" y="1513625"/>
            <a:ext cx="5433900" cy="674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a:t>Mercury is the closest planet to the Sun and the smallest one in the Solar System—it’s only a bit larger than the Moon</a:t>
            </a:r>
            <a:endParaRPr/>
          </a:p>
        </p:txBody>
      </p:sp>
      <p:sp>
        <p:nvSpPr>
          <p:cNvPr id="532" name="Google Shape;532;p44"/>
          <p:cNvSpPr txBox="1">
            <a:spLocks noGrp="1"/>
          </p:cNvSpPr>
          <p:nvPr>
            <p:ph type="subTitle" idx="3"/>
          </p:nvPr>
        </p:nvSpPr>
        <p:spPr>
          <a:xfrm>
            <a:off x="2978550" y="2264525"/>
            <a:ext cx="5433900" cy="416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Hypothesis 2</a:t>
            </a:r>
            <a:endParaRPr/>
          </a:p>
        </p:txBody>
      </p:sp>
      <p:sp>
        <p:nvSpPr>
          <p:cNvPr id="533" name="Google Shape;533;p44"/>
          <p:cNvSpPr txBox="1">
            <a:spLocks noGrp="1"/>
          </p:cNvSpPr>
          <p:nvPr>
            <p:ph type="subTitle" idx="4"/>
          </p:nvPr>
        </p:nvSpPr>
        <p:spPr>
          <a:xfrm>
            <a:off x="2978550" y="2604350"/>
            <a:ext cx="5433900" cy="674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a:t>Jupiter is a gas giant and the biggest planet in the Solar System. It's the fourth-brightest object in the night sky</a:t>
            </a:r>
            <a:endParaRPr/>
          </a:p>
        </p:txBody>
      </p:sp>
      <p:sp>
        <p:nvSpPr>
          <p:cNvPr id="534" name="Google Shape;534;p44"/>
          <p:cNvSpPr txBox="1">
            <a:spLocks noGrp="1"/>
          </p:cNvSpPr>
          <p:nvPr>
            <p:ph type="subTitle" idx="5"/>
          </p:nvPr>
        </p:nvSpPr>
        <p:spPr>
          <a:xfrm>
            <a:off x="2978550" y="3355250"/>
            <a:ext cx="5433900" cy="416100"/>
          </a:xfrm>
          <a:prstGeom prst="rect">
            <a:avLst/>
          </a:prstGeom>
        </p:spPr>
        <p:txBody>
          <a:bodyPr spcFirstLastPara="1" wrap="square" lIns="91425" tIns="91425" rIns="91425" bIns="91425" anchor="ctr" anchorCtr="0">
            <a:noAutofit/>
          </a:bodyPr>
          <a:lstStyle/>
          <a:p>
            <a:pPr marL="0" lvl="0" indent="0" algn="r" rtl="0">
              <a:spcBef>
                <a:spcPts val="0"/>
              </a:spcBef>
              <a:spcAft>
                <a:spcPts val="1200"/>
              </a:spcAft>
              <a:buNone/>
            </a:pPr>
            <a:r>
              <a:rPr lang="en"/>
              <a:t>Hypothesis 3</a:t>
            </a:r>
            <a:endParaRPr/>
          </a:p>
        </p:txBody>
      </p:sp>
      <p:sp>
        <p:nvSpPr>
          <p:cNvPr id="535" name="Google Shape;535;p44"/>
          <p:cNvSpPr txBox="1">
            <a:spLocks noGrp="1"/>
          </p:cNvSpPr>
          <p:nvPr>
            <p:ph type="subTitle" idx="6"/>
          </p:nvPr>
        </p:nvSpPr>
        <p:spPr>
          <a:xfrm>
            <a:off x="2978550" y="3695075"/>
            <a:ext cx="5433900" cy="674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
              <a:t>Venus has a beautiful name and is the second planet from the Sun. It’s terribly hot—even hotter than Mercury</a:t>
            </a:r>
            <a:endParaRPr/>
          </a:p>
        </p:txBody>
      </p:sp>
      <p:pic>
        <p:nvPicPr>
          <p:cNvPr id="536" name="Google Shape;536;p44"/>
          <p:cNvPicPr preferRelativeResize="0"/>
          <p:nvPr/>
        </p:nvPicPr>
        <p:blipFill rotWithShape="1">
          <a:blip r:embed="rId3">
            <a:alphaModFix/>
          </a:blip>
          <a:srcRect l="28218" t="17074" r="17672" b="18806"/>
          <a:stretch/>
        </p:blipFill>
        <p:spPr>
          <a:xfrm>
            <a:off x="-375950" y="-591375"/>
            <a:ext cx="4947950" cy="3298026"/>
          </a:xfrm>
          <a:prstGeom prst="rect">
            <a:avLst/>
          </a:prstGeom>
          <a:noFill/>
          <a:ln>
            <a:noFill/>
          </a:ln>
          <a:effectLst>
            <a:outerShdw blurRad="57150" dist="28575" dir="6840000" algn="bl" rotWithShape="0">
              <a:srgbClr val="000000">
                <a:alpha val="37000"/>
              </a:srgbClr>
            </a:outerShdw>
          </a:effectLst>
        </p:spPr>
      </p:pic>
      <p:pic>
        <p:nvPicPr>
          <p:cNvPr id="537" name="Google Shape;537;p44"/>
          <p:cNvPicPr preferRelativeResize="0"/>
          <p:nvPr/>
        </p:nvPicPr>
        <p:blipFill rotWithShape="1">
          <a:blip r:embed="rId4">
            <a:alphaModFix/>
          </a:blip>
          <a:srcRect l="22820" t="35125" r="60837" b="21928"/>
          <a:stretch/>
        </p:blipFill>
        <p:spPr>
          <a:xfrm rot="-1421199">
            <a:off x="1245976" y="3531603"/>
            <a:ext cx="1272375" cy="1880948"/>
          </a:xfrm>
          <a:prstGeom prst="rect">
            <a:avLst/>
          </a:prstGeom>
          <a:noFill/>
          <a:ln>
            <a:noFill/>
          </a:ln>
          <a:effectLst>
            <a:outerShdw blurRad="57150" dist="19050" dir="6840000" algn="bl" rotWithShape="0">
              <a:srgbClr val="000000">
                <a:alpha val="37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45"/>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Study objectives</a:t>
            </a:r>
            <a:endParaRPr/>
          </a:p>
        </p:txBody>
      </p:sp>
      <p:sp>
        <p:nvSpPr>
          <p:cNvPr id="543" name="Google Shape;543;p45"/>
          <p:cNvSpPr txBox="1">
            <a:spLocks noGrp="1"/>
          </p:cNvSpPr>
          <p:nvPr>
            <p:ph type="subTitle" idx="1"/>
          </p:nvPr>
        </p:nvSpPr>
        <p:spPr>
          <a:xfrm>
            <a:off x="865625" y="2670500"/>
            <a:ext cx="22617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Mercury</a:t>
            </a:r>
            <a:endParaRPr/>
          </a:p>
        </p:txBody>
      </p:sp>
      <p:sp>
        <p:nvSpPr>
          <p:cNvPr id="544" name="Google Shape;544;p45"/>
          <p:cNvSpPr txBox="1">
            <a:spLocks noGrp="1"/>
          </p:cNvSpPr>
          <p:nvPr>
            <p:ph type="subTitle" idx="2"/>
          </p:nvPr>
        </p:nvSpPr>
        <p:spPr>
          <a:xfrm>
            <a:off x="3431975" y="2670500"/>
            <a:ext cx="22617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Venus</a:t>
            </a:r>
            <a:endParaRPr/>
          </a:p>
        </p:txBody>
      </p:sp>
      <p:sp>
        <p:nvSpPr>
          <p:cNvPr id="545" name="Google Shape;545;p45"/>
          <p:cNvSpPr txBox="1">
            <a:spLocks noGrp="1"/>
          </p:cNvSpPr>
          <p:nvPr>
            <p:ph type="subTitle" idx="3"/>
          </p:nvPr>
        </p:nvSpPr>
        <p:spPr>
          <a:xfrm>
            <a:off x="865625" y="3058400"/>
            <a:ext cx="2261700" cy="939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It’s the closest planet to the Sun and the smallest one in the Solar System</a:t>
            </a:r>
            <a:endParaRPr/>
          </a:p>
        </p:txBody>
      </p:sp>
      <p:sp>
        <p:nvSpPr>
          <p:cNvPr id="546" name="Google Shape;546;p45"/>
          <p:cNvSpPr txBox="1">
            <a:spLocks noGrp="1"/>
          </p:cNvSpPr>
          <p:nvPr>
            <p:ph type="subTitle" idx="4"/>
          </p:nvPr>
        </p:nvSpPr>
        <p:spPr>
          <a:xfrm>
            <a:off x="3431975" y="3058400"/>
            <a:ext cx="2261700" cy="939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beautiful name and is the second planet from the Sun</a:t>
            </a:r>
            <a:endParaRPr/>
          </a:p>
        </p:txBody>
      </p:sp>
      <p:sp>
        <p:nvSpPr>
          <p:cNvPr id="547" name="Google Shape;547;p45"/>
          <p:cNvSpPr txBox="1">
            <a:spLocks noGrp="1"/>
          </p:cNvSpPr>
          <p:nvPr>
            <p:ph type="subTitle" idx="5"/>
          </p:nvPr>
        </p:nvSpPr>
        <p:spPr>
          <a:xfrm>
            <a:off x="6016675" y="2670500"/>
            <a:ext cx="22617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Mars</a:t>
            </a:r>
            <a:endParaRPr/>
          </a:p>
        </p:txBody>
      </p:sp>
      <p:sp>
        <p:nvSpPr>
          <p:cNvPr id="548" name="Google Shape;548;p45"/>
          <p:cNvSpPr txBox="1">
            <a:spLocks noGrp="1"/>
          </p:cNvSpPr>
          <p:nvPr>
            <p:ph type="subTitle" idx="6"/>
          </p:nvPr>
        </p:nvSpPr>
        <p:spPr>
          <a:xfrm>
            <a:off x="6016675" y="3058400"/>
            <a:ext cx="2261700" cy="939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549" name="Google Shape;549;p45"/>
          <p:cNvSpPr/>
          <p:nvPr/>
        </p:nvSpPr>
        <p:spPr>
          <a:xfrm>
            <a:off x="1642463" y="1849040"/>
            <a:ext cx="708000" cy="7080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45"/>
          <p:cNvSpPr/>
          <p:nvPr/>
        </p:nvSpPr>
        <p:spPr>
          <a:xfrm>
            <a:off x="4208813" y="1849040"/>
            <a:ext cx="708000" cy="7080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45"/>
          <p:cNvSpPr/>
          <p:nvPr/>
        </p:nvSpPr>
        <p:spPr>
          <a:xfrm>
            <a:off x="6793513" y="1849040"/>
            <a:ext cx="708000" cy="7080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2" name="Google Shape;552;p45"/>
          <p:cNvGrpSpPr/>
          <p:nvPr/>
        </p:nvGrpSpPr>
        <p:grpSpPr>
          <a:xfrm>
            <a:off x="1878171" y="1997314"/>
            <a:ext cx="236602" cy="411472"/>
            <a:chOff x="2487439" y="4280740"/>
            <a:chExt cx="198775" cy="348972"/>
          </a:xfrm>
        </p:grpSpPr>
        <p:sp>
          <p:nvSpPr>
            <p:cNvPr id="553" name="Google Shape;553;p45"/>
            <p:cNvSpPr/>
            <p:nvPr/>
          </p:nvSpPr>
          <p:spPr>
            <a:xfrm>
              <a:off x="2487439" y="4280740"/>
              <a:ext cx="198775" cy="348972"/>
            </a:xfrm>
            <a:custGeom>
              <a:avLst/>
              <a:gdLst/>
              <a:ahLst/>
              <a:cxnLst/>
              <a:rect l="l" t="t" r="r" b="b"/>
              <a:pathLst>
                <a:path w="6240" h="10955" extrusionOk="0">
                  <a:moveTo>
                    <a:pt x="5644" y="358"/>
                  </a:moveTo>
                  <a:lnTo>
                    <a:pt x="5644" y="2870"/>
                  </a:lnTo>
                  <a:cubicBezTo>
                    <a:pt x="5644" y="4001"/>
                    <a:pt x="4882" y="5013"/>
                    <a:pt x="3787" y="5311"/>
                  </a:cubicBezTo>
                  <a:cubicBezTo>
                    <a:pt x="3716" y="5323"/>
                    <a:pt x="3656" y="5406"/>
                    <a:pt x="3656" y="5478"/>
                  </a:cubicBezTo>
                  <a:cubicBezTo>
                    <a:pt x="3656" y="5549"/>
                    <a:pt x="3716" y="5621"/>
                    <a:pt x="3787" y="5644"/>
                  </a:cubicBezTo>
                  <a:cubicBezTo>
                    <a:pt x="4882" y="5942"/>
                    <a:pt x="5644" y="6954"/>
                    <a:pt x="5644" y="8085"/>
                  </a:cubicBezTo>
                  <a:lnTo>
                    <a:pt x="5644" y="10597"/>
                  </a:lnTo>
                  <a:lnTo>
                    <a:pt x="584" y="10597"/>
                  </a:lnTo>
                  <a:lnTo>
                    <a:pt x="584" y="8085"/>
                  </a:lnTo>
                  <a:cubicBezTo>
                    <a:pt x="584" y="6954"/>
                    <a:pt x="1346" y="5942"/>
                    <a:pt x="2442" y="5644"/>
                  </a:cubicBezTo>
                  <a:cubicBezTo>
                    <a:pt x="2525" y="5621"/>
                    <a:pt x="2573" y="5549"/>
                    <a:pt x="2573" y="5478"/>
                  </a:cubicBezTo>
                  <a:cubicBezTo>
                    <a:pt x="2573" y="5406"/>
                    <a:pt x="2525" y="5323"/>
                    <a:pt x="2442" y="5311"/>
                  </a:cubicBezTo>
                  <a:cubicBezTo>
                    <a:pt x="1346" y="5013"/>
                    <a:pt x="584" y="4001"/>
                    <a:pt x="584" y="2870"/>
                  </a:cubicBezTo>
                  <a:lnTo>
                    <a:pt x="584" y="358"/>
                  </a:lnTo>
                  <a:close/>
                  <a:moveTo>
                    <a:pt x="179" y="1"/>
                  </a:moveTo>
                  <a:cubicBezTo>
                    <a:pt x="84" y="1"/>
                    <a:pt x="1" y="72"/>
                    <a:pt x="1" y="179"/>
                  </a:cubicBezTo>
                  <a:cubicBezTo>
                    <a:pt x="1" y="287"/>
                    <a:pt x="84" y="358"/>
                    <a:pt x="179" y="358"/>
                  </a:cubicBezTo>
                  <a:lnTo>
                    <a:pt x="239" y="358"/>
                  </a:lnTo>
                  <a:lnTo>
                    <a:pt x="239" y="2870"/>
                  </a:lnTo>
                  <a:cubicBezTo>
                    <a:pt x="239" y="4001"/>
                    <a:pt x="894" y="5013"/>
                    <a:pt x="1894" y="5478"/>
                  </a:cubicBezTo>
                  <a:cubicBezTo>
                    <a:pt x="894" y="5942"/>
                    <a:pt x="239" y="6966"/>
                    <a:pt x="239" y="8085"/>
                  </a:cubicBezTo>
                  <a:lnTo>
                    <a:pt x="239" y="10597"/>
                  </a:lnTo>
                  <a:lnTo>
                    <a:pt x="179" y="10597"/>
                  </a:lnTo>
                  <a:cubicBezTo>
                    <a:pt x="84" y="10597"/>
                    <a:pt x="1" y="10669"/>
                    <a:pt x="1" y="10776"/>
                  </a:cubicBezTo>
                  <a:cubicBezTo>
                    <a:pt x="1" y="10883"/>
                    <a:pt x="84" y="10955"/>
                    <a:pt x="179" y="10955"/>
                  </a:cubicBezTo>
                  <a:lnTo>
                    <a:pt x="6061" y="10955"/>
                  </a:lnTo>
                  <a:cubicBezTo>
                    <a:pt x="6168" y="10955"/>
                    <a:pt x="6240" y="10883"/>
                    <a:pt x="6240" y="10776"/>
                  </a:cubicBezTo>
                  <a:cubicBezTo>
                    <a:pt x="6240" y="10669"/>
                    <a:pt x="6144" y="10597"/>
                    <a:pt x="6061" y="10597"/>
                  </a:cubicBezTo>
                  <a:lnTo>
                    <a:pt x="6002" y="10597"/>
                  </a:lnTo>
                  <a:lnTo>
                    <a:pt x="6002" y="8085"/>
                  </a:lnTo>
                  <a:cubicBezTo>
                    <a:pt x="6002" y="6954"/>
                    <a:pt x="5347" y="5942"/>
                    <a:pt x="4347" y="5478"/>
                  </a:cubicBezTo>
                  <a:cubicBezTo>
                    <a:pt x="5347" y="5013"/>
                    <a:pt x="6002" y="3989"/>
                    <a:pt x="6002" y="2870"/>
                  </a:cubicBezTo>
                  <a:lnTo>
                    <a:pt x="6002" y="358"/>
                  </a:lnTo>
                  <a:lnTo>
                    <a:pt x="6061" y="358"/>
                  </a:lnTo>
                  <a:cubicBezTo>
                    <a:pt x="6168" y="358"/>
                    <a:pt x="6240" y="287"/>
                    <a:pt x="6240" y="179"/>
                  </a:cubicBezTo>
                  <a:cubicBezTo>
                    <a:pt x="6240" y="72"/>
                    <a:pt x="6168" y="1"/>
                    <a:pt x="60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45"/>
            <p:cNvSpPr/>
            <p:nvPr/>
          </p:nvSpPr>
          <p:spPr>
            <a:xfrm>
              <a:off x="2516267" y="4511784"/>
              <a:ext cx="139620" cy="95565"/>
            </a:xfrm>
            <a:custGeom>
              <a:avLst/>
              <a:gdLst/>
              <a:ahLst/>
              <a:cxnLst/>
              <a:rect l="l" t="t" r="r" b="b"/>
              <a:pathLst>
                <a:path w="4383" h="3000" extrusionOk="0">
                  <a:moveTo>
                    <a:pt x="1670" y="0"/>
                  </a:moveTo>
                  <a:cubicBezTo>
                    <a:pt x="1650" y="0"/>
                    <a:pt x="1629" y="4"/>
                    <a:pt x="1608" y="11"/>
                  </a:cubicBezTo>
                  <a:cubicBezTo>
                    <a:pt x="679" y="261"/>
                    <a:pt x="1" y="1130"/>
                    <a:pt x="1" y="2106"/>
                  </a:cubicBezTo>
                  <a:lnTo>
                    <a:pt x="1" y="2821"/>
                  </a:lnTo>
                  <a:cubicBezTo>
                    <a:pt x="1" y="2928"/>
                    <a:pt x="84" y="2999"/>
                    <a:pt x="179" y="2999"/>
                  </a:cubicBezTo>
                  <a:lnTo>
                    <a:pt x="4192" y="2999"/>
                  </a:lnTo>
                  <a:cubicBezTo>
                    <a:pt x="4299" y="2999"/>
                    <a:pt x="4370" y="2928"/>
                    <a:pt x="4370" y="2821"/>
                  </a:cubicBezTo>
                  <a:lnTo>
                    <a:pt x="4370" y="2106"/>
                  </a:lnTo>
                  <a:cubicBezTo>
                    <a:pt x="4382" y="1130"/>
                    <a:pt x="3727" y="261"/>
                    <a:pt x="2787" y="11"/>
                  </a:cubicBezTo>
                  <a:cubicBezTo>
                    <a:pt x="2770" y="4"/>
                    <a:pt x="2752" y="0"/>
                    <a:pt x="2735" y="0"/>
                  </a:cubicBezTo>
                  <a:cubicBezTo>
                    <a:pt x="2663" y="0"/>
                    <a:pt x="2589" y="54"/>
                    <a:pt x="2560" y="130"/>
                  </a:cubicBezTo>
                  <a:cubicBezTo>
                    <a:pt x="2537" y="213"/>
                    <a:pt x="2596" y="320"/>
                    <a:pt x="2680" y="356"/>
                  </a:cubicBezTo>
                  <a:cubicBezTo>
                    <a:pt x="3477" y="570"/>
                    <a:pt x="4025" y="1285"/>
                    <a:pt x="4025" y="2106"/>
                  </a:cubicBezTo>
                  <a:lnTo>
                    <a:pt x="4025" y="2642"/>
                  </a:lnTo>
                  <a:lnTo>
                    <a:pt x="382" y="2642"/>
                  </a:lnTo>
                  <a:lnTo>
                    <a:pt x="382" y="2106"/>
                  </a:lnTo>
                  <a:cubicBezTo>
                    <a:pt x="382" y="1285"/>
                    <a:pt x="929" y="558"/>
                    <a:pt x="1715" y="356"/>
                  </a:cubicBezTo>
                  <a:cubicBezTo>
                    <a:pt x="1810" y="320"/>
                    <a:pt x="1870" y="237"/>
                    <a:pt x="1834" y="130"/>
                  </a:cubicBezTo>
                  <a:cubicBezTo>
                    <a:pt x="1815" y="54"/>
                    <a:pt x="1750" y="0"/>
                    <a:pt x="16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45"/>
            <p:cNvSpPr/>
            <p:nvPr/>
          </p:nvSpPr>
          <p:spPr>
            <a:xfrm>
              <a:off x="2518911" y="4385065"/>
              <a:ext cx="134683" cy="105090"/>
            </a:xfrm>
            <a:custGeom>
              <a:avLst/>
              <a:gdLst/>
              <a:ahLst/>
              <a:cxnLst/>
              <a:rect l="l" t="t" r="r" b="b"/>
              <a:pathLst>
                <a:path w="4228" h="3299" extrusionOk="0">
                  <a:moveTo>
                    <a:pt x="191" y="0"/>
                  </a:moveTo>
                  <a:cubicBezTo>
                    <a:pt x="132" y="0"/>
                    <a:pt x="84" y="24"/>
                    <a:pt x="49" y="72"/>
                  </a:cubicBezTo>
                  <a:cubicBezTo>
                    <a:pt x="13" y="119"/>
                    <a:pt x="1" y="179"/>
                    <a:pt x="13" y="238"/>
                  </a:cubicBezTo>
                  <a:cubicBezTo>
                    <a:pt x="239" y="953"/>
                    <a:pt x="799" y="1512"/>
                    <a:pt x="1513" y="1691"/>
                  </a:cubicBezTo>
                  <a:cubicBezTo>
                    <a:pt x="1632" y="1727"/>
                    <a:pt x="1751" y="1750"/>
                    <a:pt x="1918" y="1774"/>
                  </a:cubicBezTo>
                  <a:lnTo>
                    <a:pt x="1954" y="3120"/>
                  </a:lnTo>
                  <a:cubicBezTo>
                    <a:pt x="1954" y="3227"/>
                    <a:pt x="2025" y="3298"/>
                    <a:pt x="2132" y="3298"/>
                  </a:cubicBezTo>
                  <a:cubicBezTo>
                    <a:pt x="2227" y="3298"/>
                    <a:pt x="2311" y="3227"/>
                    <a:pt x="2311" y="3120"/>
                  </a:cubicBezTo>
                  <a:lnTo>
                    <a:pt x="2311" y="1774"/>
                  </a:lnTo>
                  <a:cubicBezTo>
                    <a:pt x="2466" y="1750"/>
                    <a:pt x="2585" y="1727"/>
                    <a:pt x="2704" y="1691"/>
                  </a:cubicBezTo>
                  <a:cubicBezTo>
                    <a:pt x="3418" y="1512"/>
                    <a:pt x="4001" y="953"/>
                    <a:pt x="4216" y="238"/>
                  </a:cubicBezTo>
                  <a:cubicBezTo>
                    <a:pt x="4228" y="179"/>
                    <a:pt x="4216" y="119"/>
                    <a:pt x="4180" y="72"/>
                  </a:cubicBezTo>
                  <a:cubicBezTo>
                    <a:pt x="4156" y="24"/>
                    <a:pt x="4097" y="0"/>
                    <a:pt x="4037" y="0"/>
                  </a:cubicBezTo>
                  <a:lnTo>
                    <a:pt x="2454" y="0"/>
                  </a:lnTo>
                  <a:cubicBezTo>
                    <a:pt x="2347" y="0"/>
                    <a:pt x="2275" y="72"/>
                    <a:pt x="2275" y="179"/>
                  </a:cubicBezTo>
                  <a:cubicBezTo>
                    <a:pt x="2275" y="286"/>
                    <a:pt x="2347" y="357"/>
                    <a:pt x="2454" y="357"/>
                  </a:cubicBezTo>
                  <a:lnTo>
                    <a:pt x="3775" y="357"/>
                  </a:lnTo>
                  <a:cubicBezTo>
                    <a:pt x="3561" y="845"/>
                    <a:pt x="3120" y="1215"/>
                    <a:pt x="2608" y="1357"/>
                  </a:cubicBezTo>
                  <a:cubicBezTo>
                    <a:pt x="2501" y="1381"/>
                    <a:pt x="2335" y="1429"/>
                    <a:pt x="2108" y="1429"/>
                  </a:cubicBezTo>
                  <a:cubicBezTo>
                    <a:pt x="1894" y="1429"/>
                    <a:pt x="1739" y="1381"/>
                    <a:pt x="1620" y="1357"/>
                  </a:cubicBezTo>
                  <a:cubicBezTo>
                    <a:pt x="1096" y="1215"/>
                    <a:pt x="668" y="845"/>
                    <a:pt x="442" y="357"/>
                  </a:cubicBezTo>
                  <a:lnTo>
                    <a:pt x="1775" y="357"/>
                  </a:lnTo>
                  <a:cubicBezTo>
                    <a:pt x="1870" y="357"/>
                    <a:pt x="1954" y="286"/>
                    <a:pt x="1954" y="179"/>
                  </a:cubicBezTo>
                  <a:cubicBezTo>
                    <a:pt x="1954" y="72"/>
                    <a:pt x="1870" y="0"/>
                    <a:pt x="177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45"/>
            <p:cNvSpPr/>
            <p:nvPr/>
          </p:nvSpPr>
          <p:spPr>
            <a:xfrm>
              <a:off x="2580742" y="4501113"/>
              <a:ext cx="11786" cy="13315"/>
            </a:xfrm>
            <a:custGeom>
              <a:avLst/>
              <a:gdLst/>
              <a:ahLst/>
              <a:cxnLst/>
              <a:rect l="l" t="t" r="r" b="b"/>
              <a:pathLst>
                <a:path w="370" h="418" extrusionOk="0">
                  <a:moveTo>
                    <a:pt x="191" y="0"/>
                  </a:moveTo>
                  <a:cubicBezTo>
                    <a:pt x="84" y="0"/>
                    <a:pt x="1" y="72"/>
                    <a:pt x="1" y="179"/>
                  </a:cubicBezTo>
                  <a:lnTo>
                    <a:pt x="1" y="239"/>
                  </a:lnTo>
                  <a:cubicBezTo>
                    <a:pt x="1" y="346"/>
                    <a:pt x="84" y="417"/>
                    <a:pt x="191" y="417"/>
                  </a:cubicBezTo>
                  <a:cubicBezTo>
                    <a:pt x="286" y="417"/>
                    <a:pt x="370" y="346"/>
                    <a:pt x="370" y="239"/>
                  </a:cubicBezTo>
                  <a:lnTo>
                    <a:pt x="370" y="179"/>
                  </a:lnTo>
                  <a:cubicBezTo>
                    <a:pt x="370" y="96"/>
                    <a:pt x="286" y="0"/>
                    <a:pt x="1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7" name="Google Shape;557;p45"/>
          <p:cNvGrpSpPr/>
          <p:nvPr/>
        </p:nvGrpSpPr>
        <p:grpSpPr>
          <a:xfrm>
            <a:off x="6967494" y="1997309"/>
            <a:ext cx="360058" cy="411488"/>
            <a:chOff x="3982553" y="1971730"/>
            <a:chExt cx="304566" cy="350501"/>
          </a:xfrm>
        </p:grpSpPr>
        <p:sp>
          <p:nvSpPr>
            <p:cNvPr id="558" name="Google Shape;558;p45"/>
            <p:cNvSpPr/>
            <p:nvPr/>
          </p:nvSpPr>
          <p:spPr>
            <a:xfrm>
              <a:off x="4037535" y="2176558"/>
              <a:ext cx="196513" cy="145673"/>
            </a:xfrm>
            <a:custGeom>
              <a:avLst/>
              <a:gdLst/>
              <a:ahLst/>
              <a:cxnLst/>
              <a:rect l="l" t="t" r="r" b="b"/>
              <a:pathLst>
                <a:path w="6169" h="4573" extrusionOk="0">
                  <a:moveTo>
                    <a:pt x="1441" y="322"/>
                  </a:moveTo>
                  <a:cubicBezTo>
                    <a:pt x="1584" y="322"/>
                    <a:pt x="1727" y="441"/>
                    <a:pt x="1727" y="595"/>
                  </a:cubicBezTo>
                  <a:lnTo>
                    <a:pt x="1727" y="4251"/>
                  </a:lnTo>
                  <a:lnTo>
                    <a:pt x="1167" y="4251"/>
                  </a:lnTo>
                  <a:lnTo>
                    <a:pt x="1167" y="595"/>
                  </a:lnTo>
                  <a:lnTo>
                    <a:pt x="1156" y="595"/>
                  </a:lnTo>
                  <a:cubicBezTo>
                    <a:pt x="1156" y="453"/>
                    <a:pt x="1275" y="322"/>
                    <a:pt x="1441" y="322"/>
                  </a:cubicBezTo>
                  <a:close/>
                  <a:moveTo>
                    <a:pt x="3061" y="322"/>
                  </a:moveTo>
                  <a:cubicBezTo>
                    <a:pt x="3227" y="322"/>
                    <a:pt x="3346" y="441"/>
                    <a:pt x="3346" y="595"/>
                  </a:cubicBezTo>
                  <a:lnTo>
                    <a:pt x="3346" y="4251"/>
                  </a:lnTo>
                  <a:lnTo>
                    <a:pt x="2799" y="4251"/>
                  </a:lnTo>
                  <a:lnTo>
                    <a:pt x="2799" y="595"/>
                  </a:lnTo>
                  <a:lnTo>
                    <a:pt x="2775" y="595"/>
                  </a:lnTo>
                  <a:cubicBezTo>
                    <a:pt x="2775" y="453"/>
                    <a:pt x="2894" y="322"/>
                    <a:pt x="3061" y="322"/>
                  </a:cubicBezTo>
                  <a:close/>
                  <a:moveTo>
                    <a:pt x="4680" y="322"/>
                  </a:moveTo>
                  <a:cubicBezTo>
                    <a:pt x="4835" y="322"/>
                    <a:pt x="4966" y="441"/>
                    <a:pt x="4966" y="595"/>
                  </a:cubicBezTo>
                  <a:lnTo>
                    <a:pt x="4966" y="4251"/>
                  </a:lnTo>
                  <a:lnTo>
                    <a:pt x="4406" y="4251"/>
                  </a:lnTo>
                  <a:lnTo>
                    <a:pt x="4406" y="595"/>
                  </a:lnTo>
                  <a:cubicBezTo>
                    <a:pt x="4406" y="453"/>
                    <a:pt x="4525" y="322"/>
                    <a:pt x="4680" y="322"/>
                  </a:cubicBezTo>
                  <a:close/>
                  <a:moveTo>
                    <a:pt x="1441" y="0"/>
                  </a:moveTo>
                  <a:cubicBezTo>
                    <a:pt x="1108" y="0"/>
                    <a:pt x="846" y="274"/>
                    <a:pt x="846" y="595"/>
                  </a:cubicBezTo>
                  <a:lnTo>
                    <a:pt x="846" y="4251"/>
                  </a:lnTo>
                  <a:lnTo>
                    <a:pt x="322" y="4251"/>
                  </a:lnTo>
                  <a:lnTo>
                    <a:pt x="322" y="2536"/>
                  </a:lnTo>
                  <a:cubicBezTo>
                    <a:pt x="322" y="2441"/>
                    <a:pt x="251" y="2370"/>
                    <a:pt x="155" y="2370"/>
                  </a:cubicBezTo>
                  <a:cubicBezTo>
                    <a:pt x="72" y="2370"/>
                    <a:pt x="1" y="2441"/>
                    <a:pt x="1" y="2536"/>
                  </a:cubicBezTo>
                  <a:lnTo>
                    <a:pt x="1" y="4405"/>
                  </a:lnTo>
                  <a:cubicBezTo>
                    <a:pt x="1" y="4501"/>
                    <a:pt x="72" y="4572"/>
                    <a:pt x="155" y="4572"/>
                  </a:cubicBezTo>
                  <a:lnTo>
                    <a:pt x="6001" y="4572"/>
                  </a:lnTo>
                  <a:cubicBezTo>
                    <a:pt x="6097" y="4572"/>
                    <a:pt x="6168" y="4501"/>
                    <a:pt x="6168" y="4405"/>
                  </a:cubicBezTo>
                  <a:lnTo>
                    <a:pt x="6168" y="834"/>
                  </a:lnTo>
                  <a:cubicBezTo>
                    <a:pt x="6144" y="750"/>
                    <a:pt x="6073" y="679"/>
                    <a:pt x="5978" y="679"/>
                  </a:cubicBezTo>
                  <a:cubicBezTo>
                    <a:pt x="5894" y="679"/>
                    <a:pt x="5811" y="750"/>
                    <a:pt x="5811" y="834"/>
                  </a:cubicBezTo>
                  <a:lnTo>
                    <a:pt x="5811" y="4251"/>
                  </a:lnTo>
                  <a:lnTo>
                    <a:pt x="5299" y="4251"/>
                  </a:lnTo>
                  <a:lnTo>
                    <a:pt x="5299" y="595"/>
                  </a:lnTo>
                  <a:cubicBezTo>
                    <a:pt x="5299" y="274"/>
                    <a:pt x="5025" y="0"/>
                    <a:pt x="4704" y="0"/>
                  </a:cubicBezTo>
                  <a:cubicBezTo>
                    <a:pt x="4370" y="0"/>
                    <a:pt x="4108" y="274"/>
                    <a:pt x="4108" y="595"/>
                  </a:cubicBezTo>
                  <a:lnTo>
                    <a:pt x="4108" y="4251"/>
                  </a:lnTo>
                  <a:lnTo>
                    <a:pt x="3656" y="4251"/>
                  </a:lnTo>
                  <a:lnTo>
                    <a:pt x="3656" y="595"/>
                  </a:lnTo>
                  <a:cubicBezTo>
                    <a:pt x="3656" y="274"/>
                    <a:pt x="3394" y="0"/>
                    <a:pt x="3061" y="0"/>
                  </a:cubicBezTo>
                  <a:cubicBezTo>
                    <a:pt x="2739" y="0"/>
                    <a:pt x="2465" y="274"/>
                    <a:pt x="2465" y="595"/>
                  </a:cubicBezTo>
                  <a:lnTo>
                    <a:pt x="2465" y="4251"/>
                  </a:lnTo>
                  <a:lnTo>
                    <a:pt x="2037" y="4251"/>
                  </a:lnTo>
                  <a:lnTo>
                    <a:pt x="2037" y="595"/>
                  </a:lnTo>
                  <a:cubicBezTo>
                    <a:pt x="2037" y="274"/>
                    <a:pt x="1763" y="0"/>
                    <a:pt x="144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45"/>
            <p:cNvSpPr/>
            <p:nvPr/>
          </p:nvSpPr>
          <p:spPr>
            <a:xfrm>
              <a:off x="3982553" y="1971730"/>
              <a:ext cx="304566" cy="272360"/>
            </a:xfrm>
            <a:custGeom>
              <a:avLst/>
              <a:gdLst/>
              <a:ahLst/>
              <a:cxnLst/>
              <a:rect l="l" t="t" r="r" b="b"/>
              <a:pathLst>
                <a:path w="9561" h="8550" extrusionOk="0">
                  <a:moveTo>
                    <a:pt x="8632" y="346"/>
                  </a:moveTo>
                  <a:cubicBezTo>
                    <a:pt x="8966" y="346"/>
                    <a:pt x="9239" y="632"/>
                    <a:pt x="9239" y="953"/>
                  </a:cubicBezTo>
                  <a:cubicBezTo>
                    <a:pt x="9239" y="1287"/>
                    <a:pt x="8954" y="1572"/>
                    <a:pt x="8632" y="1572"/>
                  </a:cubicBezTo>
                  <a:lnTo>
                    <a:pt x="929" y="1572"/>
                  </a:lnTo>
                  <a:cubicBezTo>
                    <a:pt x="596" y="1572"/>
                    <a:pt x="322" y="1287"/>
                    <a:pt x="322" y="953"/>
                  </a:cubicBezTo>
                  <a:cubicBezTo>
                    <a:pt x="322" y="632"/>
                    <a:pt x="607" y="346"/>
                    <a:pt x="929" y="346"/>
                  </a:cubicBezTo>
                  <a:close/>
                  <a:moveTo>
                    <a:pt x="6787" y="3835"/>
                  </a:moveTo>
                  <a:cubicBezTo>
                    <a:pt x="6811" y="4073"/>
                    <a:pt x="6930" y="4275"/>
                    <a:pt x="7096" y="4442"/>
                  </a:cubicBezTo>
                  <a:lnTo>
                    <a:pt x="2524" y="4442"/>
                  </a:lnTo>
                  <a:cubicBezTo>
                    <a:pt x="2715" y="4275"/>
                    <a:pt x="2822" y="4049"/>
                    <a:pt x="2858" y="3835"/>
                  </a:cubicBezTo>
                  <a:close/>
                  <a:moveTo>
                    <a:pt x="7870" y="1882"/>
                  </a:moveTo>
                  <a:cubicBezTo>
                    <a:pt x="8573" y="1882"/>
                    <a:pt x="9144" y="2453"/>
                    <a:pt x="9144" y="3156"/>
                  </a:cubicBezTo>
                  <a:cubicBezTo>
                    <a:pt x="9168" y="3870"/>
                    <a:pt x="8597" y="4442"/>
                    <a:pt x="7894" y="4442"/>
                  </a:cubicBezTo>
                  <a:lnTo>
                    <a:pt x="7823" y="4442"/>
                  </a:lnTo>
                  <a:cubicBezTo>
                    <a:pt x="7644" y="4406"/>
                    <a:pt x="7477" y="4335"/>
                    <a:pt x="7334" y="4216"/>
                  </a:cubicBezTo>
                  <a:cubicBezTo>
                    <a:pt x="7203" y="4097"/>
                    <a:pt x="7108" y="3918"/>
                    <a:pt x="7096" y="3716"/>
                  </a:cubicBezTo>
                  <a:cubicBezTo>
                    <a:pt x="7084" y="3513"/>
                    <a:pt x="7156" y="3323"/>
                    <a:pt x="7275" y="3192"/>
                  </a:cubicBezTo>
                  <a:cubicBezTo>
                    <a:pt x="7377" y="3070"/>
                    <a:pt x="7523" y="3011"/>
                    <a:pt x="7672" y="3011"/>
                  </a:cubicBezTo>
                  <a:cubicBezTo>
                    <a:pt x="7801" y="3011"/>
                    <a:pt x="7932" y="3056"/>
                    <a:pt x="8037" y="3144"/>
                  </a:cubicBezTo>
                  <a:cubicBezTo>
                    <a:pt x="8108" y="3215"/>
                    <a:pt x="8156" y="3311"/>
                    <a:pt x="8168" y="3418"/>
                  </a:cubicBezTo>
                  <a:cubicBezTo>
                    <a:pt x="8168" y="3513"/>
                    <a:pt x="8132" y="3620"/>
                    <a:pt x="8061" y="3692"/>
                  </a:cubicBezTo>
                  <a:cubicBezTo>
                    <a:pt x="8001" y="3751"/>
                    <a:pt x="8001" y="3858"/>
                    <a:pt x="8073" y="3918"/>
                  </a:cubicBezTo>
                  <a:cubicBezTo>
                    <a:pt x="8101" y="3946"/>
                    <a:pt x="8140" y="3961"/>
                    <a:pt x="8180" y="3961"/>
                  </a:cubicBezTo>
                  <a:cubicBezTo>
                    <a:pt x="8224" y="3961"/>
                    <a:pt x="8268" y="3943"/>
                    <a:pt x="8299" y="3906"/>
                  </a:cubicBezTo>
                  <a:cubicBezTo>
                    <a:pt x="8430" y="3751"/>
                    <a:pt x="8489" y="3573"/>
                    <a:pt x="8477" y="3382"/>
                  </a:cubicBezTo>
                  <a:cubicBezTo>
                    <a:pt x="8466" y="3192"/>
                    <a:pt x="8394" y="3013"/>
                    <a:pt x="8239" y="2894"/>
                  </a:cubicBezTo>
                  <a:cubicBezTo>
                    <a:pt x="8075" y="2746"/>
                    <a:pt x="7872" y="2674"/>
                    <a:pt x="7672" y="2674"/>
                  </a:cubicBezTo>
                  <a:cubicBezTo>
                    <a:pt x="7437" y="2674"/>
                    <a:pt x="7204" y="2773"/>
                    <a:pt x="7037" y="2965"/>
                  </a:cubicBezTo>
                  <a:cubicBezTo>
                    <a:pt x="6906" y="3120"/>
                    <a:pt x="6811" y="3287"/>
                    <a:pt x="6787" y="3489"/>
                  </a:cubicBezTo>
                  <a:lnTo>
                    <a:pt x="2858" y="3489"/>
                  </a:lnTo>
                  <a:cubicBezTo>
                    <a:pt x="2822" y="3287"/>
                    <a:pt x="2751" y="3120"/>
                    <a:pt x="2596" y="2965"/>
                  </a:cubicBezTo>
                  <a:cubicBezTo>
                    <a:pt x="2453" y="2799"/>
                    <a:pt x="2239" y="2692"/>
                    <a:pt x="2000" y="2680"/>
                  </a:cubicBezTo>
                  <a:cubicBezTo>
                    <a:pt x="1985" y="2679"/>
                    <a:pt x="1970" y="2678"/>
                    <a:pt x="1954" y="2678"/>
                  </a:cubicBezTo>
                  <a:cubicBezTo>
                    <a:pt x="1754" y="2678"/>
                    <a:pt x="1547" y="2750"/>
                    <a:pt x="1381" y="2894"/>
                  </a:cubicBezTo>
                  <a:cubicBezTo>
                    <a:pt x="1227" y="3025"/>
                    <a:pt x="1155" y="3192"/>
                    <a:pt x="1143" y="3382"/>
                  </a:cubicBezTo>
                  <a:cubicBezTo>
                    <a:pt x="1119" y="3573"/>
                    <a:pt x="1203" y="3751"/>
                    <a:pt x="1322" y="3906"/>
                  </a:cubicBezTo>
                  <a:cubicBezTo>
                    <a:pt x="1355" y="3939"/>
                    <a:pt x="1402" y="3957"/>
                    <a:pt x="1447" y="3957"/>
                  </a:cubicBezTo>
                  <a:cubicBezTo>
                    <a:pt x="1485" y="3957"/>
                    <a:pt x="1521" y="3945"/>
                    <a:pt x="1548" y="3918"/>
                  </a:cubicBezTo>
                  <a:cubicBezTo>
                    <a:pt x="1596" y="3858"/>
                    <a:pt x="1619" y="3751"/>
                    <a:pt x="1560" y="3692"/>
                  </a:cubicBezTo>
                  <a:cubicBezTo>
                    <a:pt x="1488" y="3620"/>
                    <a:pt x="1453" y="3513"/>
                    <a:pt x="1453" y="3418"/>
                  </a:cubicBezTo>
                  <a:cubicBezTo>
                    <a:pt x="1453" y="3311"/>
                    <a:pt x="1512" y="3204"/>
                    <a:pt x="1584" y="3144"/>
                  </a:cubicBezTo>
                  <a:cubicBezTo>
                    <a:pt x="1682" y="3068"/>
                    <a:pt x="1800" y="3012"/>
                    <a:pt x="1937" y="3012"/>
                  </a:cubicBezTo>
                  <a:cubicBezTo>
                    <a:pt x="1950" y="3012"/>
                    <a:pt x="1963" y="3012"/>
                    <a:pt x="1977" y="3013"/>
                  </a:cubicBezTo>
                  <a:cubicBezTo>
                    <a:pt x="2120" y="3025"/>
                    <a:pt x="2239" y="3085"/>
                    <a:pt x="2346" y="3192"/>
                  </a:cubicBezTo>
                  <a:cubicBezTo>
                    <a:pt x="2608" y="3489"/>
                    <a:pt x="2584" y="3954"/>
                    <a:pt x="2286" y="4216"/>
                  </a:cubicBezTo>
                  <a:cubicBezTo>
                    <a:pt x="2155" y="4335"/>
                    <a:pt x="1977" y="4406"/>
                    <a:pt x="1798" y="4442"/>
                  </a:cubicBezTo>
                  <a:lnTo>
                    <a:pt x="1727" y="4442"/>
                  </a:lnTo>
                  <a:cubicBezTo>
                    <a:pt x="1024" y="4442"/>
                    <a:pt x="441" y="3858"/>
                    <a:pt x="441" y="3156"/>
                  </a:cubicBezTo>
                  <a:cubicBezTo>
                    <a:pt x="441" y="2465"/>
                    <a:pt x="1024" y="1882"/>
                    <a:pt x="1727" y="1882"/>
                  </a:cubicBezTo>
                  <a:close/>
                  <a:moveTo>
                    <a:pt x="7537" y="4763"/>
                  </a:moveTo>
                  <a:lnTo>
                    <a:pt x="7537" y="5573"/>
                  </a:lnTo>
                  <a:lnTo>
                    <a:pt x="2036" y="5573"/>
                  </a:lnTo>
                  <a:lnTo>
                    <a:pt x="2036" y="4763"/>
                  </a:lnTo>
                  <a:close/>
                  <a:moveTo>
                    <a:pt x="929" y="1"/>
                  </a:moveTo>
                  <a:cubicBezTo>
                    <a:pt x="417" y="1"/>
                    <a:pt x="0" y="418"/>
                    <a:pt x="0" y="941"/>
                  </a:cubicBezTo>
                  <a:cubicBezTo>
                    <a:pt x="0" y="1418"/>
                    <a:pt x="357" y="1811"/>
                    <a:pt x="798" y="1870"/>
                  </a:cubicBezTo>
                  <a:cubicBezTo>
                    <a:pt x="393" y="2168"/>
                    <a:pt x="143" y="2620"/>
                    <a:pt x="143" y="3144"/>
                  </a:cubicBezTo>
                  <a:cubicBezTo>
                    <a:pt x="143" y="4013"/>
                    <a:pt x="834" y="4728"/>
                    <a:pt x="1691" y="4739"/>
                  </a:cubicBezTo>
                  <a:lnTo>
                    <a:pt x="1703" y="4739"/>
                  </a:lnTo>
                  <a:lnTo>
                    <a:pt x="1703" y="5704"/>
                  </a:lnTo>
                  <a:lnTo>
                    <a:pt x="1703" y="8383"/>
                  </a:lnTo>
                  <a:cubicBezTo>
                    <a:pt x="1703" y="8478"/>
                    <a:pt x="1786" y="8549"/>
                    <a:pt x="1869" y="8549"/>
                  </a:cubicBezTo>
                  <a:cubicBezTo>
                    <a:pt x="1965" y="8549"/>
                    <a:pt x="2036" y="8478"/>
                    <a:pt x="2036" y="8383"/>
                  </a:cubicBezTo>
                  <a:lnTo>
                    <a:pt x="2036" y="5894"/>
                  </a:lnTo>
                  <a:lnTo>
                    <a:pt x="7537" y="5894"/>
                  </a:lnTo>
                  <a:lnTo>
                    <a:pt x="7537" y="6692"/>
                  </a:lnTo>
                  <a:cubicBezTo>
                    <a:pt x="7537" y="6775"/>
                    <a:pt x="7620" y="6847"/>
                    <a:pt x="7704" y="6847"/>
                  </a:cubicBezTo>
                  <a:cubicBezTo>
                    <a:pt x="7799" y="6847"/>
                    <a:pt x="7870" y="6775"/>
                    <a:pt x="7870" y="6692"/>
                  </a:cubicBezTo>
                  <a:lnTo>
                    <a:pt x="7870" y="5740"/>
                  </a:lnTo>
                  <a:lnTo>
                    <a:pt x="7870" y="4763"/>
                  </a:lnTo>
                  <a:lnTo>
                    <a:pt x="7918" y="4763"/>
                  </a:lnTo>
                  <a:cubicBezTo>
                    <a:pt x="7930" y="4763"/>
                    <a:pt x="7942" y="4763"/>
                    <a:pt x="7954" y="4751"/>
                  </a:cubicBezTo>
                  <a:cubicBezTo>
                    <a:pt x="8823" y="4728"/>
                    <a:pt x="9501" y="4025"/>
                    <a:pt x="9501" y="3156"/>
                  </a:cubicBezTo>
                  <a:cubicBezTo>
                    <a:pt x="9489" y="2644"/>
                    <a:pt x="9228" y="2168"/>
                    <a:pt x="8823" y="1870"/>
                  </a:cubicBezTo>
                  <a:cubicBezTo>
                    <a:pt x="9251" y="1775"/>
                    <a:pt x="9561" y="1406"/>
                    <a:pt x="9561" y="941"/>
                  </a:cubicBezTo>
                  <a:cubicBezTo>
                    <a:pt x="9561" y="418"/>
                    <a:pt x="9144" y="1"/>
                    <a:pt x="86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0" name="Google Shape;560;p45"/>
          <p:cNvGrpSpPr/>
          <p:nvPr/>
        </p:nvGrpSpPr>
        <p:grpSpPr>
          <a:xfrm>
            <a:off x="4402251" y="1997315"/>
            <a:ext cx="339479" cy="411464"/>
            <a:chOff x="3086313" y="2877049"/>
            <a:chExt cx="320143" cy="392581"/>
          </a:xfrm>
        </p:grpSpPr>
        <p:sp>
          <p:nvSpPr>
            <p:cNvPr id="561" name="Google Shape;561;p45"/>
            <p:cNvSpPr/>
            <p:nvPr/>
          </p:nvSpPr>
          <p:spPr>
            <a:xfrm>
              <a:off x="3125749" y="2915371"/>
              <a:ext cx="240505" cy="354259"/>
            </a:xfrm>
            <a:custGeom>
              <a:avLst/>
              <a:gdLst/>
              <a:ahLst/>
              <a:cxnLst/>
              <a:rect l="l" t="t" r="r" b="b"/>
              <a:pathLst>
                <a:path w="7550" h="11121" extrusionOk="0">
                  <a:moveTo>
                    <a:pt x="3775" y="2929"/>
                  </a:moveTo>
                  <a:lnTo>
                    <a:pt x="3918" y="3120"/>
                  </a:lnTo>
                  <a:cubicBezTo>
                    <a:pt x="3871" y="3144"/>
                    <a:pt x="3823" y="3144"/>
                    <a:pt x="3775" y="3144"/>
                  </a:cubicBezTo>
                  <a:cubicBezTo>
                    <a:pt x="3740" y="3132"/>
                    <a:pt x="3692" y="3120"/>
                    <a:pt x="3644" y="3120"/>
                  </a:cubicBezTo>
                  <a:lnTo>
                    <a:pt x="3775" y="2929"/>
                  </a:lnTo>
                  <a:close/>
                  <a:moveTo>
                    <a:pt x="4168" y="3501"/>
                  </a:moveTo>
                  <a:lnTo>
                    <a:pt x="4299" y="3703"/>
                  </a:lnTo>
                  <a:cubicBezTo>
                    <a:pt x="4126" y="3751"/>
                    <a:pt x="3948" y="3775"/>
                    <a:pt x="3769" y="3775"/>
                  </a:cubicBezTo>
                  <a:cubicBezTo>
                    <a:pt x="3591" y="3775"/>
                    <a:pt x="3412" y="3751"/>
                    <a:pt x="3239" y="3703"/>
                  </a:cubicBezTo>
                  <a:lnTo>
                    <a:pt x="3382" y="3501"/>
                  </a:lnTo>
                  <a:cubicBezTo>
                    <a:pt x="3513" y="3560"/>
                    <a:pt x="3644" y="3572"/>
                    <a:pt x="3775" y="3572"/>
                  </a:cubicBezTo>
                  <a:cubicBezTo>
                    <a:pt x="3918" y="3572"/>
                    <a:pt x="4049" y="3537"/>
                    <a:pt x="4168" y="3501"/>
                  </a:cubicBezTo>
                  <a:close/>
                  <a:moveTo>
                    <a:pt x="3120" y="4132"/>
                  </a:moveTo>
                  <a:cubicBezTo>
                    <a:pt x="3275" y="4180"/>
                    <a:pt x="3418" y="4191"/>
                    <a:pt x="3561" y="4215"/>
                  </a:cubicBezTo>
                  <a:lnTo>
                    <a:pt x="3561" y="8109"/>
                  </a:lnTo>
                  <a:lnTo>
                    <a:pt x="3120" y="8109"/>
                  </a:lnTo>
                  <a:lnTo>
                    <a:pt x="3120" y="4132"/>
                  </a:lnTo>
                  <a:close/>
                  <a:moveTo>
                    <a:pt x="4430" y="4132"/>
                  </a:moveTo>
                  <a:lnTo>
                    <a:pt x="4430" y="8109"/>
                  </a:lnTo>
                  <a:lnTo>
                    <a:pt x="4001" y="8109"/>
                  </a:lnTo>
                  <a:lnTo>
                    <a:pt x="4001" y="4215"/>
                  </a:lnTo>
                  <a:cubicBezTo>
                    <a:pt x="4156" y="4191"/>
                    <a:pt x="4287" y="4180"/>
                    <a:pt x="4430" y="4132"/>
                  </a:cubicBezTo>
                  <a:close/>
                  <a:moveTo>
                    <a:pt x="3799" y="441"/>
                  </a:moveTo>
                  <a:cubicBezTo>
                    <a:pt x="4668" y="441"/>
                    <a:pt x="5490" y="786"/>
                    <a:pt x="6121" y="1394"/>
                  </a:cubicBezTo>
                  <a:cubicBezTo>
                    <a:pt x="6752" y="2025"/>
                    <a:pt x="7097" y="2858"/>
                    <a:pt x="7097" y="3751"/>
                  </a:cubicBezTo>
                  <a:cubicBezTo>
                    <a:pt x="7097" y="4620"/>
                    <a:pt x="6752" y="5442"/>
                    <a:pt x="6157" y="6073"/>
                  </a:cubicBezTo>
                  <a:cubicBezTo>
                    <a:pt x="5609" y="6632"/>
                    <a:pt x="5299" y="7347"/>
                    <a:pt x="5240" y="8109"/>
                  </a:cubicBezTo>
                  <a:lnTo>
                    <a:pt x="4883" y="8109"/>
                  </a:lnTo>
                  <a:lnTo>
                    <a:pt x="4883" y="3822"/>
                  </a:lnTo>
                  <a:cubicBezTo>
                    <a:pt x="4883" y="3775"/>
                    <a:pt x="4871" y="3739"/>
                    <a:pt x="4835" y="3703"/>
                  </a:cubicBezTo>
                  <a:lnTo>
                    <a:pt x="3978" y="2406"/>
                  </a:lnTo>
                  <a:cubicBezTo>
                    <a:pt x="3930" y="2346"/>
                    <a:pt x="3871" y="2310"/>
                    <a:pt x="3799" y="2310"/>
                  </a:cubicBezTo>
                  <a:cubicBezTo>
                    <a:pt x="3716" y="2310"/>
                    <a:pt x="3644" y="2334"/>
                    <a:pt x="3620" y="2406"/>
                  </a:cubicBezTo>
                  <a:lnTo>
                    <a:pt x="2751" y="3703"/>
                  </a:lnTo>
                  <a:cubicBezTo>
                    <a:pt x="2728" y="3739"/>
                    <a:pt x="2704" y="3775"/>
                    <a:pt x="2704" y="3822"/>
                  </a:cubicBezTo>
                  <a:lnTo>
                    <a:pt x="2704" y="8109"/>
                  </a:lnTo>
                  <a:lnTo>
                    <a:pt x="2347" y="8109"/>
                  </a:lnTo>
                  <a:cubicBezTo>
                    <a:pt x="2287" y="7347"/>
                    <a:pt x="1977" y="6632"/>
                    <a:pt x="1430" y="6073"/>
                  </a:cubicBezTo>
                  <a:cubicBezTo>
                    <a:pt x="834" y="5465"/>
                    <a:pt x="501" y="4656"/>
                    <a:pt x="489" y="3810"/>
                  </a:cubicBezTo>
                  <a:cubicBezTo>
                    <a:pt x="477" y="2929"/>
                    <a:pt x="823" y="2096"/>
                    <a:pt x="1430" y="1453"/>
                  </a:cubicBezTo>
                  <a:cubicBezTo>
                    <a:pt x="2049" y="822"/>
                    <a:pt x="2870" y="453"/>
                    <a:pt x="3751" y="441"/>
                  </a:cubicBezTo>
                  <a:close/>
                  <a:moveTo>
                    <a:pt x="5228" y="8561"/>
                  </a:moveTo>
                  <a:lnTo>
                    <a:pt x="5228" y="8835"/>
                  </a:lnTo>
                  <a:lnTo>
                    <a:pt x="5228" y="8883"/>
                  </a:lnTo>
                  <a:lnTo>
                    <a:pt x="2335" y="8883"/>
                  </a:lnTo>
                  <a:lnTo>
                    <a:pt x="2335" y="8835"/>
                  </a:lnTo>
                  <a:lnTo>
                    <a:pt x="2335" y="8561"/>
                  </a:lnTo>
                  <a:close/>
                  <a:moveTo>
                    <a:pt x="5121" y="9311"/>
                  </a:moveTo>
                  <a:cubicBezTo>
                    <a:pt x="4942" y="9752"/>
                    <a:pt x="4525" y="10026"/>
                    <a:pt x="4037" y="10026"/>
                  </a:cubicBezTo>
                  <a:lnTo>
                    <a:pt x="3525" y="10026"/>
                  </a:lnTo>
                  <a:cubicBezTo>
                    <a:pt x="3037" y="10026"/>
                    <a:pt x="2620" y="9728"/>
                    <a:pt x="2442" y="9311"/>
                  </a:cubicBezTo>
                  <a:close/>
                  <a:moveTo>
                    <a:pt x="4049" y="10478"/>
                  </a:moveTo>
                  <a:cubicBezTo>
                    <a:pt x="4061" y="10478"/>
                    <a:pt x="4109" y="10478"/>
                    <a:pt x="4132" y="10490"/>
                  </a:cubicBezTo>
                  <a:cubicBezTo>
                    <a:pt x="4132" y="10597"/>
                    <a:pt x="4049" y="10668"/>
                    <a:pt x="3954" y="10668"/>
                  </a:cubicBezTo>
                  <a:lnTo>
                    <a:pt x="3620" y="10668"/>
                  </a:lnTo>
                  <a:cubicBezTo>
                    <a:pt x="3513" y="10668"/>
                    <a:pt x="3442" y="10585"/>
                    <a:pt x="3442" y="10490"/>
                  </a:cubicBezTo>
                  <a:lnTo>
                    <a:pt x="3442" y="10478"/>
                  </a:lnTo>
                  <a:close/>
                  <a:moveTo>
                    <a:pt x="3762" y="0"/>
                  </a:moveTo>
                  <a:cubicBezTo>
                    <a:pt x="3746" y="0"/>
                    <a:pt x="3731" y="0"/>
                    <a:pt x="3716" y="0"/>
                  </a:cubicBezTo>
                  <a:cubicBezTo>
                    <a:pt x="1656" y="24"/>
                    <a:pt x="1" y="1739"/>
                    <a:pt x="13" y="3810"/>
                  </a:cubicBezTo>
                  <a:cubicBezTo>
                    <a:pt x="25" y="4775"/>
                    <a:pt x="406" y="5680"/>
                    <a:pt x="1073" y="6370"/>
                  </a:cubicBezTo>
                  <a:cubicBezTo>
                    <a:pt x="1596" y="6906"/>
                    <a:pt x="1870" y="7609"/>
                    <a:pt x="1870" y="8335"/>
                  </a:cubicBezTo>
                  <a:lnTo>
                    <a:pt x="1870" y="8835"/>
                  </a:lnTo>
                  <a:cubicBezTo>
                    <a:pt x="1870" y="9549"/>
                    <a:pt x="2335" y="10168"/>
                    <a:pt x="2966" y="10383"/>
                  </a:cubicBezTo>
                  <a:lnTo>
                    <a:pt x="2966" y="10490"/>
                  </a:lnTo>
                  <a:cubicBezTo>
                    <a:pt x="2966" y="10835"/>
                    <a:pt x="3239" y="11121"/>
                    <a:pt x="3585" y="11121"/>
                  </a:cubicBezTo>
                  <a:lnTo>
                    <a:pt x="3930" y="11121"/>
                  </a:lnTo>
                  <a:cubicBezTo>
                    <a:pt x="4275" y="11121"/>
                    <a:pt x="4549" y="10835"/>
                    <a:pt x="4549" y="10490"/>
                  </a:cubicBezTo>
                  <a:lnTo>
                    <a:pt x="4549" y="10383"/>
                  </a:lnTo>
                  <a:cubicBezTo>
                    <a:pt x="5192" y="10168"/>
                    <a:pt x="5645" y="9549"/>
                    <a:pt x="5645" y="8835"/>
                  </a:cubicBezTo>
                  <a:lnTo>
                    <a:pt x="5645" y="8335"/>
                  </a:lnTo>
                  <a:cubicBezTo>
                    <a:pt x="5645" y="7609"/>
                    <a:pt x="5918" y="6918"/>
                    <a:pt x="6442" y="6382"/>
                  </a:cubicBezTo>
                  <a:cubicBezTo>
                    <a:pt x="7133" y="5680"/>
                    <a:pt x="7502" y="4751"/>
                    <a:pt x="7502" y="3763"/>
                  </a:cubicBezTo>
                  <a:cubicBezTo>
                    <a:pt x="7550" y="2751"/>
                    <a:pt x="7145" y="1798"/>
                    <a:pt x="6418" y="1084"/>
                  </a:cubicBezTo>
                  <a:cubicBezTo>
                    <a:pt x="5715" y="380"/>
                    <a:pt x="4757" y="0"/>
                    <a:pt x="37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45"/>
            <p:cNvSpPr/>
            <p:nvPr/>
          </p:nvSpPr>
          <p:spPr>
            <a:xfrm>
              <a:off x="3263076" y="2942511"/>
              <a:ext cx="79287" cy="99579"/>
            </a:xfrm>
            <a:custGeom>
              <a:avLst/>
              <a:gdLst/>
              <a:ahLst/>
              <a:cxnLst/>
              <a:rect l="l" t="t" r="r" b="b"/>
              <a:pathLst>
                <a:path w="2489" h="3126" extrusionOk="0">
                  <a:moveTo>
                    <a:pt x="246" y="1"/>
                  </a:moveTo>
                  <a:cubicBezTo>
                    <a:pt x="146" y="1"/>
                    <a:pt x="56" y="59"/>
                    <a:pt x="36" y="161"/>
                  </a:cubicBezTo>
                  <a:cubicBezTo>
                    <a:pt x="0" y="280"/>
                    <a:pt x="60" y="399"/>
                    <a:pt x="179" y="422"/>
                  </a:cubicBezTo>
                  <a:cubicBezTo>
                    <a:pt x="1286" y="744"/>
                    <a:pt x="2048" y="1768"/>
                    <a:pt x="2048" y="2899"/>
                  </a:cubicBezTo>
                  <a:cubicBezTo>
                    <a:pt x="2048" y="3018"/>
                    <a:pt x="2143" y="3125"/>
                    <a:pt x="2262" y="3125"/>
                  </a:cubicBezTo>
                  <a:cubicBezTo>
                    <a:pt x="2381" y="3125"/>
                    <a:pt x="2488" y="3018"/>
                    <a:pt x="2488" y="2899"/>
                  </a:cubicBezTo>
                  <a:cubicBezTo>
                    <a:pt x="2488" y="1577"/>
                    <a:pt x="1595" y="387"/>
                    <a:pt x="298" y="6"/>
                  </a:cubicBezTo>
                  <a:cubicBezTo>
                    <a:pt x="280" y="2"/>
                    <a:pt x="263" y="1"/>
                    <a:pt x="24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45"/>
            <p:cNvSpPr/>
            <p:nvPr/>
          </p:nvSpPr>
          <p:spPr>
            <a:xfrm>
              <a:off x="3237656" y="2939262"/>
              <a:ext cx="20897" cy="14462"/>
            </a:xfrm>
            <a:custGeom>
              <a:avLst/>
              <a:gdLst/>
              <a:ahLst/>
              <a:cxnLst/>
              <a:rect l="l" t="t" r="r" b="b"/>
              <a:pathLst>
                <a:path w="656" h="454" extrusionOk="0">
                  <a:moveTo>
                    <a:pt x="227" y="1"/>
                  </a:moveTo>
                  <a:cubicBezTo>
                    <a:pt x="107" y="1"/>
                    <a:pt x="0" y="108"/>
                    <a:pt x="0" y="227"/>
                  </a:cubicBezTo>
                  <a:cubicBezTo>
                    <a:pt x="0" y="346"/>
                    <a:pt x="107" y="453"/>
                    <a:pt x="227" y="453"/>
                  </a:cubicBezTo>
                  <a:lnTo>
                    <a:pt x="417" y="453"/>
                  </a:lnTo>
                  <a:cubicBezTo>
                    <a:pt x="536" y="453"/>
                    <a:pt x="619" y="358"/>
                    <a:pt x="643" y="251"/>
                  </a:cubicBezTo>
                  <a:cubicBezTo>
                    <a:pt x="655" y="108"/>
                    <a:pt x="560" y="1"/>
                    <a:pt x="42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45"/>
            <p:cNvSpPr/>
            <p:nvPr/>
          </p:nvSpPr>
          <p:spPr>
            <a:xfrm>
              <a:off x="3379888" y="3029539"/>
              <a:ext cx="26567" cy="14048"/>
            </a:xfrm>
            <a:custGeom>
              <a:avLst/>
              <a:gdLst/>
              <a:ahLst/>
              <a:cxnLst/>
              <a:rect l="l" t="t" r="r" b="b"/>
              <a:pathLst>
                <a:path w="834" h="441" extrusionOk="0">
                  <a:moveTo>
                    <a:pt x="226" y="0"/>
                  </a:moveTo>
                  <a:cubicBezTo>
                    <a:pt x="107" y="0"/>
                    <a:pt x="0" y="107"/>
                    <a:pt x="0" y="226"/>
                  </a:cubicBezTo>
                  <a:cubicBezTo>
                    <a:pt x="0" y="346"/>
                    <a:pt x="107" y="441"/>
                    <a:pt x="226" y="441"/>
                  </a:cubicBezTo>
                  <a:lnTo>
                    <a:pt x="607" y="441"/>
                  </a:lnTo>
                  <a:cubicBezTo>
                    <a:pt x="726" y="441"/>
                    <a:pt x="834" y="346"/>
                    <a:pt x="834" y="226"/>
                  </a:cubicBezTo>
                  <a:cubicBezTo>
                    <a:pt x="822" y="107"/>
                    <a:pt x="726" y="0"/>
                    <a:pt x="60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45"/>
            <p:cNvSpPr/>
            <p:nvPr/>
          </p:nvSpPr>
          <p:spPr>
            <a:xfrm>
              <a:off x="3086313" y="3029539"/>
              <a:ext cx="26599" cy="14048"/>
            </a:xfrm>
            <a:custGeom>
              <a:avLst/>
              <a:gdLst/>
              <a:ahLst/>
              <a:cxnLst/>
              <a:rect l="l" t="t" r="r" b="b"/>
              <a:pathLst>
                <a:path w="835" h="441" extrusionOk="0">
                  <a:moveTo>
                    <a:pt x="227" y="0"/>
                  </a:moveTo>
                  <a:cubicBezTo>
                    <a:pt x="108" y="0"/>
                    <a:pt x="1" y="107"/>
                    <a:pt x="1" y="226"/>
                  </a:cubicBezTo>
                  <a:cubicBezTo>
                    <a:pt x="1" y="346"/>
                    <a:pt x="108" y="441"/>
                    <a:pt x="227" y="441"/>
                  </a:cubicBezTo>
                  <a:lnTo>
                    <a:pt x="608" y="441"/>
                  </a:lnTo>
                  <a:cubicBezTo>
                    <a:pt x="727" y="441"/>
                    <a:pt x="834" y="346"/>
                    <a:pt x="834" y="226"/>
                  </a:cubicBezTo>
                  <a:cubicBezTo>
                    <a:pt x="834" y="107"/>
                    <a:pt x="727" y="0"/>
                    <a:pt x="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45"/>
            <p:cNvSpPr/>
            <p:nvPr/>
          </p:nvSpPr>
          <p:spPr>
            <a:xfrm>
              <a:off x="3359788" y="2953469"/>
              <a:ext cx="26567" cy="20355"/>
            </a:xfrm>
            <a:custGeom>
              <a:avLst/>
              <a:gdLst/>
              <a:ahLst/>
              <a:cxnLst/>
              <a:rect l="l" t="t" r="r" b="b"/>
              <a:pathLst>
                <a:path w="834" h="639" extrusionOk="0">
                  <a:moveTo>
                    <a:pt x="594" y="0"/>
                  </a:moveTo>
                  <a:cubicBezTo>
                    <a:pt x="555" y="0"/>
                    <a:pt x="514" y="13"/>
                    <a:pt x="476" y="43"/>
                  </a:cubicBezTo>
                  <a:lnTo>
                    <a:pt x="155" y="233"/>
                  </a:lnTo>
                  <a:cubicBezTo>
                    <a:pt x="48" y="293"/>
                    <a:pt x="0" y="424"/>
                    <a:pt x="83" y="531"/>
                  </a:cubicBezTo>
                  <a:cubicBezTo>
                    <a:pt x="119" y="602"/>
                    <a:pt x="203" y="638"/>
                    <a:pt x="274" y="638"/>
                  </a:cubicBezTo>
                  <a:cubicBezTo>
                    <a:pt x="310" y="638"/>
                    <a:pt x="345" y="614"/>
                    <a:pt x="381" y="602"/>
                  </a:cubicBezTo>
                  <a:lnTo>
                    <a:pt x="703" y="412"/>
                  </a:lnTo>
                  <a:cubicBezTo>
                    <a:pt x="810" y="352"/>
                    <a:pt x="834" y="221"/>
                    <a:pt x="774" y="114"/>
                  </a:cubicBezTo>
                  <a:cubicBezTo>
                    <a:pt x="735" y="45"/>
                    <a:pt x="667" y="0"/>
                    <a:pt x="5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45"/>
            <p:cNvSpPr/>
            <p:nvPr/>
          </p:nvSpPr>
          <p:spPr>
            <a:xfrm>
              <a:off x="3106413" y="3100034"/>
              <a:ext cx="26599" cy="20164"/>
            </a:xfrm>
            <a:custGeom>
              <a:avLst/>
              <a:gdLst/>
              <a:ahLst/>
              <a:cxnLst/>
              <a:rect l="l" t="t" r="r" b="b"/>
              <a:pathLst>
                <a:path w="835" h="633" extrusionOk="0">
                  <a:moveTo>
                    <a:pt x="590" y="0"/>
                  </a:moveTo>
                  <a:cubicBezTo>
                    <a:pt x="550" y="0"/>
                    <a:pt x="511" y="12"/>
                    <a:pt x="477" y="38"/>
                  </a:cubicBezTo>
                  <a:lnTo>
                    <a:pt x="144" y="228"/>
                  </a:lnTo>
                  <a:cubicBezTo>
                    <a:pt x="36" y="288"/>
                    <a:pt x="1" y="419"/>
                    <a:pt x="72" y="526"/>
                  </a:cubicBezTo>
                  <a:cubicBezTo>
                    <a:pt x="108" y="597"/>
                    <a:pt x="191" y="633"/>
                    <a:pt x="263" y="633"/>
                  </a:cubicBezTo>
                  <a:cubicBezTo>
                    <a:pt x="310" y="633"/>
                    <a:pt x="334" y="609"/>
                    <a:pt x="370" y="597"/>
                  </a:cubicBezTo>
                  <a:lnTo>
                    <a:pt x="691" y="407"/>
                  </a:lnTo>
                  <a:cubicBezTo>
                    <a:pt x="787" y="347"/>
                    <a:pt x="834" y="216"/>
                    <a:pt x="775" y="109"/>
                  </a:cubicBezTo>
                  <a:cubicBezTo>
                    <a:pt x="736" y="40"/>
                    <a:pt x="663" y="0"/>
                    <a:pt x="59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45"/>
            <p:cNvSpPr/>
            <p:nvPr/>
          </p:nvSpPr>
          <p:spPr>
            <a:xfrm>
              <a:off x="3308565" y="2897277"/>
              <a:ext cx="22044" cy="24178"/>
            </a:xfrm>
            <a:custGeom>
              <a:avLst/>
              <a:gdLst/>
              <a:ahLst/>
              <a:cxnLst/>
              <a:rect l="l" t="t" r="r" b="b"/>
              <a:pathLst>
                <a:path w="692" h="759" extrusionOk="0">
                  <a:moveTo>
                    <a:pt x="441" y="1"/>
                  </a:moveTo>
                  <a:cubicBezTo>
                    <a:pt x="369" y="1"/>
                    <a:pt x="301" y="35"/>
                    <a:pt x="263" y="104"/>
                  </a:cubicBezTo>
                  <a:lnTo>
                    <a:pt x="60" y="438"/>
                  </a:lnTo>
                  <a:cubicBezTo>
                    <a:pt x="1" y="533"/>
                    <a:pt x="37" y="676"/>
                    <a:pt x="144" y="735"/>
                  </a:cubicBezTo>
                  <a:cubicBezTo>
                    <a:pt x="167" y="747"/>
                    <a:pt x="215" y="759"/>
                    <a:pt x="239" y="759"/>
                  </a:cubicBezTo>
                  <a:cubicBezTo>
                    <a:pt x="322" y="759"/>
                    <a:pt x="394" y="711"/>
                    <a:pt x="441" y="652"/>
                  </a:cubicBezTo>
                  <a:lnTo>
                    <a:pt x="632" y="330"/>
                  </a:lnTo>
                  <a:cubicBezTo>
                    <a:pt x="691" y="223"/>
                    <a:pt x="656" y="92"/>
                    <a:pt x="560" y="33"/>
                  </a:cubicBezTo>
                  <a:cubicBezTo>
                    <a:pt x="522" y="11"/>
                    <a:pt x="481" y="1"/>
                    <a:pt x="4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45"/>
            <p:cNvSpPr/>
            <p:nvPr/>
          </p:nvSpPr>
          <p:spPr>
            <a:xfrm>
              <a:off x="3239153" y="2877049"/>
              <a:ext cx="14080" cy="26599"/>
            </a:xfrm>
            <a:custGeom>
              <a:avLst/>
              <a:gdLst/>
              <a:ahLst/>
              <a:cxnLst/>
              <a:rect l="l" t="t" r="r" b="b"/>
              <a:pathLst>
                <a:path w="442" h="835" extrusionOk="0">
                  <a:moveTo>
                    <a:pt x="215" y="1"/>
                  </a:moveTo>
                  <a:cubicBezTo>
                    <a:pt x="96" y="1"/>
                    <a:pt x="1" y="96"/>
                    <a:pt x="1" y="215"/>
                  </a:cubicBezTo>
                  <a:lnTo>
                    <a:pt x="1" y="608"/>
                  </a:lnTo>
                  <a:cubicBezTo>
                    <a:pt x="1" y="727"/>
                    <a:pt x="96" y="834"/>
                    <a:pt x="215" y="834"/>
                  </a:cubicBezTo>
                  <a:cubicBezTo>
                    <a:pt x="334" y="834"/>
                    <a:pt x="441" y="727"/>
                    <a:pt x="441" y="608"/>
                  </a:cubicBezTo>
                  <a:lnTo>
                    <a:pt x="441" y="215"/>
                  </a:lnTo>
                  <a:cubicBezTo>
                    <a:pt x="441" y="96"/>
                    <a:pt x="358" y="1"/>
                    <a:pt x="2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45"/>
            <p:cNvSpPr/>
            <p:nvPr/>
          </p:nvSpPr>
          <p:spPr>
            <a:xfrm>
              <a:off x="3161809" y="2897500"/>
              <a:ext cx="22394" cy="24337"/>
            </a:xfrm>
            <a:custGeom>
              <a:avLst/>
              <a:gdLst/>
              <a:ahLst/>
              <a:cxnLst/>
              <a:rect l="l" t="t" r="r" b="b"/>
              <a:pathLst>
                <a:path w="703" h="764" extrusionOk="0">
                  <a:moveTo>
                    <a:pt x="262" y="0"/>
                  </a:moveTo>
                  <a:cubicBezTo>
                    <a:pt x="222" y="0"/>
                    <a:pt x="181" y="12"/>
                    <a:pt x="143" y="38"/>
                  </a:cubicBezTo>
                  <a:cubicBezTo>
                    <a:pt x="48" y="97"/>
                    <a:pt x="0" y="228"/>
                    <a:pt x="72" y="335"/>
                  </a:cubicBezTo>
                  <a:lnTo>
                    <a:pt x="262" y="669"/>
                  </a:lnTo>
                  <a:cubicBezTo>
                    <a:pt x="310" y="740"/>
                    <a:pt x="381" y="764"/>
                    <a:pt x="464" y="764"/>
                  </a:cubicBezTo>
                  <a:cubicBezTo>
                    <a:pt x="500" y="764"/>
                    <a:pt x="536" y="752"/>
                    <a:pt x="560" y="740"/>
                  </a:cubicBezTo>
                  <a:cubicBezTo>
                    <a:pt x="667" y="681"/>
                    <a:pt x="703" y="550"/>
                    <a:pt x="643" y="442"/>
                  </a:cubicBezTo>
                  <a:lnTo>
                    <a:pt x="441" y="109"/>
                  </a:lnTo>
                  <a:cubicBezTo>
                    <a:pt x="402" y="40"/>
                    <a:pt x="334" y="0"/>
                    <a:pt x="2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45"/>
            <p:cNvSpPr/>
            <p:nvPr/>
          </p:nvSpPr>
          <p:spPr>
            <a:xfrm>
              <a:off x="3106413" y="2953151"/>
              <a:ext cx="26599" cy="19909"/>
            </a:xfrm>
            <a:custGeom>
              <a:avLst/>
              <a:gdLst/>
              <a:ahLst/>
              <a:cxnLst/>
              <a:rect l="l" t="t" r="r" b="b"/>
              <a:pathLst>
                <a:path w="835" h="625" extrusionOk="0">
                  <a:moveTo>
                    <a:pt x="246" y="0"/>
                  </a:moveTo>
                  <a:cubicBezTo>
                    <a:pt x="168" y="0"/>
                    <a:pt x="92" y="40"/>
                    <a:pt x="60" y="112"/>
                  </a:cubicBezTo>
                  <a:cubicBezTo>
                    <a:pt x="1" y="208"/>
                    <a:pt x="25" y="350"/>
                    <a:pt x="132" y="410"/>
                  </a:cubicBezTo>
                  <a:lnTo>
                    <a:pt x="453" y="600"/>
                  </a:lnTo>
                  <a:cubicBezTo>
                    <a:pt x="489" y="612"/>
                    <a:pt x="537" y="624"/>
                    <a:pt x="560" y="624"/>
                  </a:cubicBezTo>
                  <a:cubicBezTo>
                    <a:pt x="632" y="624"/>
                    <a:pt x="715" y="589"/>
                    <a:pt x="751" y="529"/>
                  </a:cubicBezTo>
                  <a:cubicBezTo>
                    <a:pt x="834" y="422"/>
                    <a:pt x="787" y="291"/>
                    <a:pt x="679" y="231"/>
                  </a:cubicBezTo>
                  <a:lnTo>
                    <a:pt x="358" y="29"/>
                  </a:lnTo>
                  <a:cubicBezTo>
                    <a:pt x="323" y="10"/>
                    <a:pt x="284" y="0"/>
                    <a:pt x="2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45"/>
            <p:cNvSpPr/>
            <p:nvPr/>
          </p:nvSpPr>
          <p:spPr>
            <a:xfrm>
              <a:off x="3360520" y="3099811"/>
              <a:ext cx="25834" cy="20005"/>
            </a:xfrm>
            <a:custGeom>
              <a:avLst/>
              <a:gdLst/>
              <a:ahLst/>
              <a:cxnLst/>
              <a:rect l="l" t="t" r="r" b="b"/>
              <a:pathLst>
                <a:path w="811" h="628" extrusionOk="0">
                  <a:moveTo>
                    <a:pt x="239" y="1"/>
                  </a:moveTo>
                  <a:cubicBezTo>
                    <a:pt x="167" y="1"/>
                    <a:pt x="99" y="35"/>
                    <a:pt x="60" y="104"/>
                  </a:cubicBezTo>
                  <a:cubicBezTo>
                    <a:pt x="1" y="211"/>
                    <a:pt x="25" y="342"/>
                    <a:pt x="132" y="402"/>
                  </a:cubicBezTo>
                  <a:lnTo>
                    <a:pt x="453" y="592"/>
                  </a:lnTo>
                  <a:cubicBezTo>
                    <a:pt x="489" y="604"/>
                    <a:pt x="537" y="628"/>
                    <a:pt x="561" y="628"/>
                  </a:cubicBezTo>
                  <a:cubicBezTo>
                    <a:pt x="632" y="628"/>
                    <a:pt x="715" y="580"/>
                    <a:pt x="751" y="521"/>
                  </a:cubicBezTo>
                  <a:cubicBezTo>
                    <a:pt x="811" y="426"/>
                    <a:pt x="787" y="283"/>
                    <a:pt x="680" y="223"/>
                  </a:cubicBezTo>
                  <a:lnTo>
                    <a:pt x="358" y="33"/>
                  </a:lnTo>
                  <a:cubicBezTo>
                    <a:pt x="320" y="11"/>
                    <a:pt x="279" y="1"/>
                    <a:pt x="2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3" name="Google Shape;573;p45"/>
          <p:cNvSpPr/>
          <p:nvPr/>
        </p:nvSpPr>
        <p:spPr>
          <a:xfrm>
            <a:off x="7866375" y="-606100"/>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74" name="Google Shape;574;p45"/>
          <p:cNvPicPr preferRelativeResize="0"/>
          <p:nvPr/>
        </p:nvPicPr>
        <p:blipFill rotWithShape="1">
          <a:blip r:embed="rId3">
            <a:alphaModFix/>
          </a:blip>
          <a:srcRect l="41277" t="17794" r="39777" b="17593"/>
          <a:stretch/>
        </p:blipFill>
        <p:spPr>
          <a:xfrm rot="-9623386" flipH="1">
            <a:off x="-485211" y="-322925"/>
            <a:ext cx="1732346" cy="3323200"/>
          </a:xfrm>
          <a:prstGeom prst="rect">
            <a:avLst/>
          </a:prstGeom>
          <a:noFill/>
          <a:ln>
            <a:noFill/>
          </a:ln>
          <a:effectLst>
            <a:outerShdw blurRad="57150" dist="19050" dir="6840000" algn="bl" rotWithShape="0">
              <a:srgbClr val="000000">
                <a:alpha val="36000"/>
              </a:srgbClr>
            </a:outerShdw>
          </a:effectLst>
        </p:spPr>
      </p:pic>
      <p:sp>
        <p:nvSpPr>
          <p:cNvPr id="575" name="Google Shape;575;p45"/>
          <p:cNvSpPr/>
          <p:nvPr/>
        </p:nvSpPr>
        <p:spPr>
          <a:xfrm>
            <a:off x="7745350" y="80342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76" name="Google Shape;576;p45"/>
          <p:cNvPicPr preferRelativeResize="0"/>
          <p:nvPr/>
        </p:nvPicPr>
        <p:blipFill rotWithShape="1">
          <a:blip r:embed="rId4">
            <a:alphaModFix/>
          </a:blip>
          <a:srcRect l="38105" t="8680" r="42709" b="5886"/>
          <a:stretch/>
        </p:blipFill>
        <p:spPr>
          <a:xfrm rot="-1679990">
            <a:off x="8071319" y="-317972"/>
            <a:ext cx="1754238" cy="4394291"/>
          </a:xfrm>
          <a:prstGeom prst="rect">
            <a:avLst/>
          </a:prstGeom>
          <a:noFill/>
          <a:ln>
            <a:noFill/>
          </a:ln>
          <a:effectLst>
            <a:outerShdw blurRad="57150" dist="28575" dir="6840000" algn="bl" rotWithShape="0">
              <a:srgbClr val="000000">
                <a:alpha val="39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581" name="Google Shape;581;p46"/>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Literature review</a:t>
            </a:r>
            <a:endParaRPr/>
          </a:p>
        </p:txBody>
      </p:sp>
      <p:sp>
        <p:nvSpPr>
          <p:cNvPr id="582" name="Google Shape;582;p46"/>
          <p:cNvSpPr txBox="1">
            <a:spLocks noGrp="1"/>
          </p:cNvSpPr>
          <p:nvPr>
            <p:ph type="body" idx="1"/>
          </p:nvPr>
        </p:nvSpPr>
        <p:spPr>
          <a:xfrm>
            <a:off x="1128600" y="1177075"/>
            <a:ext cx="6886800" cy="33780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Font typeface="Amiri"/>
              <a:buChar char="●"/>
            </a:pPr>
            <a:r>
              <a:rPr lang="en"/>
              <a:t>AUTHOR (YEAR). </a:t>
            </a:r>
            <a:r>
              <a:rPr lang="en" i="1"/>
              <a:t>Title of the publication</a:t>
            </a:r>
            <a:r>
              <a:rPr lang="en"/>
              <a:t>. Publisher</a:t>
            </a:r>
            <a:endParaRPr/>
          </a:p>
          <a:p>
            <a:pPr marL="914400" lvl="1" indent="-317500" algn="l" rtl="0">
              <a:spcBef>
                <a:spcPts val="0"/>
              </a:spcBef>
              <a:spcAft>
                <a:spcPts val="0"/>
              </a:spcAft>
              <a:buClr>
                <a:schemeClr val="dk1"/>
              </a:buClr>
              <a:buSzPts val="1400"/>
              <a:buFont typeface="Amiri"/>
              <a:buChar char="○"/>
            </a:pPr>
            <a:r>
              <a:rPr lang="en"/>
              <a:t>Mercury is the closest planet to the Sun and the smallest one in the Solar System</a:t>
            </a:r>
            <a:endParaRPr/>
          </a:p>
          <a:p>
            <a:pPr marL="457200" lvl="0" indent="-317500" algn="l" rtl="0">
              <a:spcBef>
                <a:spcPts val="1000"/>
              </a:spcBef>
              <a:spcAft>
                <a:spcPts val="0"/>
              </a:spcAft>
              <a:buSzPts val="1400"/>
              <a:buFont typeface="Amiri"/>
              <a:buChar char="●"/>
            </a:pPr>
            <a:r>
              <a:rPr lang="en"/>
              <a:t>AUTHOR (YEAR). </a:t>
            </a:r>
            <a:r>
              <a:rPr lang="en" i="1"/>
              <a:t>Title of the publication</a:t>
            </a:r>
            <a:r>
              <a:rPr lang="en"/>
              <a:t>. Publisher</a:t>
            </a:r>
            <a:endParaRPr/>
          </a:p>
          <a:p>
            <a:pPr marL="914400" lvl="1" indent="-317500" algn="l" rtl="0">
              <a:spcBef>
                <a:spcPts val="0"/>
              </a:spcBef>
              <a:spcAft>
                <a:spcPts val="0"/>
              </a:spcAft>
              <a:buClr>
                <a:schemeClr val="dk1"/>
              </a:buClr>
              <a:buSzPts val="1400"/>
              <a:buFont typeface="Amiri"/>
              <a:buChar char="○"/>
            </a:pPr>
            <a:r>
              <a:rPr lang="en"/>
              <a:t>Mars is full of iron oxide dust, which gives the planet its reddish cast</a:t>
            </a:r>
            <a:endParaRPr/>
          </a:p>
          <a:p>
            <a:pPr marL="457200" lvl="0" indent="-317500" algn="l" rtl="0">
              <a:spcBef>
                <a:spcPts val="1000"/>
              </a:spcBef>
              <a:spcAft>
                <a:spcPts val="0"/>
              </a:spcAft>
              <a:buSzPts val="1400"/>
              <a:buFont typeface="Amiri"/>
              <a:buChar char="●"/>
            </a:pPr>
            <a:r>
              <a:rPr lang="en"/>
              <a:t>AUTHOR (YEAR). </a:t>
            </a:r>
            <a:r>
              <a:rPr lang="en" i="1"/>
              <a:t>Title of the publication</a:t>
            </a:r>
            <a:r>
              <a:rPr lang="en"/>
              <a:t>. Publisher</a:t>
            </a:r>
            <a:endParaRPr/>
          </a:p>
          <a:p>
            <a:pPr marL="914400" lvl="1" indent="-317500" algn="l" rtl="0">
              <a:spcBef>
                <a:spcPts val="0"/>
              </a:spcBef>
              <a:spcAft>
                <a:spcPts val="0"/>
              </a:spcAft>
              <a:buClr>
                <a:schemeClr val="dk1"/>
              </a:buClr>
              <a:buSzPts val="1400"/>
              <a:buFont typeface="Amiri"/>
              <a:buChar char="○"/>
            </a:pPr>
            <a:r>
              <a:rPr lang="en"/>
              <a:t>Jupiter is a gas giant and the biggest planet in the Solar System</a:t>
            </a:r>
            <a:endParaRPr/>
          </a:p>
          <a:p>
            <a:pPr marL="457200" lvl="0" indent="-317500" algn="l" rtl="0">
              <a:spcBef>
                <a:spcPts val="1000"/>
              </a:spcBef>
              <a:spcAft>
                <a:spcPts val="0"/>
              </a:spcAft>
              <a:buSzPts val="1400"/>
              <a:buFont typeface="Amiri"/>
              <a:buChar char="●"/>
            </a:pPr>
            <a:r>
              <a:rPr lang="en"/>
              <a:t>AUTHOR (YEAR). </a:t>
            </a:r>
            <a:r>
              <a:rPr lang="en" i="1"/>
              <a:t>Title of the publication</a:t>
            </a:r>
            <a:r>
              <a:rPr lang="en"/>
              <a:t>. Publisher</a:t>
            </a:r>
            <a:endParaRPr/>
          </a:p>
          <a:p>
            <a:pPr marL="914400" lvl="1" indent="-317500" algn="l" rtl="0">
              <a:spcBef>
                <a:spcPts val="0"/>
              </a:spcBef>
              <a:spcAft>
                <a:spcPts val="0"/>
              </a:spcAft>
              <a:buClr>
                <a:schemeClr val="dk1"/>
              </a:buClr>
              <a:buSzPts val="1400"/>
              <a:buFont typeface="Amiri"/>
              <a:buChar char="○"/>
            </a:pPr>
            <a:r>
              <a:rPr lang="en"/>
              <a:t>Venus has a beautiful name and is the second planet from the Sun</a:t>
            </a:r>
            <a:endParaRPr/>
          </a:p>
          <a:p>
            <a:pPr marL="457200" lvl="0" indent="-317500" algn="l" rtl="0">
              <a:spcBef>
                <a:spcPts val="1000"/>
              </a:spcBef>
              <a:spcAft>
                <a:spcPts val="0"/>
              </a:spcAft>
              <a:buSzPts val="1400"/>
              <a:buFont typeface="Amiri"/>
              <a:buChar char="●"/>
            </a:pPr>
            <a:r>
              <a:rPr lang="en"/>
              <a:t>AUTHOR (YEAR). </a:t>
            </a:r>
            <a:r>
              <a:rPr lang="en" i="1"/>
              <a:t>Title of the publication</a:t>
            </a:r>
            <a:r>
              <a:rPr lang="en"/>
              <a:t>. Publisher</a:t>
            </a:r>
            <a:endParaRPr/>
          </a:p>
          <a:p>
            <a:pPr marL="914400" lvl="1" indent="-317500" algn="l" rtl="0">
              <a:spcBef>
                <a:spcPts val="0"/>
              </a:spcBef>
              <a:spcAft>
                <a:spcPts val="0"/>
              </a:spcAft>
              <a:buClr>
                <a:schemeClr val="dk1"/>
              </a:buClr>
              <a:buSzPts val="1400"/>
              <a:buFont typeface="Amiri"/>
              <a:buChar char="○"/>
            </a:pPr>
            <a:r>
              <a:rPr lang="en"/>
              <a:t>Earth is the third planet from the Sun and harbors life</a:t>
            </a:r>
            <a:endParaRPr/>
          </a:p>
          <a:p>
            <a:pPr marL="457200" lvl="0" indent="-317500" algn="l" rtl="0">
              <a:spcBef>
                <a:spcPts val="1000"/>
              </a:spcBef>
              <a:spcAft>
                <a:spcPts val="0"/>
              </a:spcAft>
              <a:buSzPts val="1400"/>
              <a:buFont typeface="Amiri"/>
              <a:buChar char="●"/>
            </a:pPr>
            <a:r>
              <a:rPr lang="en"/>
              <a:t>AUTHOR (YEAR). </a:t>
            </a:r>
            <a:r>
              <a:rPr lang="en" i="1"/>
              <a:t>Title of the publication</a:t>
            </a:r>
            <a:r>
              <a:rPr lang="en"/>
              <a:t>. Publisher</a:t>
            </a:r>
            <a:endParaRPr/>
          </a:p>
          <a:p>
            <a:pPr marL="914400" lvl="1" indent="-317500" algn="l" rtl="0">
              <a:spcBef>
                <a:spcPts val="0"/>
              </a:spcBef>
              <a:spcAft>
                <a:spcPts val="0"/>
              </a:spcAft>
              <a:buClr>
                <a:schemeClr val="dk1"/>
              </a:buClr>
              <a:buSzPts val="1400"/>
              <a:buFont typeface="Amiri"/>
              <a:buChar char="○"/>
            </a:pPr>
            <a:r>
              <a:rPr lang="en"/>
              <a:t>The Sun is the star at the center of the Solar System</a:t>
            </a:r>
            <a:endParaRPr/>
          </a:p>
        </p:txBody>
      </p:sp>
      <p:pic>
        <p:nvPicPr>
          <p:cNvPr id="583" name="Google Shape;583;p46"/>
          <p:cNvPicPr preferRelativeResize="0"/>
          <p:nvPr/>
        </p:nvPicPr>
        <p:blipFill rotWithShape="1">
          <a:blip r:embed="rId3">
            <a:alphaModFix/>
          </a:blip>
          <a:srcRect l="41277" t="18181" r="39777" b="17596"/>
          <a:stretch/>
        </p:blipFill>
        <p:spPr>
          <a:xfrm rot="9560367">
            <a:off x="7714298" y="2818020"/>
            <a:ext cx="1732353" cy="3303185"/>
          </a:xfrm>
          <a:prstGeom prst="rect">
            <a:avLst/>
          </a:prstGeom>
          <a:noFill/>
          <a:ln>
            <a:noFill/>
          </a:ln>
          <a:effectLst>
            <a:outerShdw blurRad="57150" dist="28575" dir="6900000" algn="bl" rotWithShape="0">
              <a:srgbClr val="000000">
                <a:alpha val="36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47"/>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Theoretical  Framework</a:t>
            </a:r>
            <a:endParaRPr/>
          </a:p>
        </p:txBody>
      </p:sp>
      <p:sp>
        <p:nvSpPr>
          <p:cNvPr id="589" name="Google Shape;589;p47"/>
          <p:cNvSpPr txBox="1"/>
          <p:nvPr/>
        </p:nvSpPr>
        <p:spPr>
          <a:xfrm>
            <a:off x="1100925" y="1229625"/>
            <a:ext cx="4084200" cy="42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Cinzel Decorative"/>
                <a:ea typeface="Cinzel Decorative"/>
                <a:cs typeface="Cinzel Decorative"/>
                <a:sym typeface="Cinzel Decorative"/>
              </a:rPr>
              <a:t>theoretical Framework</a:t>
            </a:r>
            <a:endParaRPr sz="1800" b="1">
              <a:solidFill>
                <a:schemeClr val="accent1"/>
              </a:solidFill>
              <a:latin typeface="Cinzel Decorative"/>
              <a:ea typeface="Cinzel Decorative"/>
              <a:cs typeface="Cinzel Decorative"/>
              <a:sym typeface="Cinzel Decorative"/>
            </a:endParaRPr>
          </a:p>
        </p:txBody>
      </p:sp>
      <p:sp>
        <p:nvSpPr>
          <p:cNvPr id="590" name="Google Shape;590;p47"/>
          <p:cNvSpPr txBox="1"/>
          <p:nvPr/>
        </p:nvSpPr>
        <p:spPr>
          <a:xfrm>
            <a:off x="713225" y="1929075"/>
            <a:ext cx="1974600" cy="42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Cinzel Decorative"/>
                <a:ea typeface="Cinzel Decorative"/>
                <a:cs typeface="Cinzel Decorative"/>
                <a:sym typeface="Cinzel Decorative"/>
              </a:rPr>
              <a:t>Key terms</a:t>
            </a:r>
            <a:endParaRPr sz="1800" b="1">
              <a:solidFill>
                <a:schemeClr val="accent1"/>
              </a:solidFill>
              <a:latin typeface="Cinzel Decorative"/>
              <a:ea typeface="Cinzel Decorative"/>
              <a:cs typeface="Cinzel Decorative"/>
              <a:sym typeface="Cinzel Decorative"/>
            </a:endParaRPr>
          </a:p>
        </p:txBody>
      </p:sp>
      <p:sp>
        <p:nvSpPr>
          <p:cNvPr id="591" name="Google Shape;591;p47"/>
          <p:cNvSpPr txBox="1"/>
          <p:nvPr/>
        </p:nvSpPr>
        <p:spPr>
          <a:xfrm>
            <a:off x="3210724" y="1929075"/>
            <a:ext cx="2775300" cy="4227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accent1"/>
                </a:solidFill>
                <a:latin typeface="Cinzel Decorative"/>
                <a:ea typeface="Cinzel Decorative"/>
                <a:cs typeface="Cinzel Decorative"/>
                <a:sym typeface="Cinzel Decorative"/>
              </a:rPr>
              <a:t>Relevant theories</a:t>
            </a:r>
            <a:endParaRPr sz="1800" b="1">
              <a:solidFill>
                <a:schemeClr val="accent1"/>
              </a:solidFill>
              <a:latin typeface="Cinzel Decorative"/>
              <a:ea typeface="Cinzel Decorative"/>
              <a:cs typeface="Cinzel Decorative"/>
              <a:sym typeface="Cinzel Decorative"/>
            </a:endParaRPr>
          </a:p>
        </p:txBody>
      </p:sp>
      <p:sp>
        <p:nvSpPr>
          <p:cNvPr id="592" name="Google Shape;592;p47"/>
          <p:cNvSpPr txBox="1"/>
          <p:nvPr/>
        </p:nvSpPr>
        <p:spPr>
          <a:xfrm>
            <a:off x="713225" y="2351775"/>
            <a:ext cx="1974600" cy="900900"/>
          </a:xfrm>
          <a:prstGeom prst="rect">
            <a:avLst/>
          </a:prstGeom>
          <a:noFill/>
          <a:ln>
            <a:noFill/>
          </a:ln>
        </p:spPr>
        <p:txBody>
          <a:bodyPr spcFirstLastPara="1" wrap="square" lIns="91425" tIns="91425" rIns="91425" bIns="91425" anchor="t" anchorCtr="0">
            <a:noAutofit/>
          </a:bodyPr>
          <a:lstStyle/>
          <a:p>
            <a:pPr marL="285750" lvl="0" indent="-203200" algn="l" rtl="0">
              <a:spcBef>
                <a:spcPts val="0"/>
              </a:spcBef>
              <a:spcAft>
                <a:spcPts val="0"/>
              </a:spcAft>
              <a:buClr>
                <a:schemeClr val="accent1"/>
              </a:buClr>
              <a:buSzPts val="1400"/>
              <a:buFont typeface="Amiri"/>
              <a:buChar char="●"/>
            </a:pPr>
            <a:r>
              <a:rPr lang="en">
                <a:solidFill>
                  <a:schemeClr val="dk1"/>
                </a:solidFill>
                <a:latin typeface="Amiri"/>
                <a:ea typeface="Amiri"/>
                <a:cs typeface="Amiri"/>
                <a:sym typeface="Amiri"/>
              </a:rPr>
              <a:t>Mercury is small</a:t>
            </a:r>
            <a:endParaRPr>
              <a:solidFill>
                <a:schemeClr val="dk1"/>
              </a:solidFill>
              <a:latin typeface="Amiri"/>
              <a:ea typeface="Amiri"/>
              <a:cs typeface="Amiri"/>
              <a:sym typeface="Amiri"/>
            </a:endParaRPr>
          </a:p>
          <a:p>
            <a:pPr marL="285750" lvl="0" indent="-203200" algn="l" rtl="0">
              <a:spcBef>
                <a:spcPts val="0"/>
              </a:spcBef>
              <a:spcAft>
                <a:spcPts val="0"/>
              </a:spcAft>
              <a:buClr>
                <a:schemeClr val="accent1"/>
              </a:buClr>
              <a:buSzPts val="1400"/>
              <a:buFont typeface="Amiri"/>
              <a:buChar char="●"/>
            </a:pPr>
            <a:r>
              <a:rPr lang="en">
                <a:solidFill>
                  <a:schemeClr val="dk1"/>
                </a:solidFill>
                <a:latin typeface="Amiri"/>
                <a:ea typeface="Amiri"/>
                <a:cs typeface="Amiri"/>
                <a:sym typeface="Amiri"/>
              </a:rPr>
              <a:t>Earth harbors life</a:t>
            </a:r>
            <a:endParaRPr>
              <a:solidFill>
                <a:schemeClr val="dk1"/>
              </a:solidFill>
              <a:latin typeface="Amiri"/>
              <a:ea typeface="Amiri"/>
              <a:cs typeface="Amiri"/>
              <a:sym typeface="Amiri"/>
            </a:endParaRPr>
          </a:p>
          <a:p>
            <a:pPr marL="285750" lvl="0" indent="-203200" algn="l" rtl="0">
              <a:spcBef>
                <a:spcPts val="0"/>
              </a:spcBef>
              <a:spcAft>
                <a:spcPts val="0"/>
              </a:spcAft>
              <a:buClr>
                <a:schemeClr val="accent1"/>
              </a:buClr>
              <a:buSzPts val="1400"/>
              <a:buFont typeface="Amiri"/>
              <a:buChar char="●"/>
            </a:pPr>
            <a:r>
              <a:rPr lang="en">
                <a:solidFill>
                  <a:schemeClr val="dk1"/>
                </a:solidFill>
                <a:latin typeface="Amiri"/>
                <a:ea typeface="Amiri"/>
                <a:cs typeface="Amiri"/>
                <a:sym typeface="Amiri"/>
              </a:rPr>
              <a:t>Jupiter is quite big</a:t>
            </a:r>
            <a:endParaRPr>
              <a:solidFill>
                <a:schemeClr val="dk1"/>
              </a:solidFill>
              <a:latin typeface="Amiri"/>
              <a:ea typeface="Amiri"/>
              <a:cs typeface="Amiri"/>
              <a:sym typeface="Amiri"/>
            </a:endParaRPr>
          </a:p>
          <a:p>
            <a:pPr marL="457200" lvl="0" indent="0" algn="l" rtl="0">
              <a:spcBef>
                <a:spcPts val="0"/>
              </a:spcBef>
              <a:spcAft>
                <a:spcPts val="0"/>
              </a:spcAft>
              <a:buNone/>
            </a:pPr>
            <a:endParaRPr>
              <a:solidFill>
                <a:schemeClr val="dk1"/>
              </a:solidFill>
              <a:latin typeface="Amiri"/>
              <a:ea typeface="Amiri"/>
              <a:cs typeface="Amiri"/>
              <a:sym typeface="Amiri"/>
            </a:endParaRPr>
          </a:p>
        </p:txBody>
      </p:sp>
      <p:cxnSp>
        <p:nvCxnSpPr>
          <p:cNvPr id="593" name="Google Shape;593;p47"/>
          <p:cNvCxnSpPr>
            <a:stCxn id="589" idx="2"/>
            <a:endCxn id="590" idx="0"/>
          </p:cNvCxnSpPr>
          <p:nvPr/>
        </p:nvCxnSpPr>
        <p:spPr>
          <a:xfrm rot="5400000">
            <a:off x="2283375" y="1069575"/>
            <a:ext cx="276900" cy="1442400"/>
          </a:xfrm>
          <a:prstGeom prst="bentConnector3">
            <a:avLst>
              <a:gd name="adj1" fmla="val 49973"/>
            </a:avLst>
          </a:prstGeom>
          <a:noFill/>
          <a:ln w="9525" cap="flat" cmpd="sng">
            <a:solidFill>
              <a:schemeClr val="lt2"/>
            </a:solidFill>
            <a:prstDash val="solid"/>
            <a:round/>
            <a:headEnd type="none" w="med" len="med"/>
            <a:tailEnd type="none" w="med" len="med"/>
          </a:ln>
        </p:spPr>
      </p:cxnSp>
      <p:cxnSp>
        <p:nvCxnSpPr>
          <p:cNvPr id="594" name="Google Shape;594;p47"/>
          <p:cNvCxnSpPr>
            <a:stCxn id="589" idx="2"/>
            <a:endCxn id="591" idx="0"/>
          </p:cNvCxnSpPr>
          <p:nvPr/>
        </p:nvCxnSpPr>
        <p:spPr>
          <a:xfrm rot="-5400000" flipH="1">
            <a:off x="3732225" y="1063125"/>
            <a:ext cx="276900" cy="1455300"/>
          </a:xfrm>
          <a:prstGeom prst="bentConnector3">
            <a:avLst>
              <a:gd name="adj1" fmla="val 49973"/>
            </a:avLst>
          </a:prstGeom>
          <a:noFill/>
          <a:ln w="9525" cap="flat" cmpd="sng">
            <a:solidFill>
              <a:schemeClr val="lt2"/>
            </a:solidFill>
            <a:prstDash val="solid"/>
            <a:round/>
            <a:headEnd type="none" w="med" len="med"/>
            <a:tailEnd type="none" w="med" len="med"/>
          </a:ln>
        </p:spPr>
      </p:cxnSp>
      <p:sp>
        <p:nvSpPr>
          <p:cNvPr id="595" name="Google Shape;595;p47"/>
          <p:cNvSpPr txBox="1"/>
          <p:nvPr/>
        </p:nvSpPr>
        <p:spPr>
          <a:xfrm>
            <a:off x="6194529" y="2559563"/>
            <a:ext cx="2217900" cy="527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chemeClr val="accent1"/>
                </a:solidFill>
                <a:latin typeface="Cinzel Decorative"/>
                <a:ea typeface="Cinzel Decorative"/>
                <a:cs typeface="Cinzel Decorative"/>
                <a:sym typeface="Cinzel Decorative"/>
              </a:rPr>
              <a:t>Our</a:t>
            </a:r>
            <a:endParaRPr sz="1800" b="1">
              <a:solidFill>
                <a:schemeClr val="accent1"/>
              </a:solidFill>
              <a:latin typeface="Cinzel Decorative"/>
              <a:ea typeface="Cinzel Decorative"/>
              <a:cs typeface="Cinzel Decorative"/>
              <a:sym typeface="Cinzel Decorative"/>
            </a:endParaRPr>
          </a:p>
          <a:p>
            <a:pPr marL="0" lvl="0" indent="0" algn="l" rtl="0">
              <a:spcBef>
                <a:spcPts val="0"/>
              </a:spcBef>
              <a:spcAft>
                <a:spcPts val="0"/>
              </a:spcAft>
              <a:buNone/>
            </a:pPr>
            <a:r>
              <a:rPr lang="en" sz="1800" b="1">
                <a:solidFill>
                  <a:schemeClr val="accent1"/>
                </a:solidFill>
                <a:latin typeface="Cinzel Decorative"/>
                <a:ea typeface="Cinzel Decorative"/>
                <a:cs typeface="Cinzel Decorative"/>
                <a:sym typeface="Cinzel Decorative"/>
              </a:rPr>
              <a:t>framework</a:t>
            </a:r>
            <a:endParaRPr sz="1800" b="1">
              <a:solidFill>
                <a:schemeClr val="accent1"/>
              </a:solidFill>
              <a:latin typeface="Cinzel Decorative"/>
              <a:ea typeface="Cinzel Decorative"/>
              <a:cs typeface="Cinzel Decorative"/>
              <a:sym typeface="Cinzel Decorative"/>
            </a:endParaRPr>
          </a:p>
        </p:txBody>
      </p:sp>
      <p:sp>
        <p:nvSpPr>
          <p:cNvPr id="596" name="Google Shape;596;p47"/>
          <p:cNvSpPr txBox="1"/>
          <p:nvPr/>
        </p:nvSpPr>
        <p:spPr>
          <a:xfrm>
            <a:off x="6194525" y="3087263"/>
            <a:ext cx="2217900" cy="1073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Amiri"/>
                <a:ea typeface="Amiri"/>
                <a:cs typeface="Amiri"/>
                <a:sym typeface="Amiri"/>
              </a:rPr>
              <a:t>Venus has a beautiful name and is the second planet from the Sun. It’s hot and has a poisonous atmosphere</a:t>
            </a:r>
            <a:endParaRPr>
              <a:solidFill>
                <a:schemeClr val="dk1"/>
              </a:solidFill>
              <a:latin typeface="Amiri"/>
              <a:ea typeface="Amiri"/>
              <a:cs typeface="Amiri"/>
              <a:sym typeface="Amiri"/>
            </a:endParaRPr>
          </a:p>
        </p:txBody>
      </p:sp>
      <p:sp>
        <p:nvSpPr>
          <p:cNvPr id="597" name="Google Shape;597;p47"/>
          <p:cNvSpPr txBox="1"/>
          <p:nvPr/>
        </p:nvSpPr>
        <p:spPr>
          <a:xfrm>
            <a:off x="3472925" y="2377700"/>
            <a:ext cx="2250900" cy="322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chemeClr val="accent1"/>
                </a:solidFill>
                <a:latin typeface="Cinzel Decorative"/>
                <a:ea typeface="Cinzel Decorative"/>
                <a:cs typeface="Cinzel Decorative"/>
                <a:sym typeface="Cinzel Decorative"/>
              </a:rPr>
              <a:t>Theory 1</a:t>
            </a:r>
            <a:endParaRPr sz="1600" b="1">
              <a:solidFill>
                <a:schemeClr val="accent1"/>
              </a:solidFill>
              <a:latin typeface="Cinzel Decorative"/>
              <a:ea typeface="Cinzel Decorative"/>
              <a:cs typeface="Cinzel Decorative"/>
              <a:sym typeface="Cinzel Decorative"/>
            </a:endParaRPr>
          </a:p>
        </p:txBody>
      </p:sp>
      <p:sp>
        <p:nvSpPr>
          <p:cNvPr id="598" name="Google Shape;598;p47"/>
          <p:cNvSpPr txBox="1"/>
          <p:nvPr/>
        </p:nvSpPr>
        <p:spPr>
          <a:xfrm>
            <a:off x="3472924" y="2660448"/>
            <a:ext cx="2250900" cy="81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Amiri"/>
                <a:ea typeface="Amiri"/>
                <a:cs typeface="Amiri"/>
                <a:sym typeface="Amiri"/>
              </a:rPr>
              <a:t>Saturn is a gas giant and has rings. It’s composed mostly of hydrogen and helium</a:t>
            </a:r>
            <a:endParaRPr>
              <a:solidFill>
                <a:schemeClr val="dk1"/>
              </a:solidFill>
              <a:latin typeface="Amiri"/>
              <a:ea typeface="Amiri"/>
              <a:cs typeface="Amiri"/>
              <a:sym typeface="Amiri"/>
            </a:endParaRPr>
          </a:p>
        </p:txBody>
      </p:sp>
      <p:sp>
        <p:nvSpPr>
          <p:cNvPr id="599" name="Google Shape;599;p47"/>
          <p:cNvSpPr txBox="1"/>
          <p:nvPr/>
        </p:nvSpPr>
        <p:spPr>
          <a:xfrm>
            <a:off x="3472925" y="3526325"/>
            <a:ext cx="2250900" cy="322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a:solidFill>
                  <a:schemeClr val="accent1"/>
                </a:solidFill>
                <a:latin typeface="Cinzel Decorative"/>
                <a:ea typeface="Cinzel Decorative"/>
                <a:cs typeface="Cinzel Decorative"/>
                <a:sym typeface="Cinzel Decorative"/>
              </a:rPr>
              <a:t>Theory 2</a:t>
            </a:r>
            <a:endParaRPr sz="1600" b="1">
              <a:solidFill>
                <a:schemeClr val="accent1"/>
              </a:solidFill>
              <a:latin typeface="Cinzel Decorative"/>
              <a:ea typeface="Cinzel Decorative"/>
              <a:cs typeface="Cinzel Decorative"/>
              <a:sym typeface="Cinzel Decorative"/>
            </a:endParaRPr>
          </a:p>
        </p:txBody>
      </p:sp>
      <p:sp>
        <p:nvSpPr>
          <p:cNvPr id="600" name="Google Shape;600;p47"/>
          <p:cNvSpPr txBox="1"/>
          <p:nvPr/>
        </p:nvSpPr>
        <p:spPr>
          <a:xfrm>
            <a:off x="3472924" y="3809125"/>
            <a:ext cx="2250900" cy="817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latin typeface="Amiri"/>
                <a:ea typeface="Amiri"/>
                <a:cs typeface="Amiri"/>
                <a:sym typeface="Amiri"/>
              </a:rPr>
              <a:t>Neptune is the fourth-largest planet by diameter in the Solar System </a:t>
            </a:r>
            <a:endParaRPr>
              <a:solidFill>
                <a:schemeClr val="dk1"/>
              </a:solidFill>
              <a:latin typeface="Amiri"/>
              <a:ea typeface="Amiri"/>
              <a:cs typeface="Amiri"/>
              <a:sym typeface="Amiri"/>
            </a:endParaRPr>
          </a:p>
        </p:txBody>
      </p:sp>
      <p:grpSp>
        <p:nvGrpSpPr>
          <p:cNvPr id="601" name="Google Shape;601;p47"/>
          <p:cNvGrpSpPr/>
          <p:nvPr/>
        </p:nvGrpSpPr>
        <p:grpSpPr>
          <a:xfrm>
            <a:off x="5986025" y="2129321"/>
            <a:ext cx="156600" cy="2461281"/>
            <a:chOff x="5797375" y="1379625"/>
            <a:chExt cx="156600" cy="3268200"/>
          </a:xfrm>
        </p:grpSpPr>
        <p:cxnSp>
          <p:nvCxnSpPr>
            <p:cNvPr id="602" name="Google Shape;602;p47"/>
            <p:cNvCxnSpPr/>
            <p:nvPr/>
          </p:nvCxnSpPr>
          <p:spPr>
            <a:xfrm>
              <a:off x="5940475" y="1379625"/>
              <a:ext cx="13500" cy="3268200"/>
            </a:xfrm>
            <a:prstGeom prst="straightConnector1">
              <a:avLst/>
            </a:prstGeom>
            <a:noFill/>
            <a:ln w="9525" cap="flat" cmpd="sng">
              <a:solidFill>
                <a:schemeClr val="lt2"/>
              </a:solidFill>
              <a:prstDash val="solid"/>
              <a:round/>
              <a:headEnd type="none" w="med" len="med"/>
              <a:tailEnd type="none" w="med" len="med"/>
            </a:ln>
          </p:spPr>
        </p:cxnSp>
        <p:cxnSp>
          <p:nvCxnSpPr>
            <p:cNvPr id="603" name="Google Shape;603;p47"/>
            <p:cNvCxnSpPr/>
            <p:nvPr/>
          </p:nvCxnSpPr>
          <p:spPr>
            <a:xfrm>
              <a:off x="5797375" y="1379625"/>
              <a:ext cx="147300" cy="0"/>
            </a:xfrm>
            <a:prstGeom prst="straightConnector1">
              <a:avLst/>
            </a:prstGeom>
            <a:noFill/>
            <a:ln w="9525" cap="flat" cmpd="sng">
              <a:solidFill>
                <a:schemeClr val="lt2"/>
              </a:solidFill>
              <a:prstDash val="solid"/>
              <a:round/>
              <a:headEnd type="none" w="med" len="med"/>
              <a:tailEnd type="none" w="med" len="med"/>
            </a:ln>
          </p:spPr>
        </p:cxnSp>
        <p:cxnSp>
          <p:nvCxnSpPr>
            <p:cNvPr id="604" name="Google Shape;604;p47"/>
            <p:cNvCxnSpPr/>
            <p:nvPr/>
          </p:nvCxnSpPr>
          <p:spPr>
            <a:xfrm>
              <a:off x="5804072" y="4647825"/>
              <a:ext cx="147300" cy="0"/>
            </a:xfrm>
            <a:prstGeom prst="straightConnector1">
              <a:avLst/>
            </a:prstGeom>
            <a:noFill/>
            <a:ln w="9525" cap="flat" cmpd="sng">
              <a:solidFill>
                <a:schemeClr val="lt2"/>
              </a:solidFill>
              <a:prstDash val="solid"/>
              <a:round/>
              <a:headEnd type="none" w="med" len="med"/>
              <a:tailEnd type="none" w="med" len="med"/>
            </a:ln>
          </p:spPr>
        </p:cxnSp>
      </p:grpSp>
      <p:cxnSp>
        <p:nvCxnSpPr>
          <p:cNvPr id="605" name="Google Shape;605;p47"/>
          <p:cNvCxnSpPr/>
          <p:nvPr/>
        </p:nvCxnSpPr>
        <p:spPr>
          <a:xfrm>
            <a:off x="-5300" y="4755675"/>
            <a:ext cx="9163200" cy="0"/>
          </a:xfrm>
          <a:prstGeom prst="straightConnector1">
            <a:avLst/>
          </a:prstGeom>
          <a:noFill/>
          <a:ln w="9525" cap="flat" cmpd="sng">
            <a:solidFill>
              <a:schemeClr val="lt2"/>
            </a:solidFill>
            <a:prstDash val="solid"/>
            <a:round/>
            <a:headEnd type="none" w="med" len="med"/>
            <a:tailEnd type="none" w="med" len="med"/>
          </a:ln>
        </p:spPr>
      </p:cxnSp>
      <p:sp>
        <p:nvSpPr>
          <p:cNvPr id="606" name="Google Shape;606;p47"/>
          <p:cNvSpPr/>
          <p:nvPr/>
        </p:nvSpPr>
        <p:spPr>
          <a:xfrm>
            <a:off x="8051325" y="0"/>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07" name="Google Shape;607;p47"/>
          <p:cNvPicPr preferRelativeResize="0"/>
          <p:nvPr/>
        </p:nvPicPr>
        <p:blipFill rotWithShape="1">
          <a:blip r:embed="rId3">
            <a:alphaModFix/>
          </a:blip>
          <a:srcRect l="22820" t="35125" r="60837" b="21928"/>
          <a:stretch/>
        </p:blipFill>
        <p:spPr>
          <a:xfrm rot="-1421199">
            <a:off x="7473876" y="796428"/>
            <a:ext cx="1272375" cy="1880948"/>
          </a:xfrm>
          <a:prstGeom prst="rect">
            <a:avLst/>
          </a:prstGeom>
          <a:noFill/>
          <a:ln>
            <a:noFill/>
          </a:ln>
          <a:effectLst>
            <a:outerShdw blurRad="57150" dist="19050" dir="6840000" algn="bl" rotWithShape="0">
              <a:srgbClr val="000000">
                <a:alpha val="37000"/>
              </a:srgbClr>
            </a:outerShdw>
          </a:effectLst>
        </p:spPr>
      </p:pic>
      <p:sp>
        <p:nvSpPr>
          <p:cNvPr id="608" name="Google Shape;608;p47"/>
          <p:cNvSpPr/>
          <p:nvPr/>
        </p:nvSpPr>
        <p:spPr>
          <a:xfrm>
            <a:off x="8653250" y="2522300"/>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48"/>
          <p:cNvSpPr txBox="1">
            <a:spLocks noGrp="1"/>
          </p:cNvSpPr>
          <p:nvPr>
            <p:ph type="title"/>
          </p:nvPr>
        </p:nvSpPr>
        <p:spPr>
          <a:xfrm rot="-535">
            <a:off x="713250" y="451337"/>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Schedule</a:t>
            </a:r>
            <a:endParaRPr/>
          </a:p>
        </p:txBody>
      </p:sp>
      <p:graphicFrame>
        <p:nvGraphicFramePr>
          <p:cNvPr id="614" name="Google Shape;614;p48"/>
          <p:cNvGraphicFramePr/>
          <p:nvPr/>
        </p:nvGraphicFramePr>
        <p:xfrm>
          <a:off x="713175" y="1182020"/>
          <a:ext cx="3000000" cy="3000000"/>
        </p:xfrm>
        <a:graphic>
          <a:graphicData uri="http://schemas.openxmlformats.org/drawingml/2006/table">
            <a:tbl>
              <a:tblPr>
                <a:noFill/>
                <a:tableStyleId>{746D15AA-4250-4313-8BBB-AB34D243D472}</a:tableStyleId>
              </a:tblPr>
              <a:tblGrid>
                <a:gridCol w="1110750">
                  <a:extLst>
                    <a:ext uri="{9D8B030D-6E8A-4147-A177-3AD203B41FA5}">
                      <a16:colId xmlns:a16="http://schemas.microsoft.com/office/drawing/2014/main" val="20000"/>
                    </a:ext>
                  </a:extLst>
                </a:gridCol>
                <a:gridCol w="1455650">
                  <a:extLst>
                    <a:ext uri="{9D8B030D-6E8A-4147-A177-3AD203B41FA5}">
                      <a16:colId xmlns:a16="http://schemas.microsoft.com/office/drawing/2014/main" val="20001"/>
                    </a:ext>
                  </a:extLst>
                </a:gridCol>
                <a:gridCol w="1283200">
                  <a:extLst>
                    <a:ext uri="{9D8B030D-6E8A-4147-A177-3AD203B41FA5}">
                      <a16:colId xmlns:a16="http://schemas.microsoft.com/office/drawing/2014/main" val="20002"/>
                    </a:ext>
                  </a:extLst>
                </a:gridCol>
                <a:gridCol w="1283200">
                  <a:extLst>
                    <a:ext uri="{9D8B030D-6E8A-4147-A177-3AD203B41FA5}">
                      <a16:colId xmlns:a16="http://schemas.microsoft.com/office/drawing/2014/main" val="20003"/>
                    </a:ext>
                  </a:extLst>
                </a:gridCol>
                <a:gridCol w="1283200">
                  <a:extLst>
                    <a:ext uri="{9D8B030D-6E8A-4147-A177-3AD203B41FA5}">
                      <a16:colId xmlns:a16="http://schemas.microsoft.com/office/drawing/2014/main" val="20004"/>
                    </a:ext>
                  </a:extLst>
                </a:gridCol>
                <a:gridCol w="1283200">
                  <a:extLst>
                    <a:ext uri="{9D8B030D-6E8A-4147-A177-3AD203B41FA5}">
                      <a16:colId xmlns:a16="http://schemas.microsoft.com/office/drawing/2014/main" val="20005"/>
                    </a:ext>
                  </a:extLst>
                </a:gridCol>
              </a:tblGrid>
              <a:tr h="0">
                <a:tc>
                  <a:txBody>
                    <a:bodyPr/>
                    <a:lstStyle/>
                    <a:p>
                      <a:pPr marL="0" lvl="0" indent="0" algn="l" rtl="0">
                        <a:spcBef>
                          <a:spcPts val="0"/>
                        </a:spcBef>
                        <a:spcAft>
                          <a:spcPts val="0"/>
                        </a:spcAft>
                        <a:buNone/>
                      </a:pPr>
                      <a:endParaRPr>
                        <a:solidFill>
                          <a:srgbClr val="595959"/>
                        </a:solidFill>
                        <a:latin typeface="Anaheim"/>
                        <a:ea typeface="Anaheim"/>
                        <a:cs typeface="Anaheim"/>
                        <a:sym typeface="Anaheim"/>
                      </a:endParaRPr>
                    </a:p>
                  </a:txBody>
                  <a:tcPr marL="91425" marR="91425" marT="91425" marB="91425">
                    <a:lnL w="9525" cap="flat" cmpd="sng">
                      <a:solidFill>
                        <a:schemeClr val="lt2"/>
                      </a:solidFill>
                      <a:prstDash val="dash"/>
                      <a:round/>
                      <a:headEnd type="none" w="sm" len="sm"/>
                      <a:tailEnd type="none" w="sm" len="sm"/>
                    </a:lnL>
                    <a:lnR w="9525" cap="flat" cmpd="sng">
                      <a:solidFill>
                        <a:schemeClr val="lt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solidFill>
                          <a:srgbClr val="595959"/>
                        </a:solidFill>
                        <a:latin typeface="Anaheim"/>
                        <a:ea typeface="Anaheim"/>
                        <a:cs typeface="Anaheim"/>
                        <a:sym typeface="Anaheim"/>
                      </a:endParaRPr>
                    </a:p>
                  </a:txBody>
                  <a:tcPr marL="91425" marR="91425" marT="91425" marB="91425">
                    <a:lnL w="9525" cap="flat" cmpd="sng">
                      <a:solidFill>
                        <a:schemeClr val="lt2"/>
                      </a:solidFill>
                      <a:prstDash val="dash"/>
                      <a:round/>
                      <a:headEnd type="none" w="sm" len="sm"/>
                      <a:tailEnd type="none" w="sm" len="sm"/>
                    </a:lnL>
                    <a:lnR w="9525" cap="flat" cmpd="sng">
                      <a:solidFill>
                        <a:schemeClr val="lt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solidFill>
                          <a:srgbClr val="595959"/>
                        </a:solidFill>
                        <a:latin typeface="Anaheim"/>
                        <a:ea typeface="Anaheim"/>
                        <a:cs typeface="Anaheim"/>
                        <a:sym typeface="Anaheim"/>
                      </a:endParaRPr>
                    </a:p>
                  </a:txBody>
                  <a:tcPr marL="91425" marR="91425" marT="91425" marB="91425">
                    <a:lnL w="9525" cap="flat" cmpd="sng">
                      <a:solidFill>
                        <a:schemeClr val="lt2"/>
                      </a:solidFill>
                      <a:prstDash val="dash"/>
                      <a:round/>
                      <a:headEnd type="none" w="sm" len="sm"/>
                      <a:tailEnd type="none" w="sm" len="sm"/>
                    </a:lnL>
                    <a:lnR w="9525" cap="flat" cmpd="sng">
                      <a:solidFill>
                        <a:schemeClr val="lt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solidFill>
                          <a:srgbClr val="595959"/>
                        </a:solidFill>
                        <a:latin typeface="Anaheim"/>
                        <a:ea typeface="Anaheim"/>
                        <a:cs typeface="Anaheim"/>
                        <a:sym typeface="Anaheim"/>
                      </a:endParaRPr>
                    </a:p>
                  </a:txBody>
                  <a:tcPr marL="91425" marR="91425" marT="91425" marB="91425">
                    <a:lnL w="9525" cap="flat" cmpd="sng">
                      <a:solidFill>
                        <a:schemeClr val="lt2"/>
                      </a:solidFill>
                      <a:prstDash val="dash"/>
                      <a:round/>
                      <a:headEnd type="none" w="sm" len="sm"/>
                      <a:tailEnd type="none" w="sm" len="sm"/>
                    </a:lnL>
                    <a:lnR w="9525" cap="flat" cmpd="sng">
                      <a:solidFill>
                        <a:schemeClr val="lt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solidFill>
                          <a:srgbClr val="595959"/>
                        </a:solidFill>
                        <a:latin typeface="Anaheim"/>
                        <a:ea typeface="Anaheim"/>
                        <a:cs typeface="Anaheim"/>
                        <a:sym typeface="Anaheim"/>
                      </a:endParaRPr>
                    </a:p>
                  </a:txBody>
                  <a:tcPr marL="91425" marR="91425" marT="91425" marB="91425">
                    <a:lnL w="9525" cap="flat" cmpd="sng">
                      <a:solidFill>
                        <a:schemeClr val="lt2"/>
                      </a:solidFill>
                      <a:prstDash val="dash"/>
                      <a:round/>
                      <a:headEnd type="none" w="sm" len="sm"/>
                      <a:tailEnd type="none" w="sm" len="sm"/>
                    </a:lnL>
                    <a:lnR w="9525" cap="flat" cmpd="sng">
                      <a:solidFill>
                        <a:schemeClr val="lt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solidFill>
                          <a:srgbClr val="595959"/>
                        </a:solidFill>
                        <a:latin typeface="Anaheim"/>
                        <a:ea typeface="Anaheim"/>
                        <a:cs typeface="Anaheim"/>
                        <a:sym typeface="Anaheim"/>
                      </a:endParaRPr>
                    </a:p>
                  </a:txBody>
                  <a:tcPr marL="91425" marR="91425" marT="91425" marB="91425">
                    <a:lnL w="9525" cap="flat" cmpd="sng">
                      <a:solidFill>
                        <a:schemeClr val="lt2"/>
                      </a:solidFill>
                      <a:prstDash val="dash"/>
                      <a:round/>
                      <a:headEnd type="none" w="sm" len="sm"/>
                      <a:tailEnd type="none" w="sm" len="sm"/>
                    </a:lnL>
                    <a:lnR w="9525" cap="flat" cmpd="sng">
                      <a:solidFill>
                        <a:srgbClr val="9E9E9E"/>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r h="376775">
                <a:tc>
                  <a:txBody>
                    <a:bodyPr/>
                    <a:lstStyle/>
                    <a:p>
                      <a:pPr marL="0" lvl="0" indent="0" algn="l" rtl="0">
                        <a:spcBef>
                          <a:spcPts val="0"/>
                        </a:spcBef>
                        <a:spcAft>
                          <a:spcPts val="0"/>
                        </a:spcAft>
                        <a:buNone/>
                      </a:pPr>
                      <a:endParaRPr>
                        <a:solidFill>
                          <a:srgbClr val="595959"/>
                        </a:solidFill>
                        <a:latin typeface="Anaheim"/>
                        <a:ea typeface="Anaheim"/>
                        <a:cs typeface="Anaheim"/>
                        <a:sym typeface="Anaheim"/>
                      </a:endParaRPr>
                    </a:p>
                  </a:txBody>
                  <a:tcPr marL="91425" marR="91425" marT="91425" marB="91425">
                    <a:lnL w="9525" cap="flat" cmpd="sng">
                      <a:solidFill>
                        <a:schemeClr val="lt2"/>
                      </a:solidFill>
                      <a:prstDash val="dash"/>
                      <a:round/>
                      <a:headEnd type="none" w="sm" len="sm"/>
                      <a:tailEnd type="none" w="sm" len="sm"/>
                    </a:lnL>
                    <a:lnR w="9525" cap="flat" cmpd="sng">
                      <a:solidFill>
                        <a:schemeClr val="lt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solidFill>
                          <a:srgbClr val="595959"/>
                        </a:solidFill>
                        <a:latin typeface="Anaheim"/>
                        <a:ea typeface="Anaheim"/>
                        <a:cs typeface="Anaheim"/>
                        <a:sym typeface="Anaheim"/>
                      </a:endParaRPr>
                    </a:p>
                  </a:txBody>
                  <a:tcPr marL="91425" marR="91425" marT="91425" marB="91425">
                    <a:lnL w="9525" cap="flat" cmpd="sng">
                      <a:solidFill>
                        <a:schemeClr val="lt2"/>
                      </a:solidFill>
                      <a:prstDash val="dash"/>
                      <a:round/>
                      <a:headEnd type="none" w="sm" len="sm"/>
                      <a:tailEnd type="none" w="sm" len="sm"/>
                    </a:lnL>
                    <a:lnR w="9525" cap="flat" cmpd="sng">
                      <a:solidFill>
                        <a:schemeClr val="lt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solidFill>
                          <a:srgbClr val="595959"/>
                        </a:solidFill>
                        <a:latin typeface="Anaheim"/>
                        <a:ea typeface="Anaheim"/>
                        <a:cs typeface="Anaheim"/>
                        <a:sym typeface="Anaheim"/>
                      </a:endParaRPr>
                    </a:p>
                  </a:txBody>
                  <a:tcPr marL="91425" marR="91425" marT="91425" marB="91425">
                    <a:lnL w="9525" cap="flat" cmpd="sng">
                      <a:solidFill>
                        <a:schemeClr val="lt2"/>
                      </a:solidFill>
                      <a:prstDash val="dash"/>
                      <a:round/>
                      <a:headEnd type="none" w="sm" len="sm"/>
                      <a:tailEnd type="none" w="sm" len="sm"/>
                    </a:lnL>
                    <a:lnR w="9525" cap="flat" cmpd="sng">
                      <a:solidFill>
                        <a:schemeClr val="lt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solidFill>
                          <a:srgbClr val="595959"/>
                        </a:solidFill>
                        <a:latin typeface="Anaheim"/>
                        <a:ea typeface="Anaheim"/>
                        <a:cs typeface="Anaheim"/>
                        <a:sym typeface="Anaheim"/>
                      </a:endParaRPr>
                    </a:p>
                  </a:txBody>
                  <a:tcPr marL="91425" marR="91425" marT="91425" marB="91425">
                    <a:lnL w="9525" cap="flat" cmpd="sng">
                      <a:solidFill>
                        <a:schemeClr val="lt2"/>
                      </a:solidFill>
                      <a:prstDash val="dash"/>
                      <a:round/>
                      <a:headEnd type="none" w="sm" len="sm"/>
                      <a:tailEnd type="none" w="sm" len="sm"/>
                    </a:lnL>
                    <a:lnR w="9525" cap="flat" cmpd="sng">
                      <a:solidFill>
                        <a:schemeClr val="lt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solidFill>
                          <a:srgbClr val="595959"/>
                        </a:solidFill>
                        <a:latin typeface="Anaheim"/>
                        <a:ea typeface="Anaheim"/>
                        <a:cs typeface="Anaheim"/>
                        <a:sym typeface="Anaheim"/>
                      </a:endParaRPr>
                    </a:p>
                  </a:txBody>
                  <a:tcPr marL="91425" marR="91425" marT="91425" marB="91425">
                    <a:lnL w="9525" cap="flat" cmpd="sng">
                      <a:solidFill>
                        <a:schemeClr val="lt2"/>
                      </a:solidFill>
                      <a:prstDash val="dash"/>
                      <a:round/>
                      <a:headEnd type="none" w="sm" len="sm"/>
                      <a:tailEnd type="none" w="sm" len="sm"/>
                    </a:lnL>
                    <a:lnR w="9525" cap="flat" cmpd="sng">
                      <a:solidFill>
                        <a:schemeClr val="lt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l" rtl="0">
                        <a:spcBef>
                          <a:spcPts val="0"/>
                        </a:spcBef>
                        <a:spcAft>
                          <a:spcPts val="0"/>
                        </a:spcAft>
                        <a:buNone/>
                      </a:pPr>
                      <a:endParaRPr>
                        <a:solidFill>
                          <a:srgbClr val="595959"/>
                        </a:solidFill>
                        <a:latin typeface="Anaheim"/>
                        <a:ea typeface="Anaheim"/>
                        <a:cs typeface="Anaheim"/>
                        <a:sym typeface="Anaheim"/>
                      </a:endParaRPr>
                    </a:p>
                  </a:txBody>
                  <a:tcPr marL="91425" marR="91425" marT="91425" marB="91425">
                    <a:lnL w="9525" cap="flat" cmpd="sng">
                      <a:solidFill>
                        <a:schemeClr val="lt2"/>
                      </a:solidFill>
                      <a:prstDash val="dash"/>
                      <a:round/>
                      <a:headEnd type="none" w="sm" len="sm"/>
                      <a:tailEnd type="none" w="sm" len="sm"/>
                    </a:lnL>
                    <a:lnR w="9525" cap="flat" cmpd="sng">
                      <a:solidFill>
                        <a:srgbClr val="9E9E9E"/>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1"/>
                  </a:ext>
                </a:extLst>
              </a:tr>
              <a:tr h="376775">
                <a:tc>
                  <a:txBody>
                    <a:bodyPr/>
                    <a:lstStyle/>
                    <a:p>
                      <a:pPr marL="0" lvl="0" indent="0" algn="l" rtl="0">
                        <a:spcBef>
                          <a:spcPts val="0"/>
                        </a:spcBef>
                        <a:spcAft>
                          <a:spcPts val="0"/>
                        </a:spcAft>
                        <a:buNone/>
                      </a:pPr>
                      <a:endParaRPr>
                        <a:solidFill>
                          <a:srgbClr val="595959"/>
                        </a:solidFill>
                        <a:latin typeface="Anaheim"/>
                        <a:ea typeface="Anaheim"/>
                        <a:cs typeface="Anaheim"/>
                        <a:sym typeface="Anaheim"/>
                      </a:endParaRPr>
                    </a:p>
                  </a:txBody>
                  <a:tcPr marL="91425" marR="91425" marT="91425" marB="91425">
                    <a:lnL w="9525" cap="flat" cmpd="sng">
                      <a:solidFill>
                        <a:schemeClr val="lt2"/>
                      </a:solidFill>
                      <a:prstDash val="dash"/>
                      <a:round/>
                      <a:headEnd type="none" w="sm" len="sm"/>
                      <a:tailEnd type="none" w="sm" len="sm"/>
                    </a:lnL>
                    <a:lnR w="9525" cap="flat" cmpd="sng">
                      <a:solidFill>
                        <a:schemeClr val="lt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lt2">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rgbClr val="595959"/>
                        </a:solidFill>
                        <a:latin typeface="Anaheim"/>
                        <a:ea typeface="Anaheim"/>
                        <a:cs typeface="Anaheim"/>
                        <a:sym typeface="Anaheim"/>
                      </a:endParaRPr>
                    </a:p>
                  </a:txBody>
                  <a:tcPr marL="91425" marR="91425" marT="91425" marB="91425">
                    <a:lnL w="9525" cap="flat" cmpd="sng">
                      <a:solidFill>
                        <a:schemeClr val="lt2"/>
                      </a:solidFill>
                      <a:prstDash val="dash"/>
                      <a:round/>
                      <a:headEnd type="none" w="sm" len="sm"/>
                      <a:tailEnd type="none" w="sm" len="sm"/>
                    </a:lnL>
                    <a:lnR w="9525" cap="flat" cmpd="sng">
                      <a:solidFill>
                        <a:schemeClr val="lt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lt2">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rgbClr val="595959"/>
                        </a:solidFill>
                        <a:latin typeface="Anaheim"/>
                        <a:ea typeface="Anaheim"/>
                        <a:cs typeface="Anaheim"/>
                        <a:sym typeface="Anaheim"/>
                      </a:endParaRPr>
                    </a:p>
                  </a:txBody>
                  <a:tcPr marL="91425" marR="91425" marT="91425" marB="91425">
                    <a:lnL w="9525" cap="flat" cmpd="sng">
                      <a:solidFill>
                        <a:schemeClr val="lt2"/>
                      </a:solidFill>
                      <a:prstDash val="dash"/>
                      <a:round/>
                      <a:headEnd type="none" w="sm" len="sm"/>
                      <a:tailEnd type="none" w="sm" len="sm"/>
                    </a:lnL>
                    <a:lnR w="9525" cap="flat" cmpd="sng">
                      <a:solidFill>
                        <a:schemeClr val="lt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lt2">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rgbClr val="595959"/>
                        </a:solidFill>
                        <a:latin typeface="Anaheim"/>
                        <a:ea typeface="Anaheim"/>
                        <a:cs typeface="Anaheim"/>
                        <a:sym typeface="Anaheim"/>
                      </a:endParaRPr>
                    </a:p>
                  </a:txBody>
                  <a:tcPr marL="91425" marR="91425" marT="91425" marB="91425">
                    <a:lnL w="9525" cap="flat" cmpd="sng">
                      <a:solidFill>
                        <a:schemeClr val="lt2"/>
                      </a:solidFill>
                      <a:prstDash val="dash"/>
                      <a:round/>
                      <a:headEnd type="none" w="sm" len="sm"/>
                      <a:tailEnd type="none" w="sm" len="sm"/>
                    </a:lnL>
                    <a:lnR w="9525" cap="flat" cmpd="sng">
                      <a:solidFill>
                        <a:schemeClr val="lt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lt2">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rgbClr val="595959"/>
                        </a:solidFill>
                        <a:latin typeface="Anaheim"/>
                        <a:ea typeface="Anaheim"/>
                        <a:cs typeface="Anaheim"/>
                        <a:sym typeface="Anaheim"/>
                      </a:endParaRPr>
                    </a:p>
                  </a:txBody>
                  <a:tcPr marL="91425" marR="91425" marT="91425" marB="91425">
                    <a:lnL w="9525" cap="flat" cmpd="sng">
                      <a:solidFill>
                        <a:schemeClr val="lt2"/>
                      </a:solidFill>
                      <a:prstDash val="dash"/>
                      <a:round/>
                      <a:headEnd type="none" w="sm" len="sm"/>
                      <a:tailEnd type="none" w="sm" len="sm"/>
                    </a:lnL>
                    <a:lnR w="9525" cap="flat" cmpd="sng">
                      <a:solidFill>
                        <a:schemeClr val="lt2"/>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lt2">
                          <a:alpha val="0"/>
                        </a:schemeClr>
                      </a:solidFill>
                      <a:prstDash val="solid"/>
                      <a:round/>
                      <a:headEnd type="none" w="sm" len="sm"/>
                      <a:tailEnd type="none" w="sm" len="sm"/>
                    </a:lnB>
                  </a:tcPr>
                </a:tc>
                <a:tc>
                  <a:txBody>
                    <a:bodyPr/>
                    <a:lstStyle/>
                    <a:p>
                      <a:pPr marL="0" lvl="0" indent="0" algn="l" rtl="0">
                        <a:spcBef>
                          <a:spcPts val="0"/>
                        </a:spcBef>
                        <a:spcAft>
                          <a:spcPts val="0"/>
                        </a:spcAft>
                        <a:buNone/>
                      </a:pPr>
                      <a:endParaRPr>
                        <a:solidFill>
                          <a:srgbClr val="595959"/>
                        </a:solidFill>
                        <a:latin typeface="Anaheim"/>
                        <a:ea typeface="Anaheim"/>
                        <a:cs typeface="Anaheim"/>
                        <a:sym typeface="Anaheim"/>
                      </a:endParaRPr>
                    </a:p>
                  </a:txBody>
                  <a:tcPr marL="91425" marR="91425" marT="91425" marB="91425">
                    <a:lnL w="9525" cap="flat" cmpd="sng">
                      <a:solidFill>
                        <a:schemeClr val="lt2"/>
                      </a:solidFill>
                      <a:prstDash val="dash"/>
                      <a:round/>
                      <a:headEnd type="none" w="sm" len="sm"/>
                      <a:tailEnd type="none" w="sm" len="sm"/>
                    </a:lnL>
                    <a:lnR w="9525" cap="flat" cmpd="sng">
                      <a:solidFill>
                        <a:srgbClr val="9E9E9E"/>
                      </a:solidFill>
                      <a:prstDash val="dash"/>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chemeClr val="lt2">
                          <a:alpha val="0"/>
                        </a:schemeClr>
                      </a:solidFill>
                      <a:prstDash val="solid"/>
                      <a:round/>
                      <a:headEnd type="none" w="sm" len="sm"/>
                      <a:tailEnd type="none" w="sm" len="sm"/>
                    </a:lnB>
                  </a:tcPr>
                </a:tc>
                <a:extLst>
                  <a:ext uri="{0D108BD9-81ED-4DB2-BD59-A6C34878D82A}">
                    <a16:rowId xmlns:a16="http://schemas.microsoft.com/office/drawing/2014/main" val="10002"/>
                  </a:ext>
                </a:extLst>
              </a:tr>
              <a:tr h="434750">
                <a:tc>
                  <a:txBody>
                    <a:bodyPr/>
                    <a:lstStyle/>
                    <a:p>
                      <a:pPr marL="0" lvl="0" indent="0" algn="ctr" rtl="0">
                        <a:spcBef>
                          <a:spcPts val="0"/>
                        </a:spcBef>
                        <a:spcAft>
                          <a:spcPts val="0"/>
                        </a:spcAft>
                        <a:buNone/>
                      </a:pPr>
                      <a:r>
                        <a:rPr lang="en" sz="1800" b="1">
                          <a:solidFill>
                            <a:schemeClr val="accent1"/>
                          </a:solidFill>
                          <a:latin typeface="Cinzel Decorative"/>
                          <a:ea typeface="Cinzel Decorative"/>
                          <a:cs typeface="Cinzel Decorative"/>
                          <a:sym typeface="Cinzel Decorative"/>
                        </a:rPr>
                        <a:t>Jan</a:t>
                      </a:r>
                      <a:endParaRPr sz="1800" b="1">
                        <a:solidFill>
                          <a:schemeClr val="accent1"/>
                        </a:solidFill>
                        <a:latin typeface="Cinzel Decorative"/>
                        <a:ea typeface="Cinzel Decorative"/>
                        <a:cs typeface="Cinzel Decorative"/>
                        <a:sym typeface="Cinzel Decorativ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alpha val="0"/>
                        </a:schemeClr>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1800" b="1">
                          <a:solidFill>
                            <a:schemeClr val="accent1"/>
                          </a:solidFill>
                          <a:latin typeface="Cinzel Decorative"/>
                          <a:ea typeface="Cinzel Decorative"/>
                          <a:cs typeface="Cinzel Decorative"/>
                          <a:sym typeface="Cinzel Decorative"/>
                        </a:rPr>
                        <a:t>Feb</a:t>
                      </a:r>
                      <a:endParaRPr sz="1800" b="1">
                        <a:solidFill>
                          <a:schemeClr val="accent1"/>
                        </a:solidFill>
                        <a:latin typeface="Cinzel Decorative"/>
                        <a:ea typeface="Cinzel Decorative"/>
                        <a:cs typeface="Cinzel Decorative"/>
                        <a:sym typeface="Cinzel Decorative"/>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alpha val="0"/>
                        </a:schemeClr>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1800" b="1">
                          <a:solidFill>
                            <a:schemeClr val="accent1"/>
                          </a:solidFill>
                          <a:latin typeface="Cinzel Decorative"/>
                          <a:ea typeface="Cinzel Decorative"/>
                          <a:cs typeface="Cinzel Decorative"/>
                          <a:sym typeface="Cinzel Decorative"/>
                        </a:rPr>
                        <a:t>Mar</a:t>
                      </a:r>
                      <a:endParaRPr sz="1800" b="1">
                        <a:solidFill>
                          <a:schemeClr val="accent1"/>
                        </a:solidFill>
                        <a:latin typeface="Cinzel Decorative"/>
                        <a:ea typeface="Cinzel Decorative"/>
                        <a:cs typeface="Cinzel Decorative"/>
                        <a:sym typeface="Cinzel Decorative"/>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alpha val="0"/>
                        </a:schemeClr>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1800" b="1">
                          <a:solidFill>
                            <a:schemeClr val="accent1"/>
                          </a:solidFill>
                          <a:latin typeface="Cinzel Decorative"/>
                          <a:ea typeface="Cinzel Decorative"/>
                          <a:cs typeface="Cinzel Decorative"/>
                          <a:sym typeface="Cinzel Decorative"/>
                        </a:rPr>
                        <a:t>Apr</a:t>
                      </a:r>
                      <a:endParaRPr sz="1800" b="1">
                        <a:solidFill>
                          <a:schemeClr val="accent1"/>
                        </a:solidFill>
                        <a:latin typeface="Cinzel Decorative"/>
                        <a:ea typeface="Cinzel Decorative"/>
                        <a:cs typeface="Cinzel Decorative"/>
                        <a:sym typeface="Cinzel Decorative"/>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alpha val="0"/>
                        </a:schemeClr>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1800" b="1">
                          <a:solidFill>
                            <a:schemeClr val="accent1"/>
                          </a:solidFill>
                          <a:latin typeface="Cinzel Decorative"/>
                          <a:ea typeface="Cinzel Decorative"/>
                          <a:cs typeface="Cinzel Decorative"/>
                          <a:sym typeface="Cinzel Decorative"/>
                        </a:rPr>
                        <a:t>May</a:t>
                      </a:r>
                      <a:endParaRPr sz="1800" b="1">
                        <a:solidFill>
                          <a:schemeClr val="accent1"/>
                        </a:solidFill>
                        <a:latin typeface="Cinzel Decorative"/>
                        <a:ea typeface="Cinzel Decorative"/>
                        <a:cs typeface="Cinzel Decorative"/>
                        <a:sym typeface="Cinzel Decorative"/>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alpha val="0"/>
                        </a:schemeClr>
                      </a:solidFill>
                      <a:prstDash val="solid"/>
                      <a:round/>
                      <a:headEnd type="none" w="sm" len="sm"/>
                      <a:tailEnd type="none" w="sm" len="sm"/>
                    </a:lnT>
                    <a:lnB w="9525" cap="flat" cmpd="sng">
                      <a:solidFill>
                        <a:schemeClr val="lt2"/>
                      </a:solidFill>
                      <a:prstDash val="solid"/>
                      <a:round/>
                      <a:headEnd type="none" w="sm" len="sm"/>
                      <a:tailEnd type="none" w="sm" len="sm"/>
                    </a:lnB>
                  </a:tcPr>
                </a:tc>
                <a:tc>
                  <a:txBody>
                    <a:bodyPr/>
                    <a:lstStyle/>
                    <a:p>
                      <a:pPr marL="0" lvl="0" indent="0" algn="ctr" rtl="0">
                        <a:spcBef>
                          <a:spcPts val="0"/>
                        </a:spcBef>
                        <a:spcAft>
                          <a:spcPts val="0"/>
                        </a:spcAft>
                        <a:buNone/>
                      </a:pPr>
                      <a:r>
                        <a:rPr lang="en" sz="1800" b="1">
                          <a:solidFill>
                            <a:schemeClr val="accent1"/>
                          </a:solidFill>
                          <a:latin typeface="Cinzel Decorative"/>
                          <a:ea typeface="Cinzel Decorative"/>
                          <a:cs typeface="Cinzel Decorative"/>
                          <a:sym typeface="Cinzel Decorative"/>
                        </a:rPr>
                        <a:t>Jun</a:t>
                      </a:r>
                      <a:endParaRPr sz="1800" b="1">
                        <a:solidFill>
                          <a:schemeClr val="accent1"/>
                        </a:solidFill>
                        <a:latin typeface="Cinzel Decorative"/>
                        <a:ea typeface="Cinzel Decorative"/>
                        <a:cs typeface="Cinzel Decorative"/>
                        <a:sym typeface="Cinzel Decorative"/>
                      </a:endParaRPr>
                    </a:p>
                  </a:txBody>
                  <a:tcPr marL="91425" marR="91425" marT="91425" marB="91425" anchor="ctr">
                    <a:lnL w="9525" cap="flat" cmpd="sng">
                      <a:solidFill>
                        <a:schemeClr val="lt2"/>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lt2">
                          <a:alpha val="0"/>
                        </a:schemeClr>
                      </a:solidFill>
                      <a:prstDash val="solid"/>
                      <a:round/>
                      <a:headEnd type="none" w="sm" len="sm"/>
                      <a:tailEnd type="none" w="sm" len="sm"/>
                    </a:lnT>
                    <a:lnB w="9525"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405775">
                <a:tc>
                  <a:txBody>
                    <a:bodyPr/>
                    <a:lstStyle/>
                    <a:p>
                      <a:pPr marL="0" lvl="0" indent="0" algn="l" rtl="0">
                        <a:spcBef>
                          <a:spcPts val="0"/>
                        </a:spcBef>
                        <a:spcAft>
                          <a:spcPts val="0"/>
                        </a:spcAft>
                        <a:buNone/>
                      </a:pPr>
                      <a:r>
                        <a:rPr lang="en" sz="1800" b="1">
                          <a:solidFill>
                            <a:schemeClr val="lt1"/>
                          </a:solidFill>
                          <a:latin typeface="Cinzel Decorative"/>
                          <a:ea typeface="Cinzel Decorative"/>
                          <a:cs typeface="Cinzel Decorative"/>
                          <a:sym typeface="Cinzel Decorative"/>
                        </a:rPr>
                        <a:t>Task</a:t>
                      </a:r>
                      <a:endParaRPr sz="1800" b="1">
                        <a:solidFill>
                          <a:schemeClr val="lt1"/>
                        </a:solidFill>
                        <a:latin typeface="Cinzel Decorative"/>
                        <a:ea typeface="Cinzel Decorative"/>
                        <a:cs typeface="Cinzel Decorative"/>
                        <a:sym typeface="Cinzel Decorative"/>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2"/>
                    </a:solidFill>
                  </a:tcPr>
                </a:tc>
                <a:tc gridSpan="2">
                  <a:txBody>
                    <a:bodyPr/>
                    <a:lstStyle/>
                    <a:p>
                      <a:pPr marL="0" lvl="0" indent="0" algn="l" rtl="0">
                        <a:spcBef>
                          <a:spcPts val="0"/>
                        </a:spcBef>
                        <a:spcAft>
                          <a:spcPts val="0"/>
                        </a:spcAft>
                        <a:buNone/>
                      </a:pPr>
                      <a:r>
                        <a:rPr lang="en" sz="1800" b="1">
                          <a:solidFill>
                            <a:schemeClr val="lt1"/>
                          </a:solidFill>
                          <a:latin typeface="Cinzel Decorative"/>
                          <a:ea typeface="Cinzel Decorative"/>
                          <a:cs typeface="Cinzel Decorative"/>
                          <a:sym typeface="Cinzel Decorative"/>
                        </a:rPr>
                        <a:t>Description</a:t>
                      </a:r>
                      <a:endParaRPr sz="1800" b="1">
                        <a:solidFill>
                          <a:schemeClr val="lt1"/>
                        </a:solidFill>
                        <a:latin typeface="Cinzel Decorative"/>
                        <a:ea typeface="Cinzel Decorative"/>
                        <a:cs typeface="Cinzel Decorative"/>
                        <a:sym typeface="Cinzel Decorative"/>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2"/>
                    </a:solidFill>
                  </a:tcPr>
                </a:tc>
                <a:tc hMerge="1">
                  <a:txBody>
                    <a:bodyPr/>
                    <a:lstStyle/>
                    <a:p>
                      <a:endParaRPr lang="en-US"/>
                    </a:p>
                  </a:txBody>
                  <a:tcPr/>
                </a:tc>
                <a:tc gridSpan="2">
                  <a:txBody>
                    <a:bodyPr/>
                    <a:lstStyle/>
                    <a:p>
                      <a:pPr marL="0" lvl="0" indent="0" algn="l" rtl="0">
                        <a:spcBef>
                          <a:spcPts val="0"/>
                        </a:spcBef>
                        <a:spcAft>
                          <a:spcPts val="0"/>
                        </a:spcAft>
                        <a:buNone/>
                      </a:pPr>
                      <a:r>
                        <a:rPr lang="en" sz="1800" b="1">
                          <a:solidFill>
                            <a:schemeClr val="lt1"/>
                          </a:solidFill>
                          <a:latin typeface="Cinzel Decorative"/>
                          <a:ea typeface="Cinzel Decorative"/>
                          <a:cs typeface="Cinzel Decorative"/>
                          <a:sym typeface="Cinzel Decorative"/>
                        </a:rPr>
                        <a:t>Date</a:t>
                      </a:r>
                      <a:endParaRPr sz="1800" b="1">
                        <a:solidFill>
                          <a:schemeClr val="lt1"/>
                        </a:solidFill>
                        <a:latin typeface="Cinzel Decorative"/>
                        <a:ea typeface="Cinzel Decorative"/>
                        <a:cs typeface="Cinzel Decorative"/>
                        <a:sym typeface="Cinzel Decorative"/>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2"/>
                    </a:solidFill>
                  </a:tcPr>
                </a:tc>
                <a:tc hMerge="1">
                  <a:txBody>
                    <a:bodyPr/>
                    <a:lstStyle/>
                    <a:p>
                      <a:endParaRPr lang="en-US"/>
                    </a:p>
                  </a:txBody>
                  <a:tcPr/>
                </a:tc>
                <a:tc>
                  <a:txBody>
                    <a:bodyPr/>
                    <a:lstStyle/>
                    <a:p>
                      <a:pPr marL="0" lvl="0" indent="0" algn="l" rtl="0">
                        <a:spcBef>
                          <a:spcPts val="0"/>
                        </a:spcBef>
                        <a:spcAft>
                          <a:spcPts val="0"/>
                        </a:spcAft>
                        <a:buNone/>
                      </a:pPr>
                      <a:r>
                        <a:rPr lang="en" sz="1800" b="1">
                          <a:solidFill>
                            <a:schemeClr val="lt1"/>
                          </a:solidFill>
                          <a:latin typeface="Cinzel Decorative"/>
                          <a:ea typeface="Cinzel Decorative"/>
                          <a:cs typeface="Cinzel Decorative"/>
                          <a:sym typeface="Cinzel Decorative"/>
                        </a:rPr>
                        <a:t>Status</a:t>
                      </a:r>
                      <a:endParaRPr sz="1800" b="1">
                        <a:solidFill>
                          <a:schemeClr val="lt1"/>
                        </a:solidFill>
                        <a:latin typeface="Cinzel Decorative"/>
                        <a:ea typeface="Cinzel Decorative"/>
                        <a:cs typeface="Cinzel Decorative"/>
                        <a:sym typeface="Cinzel Decorative"/>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chemeClr val="lt2"/>
                      </a:solidFill>
                      <a:prstDash val="solid"/>
                      <a:round/>
                      <a:headEnd type="none" w="sm" len="sm"/>
                      <a:tailEnd type="none" w="sm" len="sm"/>
                    </a:lnB>
                    <a:solidFill>
                      <a:schemeClr val="lt2"/>
                    </a:solidFill>
                  </a:tcPr>
                </a:tc>
                <a:extLst>
                  <a:ext uri="{0D108BD9-81ED-4DB2-BD59-A6C34878D82A}">
                    <a16:rowId xmlns:a16="http://schemas.microsoft.com/office/drawing/2014/main" val="10004"/>
                  </a:ext>
                </a:extLst>
              </a:tr>
              <a:tr h="408275">
                <a:tc>
                  <a:txBody>
                    <a:bodyPr/>
                    <a:lstStyle/>
                    <a:p>
                      <a:pPr marL="0" lvl="0" indent="0" algn="l" rtl="0">
                        <a:spcBef>
                          <a:spcPts val="0"/>
                        </a:spcBef>
                        <a:spcAft>
                          <a:spcPts val="0"/>
                        </a:spcAft>
                        <a:buNone/>
                      </a:pPr>
                      <a:r>
                        <a:rPr lang="en" sz="1800" b="1">
                          <a:solidFill>
                            <a:schemeClr val="accent1"/>
                          </a:solidFill>
                          <a:latin typeface="Cinzel Decorative"/>
                          <a:ea typeface="Cinzel Decorative"/>
                          <a:cs typeface="Cinzel Decorative"/>
                          <a:sym typeface="Cinzel Decorative"/>
                        </a:rPr>
                        <a:t>Task 1</a:t>
                      </a:r>
                      <a:endParaRPr sz="1800" b="1">
                        <a:solidFill>
                          <a:schemeClr val="accent1"/>
                        </a:solidFill>
                        <a:latin typeface="Cinzel Decorative"/>
                        <a:ea typeface="Cinzel Decorative"/>
                        <a:cs typeface="Cinzel Decorative"/>
                        <a:sym typeface="Cinzel Decorativ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gridSpan="2">
                  <a:txBody>
                    <a:bodyPr/>
                    <a:lstStyle/>
                    <a:p>
                      <a:pPr marL="0" lvl="0" indent="0" algn="l" rtl="0">
                        <a:spcBef>
                          <a:spcPts val="0"/>
                        </a:spcBef>
                        <a:spcAft>
                          <a:spcPts val="0"/>
                        </a:spcAft>
                        <a:buNone/>
                      </a:pPr>
                      <a:r>
                        <a:rPr lang="en">
                          <a:solidFill>
                            <a:schemeClr val="dk1"/>
                          </a:solidFill>
                          <a:latin typeface="Amiri"/>
                          <a:ea typeface="Amiri"/>
                          <a:cs typeface="Amiri"/>
                          <a:sym typeface="Amiri"/>
                        </a:rPr>
                        <a:t>Mars is actually a very cold place</a:t>
                      </a:r>
                      <a:endParaRPr>
                        <a:solidFill>
                          <a:schemeClr val="dk1"/>
                        </a:solidFill>
                        <a:latin typeface="Amiri"/>
                        <a:ea typeface="Amiri"/>
                        <a:cs typeface="Amiri"/>
                        <a:sym typeface="Amiri"/>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tc gridSpan="2">
                  <a:txBody>
                    <a:bodyPr/>
                    <a:lstStyle/>
                    <a:p>
                      <a:pPr marL="0" lvl="0" indent="0" algn="l" rtl="0">
                        <a:spcBef>
                          <a:spcPts val="0"/>
                        </a:spcBef>
                        <a:spcAft>
                          <a:spcPts val="0"/>
                        </a:spcAft>
                        <a:buNone/>
                      </a:pPr>
                      <a:r>
                        <a:rPr lang="en">
                          <a:solidFill>
                            <a:schemeClr val="dk1"/>
                          </a:solidFill>
                          <a:latin typeface="Amiri"/>
                          <a:ea typeface="Amiri"/>
                          <a:cs typeface="Amiri"/>
                          <a:sym typeface="Amiri"/>
                        </a:rPr>
                        <a:t>Jan 1 - Mar 15</a:t>
                      </a:r>
                      <a:endParaRPr>
                        <a:solidFill>
                          <a:schemeClr val="dk1"/>
                        </a:solidFill>
                        <a:latin typeface="Amiri"/>
                        <a:ea typeface="Amiri"/>
                        <a:cs typeface="Amiri"/>
                        <a:sym typeface="Amiri"/>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a:solidFill>
                            <a:schemeClr val="dk1"/>
                          </a:solidFill>
                          <a:latin typeface="Amiri"/>
                          <a:ea typeface="Amiri"/>
                          <a:cs typeface="Amiri"/>
                          <a:sym typeface="Amiri"/>
                        </a:rPr>
                        <a:t>Completed</a:t>
                      </a:r>
                      <a:endParaRPr>
                        <a:solidFill>
                          <a:schemeClr val="dk1"/>
                        </a:solidFill>
                        <a:latin typeface="Amiri"/>
                        <a:ea typeface="Amiri"/>
                        <a:cs typeface="Amiri"/>
                        <a:sym typeface="Amiri"/>
                      </a:endParaRPr>
                    </a:p>
                  </a:txBody>
                  <a:tcPr marL="91425" marR="91425" marT="91425" marB="91425" anchor="ctr">
                    <a:lnL w="9525" cap="flat" cmpd="sng">
                      <a:solidFill>
                        <a:schemeClr val="lt2"/>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chemeClr val="lt2"/>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5"/>
                  </a:ext>
                </a:extLst>
              </a:tr>
              <a:tr h="417700">
                <a:tc>
                  <a:txBody>
                    <a:bodyPr/>
                    <a:lstStyle/>
                    <a:p>
                      <a:pPr marL="0" lvl="0" indent="0" algn="l" rtl="0">
                        <a:spcBef>
                          <a:spcPts val="0"/>
                        </a:spcBef>
                        <a:spcAft>
                          <a:spcPts val="0"/>
                        </a:spcAft>
                        <a:buNone/>
                      </a:pPr>
                      <a:r>
                        <a:rPr lang="en" sz="1800" b="1">
                          <a:solidFill>
                            <a:schemeClr val="accent1"/>
                          </a:solidFill>
                          <a:latin typeface="Cinzel Decorative"/>
                          <a:ea typeface="Cinzel Decorative"/>
                          <a:cs typeface="Cinzel Decorative"/>
                          <a:sym typeface="Cinzel Decorative"/>
                        </a:rPr>
                        <a:t>Task 2</a:t>
                      </a:r>
                      <a:endParaRPr sz="1800" b="1">
                        <a:solidFill>
                          <a:schemeClr val="accent1"/>
                        </a:solidFill>
                        <a:latin typeface="Cinzel Decorative"/>
                        <a:ea typeface="Cinzel Decorative"/>
                        <a:cs typeface="Cinzel Decorative"/>
                        <a:sym typeface="Cinzel Decorativ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gridSpan="2">
                  <a:txBody>
                    <a:bodyPr/>
                    <a:lstStyle/>
                    <a:p>
                      <a:pPr marL="0" lvl="0" indent="0" algn="l" rtl="0">
                        <a:spcBef>
                          <a:spcPts val="0"/>
                        </a:spcBef>
                        <a:spcAft>
                          <a:spcPts val="0"/>
                        </a:spcAft>
                        <a:buNone/>
                      </a:pPr>
                      <a:r>
                        <a:rPr lang="en">
                          <a:solidFill>
                            <a:schemeClr val="dk1"/>
                          </a:solidFill>
                          <a:latin typeface="Amiri"/>
                          <a:ea typeface="Amiri"/>
                          <a:cs typeface="Amiri"/>
                          <a:sym typeface="Amiri"/>
                        </a:rPr>
                        <a:t>Earth is where we all live</a:t>
                      </a:r>
                      <a:endParaRPr>
                        <a:solidFill>
                          <a:schemeClr val="dk1"/>
                        </a:solidFill>
                        <a:latin typeface="Amiri"/>
                        <a:ea typeface="Amiri"/>
                        <a:cs typeface="Amiri"/>
                        <a:sym typeface="Amiri"/>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tc gridSpan="2">
                  <a:txBody>
                    <a:bodyPr/>
                    <a:lstStyle/>
                    <a:p>
                      <a:pPr marL="0" lvl="0" indent="0" algn="l" rtl="0">
                        <a:spcBef>
                          <a:spcPts val="0"/>
                        </a:spcBef>
                        <a:spcAft>
                          <a:spcPts val="0"/>
                        </a:spcAft>
                        <a:buNone/>
                      </a:pPr>
                      <a:r>
                        <a:rPr lang="en">
                          <a:solidFill>
                            <a:schemeClr val="dk1"/>
                          </a:solidFill>
                          <a:latin typeface="Amiri"/>
                          <a:ea typeface="Amiri"/>
                          <a:cs typeface="Amiri"/>
                          <a:sym typeface="Amiri"/>
                        </a:rPr>
                        <a:t>Feb 1 - Apr 30</a:t>
                      </a:r>
                      <a:endParaRPr>
                        <a:solidFill>
                          <a:schemeClr val="dk1"/>
                        </a:solidFill>
                        <a:latin typeface="Amiri"/>
                        <a:ea typeface="Amiri"/>
                        <a:cs typeface="Amiri"/>
                        <a:sym typeface="Amiri"/>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a:solidFill>
                            <a:schemeClr val="dk1"/>
                          </a:solidFill>
                          <a:latin typeface="Amiri"/>
                          <a:ea typeface="Amiri"/>
                          <a:cs typeface="Amiri"/>
                          <a:sym typeface="Amiri"/>
                        </a:rPr>
                        <a:t>In progress</a:t>
                      </a:r>
                      <a:endParaRPr>
                        <a:solidFill>
                          <a:schemeClr val="dk1"/>
                        </a:solidFill>
                        <a:latin typeface="Amiri"/>
                        <a:ea typeface="Amiri"/>
                        <a:cs typeface="Amiri"/>
                        <a:sym typeface="Amiri"/>
                      </a:endParaRPr>
                    </a:p>
                  </a:txBody>
                  <a:tcPr marL="91425" marR="91425" marT="91425" marB="91425" anchor="ctr">
                    <a:lnL w="9525" cap="flat" cmpd="sng">
                      <a:solidFill>
                        <a:schemeClr val="lt2"/>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6"/>
                  </a:ext>
                </a:extLst>
              </a:tr>
              <a:tr h="417700">
                <a:tc>
                  <a:txBody>
                    <a:bodyPr/>
                    <a:lstStyle/>
                    <a:p>
                      <a:pPr marL="0" lvl="0" indent="0" algn="l" rtl="0">
                        <a:spcBef>
                          <a:spcPts val="0"/>
                        </a:spcBef>
                        <a:spcAft>
                          <a:spcPts val="0"/>
                        </a:spcAft>
                        <a:buNone/>
                      </a:pPr>
                      <a:r>
                        <a:rPr lang="en" sz="1800" b="1">
                          <a:solidFill>
                            <a:schemeClr val="accent1"/>
                          </a:solidFill>
                          <a:latin typeface="Cinzel Decorative"/>
                          <a:ea typeface="Cinzel Decorative"/>
                          <a:cs typeface="Cinzel Decorative"/>
                          <a:sym typeface="Cinzel Decorative"/>
                        </a:rPr>
                        <a:t>Task 3</a:t>
                      </a:r>
                      <a:endParaRPr sz="1800" b="1">
                        <a:solidFill>
                          <a:schemeClr val="accent1"/>
                        </a:solidFill>
                        <a:latin typeface="Cinzel Decorative"/>
                        <a:ea typeface="Cinzel Decorative"/>
                        <a:cs typeface="Cinzel Decorative"/>
                        <a:sym typeface="Cinzel Decorative"/>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gridSpan="2">
                  <a:txBody>
                    <a:bodyPr/>
                    <a:lstStyle/>
                    <a:p>
                      <a:pPr marL="0" lvl="0" indent="0" algn="l" rtl="0">
                        <a:spcBef>
                          <a:spcPts val="0"/>
                        </a:spcBef>
                        <a:spcAft>
                          <a:spcPts val="0"/>
                        </a:spcAft>
                        <a:buNone/>
                      </a:pPr>
                      <a:r>
                        <a:rPr lang="en">
                          <a:solidFill>
                            <a:schemeClr val="dk1"/>
                          </a:solidFill>
                          <a:latin typeface="Amiri"/>
                          <a:ea typeface="Amiri"/>
                          <a:cs typeface="Amiri"/>
                          <a:sym typeface="Amiri"/>
                        </a:rPr>
                        <a:t>Venus has a beautiful name</a:t>
                      </a:r>
                      <a:endParaRPr>
                        <a:solidFill>
                          <a:schemeClr val="dk1"/>
                        </a:solidFill>
                        <a:latin typeface="Amiri"/>
                        <a:ea typeface="Amiri"/>
                        <a:cs typeface="Amiri"/>
                        <a:sym typeface="Amiri"/>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tc gridSpan="2">
                  <a:txBody>
                    <a:bodyPr/>
                    <a:lstStyle/>
                    <a:p>
                      <a:pPr marL="0" lvl="0" indent="0" algn="l" rtl="0">
                        <a:spcBef>
                          <a:spcPts val="0"/>
                        </a:spcBef>
                        <a:spcAft>
                          <a:spcPts val="0"/>
                        </a:spcAft>
                        <a:buNone/>
                      </a:pPr>
                      <a:r>
                        <a:rPr lang="en">
                          <a:solidFill>
                            <a:schemeClr val="dk1"/>
                          </a:solidFill>
                          <a:latin typeface="Amiri"/>
                          <a:ea typeface="Amiri"/>
                          <a:cs typeface="Amiri"/>
                          <a:sym typeface="Amiri"/>
                        </a:rPr>
                        <a:t>May 15 - Jun 30</a:t>
                      </a:r>
                      <a:endParaRPr>
                        <a:solidFill>
                          <a:schemeClr val="dk1"/>
                        </a:solidFill>
                        <a:latin typeface="Amiri"/>
                        <a:ea typeface="Amiri"/>
                        <a:cs typeface="Amiri"/>
                        <a:sym typeface="Amiri"/>
                      </a:endParaRPr>
                    </a:p>
                  </a:txBody>
                  <a:tcPr marL="91425" marR="91425" marT="91425" marB="91425" anchor="ctr">
                    <a:lnL w="9525" cap="flat" cmpd="sng">
                      <a:solidFill>
                        <a:schemeClr val="lt2"/>
                      </a:solidFill>
                      <a:prstDash val="solid"/>
                      <a:round/>
                      <a:headEnd type="none" w="sm" len="sm"/>
                      <a:tailEnd type="none" w="sm" len="sm"/>
                    </a:lnL>
                    <a:lnR w="9525" cap="flat" cmpd="sng">
                      <a:solidFill>
                        <a:schemeClr val="lt2"/>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hMerge="1">
                  <a:txBody>
                    <a:bodyPr/>
                    <a:lstStyle/>
                    <a:p>
                      <a:endParaRPr lang="en-US"/>
                    </a:p>
                  </a:txBody>
                  <a:tcPr/>
                </a:tc>
                <a:tc>
                  <a:txBody>
                    <a:bodyPr/>
                    <a:lstStyle/>
                    <a:p>
                      <a:pPr marL="0" lvl="0" indent="0" algn="l" rtl="0">
                        <a:spcBef>
                          <a:spcPts val="0"/>
                        </a:spcBef>
                        <a:spcAft>
                          <a:spcPts val="0"/>
                        </a:spcAft>
                        <a:buNone/>
                      </a:pPr>
                      <a:r>
                        <a:rPr lang="en">
                          <a:solidFill>
                            <a:schemeClr val="dk1"/>
                          </a:solidFill>
                          <a:latin typeface="Amiri"/>
                          <a:ea typeface="Amiri"/>
                          <a:cs typeface="Amiri"/>
                          <a:sym typeface="Amiri"/>
                        </a:rPr>
                        <a:t>Delayed</a:t>
                      </a:r>
                      <a:endParaRPr>
                        <a:solidFill>
                          <a:schemeClr val="dk1"/>
                        </a:solidFill>
                        <a:latin typeface="Amiri"/>
                        <a:ea typeface="Amiri"/>
                        <a:cs typeface="Amiri"/>
                        <a:sym typeface="Amiri"/>
                      </a:endParaRPr>
                    </a:p>
                  </a:txBody>
                  <a:tcPr marL="91425" marR="91425" marT="91425" marB="91425" anchor="ctr">
                    <a:lnL w="9525" cap="flat" cmpd="sng">
                      <a:solidFill>
                        <a:schemeClr val="lt2"/>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grpSp>
        <p:nvGrpSpPr>
          <p:cNvPr id="615" name="Google Shape;615;p48"/>
          <p:cNvGrpSpPr/>
          <p:nvPr/>
        </p:nvGrpSpPr>
        <p:grpSpPr>
          <a:xfrm>
            <a:off x="713175" y="1337570"/>
            <a:ext cx="2962500" cy="236700"/>
            <a:chOff x="952500" y="1389970"/>
            <a:chExt cx="2962500" cy="236700"/>
          </a:xfrm>
        </p:grpSpPr>
        <p:sp>
          <p:nvSpPr>
            <p:cNvPr id="616" name="Google Shape;616;p48"/>
            <p:cNvSpPr/>
            <p:nvPr/>
          </p:nvSpPr>
          <p:spPr>
            <a:xfrm>
              <a:off x="952500" y="1389970"/>
              <a:ext cx="2962500" cy="236700"/>
            </a:xfrm>
            <a:prstGeom prst="roundRect">
              <a:avLst>
                <a:gd name="adj" fmla="val 0"/>
              </a:avLst>
            </a:prstGeom>
            <a:solidFill>
              <a:schemeClr val="lt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chemeClr val="dk1"/>
                </a:solidFill>
                <a:latin typeface="Amiri"/>
                <a:ea typeface="Amiri"/>
                <a:cs typeface="Amiri"/>
                <a:sym typeface="Amiri"/>
              </a:endParaRPr>
            </a:p>
          </p:txBody>
        </p:sp>
        <p:sp>
          <p:nvSpPr>
            <p:cNvPr id="617" name="Google Shape;617;p48"/>
            <p:cNvSpPr/>
            <p:nvPr/>
          </p:nvSpPr>
          <p:spPr>
            <a:xfrm>
              <a:off x="952500" y="1389970"/>
              <a:ext cx="2488800" cy="236700"/>
            </a:xfrm>
            <a:prstGeom prst="roundRect">
              <a:avLst>
                <a:gd name="adj" fmla="val 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miri"/>
                  <a:ea typeface="Amiri"/>
                  <a:cs typeface="Amiri"/>
                  <a:sym typeface="Amiri"/>
                </a:rPr>
                <a:t>Neptune is far away from Earth</a:t>
              </a:r>
              <a:endParaRPr sz="1200">
                <a:solidFill>
                  <a:schemeClr val="dk1"/>
                </a:solidFill>
                <a:latin typeface="Amiri"/>
                <a:ea typeface="Amiri"/>
                <a:cs typeface="Amiri"/>
                <a:sym typeface="Amiri"/>
              </a:endParaRPr>
            </a:p>
          </p:txBody>
        </p:sp>
      </p:grpSp>
      <p:sp>
        <p:nvSpPr>
          <p:cNvPr id="618" name="Google Shape;618;p48"/>
          <p:cNvSpPr/>
          <p:nvPr/>
        </p:nvSpPr>
        <p:spPr>
          <a:xfrm>
            <a:off x="713175" y="1127325"/>
            <a:ext cx="1000800" cy="192300"/>
          </a:xfrm>
          <a:prstGeom prst="roundRect">
            <a:avLst>
              <a:gd name="adj" fmla="val 0"/>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accent1"/>
                </a:solidFill>
                <a:latin typeface="Cinzel Decorative"/>
                <a:ea typeface="Cinzel Decorative"/>
                <a:cs typeface="Cinzel Decorative"/>
                <a:sym typeface="Cinzel Decorative"/>
              </a:rPr>
              <a:t>Task 1</a:t>
            </a:r>
            <a:endParaRPr b="1">
              <a:solidFill>
                <a:schemeClr val="accent1"/>
              </a:solidFill>
              <a:latin typeface="Cinzel Decorative"/>
              <a:ea typeface="Cinzel Decorative"/>
              <a:cs typeface="Cinzel Decorative"/>
              <a:sym typeface="Cinzel Decorative"/>
            </a:endParaRPr>
          </a:p>
        </p:txBody>
      </p:sp>
      <p:sp>
        <p:nvSpPr>
          <p:cNvPr id="619" name="Google Shape;619;p48"/>
          <p:cNvSpPr/>
          <p:nvPr/>
        </p:nvSpPr>
        <p:spPr>
          <a:xfrm>
            <a:off x="1834426" y="1630025"/>
            <a:ext cx="1158000" cy="192300"/>
          </a:xfrm>
          <a:prstGeom prst="roundRect">
            <a:avLst>
              <a:gd name="adj" fmla="val 0"/>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accent1"/>
                </a:solidFill>
                <a:latin typeface="Cinzel Decorative"/>
                <a:ea typeface="Cinzel Decorative"/>
                <a:cs typeface="Cinzel Decorative"/>
                <a:sym typeface="Cinzel Decorative"/>
              </a:rPr>
              <a:t>Task 2</a:t>
            </a:r>
            <a:endParaRPr b="1">
              <a:solidFill>
                <a:schemeClr val="accent1"/>
              </a:solidFill>
              <a:latin typeface="Cinzel Decorative"/>
              <a:ea typeface="Cinzel Decorative"/>
              <a:cs typeface="Cinzel Decorative"/>
              <a:sym typeface="Cinzel Decorative"/>
            </a:endParaRPr>
          </a:p>
        </p:txBody>
      </p:sp>
      <p:sp>
        <p:nvSpPr>
          <p:cNvPr id="620" name="Google Shape;620;p48"/>
          <p:cNvSpPr/>
          <p:nvPr/>
        </p:nvSpPr>
        <p:spPr>
          <a:xfrm>
            <a:off x="1823925" y="1840145"/>
            <a:ext cx="2962500" cy="236700"/>
          </a:xfrm>
          <a:prstGeom prst="roundRect">
            <a:avLst>
              <a:gd name="adj" fmla="val 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rgbClr val="FFFFFF"/>
              </a:solidFill>
              <a:latin typeface="Anaheim"/>
              <a:ea typeface="Anaheim"/>
              <a:cs typeface="Anaheim"/>
              <a:sym typeface="Anaheim"/>
            </a:endParaRPr>
          </a:p>
        </p:txBody>
      </p:sp>
      <p:sp>
        <p:nvSpPr>
          <p:cNvPr id="621" name="Google Shape;621;p48"/>
          <p:cNvSpPr/>
          <p:nvPr/>
        </p:nvSpPr>
        <p:spPr>
          <a:xfrm>
            <a:off x="1823925" y="1840150"/>
            <a:ext cx="2137800" cy="236700"/>
          </a:xfrm>
          <a:prstGeom prst="roundRect">
            <a:avLst>
              <a:gd name="adj" fmla="val 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miri"/>
                <a:ea typeface="Amiri"/>
                <a:cs typeface="Amiri"/>
                <a:sym typeface="Amiri"/>
              </a:rPr>
              <a:t>Mercury is the smallest planet</a:t>
            </a:r>
            <a:endParaRPr sz="1200">
              <a:solidFill>
                <a:schemeClr val="dk1"/>
              </a:solidFill>
              <a:latin typeface="Amiri"/>
              <a:ea typeface="Amiri"/>
              <a:cs typeface="Amiri"/>
              <a:sym typeface="Amiri"/>
            </a:endParaRPr>
          </a:p>
        </p:txBody>
      </p:sp>
      <p:sp>
        <p:nvSpPr>
          <p:cNvPr id="622" name="Google Shape;622;p48"/>
          <p:cNvSpPr/>
          <p:nvPr/>
        </p:nvSpPr>
        <p:spPr>
          <a:xfrm>
            <a:off x="5845975" y="2133950"/>
            <a:ext cx="2566500" cy="236700"/>
          </a:xfrm>
          <a:prstGeom prst="roundRect">
            <a:avLst>
              <a:gd name="adj" fmla="val 0"/>
            </a:avLst>
          </a:prstGeom>
          <a:solidFill>
            <a:schemeClr val="lt1"/>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sz="1200">
              <a:solidFill>
                <a:srgbClr val="FFFFFF"/>
              </a:solidFill>
              <a:latin typeface="Anaheim"/>
              <a:ea typeface="Anaheim"/>
              <a:cs typeface="Anaheim"/>
              <a:sym typeface="Anaheim"/>
            </a:endParaRPr>
          </a:p>
        </p:txBody>
      </p:sp>
      <p:sp>
        <p:nvSpPr>
          <p:cNvPr id="623" name="Google Shape;623;p48"/>
          <p:cNvSpPr/>
          <p:nvPr/>
        </p:nvSpPr>
        <p:spPr>
          <a:xfrm>
            <a:off x="5845975" y="2133950"/>
            <a:ext cx="2137800" cy="236700"/>
          </a:xfrm>
          <a:prstGeom prst="roundRect">
            <a:avLst>
              <a:gd name="adj" fmla="val 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Amiri"/>
                <a:ea typeface="Amiri"/>
                <a:cs typeface="Amiri"/>
                <a:sym typeface="Amiri"/>
              </a:rPr>
              <a:t>Saturn is a gas giant</a:t>
            </a:r>
            <a:endParaRPr sz="1200">
              <a:solidFill>
                <a:schemeClr val="dk1"/>
              </a:solidFill>
              <a:latin typeface="Amiri"/>
              <a:ea typeface="Amiri"/>
              <a:cs typeface="Amiri"/>
              <a:sym typeface="Amiri"/>
            </a:endParaRPr>
          </a:p>
        </p:txBody>
      </p:sp>
      <p:sp>
        <p:nvSpPr>
          <p:cNvPr id="624" name="Google Shape;624;p48"/>
          <p:cNvSpPr/>
          <p:nvPr/>
        </p:nvSpPr>
        <p:spPr>
          <a:xfrm>
            <a:off x="5845976" y="1923825"/>
            <a:ext cx="1158000" cy="192300"/>
          </a:xfrm>
          <a:prstGeom prst="roundRect">
            <a:avLst>
              <a:gd name="adj" fmla="val 0"/>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b="1">
                <a:solidFill>
                  <a:schemeClr val="accent1"/>
                </a:solidFill>
                <a:latin typeface="Cinzel Decorative"/>
                <a:ea typeface="Cinzel Decorative"/>
                <a:cs typeface="Cinzel Decorative"/>
                <a:sym typeface="Cinzel Decorative"/>
              </a:rPr>
              <a:t>Task 3</a:t>
            </a:r>
            <a:endParaRPr b="1">
              <a:solidFill>
                <a:schemeClr val="accent1"/>
              </a:solidFill>
              <a:latin typeface="Cinzel Decorative"/>
              <a:ea typeface="Cinzel Decorative"/>
              <a:cs typeface="Cinzel Decorative"/>
              <a:sym typeface="Cinzel Decorative"/>
            </a:endParaRPr>
          </a:p>
        </p:txBody>
      </p:sp>
      <p:pic>
        <p:nvPicPr>
          <p:cNvPr id="625" name="Google Shape;625;p48"/>
          <p:cNvPicPr preferRelativeResize="0"/>
          <p:nvPr/>
        </p:nvPicPr>
        <p:blipFill rotWithShape="1">
          <a:blip r:embed="rId3">
            <a:alphaModFix/>
          </a:blip>
          <a:srcRect l="27280" t="12041" r="28253" b="21059"/>
          <a:stretch/>
        </p:blipFill>
        <p:spPr>
          <a:xfrm rot="-8946120" flipH="1">
            <a:off x="7563575" y="25401"/>
            <a:ext cx="2578772" cy="2182348"/>
          </a:xfrm>
          <a:prstGeom prst="rect">
            <a:avLst/>
          </a:prstGeom>
          <a:noFill/>
          <a:ln>
            <a:noFill/>
          </a:ln>
          <a:effectLst>
            <a:outerShdw blurRad="57150" dist="28575" dir="6900000" algn="bl" rotWithShape="0">
              <a:srgbClr val="000000">
                <a:alpha val="38000"/>
              </a:srgbClr>
            </a:outerShdw>
          </a:effectLst>
        </p:spPr>
      </p:pic>
      <p:sp>
        <p:nvSpPr>
          <p:cNvPr id="626" name="Google Shape;626;p48"/>
          <p:cNvSpPr/>
          <p:nvPr/>
        </p:nvSpPr>
        <p:spPr>
          <a:xfrm>
            <a:off x="4412925"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49"/>
          <p:cNvSpPr txBox="1">
            <a:spLocks noGrp="1"/>
          </p:cNvSpPr>
          <p:nvPr>
            <p:ph type="title"/>
          </p:nvPr>
        </p:nvSpPr>
        <p:spPr>
          <a:xfrm>
            <a:off x="713225" y="1430950"/>
            <a:ext cx="4209300" cy="1620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 picture always reinforces the concept</a:t>
            </a:r>
            <a:endParaRPr/>
          </a:p>
        </p:txBody>
      </p:sp>
      <p:sp>
        <p:nvSpPr>
          <p:cNvPr id="632" name="Google Shape;632;p49"/>
          <p:cNvSpPr txBox="1">
            <a:spLocks noGrp="1"/>
          </p:cNvSpPr>
          <p:nvPr>
            <p:ph type="subTitle" idx="1"/>
          </p:nvPr>
        </p:nvSpPr>
        <p:spPr>
          <a:xfrm>
            <a:off x="713225" y="3026450"/>
            <a:ext cx="4067700" cy="6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Images reveal large amounts of data, so remember: use an image instead of long texts</a:t>
            </a:r>
            <a:endParaRPr/>
          </a:p>
        </p:txBody>
      </p:sp>
      <p:pic>
        <p:nvPicPr>
          <p:cNvPr id="634" name="Google Shape;634;p49"/>
          <p:cNvPicPr preferRelativeResize="0"/>
          <p:nvPr/>
        </p:nvPicPr>
        <p:blipFill rotWithShape="1">
          <a:blip r:embed="rId3">
            <a:alphaModFix/>
          </a:blip>
          <a:srcRect l="33555" t="8680" r="42709" b="5886"/>
          <a:stretch/>
        </p:blipFill>
        <p:spPr>
          <a:xfrm rot="-1895255" flipH="1">
            <a:off x="5033852" y="1929388"/>
            <a:ext cx="2170249" cy="4394276"/>
          </a:xfrm>
          <a:prstGeom prst="rect">
            <a:avLst/>
          </a:prstGeom>
          <a:noFill/>
          <a:ln>
            <a:noFill/>
          </a:ln>
          <a:effectLst>
            <a:outerShdw blurRad="57150" dist="28575" dir="6840000" algn="bl" rotWithShape="0">
              <a:srgbClr val="000000">
                <a:alpha val="39000"/>
              </a:srgbClr>
            </a:outerShdw>
          </a:effectLst>
        </p:spPr>
      </p:pic>
      <p:pic>
        <p:nvPicPr>
          <p:cNvPr id="635" name="Google Shape;635;p49"/>
          <p:cNvPicPr preferRelativeResize="0"/>
          <p:nvPr/>
        </p:nvPicPr>
        <p:blipFill rotWithShape="1">
          <a:blip r:embed="rId4">
            <a:alphaModFix/>
          </a:blip>
          <a:srcRect l="29162" t="11199" r="31917" b="11238"/>
          <a:stretch/>
        </p:blipFill>
        <p:spPr>
          <a:xfrm rot="9089977" flipH="1">
            <a:off x="5672438" y="-582625"/>
            <a:ext cx="3558831" cy="3989301"/>
          </a:xfrm>
          <a:prstGeom prst="rect">
            <a:avLst/>
          </a:prstGeom>
          <a:noFill/>
          <a:ln>
            <a:noFill/>
          </a:ln>
          <a:effectLst>
            <a:outerShdw blurRad="57150" dist="19050" dir="6960000" algn="bl" rotWithShape="0">
              <a:srgbClr val="000000">
                <a:alpha val="36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51"/>
          <p:cNvSpPr txBox="1">
            <a:spLocks noGrp="1"/>
          </p:cNvSpPr>
          <p:nvPr>
            <p:ph type="subTitle" idx="1"/>
          </p:nvPr>
        </p:nvSpPr>
        <p:spPr>
          <a:xfrm>
            <a:off x="2328000" y="1454038"/>
            <a:ext cx="4488000" cy="30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The Sun’s mass compared to Earth’s</a:t>
            </a:r>
            <a:endParaRPr/>
          </a:p>
        </p:txBody>
      </p:sp>
      <p:sp>
        <p:nvSpPr>
          <p:cNvPr id="647" name="Google Shape;647;p51"/>
          <p:cNvSpPr txBox="1">
            <a:spLocks noGrp="1"/>
          </p:cNvSpPr>
          <p:nvPr>
            <p:ph type="title"/>
          </p:nvPr>
        </p:nvSpPr>
        <p:spPr>
          <a:xfrm>
            <a:off x="2328000" y="656811"/>
            <a:ext cx="4488000" cy="717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333,000</a:t>
            </a:r>
            <a:endParaRPr/>
          </a:p>
        </p:txBody>
      </p:sp>
      <p:sp>
        <p:nvSpPr>
          <p:cNvPr id="648" name="Google Shape;648;p51"/>
          <p:cNvSpPr txBox="1">
            <a:spLocks noGrp="1"/>
          </p:cNvSpPr>
          <p:nvPr>
            <p:ph type="subTitle" idx="2"/>
          </p:nvPr>
        </p:nvSpPr>
        <p:spPr>
          <a:xfrm>
            <a:off x="2328000" y="2663738"/>
            <a:ext cx="4488000" cy="30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Jupiter’s rotation period</a:t>
            </a:r>
            <a:endParaRPr/>
          </a:p>
        </p:txBody>
      </p:sp>
      <p:sp>
        <p:nvSpPr>
          <p:cNvPr id="649" name="Google Shape;649;p51"/>
          <p:cNvSpPr txBox="1">
            <a:spLocks noGrp="1"/>
          </p:cNvSpPr>
          <p:nvPr>
            <p:ph type="title" idx="3"/>
          </p:nvPr>
        </p:nvSpPr>
        <p:spPr>
          <a:xfrm>
            <a:off x="2328000" y="1866512"/>
            <a:ext cx="4488000" cy="717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9h 55m 23s</a:t>
            </a:r>
            <a:endParaRPr/>
          </a:p>
        </p:txBody>
      </p:sp>
      <p:sp>
        <p:nvSpPr>
          <p:cNvPr id="650" name="Google Shape;650;p51"/>
          <p:cNvSpPr txBox="1">
            <a:spLocks noGrp="1"/>
          </p:cNvSpPr>
          <p:nvPr>
            <p:ph type="subTitle" idx="4"/>
          </p:nvPr>
        </p:nvSpPr>
        <p:spPr>
          <a:xfrm>
            <a:off x="2328075" y="3873438"/>
            <a:ext cx="4488000" cy="30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Distances between Earth and the Moon</a:t>
            </a:r>
            <a:endParaRPr/>
          </a:p>
        </p:txBody>
      </p:sp>
      <p:sp>
        <p:nvSpPr>
          <p:cNvPr id="651" name="Google Shape;651;p51"/>
          <p:cNvSpPr txBox="1">
            <a:spLocks noGrp="1"/>
          </p:cNvSpPr>
          <p:nvPr>
            <p:ph type="title" idx="5"/>
          </p:nvPr>
        </p:nvSpPr>
        <p:spPr>
          <a:xfrm>
            <a:off x="2328000" y="3076211"/>
            <a:ext cx="4488000" cy="717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386,000 km</a:t>
            </a:r>
            <a:endParaRPr/>
          </a:p>
        </p:txBody>
      </p:sp>
      <p:pic>
        <p:nvPicPr>
          <p:cNvPr id="652" name="Google Shape;652;p51"/>
          <p:cNvPicPr preferRelativeResize="0"/>
          <p:nvPr/>
        </p:nvPicPr>
        <p:blipFill rotWithShape="1">
          <a:blip r:embed="rId3">
            <a:alphaModFix/>
          </a:blip>
          <a:srcRect l="33555" t="8680" r="42709" b="5886"/>
          <a:stretch/>
        </p:blipFill>
        <p:spPr>
          <a:xfrm rot="-1679978">
            <a:off x="7078802" y="1205688"/>
            <a:ext cx="2170249" cy="4394276"/>
          </a:xfrm>
          <a:prstGeom prst="rect">
            <a:avLst/>
          </a:prstGeom>
          <a:noFill/>
          <a:ln>
            <a:noFill/>
          </a:ln>
          <a:effectLst>
            <a:outerShdw blurRad="57150" dist="28575" dir="6840000" algn="bl" rotWithShape="0">
              <a:srgbClr val="000000">
                <a:alpha val="39000"/>
              </a:srgbClr>
            </a:outerShdw>
          </a:effectLst>
        </p:spPr>
      </p:pic>
      <p:pic>
        <p:nvPicPr>
          <p:cNvPr id="653" name="Google Shape;653;p51"/>
          <p:cNvPicPr preferRelativeResize="0"/>
          <p:nvPr/>
        </p:nvPicPr>
        <p:blipFill rotWithShape="1">
          <a:blip r:embed="rId4">
            <a:alphaModFix/>
          </a:blip>
          <a:srcRect l="22820" t="35125" r="60837" b="21928"/>
          <a:stretch/>
        </p:blipFill>
        <p:spPr>
          <a:xfrm rot="931467">
            <a:off x="248027" y="2340928"/>
            <a:ext cx="1272374" cy="1880947"/>
          </a:xfrm>
          <a:prstGeom prst="rect">
            <a:avLst/>
          </a:prstGeom>
          <a:noFill/>
          <a:ln>
            <a:noFill/>
          </a:ln>
          <a:effectLst>
            <a:outerShdw blurRad="57150" dist="19050" dir="6840000" algn="bl" rotWithShape="0">
              <a:srgbClr val="000000">
                <a:alpha val="37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53"/>
          <p:cNvSpPr txBox="1">
            <a:spLocks noGrp="1"/>
          </p:cNvSpPr>
          <p:nvPr>
            <p:ph type="title"/>
          </p:nvPr>
        </p:nvSpPr>
        <p:spPr>
          <a:xfrm rot="-536">
            <a:off x="713226" y="448887"/>
            <a:ext cx="7699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Methodology</a:t>
            </a:r>
            <a:endParaRPr/>
          </a:p>
        </p:txBody>
      </p:sp>
      <p:sp>
        <p:nvSpPr>
          <p:cNvPr id="666" name="Google Shape;666;p53"/>
          <p:cNvSpPr/>
          <p:nvPr/>
        </p:nvSpPr>
        <p:spPr>
          <a:xfrm>
            <a:off x="2313261" y="2958838"/>
            <a:ext cx="585300" cy="585300"/>
          </a:xfrm>
          <a:prstGeom prst="ellipse">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53"/>
          <p:cNvSpPr/>
          <p:nvPr/>
        </p:nvSpPr>
        <p:spPr>
          <a:xfrm>
            <a:off x="2329661" y="2112699"/>
            <a:ext cx="585300" cy="585300"/>
          </a:xfrm>
          <a:prstGeom prst="ellipse">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53"/>
          <p:cNvSpPr/>
          <p:nvPr/>
        </p:nvSpPr>
        <p:spPr>
          <a:xfrm>
            <a:off x="2313260" y="3801850"/>
            <a:ext cx="585300" cy="585300"/>
          </a:xfrm>
          <a:prstGeom prst="ellipse">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53"/>
          <p:cNvSpPr/>
          <p:nvPr/>
        </p:nvSpPr>
        <p:spPr>
          <a:xfrm>
            <a:off x="2313250" y="1268200"/>
            <a:ext cx="585300" cy="585300"/>
          </a:xfrm>
          <a:prstGeom prst="ellipse">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53"/>
          <p:cNvSpPr/>
          <p:nvPr/>
        </p:nvSpPr>
        <p:spPr>
          <a:xfrm>
            <a:off x="720000" y="2188325"/>
            <a:ext cx="1426500" cy="14265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chemeClr val="accent1"/>
                </a:solidFill>
                <a:latin typeface="Cinzel Decorative"/>
                <a:ea typeface="Cinzel Decorative"/>
                <a:cs typeface="Cinzel Decorative"/>
                <a:sym typeface="Cinzel Decorative"/>
              </a:rPr>
              <a:t>ROMe</a:t>
            </a:r>
            <a:endParaRPr sz="1800" b="1">
              <a:solidFill>
                <a:schemeClr val="accent1"/>
              </a:solidFill>
              <a:latin typeface="Cinzel Decorative"/>
              <a:ea typeface="Cinzel Decorative"/>
              <a:cs typeface="Cinzel Decorative"/>
              <a:sym typeface="Cinzel Decorative"/>
            </a:endParaRPr>
          </a:p>
        </p:txBody>
      </p:sp>
      <p:sp>
        <p:nvSpPr>
          <p:cNvPr id="671" name="Google Shape;671;p53"/>
          <p:cNvSpPr txBox="1"/>
          <p:nvPr/>
        </p:nvSpPr>
        <p:spPr>
          <a:xfrm>
            <a:off x="5565485" y="1201675"/>
            <a:ext cx="2865300" cy="716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Amiri"/>
                <a:ea typeface="Amiri"/>
                <a:cs typeface="Amiri"/>
                <a:sym typeface="Amiri"/>
              </a:rPr>
              <a:t>Mercury is the closest planet to the Sun and the smallest one </a:t>
            </a:r>
            <a:endParaRPr>
              <a:solidFill>
                <a:schemeClr val="dk1"/>
              </a:solidFill>
              <a:latin typeface="Amiri"/>
              <a:ea typeface="Amiri"/>
              <a:cs typeface="Amiri"/>
              <a:sym typeface="Amiri"/>
            </a:endParaRPr>
          </a:p>
        </p:txBody>
      </p:sp>
      <p:sp>
        <p:nvSpPr>
          <p:cNvPr id="672" name="Google Shape;672;p53"/>
          <p:cNvSpPr txBox="1"/>
          <p:nvPr/>
        </p:nvSpPr>
        <p:spPr>
          <a:xfrm>
            <a:off x="5562150" y="2056850"/>
            <a:ext cx="2865300" cy="70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Amiri"/>
                <a:ea typeface="Amiri"/>
                <a:cs typeface="Amiri"/>
                <a:sym typeface="Amiri"/>
              </a:rPr>
              <a:t>Venus has a beautiful name and is the second planet from the Sun</a:t>
            </a:r>
            <a:endParaRPr>
              <a:solidFill>
                <a:schemeClr val="dk1"/>
              </a:solidFill>
              <a:latin typeface="Amiri"/>
              <a:ea typeface="Amiri"/>
              <a:cs typeface="Amiri"/>
              <a:sym typeface="Amiri"/>
            </a:endParaRPr>
          </a:p>
        </p:txBody>
      </p:sp>
      <p:sp>
        <p:nvSpPr>
          <p:cNvPr id="673" name="Google Shape;673;p53"/>
          <p:cNvSpPr txBox="1"/>
          <p:nvPr/>
        </p:nvSpPr>
        <p:spPr>
          <a:xfrm>
            <a:off x="5562151" y="2899593"/>
            <a:ext cx="2865300" cy="69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Amiri"/>
                <a:ea typeface="Amiri"/>
                <a:cs typeface="Amiri"/>
                <a:sym typeface="Amiri"/>
              </a:rPr>
              <a:t>Despite being red, Mars is actually a cold place. It’s full of iron oxide dust</a:t>
            </a:r>
            <a:endParaRPr>
              <a:solidFill>
                <a:schemeClr val="dk1"/>
              </a:solidFill>
              <a:latin typeface="Amiri"/>
              <a:ea typeface="Amiri"/>
              <a:cs typeface="Amiri"/>
              <a:sym typeface="Amiri"/>
            </a:endParaRPr>
          </a:p>
        </p:txBody>
      </p:sp>
      <p:sp>
        <p:nvSpPr>
          <p:cNvPr id="674" name="Google Shape;674;p53"/>
          <p:cNvSpPr txBox="1"/>
          <p:nvPr/>
        </p:nvSpPr>
        <p:spPr>
          <a:xfrm>
            <a:off x="5565485" y="3732825"/>
            <a:ext cx="2865300" cy="716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latin typeface="Amiri"/>
                <a:ea typeface="Amiri"/>
                <a:cs typeface="Amiri"/>
                <a:sym typeface="Amiri"/>
              </a:rPr>
              <a:t>Jupiter is a gas giant and the biggest planet in the Solar System</a:t>
            </a:r>
            <a:endParaRPr>
              <a:solidFill>
                <a:schemeClr val="dk1"/>
              </a:solidFill>
              <a:latin typeface="Amiri"/>
              <a:ea typeface="Amiri"/>
              <a:cs typeface="Amiri"/>
              <a:sym typeface="Amiri"/>
            </a:endParaRPr>
          </a:p>
        </p:txBody>
      </p:sp>
      <p:cxnSp>
        <p:nvCxnSpPr>
          <p:cNvPr id="675" name="Google Shape;675;p53"/>
          <p:cNvCxnSpPr>
            <a:stCxn id="670" idx="0"/>
            <a:endCxn id="669" idx="2"/>
          </p:cNvCxnSpPr>
          <p:nvPr/>
        </p:nvCxnSpPr>
        <p:spPr>
          <a:xfrm rot="-5400000">
            <a:off x="1559400" y="1434575"/>
            <a:ext cx="627600" cy="879900"/>
          </a:xfrm>
          <a:prstGeom prst="bentConnector2">
            <a:avLst/>
          </a:prstGeom>
          <a:noFill/>
          <a:ln w="9525" cap="flat" cmpd="sng">
            <a:solidFill>
              <a:schemeClr val="lt2"/>
            </a:solidFill>
            <a:prstDash val="solid"/>
            <a:round/>
            <a:headEnd type="none" w="med" len="med"/>
            <a:tailEnd type="none" w="med" len="med"/>
          </a:ln>
        </p:spPr>
      </p:cxnSp>
      <p:cxnSp>
        <p:nvCxnSpPr>
          <p:cNvPr id="676" name="Google Shape;676;p53"/>
          <p:cNvCxnSpPr>
            <a:stCxn id="670" idx="4"/>
            <a:endCxn id="668" idx="2"/>
          </p:cNvCxnSpPr>
          <p:nvPr/>
        </p:nvCxnSpPr>
        <p:spPr>
          <a:xfrm rot="-5400000" flipH="1">
            <a:off x="1633350" y="3414725"/>
            <a:ext cx="479700" cy="879900"/>
          </a:xfrm>
          <a:prstGeom prst="bentConnector2">
            <a:avLst/>
          </a:prstGeom>
          <a:noFill/>
          <a:ln w="9525" cap="flat" cmpd="sng">
            <a:solidFill>
              <a:schemeClr val="lt2"/>
            </a:solidFill>
            <a:prstDash val="solid"/>
            <a:round/>
            <a:headEnd type="none" w="med" len="med"/>
            <a:tailEnd type="none" w="med" len="med"/>
          </a:ln>
        </p:spPr>
      </p:cxnSp>
      <p:cxnSp>
        <p:nvCxnSpPr>
          <p:cNvPr id="677" name="Google Shape;677;p53"/>
          <p:cNvCxnSpPr>
            <a:stCxn id="670" idx="7"/>
            <a:endCxn id="667" idx="2"/>
          </p:cNvCxnSpPr>
          <p:nvPr/>
        </p:nvCxnSpPr>
        <p:spPr>
          <a:xfrm rot="-5400000" flipH="1">
            <a:off x="2129594" y="2205231"/>
            <a:ext cx="8100" cy="392100"/>
          </a:xfrm>
          <a:prstGeom prst="bentConnector4">
            <a:avLst>
              <a:gd name="adj1" fmla="val -5518902"/>
              <a:gd name="adj2" fmla="val 76635"/>
            </a:avLst>
          </a:prstGeom>
          <a:noFill/>
          <a:ln w="9525" cap="flat" cmpd="sng">
            <a:solidFill>
              <a:schemeClr val="lt2"/>
            </a:solidFill>
            <a:prstDash val="solid"/>
            <a:round/>
            <a:headEnd type="none" w="med" len="med"/>
            <a:tailEnd type="none" w="med" len="med"/>
          </a:ln>
        </p:spPr>
      </p:cxnSp>
      <p:cxnSp>
        <p:nvCxnSpPr>
          <p:cNvPr id="678" name="Google Shape;678;p53"/>
          <p:cNvCxnSpPr>
            <a:stCxn id="670" idx="5"/>
            <a:endCxn id="666" idx="2"/>
          </p:cNvCxnSpPr>
          <p:nvPr/>
        </p:nvCxnSpPr>
        <p:spPr>
          <a:xfrm rot="-5400000">
            <a:off x="2048144" y="3140869"/>
            <a:ext cx="154500" cy="375600"/>
          </a:xfrm>
          <a:prstGeom prst="bentConnector4">
            <a:avLst>
              <a:gd name="adj1" fmla="val -289341"/>
              <a:gd name="adj2" fmla="val 77819"/>
            </a:avLst>
          </a:prstGeom>
          <a:noFill/>
          <a:ln w="9525" cap="flat" cmpd="sng">
            <a:solidFill>
              <a:schemeClr val="lt2"/>
            </a:solidFill>
            <a:prstDash val="solid"/>
            <a:round/>
            <a:headEnd type="none" w="med" len="med"/>
            <a:tailEnd type="none" w="med" len="med"/>
          </a:ln>
        </p:spPr>
      </p:cxnSp>
      <p:sp>
        <p:nvSpPr>
          <p:cNvPr id="679" name="Google Shape;679;p53"/>
          <p:cNvSpPr txBox="1"/>
          <p:nvPr/>
        </p:nvSpPr>
        <p:spPr>
          <a:xfrm>
            <a:off x="2964875" y="1337525"/>
            <a:ext cx="2518200" cy="44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chemeClr val="accent1"/>
                </a:solidFill>
                <a:latin typeface="Cinzel Decorative"/>
                <a:ea typeface="Cinzel Decorative"/>
                <a:cs typeface="Cinzel Decorative"/>
                <a:sym typeface="Cinzel Decorative"/>
              </a:rPr>
              <a:t>Type of data</a:t>
            </a:r>
            <a:endParaRPr sz="1700" b="1">
              <a:solidFill>
                <a:schemeClr val="accent1"/>
              </a:solidFill>
              <a:latin typeface="Cinzel Decorative"/>
              <a:ea typeface="Cinzel Decorative"/>
              <a:cs typeface="Cinzel Decorative"/>
              <a:sym typeface="Cinzel Decorative"/>
            </a:endParaRPr>
          </a:p>
        </p:txBody>
      </p:sp>
      <p:sp>
        <p:nvSpPr>
          <p:cNvPr id="680" name="Google Shape;680;p53"/>
          <p:cNvSpPr txBox="1"/>
          <p:nvPr/>
        </p:nvSpPr>
        <p:spPr>
          <a:xfrm>
            <a:off x="2964875" y="2181667"/>
            <a:ext cx="2518200" cy="44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chemeClr val="accent1"/>
                </a:solidFill>
                <a:latin typeface="Cinzel Decorative"/>
                <a:ea typeface="Cinzel Decorative"/>
                <a:cs typeface="Cinzel Decorative"/>
                <a:sym typeface="Cinzel Decorative"/>
              </a:rPr>
              <a:t>Motives</a:t>
            </a:r>
            <a:endParaRPr sz="1700" b="1">
              <a:solidFill>
                <a:schemeClr val="accent1"/>
              </a:solidFill>
              <a:latin typeface="Cinzel Decorative"/>
              <a:ea typeface="Cinzel Decorative"/>
              <a:cs typeface="Cinzel Decorative"/>
              <a:sym typeface="Cinzel Decorative"/>
            </a:endParaRPr>
          </a:p>
        </p:txBody>
      </p:sp>
      <p:sp>
        <p:nvSpPr>
          <p:cNvPr id="681" name="Google Shape;681;p53"/>
          <p:cNvSpPr txBox="1"/>
          <p:nvPr/>
        </p:nvSpPr>
        <p:spPr>
          <a:xfrm>
            <a:off x="2964875" y="3025808"/>
            <a:ext cx="2518200" cy="44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chemeClr val="accent1"/>
                </a:solidFill>
                <a:latin typeface="Cinzel Decorative"/>
                <a:ea typeface="Cinzel Decorative"/>
                <a:cs typeface="Cinzel Decorative"/>
                <a:sym typeface="Cinzel Decorative"/>
              </a:rPr>
              <a:t>Data collection</a:t>
            </a:r>
            <a:endParaRPr sz="1700" b="1">
              <a:solidFill>
                <a:schemeClr val="accent1"/>
              </a:solidFill>
              <a:latin typeface="Cinzel Decorative"/>
              <a:ea typeface="Cinzel Decorative"/>
              <a:cs typeface="Cinzel Decorative"/>
              <a:sym typeface="Cinzel Decorative"/>
            </a:endParaRPr>
          </a:p>
        </p:txBody>
      </p:sp>
      <p:sp>
        <p:nvSpPr>
          <p:cNvPr id="682" name="Google Shape;682;p53"/>
          <p:cNvSpPr txBox="1"/>
          <p:nvPr/>
        </p:nvSpPr>
        <p:spPr>
          <a:xfrm>
            <a:off x="2964875" y="3869950"/>
            <a:ext cx="2518200" cy="44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chemeClr val="accent1"/>
                </a:solidFill>
                <a:latin typeface="Cinzel Decorative"/>
                <a:ea typeface="Cinzel Decorative"/>
                <a:cs typeface="Cinzel Decorative"/>
                <a:sym typeface="Cinzel Decorative"/>
              </a:rPr>
              <a:t>Specific sampling</a:t>
            </a:r>
            <a:endParaRPr sz="1700" b="1">
              <a:solidFill>
                <a:schemeClr val="accent1"/>
              </a:solidFill>
              <a:latin typeface="Cinzel Decorative"/>
              <a:ea typeface="Cinzel Decorative"/>
              <a:cs typeface="Cinzel Decorative"/>
              <a:sym typeface="Cinzel Decorative"/>
            </a:endParaRPr>
          </a:p>
        </p:txBody>
      </p:sp>
      <p:sp>
        <p:nvSpPr>
          <p:cNvPr id="683" name="Google Shape;683;p53"/>
          <p:cNvSpPr/>
          <p:nvPr/>
        </p:nvSpPr>
        <p:spPr>
          <a:xfrm>
            <a:off x="2499233" y="3936799"/>
            <a:ext cx="213366" cy="320032"/>
          </a:xfrm>
          <a:custGeom>
            <a:avLst/>
            <a:gdLst/>
            <a:ahLst/>
            <a:cxnLst/>
            <a:rect l="l" t="t" r="r" b="b"/>
            <a:pathLst>
              <a:path w="7061" h="10960" extrusionOk="0">
                <a:moveTo>
                  <a:pt x="3906" y="5316"/>
                </a:moveTo>
                <a:cubicBezTo>
                  <a:pt x="4072" y="5316"/>
                  <a:pt x="4191" y="5447"/>
                  <a:pt x="4191" y="5602"/>
                </a:cubicBezTo>
                <a:cubicBezTo>
                  <a:pt x="4191" y="5757"/>
                  <a:pt x="4060" y="5876"/>
                  <a:pt x="3906" y="5876"/>
                </a:cubicBezTo>
                <a:lnTo>
                  <a:pt x="3370" y="5876"/>
                </a:lnTo>
                <a:cubicBezTo>
                  <a:pt x="3215" y="5876"/>
                  <a:pt x="3096" y="5745"/>
                  <a:pt x="3096" y="5602"/>
                </a:cubicBezTo>
                <a:cubicBezTo>
                  <a:pt x="3096" y="5435"/>
                  <a:pt x="3227" y="5316"/>
                  <a:pt x="3370" y="5316"/>
                </a:cubicBezTo>
                <a:close/>
                <a:moveTo>
                  <a:pt x="5370" y="8459"/>
                </a:moveTo>
                <a:cubicBezTo>
                  <a:pt x="5430" y="8471"/>
                  <a:pt x="5489" y="8519"/>
                  <a:pt x="5489" y="8578"/>
                </a:cubicBezTo>
                <a:lnTo>
                  <a:pt x="5489" y="9317"/>
                </a:lnTo>
                <a:cubicBezTo>
                  <a:pt x="5489" y="9376"/>
                  <a:pt x="5430" y="9436"/>
                  <a:pt x="5370" y="9436"/>
                </a:cubicBezTo>
                <a:lnTo>
                  <a:pt x="1929" y="9436"/>
                </a:lnTo>
                <a:cubicBezTo>
                  <a:pt x="1870" y="9436"/>
                  <a:pt x="1810" y="9376"/>
                  <a:pt x="1810" y="9317"/>
                </a:cubicBezTo>
                <a:lnTo>
                  <a:pt x="1810" y="8578"/>
                </a:lnTo>
                <a:cubicBezTo>
                  <a:pt x="1810" y="8519"/>
                  <a:pt x="1870" y="8459"/>
                  <a:pt x="1929" y="8459"/>
                </a:cubicBezTo>
                <a:close/>
                <a:moveTo>
                  <a:pt x="3645" y="0"/>
                </a:moveTo>
                <a:cubicBezTo>
                  <a:pt x="3527" y="0"/>
                  <a:pt x="3411" y="54"/>
                  <a:pt x="3346" y="161"/>
                </a:cubicBezTo>
                <a:lnTo>
                  <a:pt x="191" y="4792"/>
                </a:lnTo>
                <a:cubicBezTo>
                  <a:pt x="0" y="5078"/>
                  <a:pt x="36" y="5447"/>
                  <a:pt x="262" y="5685"/>
                </a:cubicBezTo>
                <a:lnTo>
                  <a:pt x="1762" y="7209"/>
                </a:lnTo>
                <a:cubicBezTo>
                  <a:pt x="1822" y="7269"/>
                  <a:pt x="1858" y="7340"/>
                  <a:pt x="1858" y="7412"/>
                </a:cubicBezTo>
                <a:lnTo>
                  <a:pt x="1858" y="8078"/>
                </a:lnTo>
                <a:cubicBezTo>
                  <a:pt x="1620" y="8114"/>
                  <a:pt x="1429" y="8317"/>
                  <a:pt x="1429" y="8578"/>
                </a:cubicBezTo>
                <a:lnTo>
                  <a:pt x="1429" y="9317"/>
                </a:lnTo>
                <a:cubicBezTo>
                  <a:pt x="1429" y="9602"/>
                  <a:pt x="1643" y="9829"/>
                  <a:pt x="1929" y="9829"/>
                </a:cubicBezTo>
                <a:lnTo>
                  <a:pt x="2155" y="9829"/>
                </a:lnTo>
                <a:lnTo>
                  <a:pt x="2155" y="10472"/>
                </a:lnTo>
                <a:cubicBezTo>
                  <a:pt x="2155" y="10734"/>
                  <a:pt x="2358" y="10960"/>
                  <a:pt x="2632" y="10960"/>
                </a:cubicBezTo>
                <a:lnTo>
                  <a:pt x="3179" y="10960"/>
                </a:lnTo>
                <a:cubicBezTo>
                  <a:pt x="3286" y="10960"/>
                  <a:pt x="3370" y="10864"/>
                  <a:pt x="3370" y="10757"/>
                </a:cubicBezTo>
                <a:cubicBezTo>
                  <a:pt x="3370" y="10662"/>
                  <a:pt x="3286" y="10567"/>
                  <a:pt x="3179" y="10567"/>
                </a:cubicBezTo>
                <a:lnTo>
                  <a:pt x="2632" y="10567"/>
                </a:lnTo>
                <a:cubicBezTo>
                  <a:pt x="2584" y="10567"/>
                  <a:pt x="2536" y="10519"/>
                  <a:pt x="2536" y="10483"/>
                </a:cubicBezTo>
                <a:lnTo>
                  <a:pt x="2536" y="9829"/>
                </a:lnTo>
                <a:lnTo>
                  <a:pt x="4763" y="9829"/>
                </a:lnTo>
                <a:lnTo>
                  <a:pt x="4763" y="10483"/>
                </a:lnTo>
                <a:cubicBezTo>
                  <a:pt x="4763" y="10519"/>
                  <a:pt x="4715" y="10567"/>
                  <a:pt x="4668" y="10567"/>
                </a:cubicBezTo>
                <a:lnTo>
                  <a:pt x="4072" y="10567"/>
                </a:lnTo>
                <a:cubicBezTo>
                  <a:pt x="3965" y="10567"/>
                  <a:pt x="3882" y="10662"/>
                  <a:pt x="3882" y="10757"/>
                </a:cubicBezTo>
                <a:cubicBezTo>
                  <a:pt x="3882" y="10864"/>
                  <a:pt x="3965" y="10960"/>
                  <a:pt x="4072" y="10960"/>
                </a:cubicBezTo>
                <a:lnTo>
                  <a:pt x="4668" y="10960"/>
                </a:lnTo>
                <a:cubicBezTo>
                  <a:pt x="4918" y="10960"/>
                  <a:pt x="5144" y="10745"/>
                  <a:pt x="5144" y="10472"/>
                </a:cubicBezTo>
                <a:lnTo>
                  <a:pt x="5144" y="9829"/>
                </a:lnTo>
                <a:lnTo>
                  <a:pt x="5370" y="9829"/>
                </a:lnTo>
                <a:cubicBezTo>
                  <a:pt x="5656" y="9829"/>
                  <a:pt x="5870" y="9602"/>
                  <a:pt x="5870" y="9317"/>
                </a:cubicBezTo>
                <a:lnTo>
                  <a:pt x="5870" y="8578"/>
                </a:lnTo>
                <a:cubicBezTo>
                  <a:pt x="5870" y="8317"/>
                  <a:pt x="5680" y="8114"/>
                  <a:pt x="5441" y="8078"/>
                </a:cubicBezTo>
                <a:lnTo>
                  <a:pt x="5441" y="7412"/>
                </a:lnTo>
                <a:cubicBezTo>
                  <a:pt x="5441" y="7340"/>
                  <a:pt x="5477" y="7269"/>
                  <a:pt x="5537" y="7209"/>
                </a:cubicBezTo>
                <a:lnTo>
                  <a:pt x="6977" y="5745"/>
                </a:lnTo>
                <a:cubicBezTo>
                  <a:pt x="7049" y="5673"/>
                  <a:pt x="7049" y="5554"/>
                  <a:pt x="6977" y="5483"/>
                </a:cubicBezTo>
                <a:cubicBezTo>
                  <a:pt x="6942" y="5441"/>
                  <a:pt x="6894" y="5420"/>
                  <a:pt x="6845" y="5420"/>
                </a:cubicBezTo>
                <a:cubicBezTo>
                  <a:pt x="6796" y="5420"/>
                  <a:pt x="6745" y="5441"/>
                  <a:pt x="6703" y="5483"/>
                </a:cubicBezTo>
                <a:lnTo>
                  <a:pt x="5263" y="6935"/>
                </a:lnTo>
                <a:cubicBezTo>
                  <a:pt x="5132" y="7066"/>
                  <a:pt x="5072" y="7233"/>
                  <a:pt x="5072" y="7412"/>
                </a:cubicBezTo>
                <a:lnTo>
                  <a:pt x="5072" y="8067"/>
                </a:lnTo>
                <a:lnTo>
                  <a:pt x="2262" y="8067"/>
                </a:lnTo>
                <a:lnTo>
                  <a:pt x="2262" y="7412"/>
                </a:lnTo>
                <a:cubicBezTo>
                  <a:pt x="2262" y="7233"/>
                  <a:pt x="2179" y="7054"/>
                  <a:pt x="2060" y="6935"/>
                </a:cubicBezTo>
                <a:lnTo>
                  <a:pt x="560" y="5423"/>
                </a:lnTo>
                <a:cubicBezTo>
                  <a:pt x="453" y="5316"/>
                  <a:pt x="441" y="5138"/>
                  <a:pt x="536" y="5019"/>
                </a:cubicBezTo>
                <a:lnTo>
                  <a:pt x="3477" y="685"/>
                </a:lnTo>
                <a:lnTo>
                  <a:pt x="3477" y="4923"/>
                </a:lnTo>
                <a:lnTo>
                  <a:pt x="3405" y="4923"/>
                </a:lnTo>
                <a:cubicBezTo>
                  <a:pt x="3036" y="4923"/>
                  <a:pt x="2739" y="5221"/>
                  <a:pt x="2739" y="5602"/>
                </a:cubicBezTo>
                <a:cubicBezTo>
                  <a:pt x="2739" y="5971"/>
                  <a:pt x="3036" y="6269"/>
                  <a:pt x="3405" y="6269"/>
                </a:cubicBezTo>
                <a:lnTo>
                  <a:pt x="3941" y="6269"/>
                </a:lnTo>
                <a:cubicBezTo>
                  <a:pt x="4310" y="6269"/>
                  <a:pt x="4608" y="5971"/>
                  <a:pt x="4608" y="5602"/>
                </a:cubicBezTo>
                <a:cubicBezTo>
                  <a:pt x="4608" y="5221"/>
                  <a:pt x="4310" y="4923"/>
                  <a:pt x="3941" y="4923"/>
                </a:cubicBezTo>
                <a:lnTo>
                  <a:pt x="3870" y="4923"/>
                </a:lnTo>
                <a:lnTo>
                  <a:pt x="3870" y="685"/>
                </a:lnTo>
                <a:lnTo>
                  <a:pt x="6692" y="4840"/>
                </a:lnTo>
                <a:cubicBezTo>
                  <a:pt x="6727" y="4889"/>
                  <a:pt x="6783" y="4918"/>
                  <a:pt x="6843" y="4918"/>
                </a:cubicBezTo>
                <a:cubicBezTo>
                  <a:pt x="6884" y="4918"/>
                  <a:pt x="6927" y="4905"/>
                  <a:pt x="6965" y="4876"/>
                </a:cubicBezTo>
                <a:cubicBezTo>
                  <a:pt x="7049" y="4816"/>
                  <a:pt x="7061" y="4697"/>
                  <a:pt x="7001" y="4614"/>
                </a:cubicBezTo>
                <a:lnTo>
                  <a:pt x="3953" y="161"/>
                </a:lnTo>
                <a:cubicBezTo>
                  <a:pt x="3882" y="54"/>
                  <a:pt x="3763" y="0"/>
                  <a:pt x="36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4" name="Google Shape;684;p53"/>
          <p:cNvGrpSpPr/>
          <p:nvPr/>
        </p:nvGrpSpPr>
        <p:grpSpPr>
          <a:xfrm>
            <a:off x="2456944" y="2246141"/>
            <a:ext cx="330710" cy="320050"/>
            <a:chOff x="3513010" y="3816134"/>
            <a:chExt cx="362223" cy="361108"/>
          </a:xfrm>
        </p:grpSpPr>
        <p:sp>
          <p:nvSpPr>
            <p:cNvPr id="685" name="Google Shape;685;p53"/>
            <p:cNvSpPr/>
            <p:nvPr/>
          </p:nvSpPr>
          <p:spPr>
            <a:xfrm>
              <a:off x="3513010" y="3816134"/>
              <a:ext cx="362223" cy="361108"/>
            </a:xfrm>
            <a:custGeom>
              <a:avLst/>
              <a:gdLst/>
              <a:ahLst/>
              <a:cxnLst/>
              <a:rect l="l" t="t" r="r" b="b"/>
              <a:pathLst>
                <a:path w="11371" h="11336" extrusionOk="0">
                  <a:moveTo>
                    <a:pt x="1381" y="346"/>
                  </a:moveTo>
                  <a:cubicBezTo>
                    <a:pt x="1846" y="358"/>
                    <a:pt x="2262" y="715"/>
                    <a:pt x="2358" y="1191"/>
                  </a:cubicBezTo>
                  <a:lnTo>
                    <a:pt x="1881" y="1191"/>
                  </a:lnTo>
                  <a:cubicBezTo>
                    <a:pt x="1786" y="1191"/>
                    <a:pt x="1715" y="1263"/>
                    <a:pt x="1715" y="1358"/>
                  </a:cubicBezTo>
                  <a:cubicBezTo>
                    <a:pt x="1715" y="1727"/>
                    <a:pt x="1417" y="2025"/>
                    <a:pt x="1048" y="2025"/>
                  </a:cubicBezTo>
                  <a:cubicBezTo>
                    <a:pt x="667" y="2025"/>
                    <a:pt x="369" y="1727"/>
                    <a:pt x="369" y="1358"/>
                  </a:cubicBezTo>
                  <a:cubicBezTo>
                    <a:pt x="369" y="798"/>
                    <a:pt x="822" y="346"/>
                    <a:pt x="1381" y="346"/>
                  </a:cubicBezTo>
                  <a:close/>
                  <a:moveTo>
                    <a:pt x="2358" y="1537"/>
                  </a:moveTo>
                  <a:lnTo>
                    <a:pt x="2358" y="2037"/>
                  </a:lnTo>
                  <a:lnTo>
                    <a:pt x="1774" y="2037"/>
                  </a:lnTo>
                  <a:cubicBezTo>
                    <a:pt x="1893" y="1906"/>
                    <a:pt x="1977" y="1727"/>
                    <a:pt x="2012" y="1537"/>
                  </a:cubicBezTo>
                  <a:close/>
                  <a:moveTo>
                    <a:pt x="9109" y="4489"/>
                  </a:moveTo>
                  <a:lnTo>
                    <a:pt x="9109" y="4489"/>
                  </a:lnTo>
                  <a:cubicBezTo>
                    <a:pt x="8739" y="5049"/>
                    <a:pt x="8287" y="5585"/>
                    <a:pt x="7787" y="6085"/>
                  </a:cubicBezTo>
                  <a:cubicBezTo>
                    <a:pt x="7275" y="6597"/>
                    <a:pt x="6739" y="7037"/>
                    <a:pt x="6192" y="7406"/>
                  </a:cubicBezTo>
                  <a:cubicBezTo>
                    <a:pt x="6584" y="6859"/>
                    <a:pt x="7013" y="6323"/>
                    <a:pt x="7513" y="5823"/>
                  </a:cubicBezTo>
                  <a:cubicBezTo>
                    <a:pt x="8025" y="5311"/>
                    <a:pt x="8561" y="4870"/>
                    <a:pt x="9109" y="4489"/>
                  </a:cubicBezTo>
                  <a:close/>
                  <a:moveTo>
                    <a:pt x="4036" y="9359"/>
                  </a:moveTo>
                  <a:cubicBezTo>
                    <a:pt x="4346" y="9359"/>
                    <a:pt x="4620" y="9573"/>
                    <a:pt x="4691" y="9871"/>
                  </a:cubicBezTo>
                  <a:lnTo>
                    <a:pt x="3382" y="9871"/>
                  </a:lnTo>
                  <a:cubicBezTo>
                    <a:pt x="3453" y="9573"/>
                    <a:pt x="3727" y="9359"/>
                    <a:pt x="4036" y="9359"/>
                  </a:cubicBezTo>
                  <a:close/>
                  <a:moveTo>
                    <a:pt x="10359" y="9359"/>
                  </a:moveTo>
                  <a:cubicBezTo>
                    <a:pt x="10728" y="9359"/>
                    <a:pt x="11025" y="9657"/>
                    <a:pt x="11025" y="10026"/>
                  </a:cubicBezTo>
                  <a:cubicBezTo>
                    <a:pt x="11025" y="10597"/>
                    <a:pt x="10585" y="11038"/>
                    <a:pt x="10037" y="11038"/>
                  </a:cubicBezTo>
                  <a:lnTo>
                    <a:pt x="4584" y="11038"/>
                  </a:lnTo>
                  <a:cubicBezTo>
                    <a:pt x="4870" y="10788"/>
                    <a:pt x="5037" y="10431"/>
                    <a:pt x="5037" y="10026"/>
                  </a:cubicBezTo>
                  <a:cubicBezTo>
                    <a:pt x="5037" y="9776"/>
                    <a:pt x="4929" y="9538"/>
                    <a:pt x="4775" y="9359"/>
                  </a:cubicBezTo>
                  <a:close/>
                  <a:moveTo>
                    <a:pt x="1346" y="1"/>
                  </a:moveTo>
                  <a:cubicBezTo>
                    <a:pt x="596" y="1"/>
                    <a:pt x="0" y="596"/>
                    <a:pt x="0" y="1334"/>
                  </a:cubicBezTo>
                  <a:cubicBezTo>
                    <a:pt x="0" y="1906"/>
                    <a:pt x="465" y="2346"/>
                    <a:pt x="1012" y="2346"/>
                  </a:cubicBezTo>
                  <a:lnTo>
                    <a:pt x="2358" y="2346"/>
                  </a:lnTo>
                  <a:lnTo>
                    <a:pt x="2358" y="7514"/>
                  </a:lnTo>
                  <a:cubicBezTo>
                    <a:pt x="2358" y="7609"/>
                    <a:pt x="2429" y="7680"/>
                    <a:pt x="2512" y="7680"/>
                  </a:cubicBezTo>
                  <a:cubicBezTo>
                    <a:pt x="2608" y="7680"/>
                    <a:pt x="2679" y="7609"/>
                    <a:pt x="2679" y="7514"/>
                  </a:cubicBezTo>
                  <a:lnTo>
                    <a:pt x="2679" y="1334"/>
                  </a:lnTo>
                  <a:cubicBezTo>
                    <a:pt x="2679" y="929"/>
                    <a:pt x="2501" y="572"/>
                    <a:pt x="2239" y="322"/>
                  </a:cubicBezTo>
                  <a:lnTo>
                    <a:pt x="7680" y="322"/>
                  </a:lnTo>
                  <a:cubicBezTo>
                    <a:pt x="8227" y="322"/>
                    <a:pt x="8680" y="775"/>
                    <a:pt x="8680" y="1334"/>
                  </a:cubicBezTo>
                  <a:lnTo>
                    <a:pt x="8680" y="2870"/>
                  </a:lnTo>
                  <a:cubicBezTo>
                    <a:pt x="8192" y="3108"/>
                    <a:pt x="7739" y="3430"/>
                    <a:pt x="7358" y="3811"/>
                  </a:cubicBezTo>
                  <a:cubicBezTo>
                    <a:pt x="6549" y="4608"/>
                    <a:pt x="6537" y="5192"/>
                    <a:pt x="6525" y="6144"/>
                  </a:cubicBezTo>
                  <a:lnTo>
                    <a:pt x="6525" y="6394"/>
                  </a:lnTo>
                  <a:cubicBezTo>
                    <a:pt x="6132" y="6859"/>
                    <a:pt x="5811" y="7347"/>
                    <a:pt x="5513" y="7847"/>
                  </a:cubicBezTo>
                  <a:cubicBezTo>
                    <a:pt x="5465" y="7907"/>
                    <a:pt x="5477" y="7990"/>
                    <a:pt x="5537" y="8049"/>
                  </a:cubicBezTo>
                  <a:cubicBezTo>
                    <a:pt x="5572" y="8085"/>
                    <a:pt x="5608" y="8097"/>
                    <a:pt x="5656" y="8097"/>
                  </a:cubicBezTo>
                  <a:cubicBezTo>
                    <a:pt x="5691" y="8097"/>
                    <a:pt x="5715" y="8097"/>
                    <a:pt x="5751" y="8061"/>
                  </a:cubicBezTo>
                  <a:cubicBezTo>
                    <a:pt x="6251" y="7776"/>
                    <a:pt x="6727" y="7442"/>
                    <a:pt x="7192" y="7049"/>
                  </a:cubicBezTo>
                  <a:lnTo>
                    <a:pt x="7442" y="7049"/>
                  </a:lnTo>
                  <a:cubicBezTo>
                    <a:pt x="7930" y="7037"/>
                    <a:pt x="8323" y="7037"/>
                    <a:pt x="8692" y="6918"/>
                  </a:cubicBezTo>
                  <a:lnTo>
                    <a:pt x="8692" y="9002"/>
                  </a:lnTo>
                  <a:lnTo>
                    <a:pt x="4036" y="9002"/>
                  </a:lnTo>
                  <a:cubicBezTo>
                    <a:pt x="3465" y="9002"/>
                    <a:pt x="3024" y="9466"/>
                    <a:pt x="3024" y="10014"/>
                  </a:cubicBezTo>
                  <a:cubicBezTo>
                    <a:pt x="3024" y="10097"/>
                    <a:pt x="3096" y="10181"/>
                    <a:pt x="3191" y="10181"/>
                  </a:cubicBezTo>
                  <a:lnTo>
                    <a:pt x="4691" y="10181"/>
                  </a:lnTo>
                  <a:cubicBezTo>
                    <a:pt x="4620" y="10657"/>
                    <a:pt x="4203" y="11014"/>
                    <a:pt x="3691" y="11014"/>
                  </a:cubicBezTo>
                  <a:cubicBezTo>
                    <a:pt x="3144" y="11014"/>
                    <a:pt x="2679" y="10562"/>
                    <a:pt x="2679" y="10002"/>
                  </a:cubicBezTo>
                  <a:lnTo>
                    <a:pt x="2679" y="8168"/>
                  </a:lnTo>
                  <a:cubicBezTo>
                    <a:pt x="2679" y="8085"/>
                    <a:pt x="2608" y="8002"/>
                    <a:pt x="2512" y="8002"/>
                  </a:cubicBezTo>
                  <a:cubicBezTo>
                    <a:pt x="2429" y="8002"/>
                    <a:pt x="2358" y="8085"/>
                    <a:pt x="2358" y="8168"/>
                  </a:cubicBezTo>
                  <a:lnTo>
                    <a:pt x="2358" y="10002"/>
                  </a:lnTo>
                  <a:cubicBezTo>
                    <a:pt x="2358" y="10740"/>
                    <a:pt x="2953" y="11335"/>
                    <a:pt x="3691" y="11335"/>
                  </a:cubicBezTo>
                  <a:lnTo>
                    <a:pt x="10013" y="11335"/>
                  </a:lnTo>
                  <a:cubicBezTo>
                    <a:pt x="10764" y="11335"/>
                    <a:pt x="11359" y="10740"/>
                    <a:pt x="11359" y="10002"/>
                  </a:cubicBezTo>
                  <a:cubicBezTo>
                    <a:pt x="11371" y="9478"/>
                    <a:pt x="10930" y="9038"/>
                    <a:pt x="10359" y="9038"/>
                  </a:cubicBezTo>
                  <a:lnTo>
                    <a:pt x="9025" y="9038"/>
                  </a:lnTo>
                  <a:lnTo>
                    <a:pt x="9025" y="6811"/>
                  </a:lnTo>
                  <a:cubicBezTo>
                    <a:pt x="9263" y="6692"/>
                    <a:pt x="9513" y="6513"/>
                    <a:pt x="9775" y="6252"/>
                  </a:cubicBezTo>
                  <a:cubicBezTo>
                    <a:pt x="10013" y="6013"/>
                    <a:pt x="10228" y="5763"/>
                    <a:pt x="10406" y="5478"/>
                  </a:cubicBezTo>
                  <a:cubicBezTo>
                    <a:pt x="10430" y="5430"/>
                    <a:pt x="10430" y="5370"/>
                    <a:pt x="10418" y="5311"/>
                  </a:cubicBezTo>
                  <a:cubicBezTo>
                    <a:pt x="10394" y="5251"/>
                    <a:pt x="10347" y="5228"/>
                    <a:pt x="10299" y="5204"/>
                  </a:cubicBezTo>
                  <a:lnTo>
                    <a:pt x="9894" y="5132"/>
                  </a:lnTo>
                  <a:cubicBezTo>
                    <a:pt x="10728" y="4489"/>
                    <a:pt x="11264" y="3525"/>
                    <a:pt x="11323" y="2465"/>
                  </a:cubicBezTo>
                  <a:lnTo>
                    <a:pt x="11323" y="2453"/>
                  </a:lnTo>
                  <a:cubicBezTo>
                    <a:pt x="11323" y="2406"/>
                    <a:pt x="11311" y="2358"/>
                    <a:pt x="11287" y="2322"/>
                  </a:cubicBezTo>
                  <a:cubicBezTo>
                    <a:pt x="11252" y="2287"/>
                    <a:pt x="11204" y="2275"/>
                    <a:pt x="11145" y="2275"/>
                  </a:cubicBezTo>
                  <a:cubicBezTo>
                    <a:pt x="10764" y="2311"/>
                    <a:pt x="10394" y="2346"/>
                    <a:pt x="10037" y="2430"/>
                  </a:cubicBezTo>
                  <a:cubicBezTo>
                    <a:pt x="9942" y="2442"/>
                    <a:pt x="9882" y="2525"/>
                    <a:pt x="9894" y="2620"/>
                  </a:cubicBezTo>
                  <a:cubicBezTo>
                    <a:pt x="9916" y="2696"/>
                    <a:pt x="9988" y="2753"/>
                    <a:pt x="10073" y="2753"/>
                  </a:cubicBezTo>
                  <a:cubicBezTo>
                    <a:pt x="10080" y="2753"/>
                    <a:pt x="10089" y="2752"/>
                    <a:pt x="10097" y="2751"/>
                  </a:cubicBezTo>
                  <a:cubicBezTo>
                    <a:pt x="10371" y="2692"/>
                    <a:pt x="10656" y="2644"/>
                    <a:pt x="10966" y="2620"/>
                  </a:cubicBezTo>
                  <a:lnTo>
                    <a:pt x="10966" y="2620"/>
                  </a:lnTo>
                  <a:cubicBezTo>
                    <a:pt x="10847" y="3632"/>
                    <a:pt x="10275" y="4537"/>
                    <a:pt x="9382" y="5073"/>
                  </a:cubicBezTo>
                  <a:lnTo>
                    <a:pt x="9359" y="5085"/>
                  </a:lnTo>
                  <a:cubicBezTo>
                    <a:pt x="9299" y="5120"/>
                    <a:pt x="9275" y="5192"/>
                    <a:pt x="9287" y="5263"/>
                  </a:cubicBezTo>
                  <a:cubicBezTo>
                    <a:pt x="9299" y="5347"/>
                    <a:pt x="9359" y="5382"/>
                    <a:pt x="9418" y="5406"/>
                  </a:cubicBezTo>
                  <a:lnTo>
                    <a:pt x="9978" y="5490"/>
                  </a:lnTo>
                  <a:cubicBezTo>
                    <a:pt x="9835" y="5668"/>
                    <a:pt x="9692" y="5847"/>
                    <a:pt x="9525" y="6002"/>
                  </a:cubicBezTo>
                  <a:cubicBezTo>
                    <a:pt x="8870" y="6656"/>
                    <a:pt x="8406" y="6716"/>
                    <a:pt x="7573" y="6728"/>
                  </a:cubicBezTo>
                  <a:cubicBezTo>
                    <a:pt x="7727" y="6597"/>
                    <a:pt x="7870" y="6454"/>
                    <a:pt x="8013" y="6311"/>
                  </a:cubicBezTo>
                  <a:cubicBezTo>
                    <a:pt x="8728" y="5597"/>
                    <a:pt x="9299" y="4835"/>
                    <a:pt x="9775" y="4037"/>
                  </a:cubicBezTo>
                  <a:cubicBezTo>
                    <a:pt x="9823" y="3977"/>
                    <a:pt x="9811" y="3882"/>
                    <a:pt x="9751" y="3823"/>
                  </a:cubicBezTo>
                  <a:cubicBezTo>
                    <a:pt x="9718" y="3789"/>
                    <a:pt x="9681" y="3774"/>
                    <a:pt x="9639" y="3774"/>
                  </a:cubicBezTo>
                  <a:cubicBezTo>
                    <a:pt x="9608" y="3774"/>
                    <a:pt x="9574" y="3783"/>
                    <a:pt x="9537" y="3799"/>
                  </a:cubicBezTo>
                  <a:cubicBezTo>
                    <a:pt x="8739" y="4251"/>
                    <a:pt x="7966" y="4847"/>
                    <a:pt x="7263" y="5561"/>
                  </a:cubicBezTo>
                  <a:cubicBezTo>
                    <a:pt x="7120" y="5716"/>
                    <a:pt x="6977" y="5847"/>
                    <a:pt x="6846" y="6002"/>
                  </a:cubicBezTo>
                  <a:cubicBezTo>
                    <a:pt x="6882" y="5168"/>
                    <a:pt x="6918" y="4704"/>
                    <a:pt x="7573" y="4049"/>
                  </a:cubicBezTo>
                  <a:cubicBezTo>
                    <a:pt x="8085" y="3537"/>
                    <a:pt x="8728" y="3156"/>
                    <a:pt x="9454" y="2906"/>
                  </a:cubicBezTo>
                  <a:cubicBezTo>
                    <a:pt x="9537" y="2870"/>
                    <a:pt x="9585" y="2787"/>
                    <a:pt x="9561" y="2692"/>
                  </a:cubicBezTo>
                  <a:cubicBezTo>
                    <a:pt x="9531" y="2623"/>
                    <a:pt x="9470" y="2578"/>
                    <a:pt x="9395" y="2578"/>
                  </a:cubicBezTo>
                  <a:cubicBezTo>
                    <a:pt x="9379" y="2578"/>
                    <a:pt x="9363" y="2580"/>
                    <a:pt x="9347" y="2584"/>
                  </a:cubicBezTo>
                  <a:cubicBezTo>
                    <a:pt x="9228" y="2632"/>
                    <a:pt x="9109" y="2680"/>
                    <a:pt x="9001" y="2715"/>
                  </a:cubicBezTo>
                  <a:lnTo>
                    <a:pt x="9001" y="1334"/>
                  </a:lnTo>
                  <a:cubicBezTo>
                    <a:pt x="9001" y="596"/>
                    <a:pt x="8406" y="1"/>
                    <a:pt x="76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53"/>
            <p:cNvSpPr/>
            <p:nvPr/>
          </p:nvSpPr>
          <p:spPr>
            <a:xfrm>
              <a:off x="3618450" y="3879112"/>
              <a:ext cx="157045" cy="24688"/>
            </a:xfrm>
            <a:custGeom>
              <a:avLst/>
              <a:gdLst/>
              <a:ahLst/>
              <a:cxnLst/>
              <a:rect l="l" t="t" r="r" b="b"/>
              <a:pathLst>
                <a:path w="4930" h="775" extrusionOk="0">
                  <a:moveTo>
                    <a:pt x="155" y="0"/>
                  </a:moveTo>
                  <a:cubicBezTo>
                    <a:pt x="72" y="0"/>
                    <a:pt x="0" y="72"/>
                    <a:pt x="0" y="167"/>
                  </a:cubicBezTo>
                  <a:cubicBezTo>
                    <a:pt x="0" y="250"/>
                    <a:pt x="72" y="334"/>
                    <a:pt x="155" y="334"/>
                  </a:cubicBezTo>
                  <a:cubicBezTo>
                    <a:pt x="322" y="334"/>
                    <a:pt x="381" y="405"/>
                    <a:pt x="500" y="512"/>
                  </a:cubicBezTo>
                  <a:cubicBezTo>
                    <a:pt x="619" y="631"/>
                    <a:pt x="786" y="774"/>
                    <a:pt x="1084" y="774"/>
                  </a:cubicBezTo>
                  <a:cubicBezTo>
                    <a:pt x="1381" y="774"/>
                    <a:pt x="1524" y="631"/>
                    <a:pt x="1667" y="512"/>
                  </a:cubicBezTo>
                  <a:cubicBezTo>
                    <a:pt x="1762" y="405"/>
                    <a:pt x="1846" y="334"/>
                    <a:pt x="2000" y="334"/>
                  </a:cubicBezTo>
                  <a:cubicBezTo>
                    <a:pt x="2167" y="334"/>
                    <a:pt x="2227" y="405"/>
                    <a:pt x="2346" y="512"/>
                  </a:cubicBezTo>
                  <a:cubicBezTo>
                    <a:pt x="2465" y="631"/>
                    <a:pt x="2631" y="774"/>
                    <a:pt x="2929" y="774"/>
                  </a:cubicBezTo>
                  <a:cubicBezTo>
                    <a:pt x="3227" y="774"/>
                    <a:pt x="3370" y="631"/>
                    <a:pt x="3501" y="512"/>
                  </a:cubicBezTo>
                  <a:cubicBezTo>
                    <a:pt x="3608" y="405"/>
                    <a:pt x="3679" y="334"/>
                    <a:pt x="3846" y="334"/>
                  </a:cubicBezTo>
                  <a:cubicBezTo>
                    <a:pt x="4013" y="334"/>
                    <a:pt x="4072" y="405"/>
                    <a:pt x="4191" y="512"/>
                  </a:cubicBezTo>
                  <a:cubicBezTo>
                    <a:pt x="4310" y="631"/>
                    <a:pt x="4477" y="774"/>
                    <a:pt x="4775" y="774"/>
                  </a:cubicBezTo>
                  <a:cubicBezTo>
                    <a:pt x="4858" y="774"/>
                    <a:pt x="4929" y="703"/>
                    <a:pt x="4929" y="607"/>
                  </a:cubicBezTo>
                  <a:cubicBezTo>
                    <a:pt x="4929" y="524"/>
                    <a:pt x="4858" y="453"/>
                    <a:pt x="4775" y="453"/>
                  </a:cubicBezTo>
                  <a:cubicBezTo>
                    <a:pt x="4608" y="453"/>
                    <a:pt x="4548" y="369"/>
                    <a:pt x="4429" y="274"/>
                  </a:cubicBezTo>
                  <a:cubicBezTo>
                    <a:pt x="4310" y="155"/>
                    <a:pt x="4144" y="0"/>
                    <a:pt x="3846" y="0"/>
                  </a:cubicBezTo>
                  <a:cubicBezTo>
                    <a:pt x="3548" y="0"/>
                    <a:pt x="3405" y="155"/>
                    <a:pt x="3263" y="274"/>
                  </a:cubicBezTo>
                  <a:cubicBezTo>
                    <a:pt x="3167" y="369"/>
                    <a:pt x="3084" y="453"/>
                    <a:pt x="2929" y="453"/>
                  </a:cubicBezTo>
                  <a:cubicBezTo>
                    <a:pt x="2762" y="453"/>
                    <a:pt x="2703" y="369"/>
                    <a:pt x="2584" y="274"/>
                  </a:cubicBezTo>
                  <a:cubicBezTo>
                    <a:pt x="2465" y="155"/>
                    <a:pt x="2298" y="0"/>
                    <a:pt x="2000" y="0"/>
                  </a:cubicBezTo>
                  <a:cubicBezTo>
                    <a:pt x="1703" y="0"/>
                    <a:pt x="1560" y="155"/>
                    <a:pt x="1417" y="274"/>
                  </a:cubicBezTo>
                  <a:cubicBezTo>
                    <a:pt x="1322" y="369"/>
                    <a:pt x="1238" y="453"/>
                    <a:pt x="1084" y="453"/>
                  </a:cubicBezTo>
                  <a:cubicBezTo>
                    <a:pt x="917" y="453"/>
                    <a:pt x="857" y="369"/>
                    <a:pt x="738" y="274"/>
                  </a:cubicBezTo>
                  <a:cubicBezTo>
                    <a:pt x="619" y="155"/>
                    <a:pt x="453" y="0"/>
                    <a:pt x="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53"/>
            <p:cNvSpPr/>
            <p:nvPr/>
          </p:nvSpPr>
          <p:spPr>
            <a:xfrm>
              <a:off x="3618450" y="3921192"/>
              <a:ext cx="127834" cy="24688"/>
            </a:xfrm>
            <a:custGeom>
              <a:avLst/>
              <a:gdLst/>
              <a:ahLst/>
              <a:cxnLst/>
              <a:rect l="l" t="t" r="r" b="b"/>
              <a:pathLst>
                <a:path w="4013" h="775" extrusionOk="0">
                  <a:moveTo>
                    <a:pt x="155" y="1"/>
                  </a:moveTo>
                  <a:cubicBezTo>
                    <a:pt x="72" y="1"/>
                    <a:pt x="0" y="84"/>
                    <a:pt x="0" y="167"/>
                  </a:cubicBezTo>
                  <a:cubicBezTo>
                    <a:pt x="0" y="263"/>
                    <a:pt x="72" y="334"/>
                    <a:pt x="155" y="334"/>
                  </a:cubicBezTo>
                  <a:cubicBezTo>
                    <a:pt x="322" y="334"/>
                    <a:pt x="381" y="406"/>
                    <a:pt x="500" y="513"/>
                  </a:cubicBezTo>
                  <a:cubicBezTo>
                    <a:pt x="619" y="632"/>
                    <a:pt x="786" y="775"/>
                    <a:pt x="1084" y="775"/>
                  </a:cubicBezTo>
                  <a:cubicBezTo>
                    <a:pt x="1381" y="775"/>
                    <a:pt x="1524" y="632"/>
                    <a:pt x="1667" y="513"/>
                  </a:cubicBezTo>
                  <a:cubicBezTo>
                    <a:pt x="1762" y="406"/>
                    <a:pt x="1846" y="334"/>
                    <a:pt x="2000" y="334"/>
                  </a:cubicBezTo>
                  <a:cubicBezTo>
                    <a:pt x="2167" y="334"/>
                    <a:pt x="2227" y="406"/>
                    <a:pt x="2346" y="513"/>
                  </a:cubicBezTo>
                  <a:cubicBezTo>
                    <a:pt x="2465" y="632"/>
                    <a:pt x="2631" y="775"/>
                    <a:pt x="2929" y="775"/>
                  </a:cubicBezTo>
                  <a:cubicBezTo>
                    <a:pt x="3227" y="775"/>
                    <a:pt x="3370" y="632"/>
                    <a:pt x="3501" y="513"/>
                  </a:cubicBezTo>
                  <a:cubicBezTo>
                    <a:pt x="3608" y="406"/>
                    <a:pt x="3679" y="334"/>
                    <a:pt x="3846" y="334"/>
                  </a:cubicBezTo>
                  <a:cubicBezTo>
                    <a:pt x="3941" y="334"/>
                    <a:pt x="4013" y="263"/>
                    <a:pt x="4013" y="167"/>
                  </a:cubicBezTo>
                  <a:cubicBezTo>
                    <a:pt x="4013" y="84"/>
                    <a:pt x="3941" y="1"/>
                    <a:pt x="3846" y="1"/>
                  </a:cubicBezTo>
                  <a:cubicBezTo>
                    <a:pt x="3548" y="1"/>
                    <a:pt x="3405" y="156"/>
                    <a:pt x="3263" y="275"/>
                  </a:cubicBezTo>
                  <a:cubicBezTo>
                    <a:pt x="3167" y="382"/>
                    <a:pt x="3084" y="453"/>
                    <a:pt x="2929" y="453"/>
                  </a:cubicBezTo>
                  <a:cubicBezTo>
                    <a:pt x="2762" y="453"/>
                    <a:pt x="2703" y="382"/>
                    <a:pt x="2584" y="275"/>
                  </a:cubicBezTo>
                  <a:cubicBezTo>
                    <a:pt x="2465" y="156"/>
                    <a:pt x="2298" y="1"/>
                    <a:pt x="2000" y="1"/>
                  </a:cubicBezTo>
                  <a:cubicBezTo>
                    <a:pt x="1703" y="1"/>
                    <a:pt x="1560" y="156"/>
                    <a:pt x="1417" y="275"/>
                  </a:cubicBezTo>
                  <a:cubicBezTo>
                    <a:pt x="1322" y="382"/>
                    <a:pt x="1238" y="453"/>
                    <a:pt x="1084" y="453"/>
                  </a:cubicBezTo>
                  <a:cubicBezTo>
                    <a:pt x="917" y="453"/>
                    <a:pt x="857" y="382"/>
                    <a:pt x="738" y="275"/>
                  </a:cubicBezTo>
                  <a:cubicBezTo>
                    <a:pt x="619" y="156"/>
                    <a:pt x="453" y="1"/>
                    <a:pt x="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53"/>
            <p:cNvSpPr/>
            <p:nvPr/>
          </p:nvSpPr>
          <p:spPr>
            <a:xfrm>
              <a:off x="3617304" y="3962922"/>
              <a:ext cx="98655" cy="24688"/>
            </a:xfrm>
            <a:custGeom>
              <a:avLst/>
              <a:gdLst/>
              <a:ahLst/>
              <a:cxnLst/>
              <a:rect l="l" t="t" r="r" b="b"/>
              <a:pathLst>
                <a:path w="3097" h="775" extrusionOk="0">
                  <a:moveTo>
                    <a:pt x="167" y="0"/>
                  </a:moveTo>
                  <a:cubicBezTo>
                    <a:pt x="72" y="0"/>
                    <a:pt x="0" y="84"/>
                    <a:pt x="0" y="167"/>
                  </a:cubicBezTo>
                  <a:cubicBezTo>
                    <a:pt x="0" y="262"/>
                    <a:pt x="72" y="334"/>
                    <a:pt x="167" y="334"/>
                  </a:cubicBezTo>
                  <a:cubicBezTo>
                    <a:pt x="334" y="334"/>
                    <a:pt x="393" y="405"/>
                    <a:pt x="512" y="512"/>
                  </a:cubicBezTo>
                  <a:cubicBezTo>
                    <a:pt x="632" y="632"/>
                    <a:pt x="786" y="774"/>
                    <a:pt x="1084" y="774"/>
                  </a:cubicBezTo>
                  <a:cubicBezTo>
                    <a:pt x="1382" y="774"/>
                    <a:pt x="1536" y="632"/>
                    <a:pt x="1667" y="512"/>
                  </a:cubicBezTo>
                  <a:cubicBezTo>
                    <a:pt x="1775" y="405"/>
                    <a:pt x="1846" y="334"/>
                    <a:pt x="2013" y="334"/>
                  </a:cubicBezTo>
                  <a:cubicBezTo>
                    <a:pt x="2179" y="334"/>
                    <a:pt x="2239" y="405"/>
                    <a:pt x="2358" y="512"/>
                  </a:cubicBezTo>
                  <a:cubicBezTo>
                    <a:pt x="2477" y="632"/>
                    <a:pt x="2632" y="774"/>
                    <a:pt x="2929" y="774"/>
                  </a:cubicBezTo>
                  <a:cubicBezTo>
                    <a:pt x="3025" y="774"/>
                    <a:pt x="3096" y="703"/>
                    <a:pt x="3096" y="620"/>
                  </a:cubicBezTo>
                  <a:cubicBezTo>
                    <a:pt x="3096" y="524"/>
                    <a:pt x="3025" y="453"/>
                    <a:pt x="2929" y="453"/>
                  </a:cubicBezTo>
                  <a:cubicBezTo>
                    <a:pt x="2775" y="441"/>
                    <a:pt x="2691" y="381"/>
                    <a:pt x="2596" y="274"/>
                  </a:cubicBezTo>
                  <a:cubicBezTo>
                    <a:pt x="2477" y="155"/>
                    <a:pt x="2310" y="0"/>
                    <a:pt x="2013" y="0"/>
                  </a:cubicBezTo>
                  <a:cubicBezTo>
                    <a:pt x="1715" y="0"/>
                    <a:pt x="1560" y="155"/>
                    <a:pt x="1429" y="274"/>
                  </a:cubicBezTo>
                  <a:cubicBezTo>
                    <a:pt x="1322" y="381"/>
                    <a:pt x="1251" y="453"/>
                    <a:pt x="1084" y="453"/>
                  </a:cubicBezTo>
                  <a:cubicBezTo>
                    <a:pt x="929" y="453"/>
                    <a:pt x="870" y="381"/>
                    <a:pt x="751" y="274"/>
                  </a:cubicBezTo>
                  <a:cubicBezTo>
                    <a:pt x="632" y="155"/>
                    <a:pt x="465" y="0"/>
                    <a:pt x="1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9" name="Google Shape;689;p53"/>
          <p:cNvGrpSpPr/>
          <p:nvPr/>
        </p:nvGrpSpPr>
        <p:grpSpPr>
          <a:xfrm>
            <a:off x="2440549" y="3089908"/>
            <a:ext cx="330716" cy="320031"/>
            <a:chOff x="3950316" y="3820307"/>
            <a:chExt cx="369805" cy="353782"/>
          </a:xfrm>
        </p:grpSpPr>
        <p:sp>
          <p:nvSpPr>
            <p:cNvPr id="690" name="Google Shape;690;p53"/>
            <p:cNvSpPr/>
            <p:nvPr/>
          </p:nvSpPr>
          <p:spPr>
            <a:xfrm>
              <a:off x="4040561" y="3880991"/>
              <a:ext cx="99802" cy="28383"/>
            </a:xfrm>
            <a:custGeom>
              <a:avLst/>
              <a:gdLst/>
              <a:ahLst/>
              <a:cxnLst/>
              <a:rect l="l" t="t" r="r" b="b"/>
              <a:pathLst>
                <a:path w="3133" h="891" extrusionOk="0">
                  <a:moveTo>
                    <a:pt x="1572" y="1"/>
                  </a:moveTo>
                  <a:cubicBezTo>
                    <a:pt x="1001" y="1"/>
                    <a:pt x="465" y="227"/>
                    <a:pt x="60" y="632"/>
                  </a:cubicBezTo>
                  <a:cubicBezTo>
                    <a:pt x="1" y="691"/>
                    <a:pt x="1" y="787"/>
                    <a:pt x="60" y="846"/>
                  </a:cubicBezTo>
                  <a:cubicBezTo>
                    <a:pt x="84" y="876"/>
                    <a:pt x="123" y="891"/>
                    <a:pt x="165" y="891"/>
                  </a:cubicBezTo>
                  <a:cubicBezTo>
                    <a:pt x="206" y="891"/>
                    <a:pt x="251" y="876"/>
                    <a:pt x="287" y="846"/>
                  </a:cubicBezTo>
                  <a:cubicBezTo>
                    <a:pt x="632" y="513"/>
                    <a:pt x="1072" y="310"/>
                    <a:pt x="1572" y="310"/>
                  </a:cubicBezTo>
                  <a:cubicBezTo>
                    <a:pt x="2061" y="310"/>
                    <a:pt x="2501" y="513"/>
                    <a:pt x="2846" y="846"/>
                  </a:cubicBezTo>
                  <a:cubicBezTo>
                    <a:pt x="2876" y="876"/>
                    <a:pt x="2918" y="891"/>
                    <a:pt x="2960" y="891"/>
                  </a:cubicBezTo>
                  <a:cubicBezTo>
                    <a:pt x="3001" y="891"/>
                    <a:pt x="3043" y="876"/>
                    <a:pt x="3073" y="846"/>
                  </a:cubicBezTo>
                  <a:cubicBezTo>
                    <a:pt x="3132" y="787"/>
                    <a:pt x="3132" y="691"/>
                    <a:pt x="3073" y="632"/>
                  </a:cubicBezTo>
                  <a:cubicBezTo>
                    <a:pt x="2668" y="227"/>
                    <a:pt x="2132" y="1"/>
                    <a:pt x="15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53"/>
            <p:cNvSpPr/>
            <p:nvPr/>
          </p:nvSpPr>
          <p:spPr>
            <a:xfrm>
              <a:off x="3950316" y="3820307"/>
              <a:ext cx="369805" cy="353782"/>
            </a:xfrm>
            <a:custGeom>
              <a:avLst/>
              <a:gdLst/>
              <a:ahLst/>
              <a:cxnLst/>
              <a:rect l="l" t="t" r="r" b="b"/>
              <a:pathLst>
                <a:path w="11609" h="11106" extrusionOk="0">
                  <a:moveTo>
                    <a:pt x="7358" y="6728"/>
                  </a:moveTo>
                  <a:lnTo>
                    <a:pt x="7799" y="7156"/>
                  </a:lnTo>
                  <a:lnTo>
                    <a:pt x="7513" y="7442"/>
                  </a:lnTo>
                  <a:lnTo>
                    <a:pt x="7084" y="7014"/>
                  </a:lnTo>
                  <a:cubicBezTo>
                    <a:pt x="7180" y="6918"/>
                    <a:pt x="7275" y="6835"/>
                    <a:pt x="7358" y="6728"/>
                  </a:cubicBezTo>
                  <a:close/>
                  <a:moveTo>
                    <a:pt x="4395" y="358"/>
                  </a:moveTo>
                  <a:cubicBezTo>
                    <a:pt x="5337" y="358"/>
                    <a:pt x="6281" y="715"/>
                    <a:pt x="7001" y="1429"/>
                  </a:cubicBezTo>
                  <a:cubicBezTo>
                    <a:pt x="8370" y="2799"/>
                    <a:pt x="8430" y="4942"/>
                    <a:pt x="7239" y="6382"/>
                  </a:cubicBezTo>
                  <a:cubicBezTo>
                    <a:pt x="7096" y="6561"/>
                    <a:pt x="6930" y="6728"/>
                    <a:pt x="6763" y="6859"/>
                  </a:cubicBezTo>
                  <a:cubicBezTo>
                    <a:pt x="6075" y="7434"/>
                    <a:pt x="5230" y="7723"/>
                    <a:pt x="4386" y="7723"/>
                  </a:cubicBezTo>
                  <a:cubicBezTo>
                    <a:pt x="3448" y="7723"/>
                    <a:pt x="2513" y="7365"/>
                    <a:pt x="1798" y="6644"/>
                  </a:cubicBezTo>
                  <a:cubicBezTo>
                    <a:pt x="357" y="5192"/>
                    <a:pt x="357" y="2870"/>
                    <a:pt x="1798" y="1429"/>
                  </a:cubicBezTo>
                  <a:cubicBezTo>
                    <a:pt x="2512" y="715"/>
                    <a:pt x="3453" y="358"/>
                    <a:pt x="4395" y="358"/>
                  </a:cubicBezTo>
                  <a:close/>
                  <a:moveTo>
                    <a:pt x="8226" y="7228"/>
                  </a:moveTo>
                  <a:cubicBezTo>
                    <a:pt x="8260" y="7228"/>
                    <a:pt x="8293" y="7240"/>
                    <a:pt x="8311" y="7264"/>
                  </a:cubicBezTo>
                  <a:lnTo>
                    <a:pt x="8763" y="7668"/>
                  </a:lnTo>
                  <a:lnTo>
                    <a:pt x="8001" y="8430"/>
                  </a:lnTo>
                  <a:lnTo>
                    <a:pt x="7620" y="7966"/>
                  </a:lnTo>
                  <a:cubicBezTo>
                    <a:pt x="7573" y="7918"/>
                    <a:pt x="7573" y="7835"/>
                    <a:pt x="7620" y="7787"/>
                  </a:cubicBezTo>
                  <a:lnTo>
                    <a:pt x="8132" y="7264"/>
                  </a:lnTo>
                  <a:cubicBezTo>
                    <a:pt x="8156" y="7240"/>
                    <a:pt x="8192" y="7228"/>
                    <a:pt x="8226" y="7228"/>
                  </a:cubicBezTo>
                  <a:close/>
                  <a:moveTo>
                    <a:pt x="9013" y="7871"/>
                  </a:moveTo>
                  <a:lnTo>
                    <a:pt x="10871" y="9514"/>
                  </a:lnTo>
                  <a:cubicBezTo>
                    <a:pt x="11192" y="9800"/>
                    <a:pt x="11204" y="10276"/>
                    <a:pt x="10906" y="10573"/>
                  </a:cubicBezTo>
                  <a:cubicBezTo>
                    <a:pt x="10765" y="10715"/>
                    <a:pt x="10580" y="10784"/>
                    <a:pt x="10396" y="10784"/>
                  </a:cubicBezTo>
                  <a:cubicBezTo>
                    <a:pt x="10193" y="10784"/>
                    <a:pt x="9990" y="10700"/>
                    <a:pt x="9847" y="10538"/>
                  </a:cubicBezTo>
                  <a:lnTo>
                    <a:pt x="8227" y="8668"/>
                  </a:lnTo>
                  <a:lnTo>
                    <a:pt x="9013" y="7871"/>
                  </a:lnTo>
                  <a:close/>
                  <a:moveTo>
                    <a:pt x="4423" y="1"/>
                  </a:moveTo>
                  <a:cubicBezTo>
                    <a:pt x="3396" y="1"/>
                    <a:pt x="2370" y="394"/>
                    <a:pt x="1584" y="1179"/>
                  </a:cubicBezTo>
                  <a:cubicBezTo>
                    <a:pt x="0" y="2775"/>
                    <a:pt x="0" y="5299"/>
                    <a:pt x="1560" y="6883"/>
                  </a:cubicBezTo>
                  <a:cubicBezTo>
                    <a:pt x="2340" y="7663"/>
                    <a:pt x="3364" y="8052"/>
                    <a:pt x="4389" y="8052"/>
                  </a:cubicBezTo>
                  <a:cubicBezTo>
                    <a:pt x="5257" y="8052"/>
                    <a:pt x="6126" y="7773"/>
                    <a:pt x="6846" y="7216"/>
                  </a:cubicBezTo>
                  <a:lnTo>
                    <a:pt x="7323" y="7692"/>
                  </a:lnTo>
                  <a:cubicBezTo>
                    <a:pt x="7239" y="7859"/>
                    <a:pt x="7263" y="8049"/>
                    <a:pt x="7394" y="8180"/>
                  </a:cubicBezTo>
                  <a:lnTo>
                    <a:pt x="9644" y="10752"/>
                  </a:lnTo>
                  <a:cubicBezTo>
                    <a:pt x="9847" y="10986"/>
                    <a:pt x="10133" y="11105"/>
                    <a:pt x="10421" y="11105"/>
                  </a:cubicBezTo>
                  <a:cubicBezTo>
                    <a:pt x="10690" y="11105"/>
                    <a:pt x="10961" y="11001"/>
                    <a:pt x="11168" y="10788"/>
                  </a:cubicBezTo>
                  <a:cubicBezTo>
                    <a:pt x="11609" y="10359"/>
                    <a:pt x="11573" y="9657"/>
                    <a:pt x="11133" y="9264"/>
                  </a:cubicBezTo>
                  <a:lnTo>
                    <a:pt x="8573" y="7014"/>
                  </a:lnTo>
                  <a:cubicBezTo>
                    <a:pt x="8483" y="6939"/>
                    <a:pt x="8369" y="6897"/>
                    <a:pt x="8259" y="6897"/>
                  </a:cubicBezTo>
                  <a:cubicBezTo>
                    <a:pt x="8194" y="6897"/>
                    <a:pt x="8130" y="6911"/>
                    <a:pt x="8073" y="6942"/>
                  </a:cubicBezTo>
                  <a:lnTo>
                    <a:pt x="7596" y="6454"/>
                  </a:lnTo>
                  <a:cubicBezTo>
                    <a:pt x="8811" y="4894"/>
                    <a:pt x="8704" y="2632"/>
                    <a:pt x="7263" y="1179"/>
                  </a:cubicBezTo>
                  <a:cubicBezTo>
                    <a:pt x="6477" y="394"/>
                    <a:pt x="5450" y="1"/>
                    <a:pt x="44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53"/>
            <p:cNvSpPr/>
            <p:nvPr/>
          </p:nvSpPr>
          <p:spPr>
            <a:xfrm>
              <a:off x="4098219" y="3850602"/>
              <a:ext cx="101299" cy="195781"/>
            </a:xfrm>
            <a:custGeom>
              <a:avLst/>
              <a:gdLst/>
              <a:ahLst/>
              <a:cxnLst/>
              <a:rect l="l" t="t" r="r" b="b"/>
              <a:pathLst>
                <a:path w="3180" h="6146" extrusionOk="0">
                  <a:moveTo>
                    <a:pt x="194" y="1"/>
                  </a:moveTo>
                  <a:cubicBezTo>
                    <a:pt x="120" y="1"/>
                    <a:pt x="58" y="57"/>
                    <a:pt x="36" y="133"/>
                  </a:cubicBezTo>
                  <a:cubicBezTo>
                    <a:pt x="24" y="228"/>
                    <a:pt x="84" y="300"/>
                    <a:pt x="179" y="312"/>
                  </a:cubicBezTo>
                  <a:cubicBezTo>
                    <a:pt x="775" y="407"/>
                    <a:pt x="1322" y="669"/>
                    <a:pt x="1739" y="1110"/>
                  </a:cubicBezTo>
                  <a:cubicBezTo>
                    <a:pt x="2822" y="2193"/>
                    <a:pt x="2822" y="3967"/>
                    <a:pt x="1739" y="5050"/>
                  </a:cubicBezTo>
                  <a:cubicBezTo>
                    <a:pt x="1286" y="5479"/>
                    <a:pt x="739" y="5765"/>
                    <a:pt x="143" y="5836"/>
                  </a:cubicBezTo>
                  <a:cubicBezTo>
                    <a:pt x="60" y="5848"/>
                    <a:pt x="1" y="5932"/>
                    <a:pt x="13" y="6015"/>
                  </a:cubicBezTo>
                  <a:cubicBezTo>
                    <a:pt x="24" y="6086"/>
                    <a:pt x="84" y="6146"/>
                    <a:pt x="179" y="6146"/>
                  </a:cubicBezTo>
                  <a:lnTo>
                    <a:pt x="203" y="6146"/>
                  </a:lnTo>
                  <a:cubicBezTo>
                    <a:pt x="870" y="6063"/>
                    <a:pt x="1489" y="5753"/>
                    <a:pt x="1977" y="5277"/>
                  </a:cubicBezTo>
                  <a:cubicBezTo>
                    <a:pt x="3180" y="4062"/>
                    <a:pt x="3180" y="2086"/>
                    <a:pt x="1977" y="883"/>
                  </a:cubicBezTo>
                  <a:cubicBezTo>
                    <a:pt x="1501" y="407"/>
                    <a:pt x="894" y="97"/>
                    <a:pt x="215" y="2"/>
                  </a:cubicBezTo>
                  <a:cubicBezTo>
                    <a:pt x="208" y="1"/>
                    <a:pt x="201" y="1"/>
                    <a:pt x="1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53"/>
            <p:cNvSpPr/>
            <p:nvPr/>
          </p:nvSpPr>
          <p:spPr>
            <a:xfrm>
              <a:off x="3981789" y="3849136"/>
              <a:ext cx="103178" cy="198011"/>
            </a:xfrm>
            <a:custGeom>
              <a:avLst/>
              <a:gdLst/>
              <a:ahLst/>
              <a:cxnLst/>
              <a:rect l="l" t="t" r="r" b="b"/>
              <a:pathLst>
                <a:path w="3239" h="6216" extrusionOk="0">
                  <a:moveTo>
                    <a:pt x="3036" y="1"/>
                  </a:moveTo>
                  <a:cubicBezTo>
                    <a:pt x="2346" y="120"/>
                    <a:pt x="1703" y="441"/>
                    <a:pt x="1215" y="929"/>
                  </a:cubicBezTo>
                  <a:cubicBezTo>
                    <a:pt x="0" y="2132"/>
                    <a:pt x="0" y="4108"/>
                    <a:pt x="1215" y="5323"/>
                  </a:cubicBezTo>
                  <a:cubicBezTo>
                    <a:pt x="1715" y="5823"/>
                    <a:pt x="2346" y="6120"/>
                    <a:pt x="3036" y="6216"/>
                  </a:cubicBezTo>
                  <a:lnTo>
                    <a:pt x="3060" y="6216"/>
                  </a:lnTo>
                  <a:cubicBezTo>
                    <a:pt x="3132" y="6216"/>
                    <a:pt x="3203" y="6156"/>
                    <a:pt x="3215" y="6061"/>
                  </a:cubicBezTo>
                  <a:cubicBezTo>
                    <a:pt x="3239" y="5978"/>
                    <a:pt x="3156" y="5894"/>
                    <a:pt x="3072" y="5882"/>
                  </a:cubicBezTo>
                  <a:cubicBezTo>
                    <a:pt x="2441" y="5811"/>
                    <a:pt x="1882" y="5537"/>
                    <a:pt x="1429" y="5085"/>
                  </a:cubicBezTo>
                  <a:cubicBezTo>
                    <a:pt x="346" y="3989"/>
                    <a:pt x="346" y="2215"/>
                    <a:pt x="1429" y="1132"/>
                  </a:cubicBezTo>
                  <a:cubicBezTo>
                    <a:pt x="1882" y="691"/>
                    <a:pt x="2441" y="405"/>
                    <a:pt x="3072" y="334"/>
                  </a:cubicBezTo>
                  <a:cubicBezTo>
                    <a:pt x="3156" y="322"/>
                    <a:pt x="3215" y="239"/>
                    <a:pt x="3215" y="155"/>
                  </a:cubicBezTo>
                  <a:cubicBezTo>
                    <a:pt x="3203" y="60"/>
                    <a:pt x="3132" y="1"/>
                    <a:pt x="303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4" name="Google Shape;694;p53"/>
          <p:cNvGrpSpPr/>
          <p:nvPr/>
        </p:nvGrpSpPr>
        <p:grpSpPr>
          <a:xfrm>
            <a:off x="2483221" y="1399706"/>
            <a:ext cx="245368" cy="320049"/>
            <a:chOff x="1805901" y="1960358"/>
            <a:chExt cx="284847" cy="373627"/>
          </a:xfrm>
        </p:grpSpPr>
        <p:sp>
          <p:nvSpPr>
            <p:cNvPr id="695" name="Google Shape;695;p53"/>
            <p:cNvSpPr/>
            <p:nvPr/>
          </p:nvSpPr>
          <p:spPr>
            <a:xfrm>
              <a:off x="1805901" y="1960358"/>
              <a:ext cx="284847" cy="373627"/>
            </a:xfrm>
            <a:custGeom>
              <a:avLst/>
              <a:gdLst/>
              <a:ahLst/>
              <a:cxnLst/>
              <a:rect l="l" t="t" r="r" b="b"/>
              <a:pathLst>
                <a:path w="8942" h="11729" extrusionOk="0">
                  <a:moveTo>
                    <a:pt x="8525" y="9395"/>
                  </a:moveTo>
                  <a:lnTo>
                    <a:pt x="8525" y="9764"/>
                  </a:lnTo>
                  <a:lnTo>
                    <a:pt x="3358" y="9764"/>
                  </a:lnTo>
                  <a:cubicBezTo>
                    <a:pt x="3239" y="9764"/>
                    <a:pt x="3155" y="9859"/>
                    <a:pt x="3155" y="9978"/>
                  </a:cubicBezTo>
                  <a:cubicBezTo>
                    <a:pt x="3155" y="10097"/>
                    <a:pt x="3239" y="10180"/>
                    <a:pt x="3358" y="10180"/>
                  </a:cubicBezTo>
                  <a:lnTo>
                    <a:pt x="8525" y="10180"/>
                  </a:lnTo>
                  <a:lnTo>
                    <a:pt x="8525" y="10490"/>
                  </a:lnTo>
                  <a:lnTo>
                    <a:pt x="6775" y="10490"/>
                  </a:lnTo>
                  <a:cubicBezTo>
                    <a:pt x="6656" y="10490"/>
                    <a:pt x="6561" y="10585"/>
                    <a:pt x="6561" y="10704"/>
                  </a:cubicBezTo>
                  <a:cubicBezTo>
                    <a:pt x="6561" y="10823"/>
                    <a:pt x="6656" y="10907"/>
                    <a:pt x="6775" y="10907"/>
                  </a:cubicBezTo>
                  <a:lnTo>
                    <a:pt x="8525" y="10907"/>
                  </a:lnTo>
                  <a:lnTo>
                    <a:pt x="8525" y="11264"/>
                  </a:lnTo>
                  <a:lnTo>
                    <a:pt x="1381" y="11264"/>
                  </a:lnTo>
                  <a:cubicBezTo>
                    <a:pt x="857" y="11264"/>
                    <a:pt x="441" y="10847"/>
                    <a:pt x="441" y="10335"/>
                  </a:cubicBezTo>
                  <a:cubicBezTo>
                    <a:pt x="441" y="10073"/>
                    <a:pt x="548" y="9835"/>
                    <a:pt x="715" y="9657"/>
                  </a:cubicBezTo>
                  <a:cubicBezTo>
                    <a:pt x="893" y="9478"/>
                    <a:pt x="1131" y="9395"/>
                    <a:pt x="1381" y="9395"/>
                  </a:cubicBezTo>
                  <a:close/>
                  <a:moveTo>
                    <a:pt x="1369" y="1"/>
                  </a:moveTo>
                  <a:cubicBezTo>
                    <a:pt x="619" y="1"/>
                    <a:pt x="0" y="620"/>
                    <a:pt x="0" y="1370"/>
                  </a:cubicBezTo>
                  <a:lnTo>
                    <a:pt x="0" y="10359"/>
                  </a:lnTo>
                  <a:cubicBezTo>
                    <a:pt x="0" y="11109"/>
                    <a:pt x="607" y="11728"/>
                    <a:pt x="1369" y="11728"/>
                  </a:cubicBezTo>
                  <a:lnTo>
                    <a:pt x="8739" y="11728"/>
                  </a:lnTo>
                  <a:cubicBezTo>
                    <a:pt x="8858" y="11728"/>
                    <a:pt x="8942" y="11645"/>
                    <a:pt x="8942" y="11526"/>
                  </a:cubicBezTo>
                  <a:lnTo>
                    <a:pt x="8942" y="2191"/>
                  </a:lnTo>
                  <a:cubicBezTo>
                    <a:pt x="8942" y="2072"/>
                    <a:pt x="8858" y="1989"/>
                    <a:pt x="8739" y="1989"/>
                  </a:cubicBezTo>
                  <a:cubicBezTo>
                    <a:pt x="8620" y="1989"/>
                    <a:pt x="8525" y="2072"/>
                    <a:pt x="8525" y="2191"/>
                  </a:cubicBezTo>
                  <a:lnTo>
                    <a:pt x="8525" y="8990"/>
                  </a:lnTo>
                  <a:lnTo>
                    <a:pt x="1596" y="8990"/>
                  </a:lnTo>
                  <a:lnTo>
                    <a:pt x="1596" y="7787"/>
                  </a:lnTo>
                  <a:cubicBezTo>
                    <a:pt x="1596" y="7668"/>
                    <a:pt x="1500" y="7585"/>
                    <a:pt x="1381" y="7585"/>
                  </a:cubicBezTo>
                  <a:cubicBezTo>
                    <a:pt x="1262" y="7585"/>
                    <a:pt x="1179" y="7668"/>
                    <a:pt x="1179" y="7787"/>
                  </a:cubicBezTo>
                  <a:lnTo>
                    <a:pt x="1179" y="9002"/>
                  </a:lnTo>
                  <a:cubicBezTo>
                    <a:pt x="905" y="9049"/>
                    <a:pt x="655" y="9168"/>
                    <a:pt x="441" y="9359"/>
                  </a:cubicBezTo>
                  <a:lnTo>
                    <a:pt x="441" y="1370"/>
                  </a:lnTo>
                  <a:cubicBezTo>
                    <a:pt x="441" y="929"/>
                    <a:pt x="762" y="548"/>
                    <a:pt x="1179" y="465"/>
                  </a:cubicBezTo>
                  <a:lnTo>
                    <a:pt x="1179" y="7109"/>
                  </a:lnTo>
                  <a:cubicBezTo>
                    <a:pt x="1179" y="7228"/>
                    <a:pt x="1262" y="7311"/>
                    <a:pt x="1381" y="7311"/>
                  </a:cubicBezTo>
                  <a:cubicBezTo>
                    <a:pt x="1500" y="7311"/>
                    <a:pt x="1596" y="7216"/>
                    <a:pt x="1596" y="7109"/>
                  </a:cubicBezTo>
                  <a:lnTo>
                    <a:pt x="1596" y="441"/>
                  </a:lnTo>
                  <a:lnTo>
                    <a:pt x="8525" y="441"/>
                  </a:lnTo>
                  <a:lnTo>
                    <a:pt x="8525" y="1489"/>
                  </a:lnTo>
                  <a:cubicBezTo>
                    <a:pt x="8525" y="1608"/>
                    <a:pt x="8620" y="1703"/>
                    <a:pt x="8739" y="1703"/>
                  </a:cubicBezTo>
                  <a:cubicBezTo>
                    <a:pt x="8847" y="1703"/>
                    <a:pt x="8942" y="1608"/>
                    <a:pt x="8942" y="1489"/>
                  </a:cubicBezTo>
                  <a:lnTo>
                    <a:pt x="8942" y="215"/>
                  </a:lnTo>
                  <a:cubicBezTo>
                    <a:pt x="8942" y="96"/>
                    <a:pt x="8847" y="1"/>
                    <a:pt x="8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53"/>
            <p:cNvSpPr/>
            <p:nvPr/>
          </p:nvSpPr>
          <p:spPr>
            <a:xfrm>
              <a:off x="1841929" y="2295249"/>
              <a:ext cx="165773" cy="13315"/>
            </a:xfrm>
            <a:custGeom>
              <a:avLst/>
              <a:gdLst/>
              <a:ahLst/>
              <a:cxnLst/>
              <a:rect l="l" t="t" r="r" b="b"/>
              <a:pathLst>
                <a:path w="5204" h="418" extrusionOk="0">
                  <a:moveTo>
                    <a:pt x="203" y="1"/>
                  </a:moveTo>
                  <a:cubicBezTo>
                    <a:pt x="84" y="1"/>
                    <a:pt x="0" y="84"/>
                    <a:pt x="0" y="203"/>
                  </a:cubicBezTo>
                  <a:cubicBezTo>
                    <a:pt x="0" y="322"/>
                    <a:pt x="84" y="418"/>
                    <a:pt x="203" y="418"/>
                  </a:cubicBezTo>
                  <a:lnTo>
                    <a:pt x="5001" y="418"/>
                  </a:lnTo>
                  <a:cubicBezTo>
                    <a:pt x="5120" y="418"/>
                    <a:pt x="5203" y="322"/>
                    <a:pt x="5203" y="203"/>
                  </a:cubicBezTo>
                  <a:cubicBezTo>
                    <a:pt x="5203" y="84"/>
                    <a:pt x="5120" y="1"/>
                    <a:pt x="50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7" name="Google Shape;697;p53"/>
          <p:cNvSpPr/>
          <p:nvPr/>
        </p:nvSpPr>
        <p:spPr>
          <a:xfrm>
            <a:off x="-885875" y="-732425"/>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53"/>
          <p:cNvSpPr/>
          <p:nvPr/>
        </p:nvSpPr>
        <p:spPr>
          <a:xfrm>
            <a:off x="877825" y="1213850"/>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99" name="Google Shape;699;p53"/>
          <p:cNvPicPr preferRelativeResize="0"/>
          <p:nvPr/>
        </p:nvPicPr>
        <p:blipFill rotWithShape="1">
          <a:blip r:embed="rId3">
            <a:alphaModFix/>
          </a:blip>
          <a:srcRect l="27280" t="12041" r="28253" b="21059"/>
          <a:stretch/>
        </p:blipFill>
        <p:spPr>
          <a:xfrm rot="-1166610">
            <a:off x="6608612" y="-1334366"/>
            <a:ext cx="2925807" cy="2476031"/>
          </a:xfrm>
          <a:prstGeom prst="rect">
            <a:avLst/>
          </a:prstGeom>
          <a:noFill/>
          <a:ln>
            <a:noFill/>
          </a:ln>
          <a:effectLst>
            <a:outerShdw blurRad="57150" dist="28575" dir="6900000" algn="bl" rotWithShape="0">
              <a:srgbClr val="000000">
                <a:alpha val="38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54"/>
          <p:cNvSpPr txBox="1">
            <a:spLocks noGrp="1"/>
          </p:cNvSpPr>
          <p:nvPr>
            <p:ph type="title"/>
          </p:nvPr>
        </p:nvSpPr>
        <p:spPr>
          <a:xfrm rot="-535">
            <a:off x="713225" y="451328"/>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Analysis and development</a:t>
            </a:r>
            <a:endParaRPr/>
          </a:p>
        </p:txBody>
      </p:sp>
      <p:sp>
        <p:nvSpPr>
          <p:cNvPr id="705" name="Google Shape;705;p54"/>
          <p:cNvSpPr txBox="1">
            <a:spLocks noGrp="1"/>
          </p:cNvSpPr>
          <p:nvPr>
            <p:ph type="body" idx="1"/>
          </p:nvPr>
        </p:nvSpPr>
        <p:spPr>
          <a:xfrm>
            <a:off x="781800" y="1883550"/>
            <a:ext cx="3713700" cy="2462700"/>
          </a:xfrm>
          <a:prstGeom prst="rect">
            <a:avLst/>
          </a:prstGeom>
        </p:spPr>
        <p:txBody>
          <a:bodyPr spcFirstLastPara="1" wrap="square" lIns="91425" tIns="91425" rIns="91425" bIns="91425" anchor="t" anchorCtr="0">
            <a:noAutofit/>
          </a:bodyPr>
          <a:lstStyle/>
          <a:p>
            <a:pPr marL="257175" lvl="0" indent="-317500" algn="l" rtl="0">
              <a:spcBef>
                <a:spcPts val="1000"/>
              </a:spcBef>
              <a:spcAft>
                <a:spcPts val="0"/>
              </a:spcAft>
              <a:buSzPts val="1400"/>
              <a:buFont typeface="Amiri"/>
              <a:buChar char="●"/>
            </a:pPr>
            <a:r>
              <a:rPr lang="en"/>
              <a:t>Mercury is the closest planet to the Sun and the smallest one in the Solar System—it’s only a bit larger than the Moon</a:t>
            </a:r>
            <a:endParaRPr/>
          </a:p>
          <a:p>
            <a:pPr marL="257175" lvl="0" indent="-317500" algn="l" rtl="0">
              <a:spcBef>
                <a:spcPts val="1000"/>
              </a:spcBef>
              <a:spcAft>
                <a:spcPts val="0"/>
              </a:spcAft>
              <a:buSzPts val="1400"/>
              <a:buFont typeface="Amiri"/>
              <a:buChar char="●"/>
            </a:pPr>
            <a:r>
              <a:rPr lang="en"/>
              <a:t>Jupiter is a gas giant, the biggest planet in the Solar System and the fourth-brightest object in the night sky</a:t>
            </a:r>
            <a:endParaRPr/>
          </a:p>
          <a:p>
            <a:pPr marL="257175" lvl="0" indent="-317500" algn="l" rtl="0">
              <a:spcBef>
                <a:spcPts val="1000"/>
              </a:spcBef>
              <a:spcAft>
                <a:spcPts val="0"/>
              </a:spcAft>
              <a:buSzPts val="1400"/>
              <a:buFont typeface="Amiri"/>
              <a:buChar char="●"/>
            </a:pPr>
            <a:r>
              <a:rPr lang="en"/>
              <a:t>Neptune is the farthest planet from the Sun. It's also the fourth-largest planet by diameter in the Solar System</a:t>
            </a:r>
            <a:endParaRPr/>
          </a:p>
        </p:txBody>
      </p:sp>
      <p:sp>
        <p:nvSpPr>
          <p:cNvPr id="706" name="Google Shape;706;p54"/>
          <p:cNvSpPr txBox="1">
            <a:spLocks noGrp="1"/>
          </p:cNvSpPr>
          <p:nvPr>
            <p:ph type="body" idx="2"/>
          </p:nvPr>
        </p:nvSpPr>
        <p:spPr>
          <a:xfrm>
            <a:off x="4648525" y="1883550"/>
            <a:ext cx="3713700" cy="2462700"/>
          </a:xfrm>
          <a:prstGeom prst="rect">
            <a:avLst/>
          </a:prstGeom>
        </p:spPr>
        <p:txBody>
          <a:bodyPr spcFirstLastPara="1" wrap="square" lIns="91425" tIns="91425" rIns="91425" bIns="91425" anchor="t" anchorCtr="0">
            <a:noAutofit/>
          </a:bodyPr>
          <a:lstStyle/>
          <a:p>
            <a:pPr marL="314325" lvl="0" indent="-317500" algn="l" rtl="0">
              <a:spcBef>
                <a:spcPts val="1000"/>
              </a:spcBef>
              <a:spcAft>
                <a:spcPts val="0"/>
              </a:spcAft>
              <a:buSzPts val="1400"/>
              <a:buFont typeface="Amiri"/>
              <a:buChar char="●"/>
            </a:pPr>
            <a:r>
              <a:rPr lang="en"/>
              <a:t>Venus has a beautiful name and is the second planet from the Sun. It’s terribly hot—even hotter than Mercury</a:t>
            </a:r>
            <a:endParaRPr/>
          </a:p>
          <a:p>
            <a:pPr marL="314325" lvl="0" indent="-317500" algn="l" rtl="0">
              <a:spcBef>
                <a:spcPts val="1000"/>
              </a:spcBef>
              <a:spcAft>
                <a:spcPts val="0"/>
              </a:spcAft>
              <a:buSzPts val="1400"/>
              <a:buFont typeface="Amiri"/>
              <a:buChar char="●"/>
            </a:pPr>
            <a:r>
              <a:rPr lang="en"/>
              <a:t>Saturn is a gas giant and has several rings. This planet is composed mostly of hydrogen and helium</a:t>
            </a:r>
            <a:endParaRPr/>
          </a:p>
          <a:p>
            <a:pPr marL="314325" lvl="0" indent="-317500" algn="l" rtl="0">
              <a:spcBef>
                <a:spcPts val="1000"/>
              </a:spcBef>
              <a:spcAft>
                <a:spcPts val="0"/>
              </a:spcAft>
              <a:buSzPts val="1400"/>
              <a:buFont typeface="Amiri"/>
              <a:buChar char="●"/>
            </a:pPr>
            <a:r>
              <a:rPr lang="en"/>
              <a:t>Earth is the third planet from the Sun and the only one that harbors life in the Solar System. This is where we all live </a:t>
            </a:r>
            <a:endParaRPr/>
          </a:p>
        </p:txBody>
      </p:sp>
      <p:sp>
        <p:nvSpPr>
          <p:cNvPr id="707" name="Google Shape;707;p54"/>
          <p:cNvSpPr txBox="1">
            <a:spLocks noGrp="1"/>
          </p:cNvSpPr>
          <p:nvPr>
            <p:ph type="subTitle" idx="3"/>
          </p:nvPr>
        </p:nvSpPr>
        <p:spPr>
          <a:xfrm>
            <a:off x="781800" y="1449325"/>
            <a:ext cx="37137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Phase 1</a:t>
            </a:r>
            <a:endParaRPr/>
          </a:p>
        </p:txBody>
      </p:sp>
      <p:sp>
        <p:nvSpPr>
          <p:cNvPr id="708" name="Google Shape;708;p54"/>
          <p:cNvSpPr txBox="1">
            <a:spLocks noGrp="1"/>
          </p:cNvSpPr>
          <p:nvPr>
            <p:ph type="subTitle" idx="4"/>
          </p:nvPr>
        </p:nvSpPr>
        <p:spPr>
          <a:xfrm>
            <a:off x="4648525" y="1449325"/>
            <a:ext cx="37137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Phase 2</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pic>
        <p:nvPicPr>
          <p:cNvPr id="713" name="Google Shape;713;p55" title="Gráfico">
            <a:hlinkClick r:id="rId3"/>
          </p:cNvPr>
          <p:cNvPicPr preferRelativeResize="0"/>
          <p:nvPr/>
        </p:nvPicPr>
        <p:blipFill>
          <a:blip r:embed="rId4">
            <a:alphaModFix/>
          </a:blip>
          <a:stretch>
            <a:fillRect/>
          </a:stretch>
        </p:blipFill>
        <p:spPr>
          <a:xfrm>
            <a:off x="4961589" y="1306553"/>
            <a:ext cx="3319326" cy="2052448"/>
          </a:xfrm>
          <a:prstGeom prst="rect">
            <a:avLst/>
          </a:prstGeom>
          <a:noFill/>
          <a:ln>
            <a:noFill/>
          </a:ln>
        </p:spPr>
      </p:pic>
      <p:sp>
        <p:nvSpPr>
          <p:cNvPr id="714" name="Google Shape;714;p55"/>
          <p:cNvSpPr txBox="1">
            <a:spLocks noGrp="1"/>
          </p:cNvSpPr>
          <p:nvPr>
            <p:ph type="title"/>
          </p:nvPr>
        </p:nvSpPr>
        <p:spPr>
          <a:xfrm rot="-535">
            <a:off x="713250" y="451337"/>
            <a:ext cx="7717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Analysis and development</a:t>
            </a:r>
            <a:endParaRPr/>
          </a:p>
        </p:txBody>
      </p:sp>
      <p:sp>
        <p:nvSpPr>
          <p:cNvPr id="715" name="Google Shape;715;p55"/>
          <p:cNvSpPr txBox="1"/>
          <p:nvPr/>
        </p:nvSpPr>
        <p:spPr>
          <a:xfrm>
            <a:off x="713225" y="1429875"/>
            <a:ext cx="3465600" cy="271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Amiri"/>
                <a:ea typeface="Amiri"/>
                <a:cs typeface="Amiri"/>
                <a:sym typeface="Amiri"/>
              </a:rPr>
              <a:t>Mercury is the closest planet to the Sun and the smallest one in the Solar System—it’s only a bit larger than the Moon. The planet’s name has nothing to do with the liquid metal</a:t>
            </a:r>
            <a:endParaRPr>
              <a:solidFill>
                <a:schemeClr val="dk1"/>
              </a:solidFill>
              <a:latin typeface="Amiri"/>
              <a:ea typeface="Amiri"/>
              <a:cs typeface="Amiri"/>
              <a:sym typeface="Amiri"/>
            </a:endParaRPr>
          </a:p>
          <a:p>
            <a:pPr marL="457200" lvl="0" indent="-317500" algn="l" rtl="0">
              <a:spcBef>
                <a:spcPts val="1000"/>
              </a:spcBef>
              <a:spcAft>
                <a:spcPts val="0"/>
              </a:spcAft>
              <a:buClr>
                <a:schemeClr val="accent1"/>
              </a:buClr>
              <a:buSzPts val="1400"/>
              <a:buFont typeface="Amiri"/>
              <a:buChar char="●"/>
            </a:pPr>
            <a:r>
              <a:rPr lang="en">
                <a:solidFill>
                  <a:schemeClr val="dk1"/>
                </a:solidFill>
                <a:latin typeface="Amiri"/>
                <a:ea typeface="Amiri"/>
                <a:cs typeface="Amiri"/>
                <a:sym typeface="Amiri"/>
              </a:rPr>
              <a:t>The Sun is the star at the center of the Solar System</a:t>
            </a:r>
            <a:endParaRPr>
              <a:solidFill>
                <a:schemeClr val="dk1"/>
              </a:solidFill>
              <a:latin typeface="Amiri"/>
              <a:ea typeface="Amiri"/>
              <a:cs typeface="Amiri"/>
              <a:sym typeface="Amiri"/>
            </a:endParaRPr>
          </a:p>
          <a:p>
            <a:pPr marL="457200" lvl="0" indent="-317500" algn="l" rtl="0">
              <a:spcBef>
                <a:spcPts val="1000"/>
              </a:spcBef>
              <a:spcAft>
                <a:spcPts val="0"/>
              </a:spcAft>
              <a:buClr>
                <a:schemeClr val="accent1"/>
              </a:buClr>
              <a:buSzPts val="1400"/>
              <a:buFont typeface="Amiri"/>
              <a:buChar char="●"/>
            </a:pPr>
            <a:r>
              <a:rPr lang="en">
                <a:solidFill>
                  <a:schemeClr val="dk1"/>
                </a:solidFill>
                <a:latin typeface="Amiri"/>
                <a:ea typeface="Amiri"/>
                <a:cs typeface="Amiri"/>
                <a:sym typeface="Amiri"/>
              </a:rPr>
              <a:t>Jupiter is the biggest planet in the entire Solar System</a:t>
            </a:r>
            <a:endParaRPr>
              <a:solidFill>
                <a:schemeClr val="dk1"/>
              </a:solidFill>
              <a:latin typeface="Amiri"/>
              <a:ea typeface="Amiri"/>
              <a:cs typeface="Amiri"/>
              <a:sym typeface="Amiri"/>
            </a:endParaRPr>
          </a:p>
          <a:p>
            <a:pPr marL="457200" lvl="0" indent="-317500" algn="l" rtl="0">
              <a:spcBef>
                <a:spcPts val="1000"/>
              </a:spcBef>
              <a:spcAft>
                <a:spcPts val="0"/>
              </a:spcAft>
              <a:buClr>
                <a:schemeClr val="accent1"/>
              </a:buClr>
              <a:buSzPts val="1400"/>
              <a:buFont typeface="Amiri"/>
              <a:buChar char="●"/>
            </a:pPr>
            <a:r>
              <a:rPr lang="en">
                <a:solidFill>
                  <a:schemeClr val="dk1"/>
                </a:solidFill>
                <a:latin typeface="Amiri"/>
                <a:ea typeface="Amiri"/>
                <a:cs typeface="Amiri"/>
                <a:sym typeface="Amiri"/>
              </a:rPr>
              <a:t>Saturn is composed mostly of hydrogen and helium</a:t>
            </a:r>
            <a:endParaRPr>
              <a:solidFill>
                <a:schemeClr val="dk1"/>
              </a:solidFill>
              <a:latin typeface="Amiri"/>
              <a:ea typeface="Amiri"/>
              <a:cs typeface="Amiri"/>
              <a:sym typeface="Amiri"/>
            </a:endParaRPr>
          </a:p>
          <a:p>
            <a:pPr marL="0" lvl="0" indent="0" algn="l" rtl="0">
              <a:spcBef>
                <a:spcPts val="0"/>
              </a:spcBef>
              <a:spcAft>
                <a:spcPts val="0"/>
              </a:spcAft>
              <a:buNone/>
            </a:pPr>
            <a:endParaRPr>
              <a:solidFill>
                <a:schemeClr val="dk1"/>
              </a:solidFill>
              <a:latin typeface="Amiri"/>
              <a:ea typeface="Amiri"/>
              <a:cs typeface="Amiri"/>
              <a:sym typeface="Amiri"/>
            </a:endParaRPr>
          </a:p>
          <a:p>
            <a:pPr marL="0" lvl="0" indent="0" algn="l" rtl="0">
              <a:spcBef>
                <a:spcPts val="0"/>
              </a:spcBef>
              <a:spcAft>
                <a:spcPts val="0"/>
              </a:spcAft>
              <a:buNone/>
            </a:pPr>
            <a:endParaRPr>
              <a:solidFill>
                <a:schemeClr val="dk1"/>
              </a:solidFill>
              <a:latin typeface="Amiri"/>
              <a:ea typeface="Amiri"/>
              <a:cs typeface="Amiri"/>
              <a:sym typeface="Amiri"/>
            </a:endParaRPr>
          </a:p>
        </p:txBody>
      </p:sp>
      <p:sp>
        <p:nvSpPr>
          <p:cNvPr id="716" name="Google Shape;716;p55"/>
          <p:cNvSpPr txBox="1"/>
          <p:nvPr/>
        </p:nvSpPr>
        <p:spPr>
          <a:xfrm>
            <a:off x="4752913" y="3346275"/>
            <a:ext cx="1642200" cy="3942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800" b="1">
                <a:solidFill>
                  <a:schemeClr val="accent1"/>
                </a:solidFill>
                <a:latin typeface="Cinzel Decorative"/>
                <a:ea typeface="Cinzel Decorative"/>
                <a:cs typeface="Cinzel Decorative"/>
                <a:sym typeface="Cinzel Decorative"/>
              </a:rPr>
              <a:t>NEPTUNE</a:t>
            </a:r>
            <a:endParaRPr sz="1800" b="1">
              <a:solidFill>
                <a:schemeClr val="accent1"/>
              </a:solidFill>
              <a:latin typeface="Cinzel Decorative"/>
              <a:ea typeface="Cinzel Decorative"/>
              <a:cs typeface="Cinzel Decorative"/>
              <a:sym typeface="Cinzel Decorative"/>
            </a:endParaRPr>
          </a:p>
        </p:txBody>
      </p:sp>
      <p:sp>
        <p:nvSpPr>
          <p:cNvPr id="717" name="Google Shape;717;p55"/>
          <p:cNvSpPr txBox="1"/>
          <p:nvPr/>
        </p:nvSpPr>
        <p:spPr>
          <a:xfrm>
            <a:off x="4752913" y="3697099"/>
            <a:ext cx="1642200" cy="499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1600"/>
              </a:spcAft>
              <a:buNone/>
            </a:pPr>
            <a:r>
              <a:rPr lang="en">
                <a:solidFill>
                  <a:schemeClr val="dk1"/>
                </a:solidFill>
                <a:latin typeface="Amiri"/>
                <a:ea typeface="Amiri"/>
                <a:cs typeface="Amiri"/>
                <a:sym typeface="Amiri"/>
              </a:rPr>
              <a:t>Neptune is far away from Earth</a:t>
            </a:r>
            <a:endParaRPr>
              <a:solidFill>
                <a:schemeClr val="dk1"/>
              </a:solidFill>
              <a:latin typeface="Amiri"/>
              <a:ea typeface="Amiri"/>
              <a:cs typeface="Amiri"/>
              <a:sym typeface="Amiri"/>
            </a:endParaRPr>
          </a:p>
        </p:txBody>
      </p:sp>
      <p:sp>
        <p:nvSpPr>
          <p:cNvPr id="718" name="Google Shape;718;p55"/>
          <p:cNvSpPr txBox="1"/>
          <p:nvPr/>
        </p:nvSpPr>
        <p:spPr>
          <a:xfrm>
            <a:off x="6591012" y="3346275"/>
            <a:ext cx="1642200" cy="3942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800" b="1">
                <a:solidFill>
                  <a:schemeClr val="accent1"/>
                </a:solidFill>
                <a:latin typeface="Cinzel Decorative"/>
                <a:ea typeface="Cinzel Decorative"/>
                <a:cs typeface="Cinzel Decorative"/>
                <a:sym typeface="Cinzel Decorative"/>
              </a:rPr>
              <a:t>Venus</a:t>
            </a:r>
            <a:endParaRPr sz="1800" b="1">
              <a:solidFill>
                <a:schemeClr val="accent1"/>
              </a:solidFill>
              <a:latin typeface="Cinzel Decorative"/>
              <a:ea typeface="Cinzel Decorative"/>
              <a:cs typeface="Cinzel Decorative"/>
              <a:sym typeface="Cinzel Decorative"/>
            </a:endParaRPr>
          </a:p>
        </p:txBody>
      </p:sp>
      <p:sp>
        <p:nvSpPr>
          <p:cNvPr id="719" name="Google Shape;719;p55"/>
          <p:cNvSpPr txBox="1"/>
          <p:nvPr/>
        </p:nvSpPr>
        <p:spPr>
          <a:xfrm>
            <a:off x="6591015" y="3697099"/>
            <a:ext cx="1642200" cy="4995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1600"/>
              </a:spcAft>
              <a:buNone/>
            </a:pPr>
            <a:r>
              <a:rPr lang="en">
                <a:solidFill>
                  <a:schemeClr val="dk1"/>
                </a:solidFill>
                <a:latin typeface="Amiri"/>
                <a:ea typeface="Amiri"/>
                <a:cs typeface="Amiri"/>
                <a:sym typeface="Amiri"/>
              </a:rPr>
              <a:t>Venus is the second planet to the Sun</a:t>
            </a:r>
            <a:endParaRPr>
              <a:solidFill>
                <a:schemeClr val="dk1"/>
              </a:solidFill>
              <a:latin typeface="Amiri"/>
              <a:ea typeface="Amiri"/>
              <a:cs typeface="Amiri"/>
              <a:sym typeface="Amiri"/>
            </a:endParaRPr>
          </a:p>
        </p:txBody>
      </p:sp>
      <p:sp>
        <p:nvSpPr>
          <p:cNvPr id="720" name="Google Shape;720;p55"/>
          <p:cNvSpPr/>
          <p:nvPr/>
        </p:nvSpPr>
        <p:spPr>
          <a:xfrm>
            <a:off x="6395113" y="3471425"/>
            <a:ext cx="195900" cy="195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55"/>
          <p:cNvSpPr/>
          <p:nvPr/>
        </p:nvSpPr>
        <p:spPr>
          <a:xfrm>
            <a:off x="8233213" y="3471425"/>
            <a:ext cx="195900" cy="1959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55"/>
          <p:cNvSpPr txBox="1"/>
          <p:nvPr/>
        </p:nvSpPr>
        <p:spPr>
          <a:xfrm>
            <a:off x="695250" y="4426400"/>
            <a:ext cx="7753500" cy="294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Amiri"/>
                <a:ea typeface="Amiri"/>
                <a:cs typeface="Amiri"/>
                <a:sym typeface="Amiri"/>
              </a:rPr>
              <a:t>Follow the link in the graph to modify its data and then paste the new one here. </a:t>
            </a:r>
            <a:r>
              <a:rPr lang="en" sz="1200" b="1">
                <a:solidFill>
                  <a:schemeClr val="dk1"/>
                </a:solidFill>
                <a:uFill>
                  <a:noFill/>
                </a:uFill>
                <a:latin typeface="Amiri"/>
                <a:ea typeface="Amiri"/>
                <a:cs typeface="Amiri"/>
                <a:sym typeface="Amiri"/>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200" b="1">
              <a:solidFill>
                <a:schemeClr val="dk1"/>
              </a:solidFill>
              <a:latin typeface="Amiri"/>
              <a:ea typeface="Amiri"/>
              <a:cs typeface="Amiri"/>
              <a:sym typeface="Amiri"/>
            </a:endParaRPr>
          </a:p>
        </p:txBody>
      </p:sp>
      <p:pic>
        <p:nvPicPr>
          <p:cNvPr id="723" name="Google Shape;723;p55"/>
          <p:cNvPicPr preferRelativeResize="0"/>
          <p:nvPr/>
        </p:nvPicPr>
        <p:blipFill rotWithShape="1">
          <a:blip r:embed="rId6">
            <a:alphaModFix/>
          </a:blip>
          <a:srcRect l="27280" t="12041" r="28253" b="21059"/>
          <a:stretch/>
        </p:blipFill>
        <p:spPr>
          <a:xfrm rot="-7594132" flipH="1">
            <a:off x="7635025" y="805275"/>
            <a:ext cx="2578772" cy="2182347"/>
          </a:xfrm>
          <a:prstGeom prst="rect">
            <a:avLst/>
          </a:prstGeom>
          <a:noFill/>
          <a:ln>
            <a:noFill/>
          </a:ln>
          <a:effectLst>
            <a:outerShdw blurRad="57150" dist="28575" dir="6900000" algn="bl" rotWithShape="0">
              <a:srgbClr val="000000">
                <a:alpha val="38000"/>
              </a:srgbClr>
            </a:outerShdw>
          </a:effectLst>
        </p:spPr>
      </p:pic>
      <p:sp>
        <p:nvSpPr>
          <p:cNvPr id="724" name="Google Shape;724;p55"/>
          <p:cNvSpPr/>
          <p:nvPr/>
        </p:nvSpPr>
        <p:spPr>
          <a:xfrm>
            <a:off x="8280925" y="46056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pic>
        <p:nvPicPr>
          <p:cNvPr id="729" name="Google Shape;729;p56" title="Gráfico">
            <a:hlinkClick r:id="rId3"/>
          </p:cNvPr>
          <p:cNvPicPr preferRelativeResize="0"/>
          <p:nvPr/>
        </p:nvPicPr>
        <p:blipFill>
          <a:blip r:embed="rId4">
            <a:alphaModFix/>
          </a:blip>
          <a:stretch>
            <a:fillRect/>
          </a:stretch>
        </p:blipFill>
        <p:spPr>
          <a:xfrm>
            <a:off x="633700" y="1405125"/>
            <a:ext cx="3993000" cy="2468996"/>
          </a:xfrm>
          <a:prstGeom prst="rect">
            <a:avLst/>
          </a:prstGeom>
          <a:noFill/>
          <a:ln>
            <a:noFill/>
          </a:ln>
        </p:spPr>
      </p:pic>
      <p:sp>
        <p:nvSpPr>
          <p:cNvPr id="730" name="Google Shape;730;p56"/>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Analysis of the results</a:t>
            </a:r>
            <a:endParaRPr/>
          </a:p>
        </p:txBody>
      </p:sp>
      <p:sp>
        <p:nvSpPr>
          <p:cNvPr id="731" name="Google Shape;731;p56"/>
          <p:cNvSpPr txBox="1"/>
          <p:nvPr/>
        </p:nvSpPr>
        <p:spPr>
          <a:xfrm>
            <a:off x="713200" y="3997175"/>
            <a:ext cx="3834000" cy="534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Amiri"/>
                <a:ea typeface="Amiri"/>
                <a:cs typeface="Amiri"/>
                <a:sym typeface="Amiri"/>
              </a:rPr>
              <a:t>Follow the link in the graph to modify its data and then paste the new one here. </a:t>
            </a:r>
            <a:r>
              <a:rPr lang="en" sz="1200" b="1">
                <a:solidFill>
                  <a:schemeClr val="dk1"/>
                </a:solidFill>
                <a:uFill>
                  <a:noFill/>
                </a:uFill>
                <a:latin typeface="Amiri"/>
                <a:ea typeface="Amiri"/>
                <a:cs typeface="Amiri"/>
                <a:sym typeface="Amiri"/>
                <a:hlinkClick r:id="rId5">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For more info, click here</a:t>
            </a:r>
            <a:endParaRPr sz="1200" b="1">
              <a:solidFill>
                <a:schemeClr val="dk1"/>
              </a:solidFill>
              <a:latin typeface="Amiri"/>
              <a:ea typeface="Amiri"/>
              <a:cs typeface="Amiri"/>
              <a:sym typeface="Amiri"/>
            </a:endParaRPr>
          </a:p>
        </p:txBody>
      </p:sp>
      <p:sp>
        <p:nvSpPr>
          <p:cNvPr id="732" name="Google Shape;732;p56"/>
          <p:cNvSpPr txBox="1"/>
          <p:nvPr/>
        </p:nvSpPr>
        <p:spPr>
          <a:xfrm>
            <a:off x="4982701" y="1846668"/>
            <a:ext cx="2865300" cy="6999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dk1"/>
                </a:solidFill>
                <a:latin typeface="Amiri"/>
                <a:ea typeface="Amiri"/>
                <a:cs typeface="Amiri"/>
                <a:sym typeface="Amiri"/>
              </a:rPr>
              <a:t>Despite being red, Mars is actually a cold place. It’s full of iron oxide dust</a:t>
            </a:r>
            <a:endParaRPr>
              <a:solidFill>
                <a:schemeClr val="dk1"/>
              </a:solidFill>
              <a:latin typeface="Amiri"/>
              <a:ea typeface="Amiri"/>
              <a:cs typeface="Amiri"/>
              <a:sym typeface="Amiri"/>
            </a:endParaRPr>
          </a:p>
        </p:txBody>
      </p:sp>
      <p:sp>
        <p:nvSpPr>
          <p:cNvPr id="733" name="Google Shape;733;p56"/>
          <p:cNvSpPr txBox="1"/>
          <p:nvPr/>
        </p:nvSpPr>
        <p:spPr>
          <a:xfrm>
            <a:off x="4986035" y="3060900"/>
            <a:ext cx="2865300" cy="7161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dk1"/>
                </a:solidFill>
                <a:latin typeface="Amiri"/>
                <a:ea typeface="Amiri"/>
                <a:cs typeface="Amiri"/>
                <a:sym typeface="Amiri"/>
              </a:rPr>
              <a:t>Jupiter is a gas giant and the biggest planet in the Solar System</a:t>
            </a:r>
            <a:endParaRPr>
              <a:solidFill>
                <a:schemeClr val="dk1"/>
              </a:solidFill>
              <a:latin typeface="Amiri"/>
              <a:ea typeface="Amiri"/>
              <a:cs typeface="Amiri"/>
              <a:sym typeface="Amiri"/>
            </a:endParaRPr>
          </a:p>
        </p:txBody>
      </p:sp>
      <p:sp>
        <p:nvSpPr>
          <p:cNvPr id="734" name="Google Shape;734;p56"/>
          <p:cNvSpPr txBox="1"/>
          <p:nvPr/>
        </p:nvSpPr>
        <p:spPr>
          <a:xfrm>
            <a:off x="4986025" y="1552238"/>
            <a:ext cx="2865300" cy="422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b="1">
                <a:solidFill>
                  <a:schemeClr val="accent1"/>
                </a:solidFill>
                <a:latin typeface="Cinzel Decorative"/>
                <a:ea typeface="Cinzel Decorative"/>
                <a:cs typeface="Cinzel Decorative"/>
                <a:sym typeface="Cinzel Decorative"/>
              </a:rPr>
              <a:t>Mars</a:t>
            </a:r>
            <a:endParaRPr sz="1800" b="1">
              <a:solidFill>
                <a:schemeClr val="accent1"/>
              </a:solidFill>
              <a:latin typeface="Cinzel Decorative"/>
              <a:ea typeface="Cinzel Decorative"/>
              <a:cs typeface="Cinzel Decorative"/>
              <a:sym typeface="Cinzel Decorative"/>
            </a:endParaRPr>
          </a:p>
        </p:txBody>
      </p:sp>
      <p:sp>
        <p:nvSpPr>
          <p:cNvPr id="735" name="Google Shape;735;p56"/>
          <p:cNvSpPr txBox="1"/>
          <p:nvPr/>
        </p:nvSpPr>
        <p:spPr>
          <a:xfrm>
            <a:off x="4982700" y="2760875"/>
            <a:ext cx="2865300" cy="4227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b="1">
                <a:solidFill>
                  <a:schemeClr val="accent1"/>
                </a:solidFill>
                <a:latin typeface="Cinzel Decorative"/>
                <a:ea typeface="Cinzel Decorative"/>
                <a:cs typeface="Cinzel Decorative"/>
                <a:sym typeface="Cinzel Decorative"/>
              </a:rPr>
              <a:t>Jupiter</a:t>
            </a:r>
            <a:endParaRPr sz="1800" b="1">
              <a:solidFill>
                <a:schemeClr val="accent1"/>
              </a:solidFill>
              <a:latin typeface="Cinzel Decorative"/>
              <a:ea typeface="Cinzel Decorative"/>
              <a:cs typeface="Cinzel Decorative"/>
              <a:sym typeface="Cinzel Decorative"/>
            </a:endParaRPr>
          </a:p>
        </p:txBody>
      </p:sp>
      <p:pic>
        <p:nvPicPr>
          <p:cNvPr id="736" name="Google Shape;736;p56"/>
          <p:cNvPicPr preferRelativeResize="0"/>
          <p:nvPr/>
        </p:nvPicPr>
        <p:blipFill rotWithShape="1">
          <a:blip r:embed="rId6">
            <a:alphaModFix/>
          </a:blip>
          <a:srcRect l="41277" t="17794" r="39777" b="17593"/>
          <a:stretch/>
        </p:blipFill>
        <p:spPr>
          <a:xfrm rot="-8233267">
            <a:off x="-586234" y="-149099"/>
            <a:ext cx="1732343" cy="3323200"/>
          </a:xfrm>
          <a:prstGeom prst="rect">
            <a:avLst/>
          </a:prstGeom>
          <a:noFill/>
          <a:ln>
            <a:noFill/>
          </a:ln>
          <a:effectLst>
            <a:outerShdw blurRad="57150" dist="19050" dir="6840000" algn="bl" rotWithShape="0">
              <a:srgbClr val="000000">
                <a:alpha val="36000"/>
              </a:srgbClr>
            </a:outerShdw>
          </a:effectLst>
        </p:spPr>
      </p:pic>
      <p:pic>
        <p:nvPicPr>
          <p:cNvPr id="737" name="Google Shape;737;p56"/>
          <p:cNvPicPr preferRelativeResize="0"/>
          <p:nvPr/>
        </p:nvPicPr>
        <p:blipFill rotWithShape="1">
          <a:blip r:embed="rId7">
            <a:alphaModFix/>
          </a:blip>
          <a:srcRect l="27280" t="12041" r="28253" b="21059"/>
          <a:stretch/>
        </p:blipFill>
        <p:spPr>
          <a:xfrm rot="978433">
            <a:off x="4917096" y="3926958"/>
            <a:ext cx="2749079" cy="2326484"/>
          </a:xfrm>
          <a:prstGeom prst="rect">
            <a:avLst/>
          </a:prstGeom>
          <a:noFill/>
          <a:ln>
            <a:noFill/>
          </a:ln>
          <a:effectLst>
            <a:outerShdw blurRad="57150" dist="28575" dir="6900000" algn="bl" rotWithShape="0">
              <a:srgbClr val="000000">
                <a:alpha val="38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58"/>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Roman empire</a:t>
            </a:r>
            <a:endParaRPr/>
          </a:p>
        </p:txBody>
      </p:sp>
      <p:sp>
        <p:nvSpPr>
          <p:cNvPr id="751" name="Google Shape;751;p58"/>
          <p:cNvSpPr txBox="1"/>
          <p:nvPr/>
        </p:nvSpPr>
        <p:spPr>
          <a:xfrm>
            <a:off x="5015376" y="1827718"/>
            <a:ext cx="2865300" cy="6999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dk1"/>
                </a:solidFill>
                <a:latin typeface="Amiri"/>
                <a:ea typeface="Amiri"/>
                <a:cs typeface="Amiri"/>
                <a:sym typeface="Amiri"/>
              </a:rPr>
              <a:t>Despite being red, Mars is actually a cold place. It’s full of iron oxide dust</a:t>
            </a:r>
            <a:endParaRPr>
              <a:solidFill>
                <a:schemeClr val="dk1"/>
              </a:solidFill>
              <a:latin typeface="Amiri"/>
              <a:ea typeface="Amiri"/>
              <a:cs typeface="Amiri"/>
              <a:sym typeface="Amiri"/>
            </a:endParaRPr>
          </a:p>
        </p:txBody>
      </p:sp>
      <p:sp>
        <p:nvSpPr>
          <p:cNvPr id="752" name="Google Shape;752;p58"/>
          <p:cNvSpPr txBox="1"/>
          <p:nvPr/>
        </p:nvSpPr>
        <p:spPr>
          <a:xfrm>
            <a:off x="5021722" y="1587850"/>
            <a:ext cx="2862600" cy="376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b="1">
                <a:solidFill>
                  <a:schemeClr val="accent1"/>
                </a:solidFill>
                <a:latin typeface="Cinzel Decorative"/>
                <a:ea typeface="Cinzel Decorative"/>
                <a:cs typeface="Cinzel Decorative"/>
                <a:sym typeface="Cinzel Decorative"/>
              </a:rPr>
              <a:t>Latin language</a:t>
            </a:r>
            <a:endParaRPr sz="1800" b="1">
              <a:solidFill>
                <a:schemeClr val="accent1"/>
              </a:solidFill>
              <a:latin typeface="Cinzel Decorative"/>
              <a:ea typeface="Cinzel Decorative"/>
              <a:cs typeface="Cinzel Decorative"/>
              <a:sym typeface="Cinzel Decorative"/>
            </a:endParaRPr>
          </a:p>
        </p:txBody>
      </p:sp>
      <p:sp>
        <p:nvSpPr>
          <p:cNvPr id="753" name="Google Shape;753;p58"/>
          <p:cNvSpPr/>
          <p:nvPr/>
        </p:nvSpPr>
        <p:spPr>
          <a:xfrm>
            <a:off x="8087025" y="-1108475"/>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54" name="Google Shape;754;p58"/>
          <p:cNvPicPr preferRelativeResize="0"/>
          <p:nvPr/>
        </p:nvPicPr>
        <p:blipFill rotWithShape="1">
          <a:blip r:embed="rId3">
            <a:alphaModFix/>
          </a:blip>
          <a:srcRect l="22820" t="35125" r="60837" b="21928"/>
          <a:stretch/>
        </p:blipFill>
        <p:spPr>
          <a:xfrm rot="-1421199">
            <a:off x="7284901" y="-459947"/>
            <a:ext cx="1272375" cy="1880948"/>
          </a:xfrm>
          <a:prstGeom prst="rect">
            <a:avLst/>
          </a:prstGeom>
          <a:noFill/>
          <a:ln>
            <a:noFill/>
          </a:ln>
          <a:effectLst>
            <a:outerShdw blurRad="57150" dist="19050" dir="6840000" algn="bl" rotWithShape="0">
              <a:srgbClr val="000000">
                <a:alpha val="37000"/>
              </a:srgbClr>
            </a:outerShdw>
          </a:effectLst>
        </p:spPr>
      </p:pic>
      <p:sp>
        <p:nvSpPr>
          <p:cNvPr id="755" name="Google Shape;755;p58"/>
          <p:cNvSpPr/>
          <p:nvPr/>
        </p:nvSpPr>
        <p:spPr>
          <a:xfrm>
            <a:off x="8665150" y="140512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56" name="Google Shape;756;p58"/>
          <p:cNvPicPr preferRelativeResize="0"/>
          <p:nvPr/>
        </p:nvPicPr>
        <p:blipFill rotWithShape="1">
          <a:blip r:embed="rId4">
            <a:alphaModFix/>
          </a:blip>
          <a:srcRect l="27280" t="12041" r="28253" b="21059"/>
          <a:stretch/>
        </p:blipFill>
        <p:spPr>
          <a:xfrm rot="-5632099" flipH="1">
            <a:off x="5784559" y="4012610"/>
            <a:ext cx="2749079" cy="2326483"/>
          </a:xfrm>
          <a:prstGeom prst="rect">
            <a:avLst/>
          </a:prstGeom>
          <a:noFill/>
          <a:ln>
            <a:noFill/>
          </a:ln>
          <a:effectLst>
            <a:outerShdw blurRad="57150" dist="28575" dir="6900000" algn="bl" rotWithShape="0">
              <a:srgbClr val="000000">
                <a:alpha val="38000"/>
              </a:srgbClr>
            </a:outerShdw>
          </a:effectLst>
        </p:spPr>
      </p:pic>
      <p:sp>
        <p:nvSpPr>
          <p:cNvPr id="757" name="Google Shape;757;p58"/>
          <p:cNvSpPr txBox="1"/>
          <p:nvPr/>
        </p:nvSpPr>
        <p:spPr>
          <a:xfrm>
            <a:off x="5013639" y="2974443"/>
            <a:ext cx="2865300" cy="6999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a:solidFill>
                  <a:schemeClr val="dk1"/>
                </a:solidFill>
                <a:latin typeface="Amiri"/>
                <a:ea typeface="Amiri"/>
                <a:cs typeface="Amiri"/>
                <a:sym typeface="Amiri"/>
              </a:rPr>
              <a:t>Mercury is the closest planet to the Sun and the smallest one</a:t>
            </a:r>
            <a:endParaRPr>
              <a:solidFill>
                <a:schemeClr val="dk1"/>
              </a:solidFill>
              <a:latin typeface="Amiri"/>
              <a:ea typeface="Amiri"/>
              <a:cs typeface="Amiri"/>
              <a:sym typeface="Amiri"/>
            </a:endParaRPr>
          </a:p>
        </p:txBody>
      </p:sp>
      <p:sp>
        <p:nvSpPr>
          <p:cNvPr id="758" name="Google Shape;758;p58"/>
          <p:cNvSpPr txBox="1"/>
          <p:nvPr/>
        </p:nvSpPr>
        <p:spPr>
          <a:xfrm>
            <a:off x="5018875" y="2734575"/>
            <a:ext cx="2862600" cy="3765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b="1">
                <a:solidFill>
                  <a:schemeClr val="accent1"/>
                </a:solidFill>
                <a:latin typeface="Cinzel Decorative"/>
                <a:ea typeface="Cinzel Decorative"/>
                <a:cs typeface="Cinzel Decorative"/>
                <a:sym typeface="Cinzel Decorative"/>
              </a:rPr>
              <a:t>Greek language</a:t>
            </a:r>
            <a:endParaRPr sz="1800" b="1">
              <a:solidFill>
                <a:schemeClr val="accent1"/>
              </a:solidFill>
              <a:latin typeface="Cinzel Decorative"/>
              <a:ea typeface="Cinzel Decorative"/>
              <a:cs typeface="Cinzel Decorative"/>
              <a:sym typeface="Cinzel Decorative"/>
            </a:endParaRPr>
          </a:p>
        </p:txBody>
      </p:sp>
      <p:grpSp>
        <p:nvGrpSpPr>
          <p:cNvPr id="759" name="Google Shape;759;p58"/>
          <p:cNvGrpSpPr/>
          <p:nvPr/>
        </p:nvGrpSpPr>
        <p:grpSpPr>
          <a:xfrm>
            <a:off x="1049711" y="1175417"/>
            <a:ext cx="2063391" cy="3350320"/>
            <a:chOff x="2203250" y="1252375"/>
            <a:chExt cx="1449825" cy="2354075"/>
          </a:xfrm>
        </p:grpSpPr>
        <p:sp>
          <p:nvSpPr>
            <p:cNvPr id="760" name="Google Shape;760;p58"/>
            <p:cNvSpPr/>
            <p:nvPr/>
          </p:nvSpPr>
          <p:spPr>
            <a:xfrm>
              <a:off x="3431675" y="2570025"/>
              <a:ext cx="221400" cy="287625"/>
            </a:xfrm>
            <a:custGeom>
              <a:avLst/>
              <a:gdLst/>
              <a:ahLst/>
              <a:cxnLst/>
              <a:rect l="l" t="t" r="r" b="b"/>
              <a:pathLst>
                <a:path w="8856" h="11505" extrusionOk="0">
                  <a:moveTo>
                    <a:pt x="8452" y="0"/>
                  </a:moveTo>
                  <a:cubicBezTo>
                    <a:pt x="7951" y="0"/>
                    <a:pt x="6959" y="579"/>
                    <a:pt x="5822" y="956"/>
                  </a:cubicBezTo>
                  <a:cubicBezTo>
                    <a:pt x="5231" y="1151"/>
                    <a:pt x="4686" y="1260"/>
                    <a:pt x="4191" y="1260"/>
                  </a:cubicBezTo>
                  <a:cubicBezTo>
                    <a:pt x="3361" y="1260"/>
                    <a:pt x="2673" y="953"/>
                    <a:pt x="2143" y="229"/>
                  </a:cubicBezTo>
                  <a:lnTo>
                    <a:pt x="1786" y="836"/>
                  </a:lnTo>
                  <a:lnTo>
                    <a:pt x="1548" y="1182"/>
                  </a:lnTo>
                  <a:cubicBezTo>
                    <a:pt x="1548" y="1182"/>
                    <a:pt x="2084" y="2170"/>
                    <a:pt x="2381" y="2253"/>
                  </a:cubicBezTo>
                  <a:cubicBezTo>
                    <a:pt x="2667" y="2325"/>
                    <a:pt x="4191" y="3206"/>
                    <a:pt x="4560" y="3206"/>
                  </a:cubicBezTo>
                  <a:cubicBezTo>
                    <a:pt x="4941" y="3206"/>
                    <a:pt x="6049" y="3325"/>
                    <a:pt x="6049" y="3325"/>
                  </a:cubicBezTo>
                  <a:lnTo>
                    <a:pt x="3584" y="5920"/>
                  </a:lnTo>
                  <a:cubicBezTo>
                    <a:pt x="3584" y="5920"/>
                    <a:pt x="2465" y="6016"/>
                    <a:pt x="2060" y="6087"/>
                  </a:cubicBezTo>
                  <a:cubicBezTo>
                    <a:pt x="1858" y="6135"/>
                    <a:pt x="1310" y="6587"/>
                    <a:pt x="846" y="6980"/>
                  </a:cubicBezTo>
                  <a:cubicBezTo>
                    <a:pt x="417" y="7361"/>
                    <a:pt x="36" y="7694"/>
                    <a:pt x="36" y="7694"/>
                  </a:cubicBezTo>
                  <a:lnTo>
                    <a:pt x="0" y="10957"/>
                  </a:lnTo>
                  <a:lnTo>
                    <a:pt x="548" y="11504"/>
                  </a:lnTo>
                  <a:cubicBezTo>
                    <a:pt x="2167" y="9754"/>
                    <a:pt x="4525" y="7742"/>
                    <a:pt x="5548" y="6909"/>
                  </a:cubicBezTo>
                  <a:cubicBezTo>
                    <a:pt x="6811" y="5885"/>
                    <a:pt x="8573" y="2015"/>
                    <a:pt x="8775" y="658"/>
                  </a:cubicBezTo>
                  <a:cubicBezTo>
                    <a:pt x="8855" y="176"/>
                    <a:pt x="8729" y="0"/>
                    <a:pt x="8452"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58"/>
            <p:cNvSpPr/>
            <p:nvPr/>
          </p:nvSpPr>
          <p:spPr>
            <a:xfrm>
              <a:off x="3518575" y="1847975"/>
              <a:ext cx="97675" cy="97650"/>
            </a:xfrm>
            <a:custGeom>
              <a:avLst/>
              <a:gdLst/>
              <a:ahLst/>
              <a:cxnLst/>
              <a:rect l="l" t="t" r="r" b="b"/>
              <a:pathLst>
                <a:path w="3907" h="3906" extrusionOk="0">
                  <a:moveTo>
                    <a:pt x="1108" y="1"/>
                  </a:moveTo>
                  <a:lnTo>
                    <a:pt x="1132" y="489"/>
                  </a:lnTo>
                  <a:lnTo>
                    <a:pt x="1370" y="739"/>
                  </a:lnTo>
                  <a:lnTo>
                    <a:pt x="1251" y="977"/>
                  </a:lnTo>
                  <a:lnTo>
                    <a:pt x="751" y="679"/>
                  </a:lnTo>
                  <a:lnTo>
                    <a:pt x="167" y="560"/>
                  </a:lnTo>
                  <a:lnTo>
                    <a:pt x="1" y="858"/>
                  </a:lnTo>
                  <a:lnTo>
                    <a:pt x="537" y="1108"/>
                  </a:lnTo>
                  <a:lnTo>
                    <a:pt x="334" y="1358"/>
                  </a:lnTo>
                  <a:lnTo>
                    <a:pt x="656" y="1727"/>
                  </a:lnTo>
                  <a:lnTo>
                    <a:pt x="739" y="2215"/>
                  </a:lnTo>
                  <a:lnTo>
                    <a:pt x="1239" y="2513"/>
                  </a:lnTo>
                  <a:lnTo>
                    <a:pt x="1310" y="3453"/>
                  </a:lnTo>
                  <a:cubicBezTo>
                    <a:pt x="1846" y="3346"/>
                    <a:pt x="2442" y="2596"/>
                    <a:pt x="2656" y="2596"/>
                  </a:cubicBezTo>
                  <a:cubicBezTo>
                    <a:pt x="2906" y="2596"/>
                    <a:pt x="2727" y="3346"/>
                    <a:pt x="2727" y="3346"/>
                  </a:cubicBezTo>
                  <a:lnTo>
                    <a:pt x="3061" y="3715"/>
                  </a:lnTo>
                  <a:cubicBezTo>
                    <a:pt x="3061" y="3715"/>
                    <a:pt x="3239" y="3822"/>
                    <a:pt x="3501" y="3906"/>
                  </a:cubicBezTo>
                  <a:cubicBezTo>
                    <a:pt x="3513" y="3608"/>
                    <a:pt x="3620" y="3239"/>
                    <a:pt x="3716" y="2691"/>
                  </a:cubicBezTo>
                  <a:cubicBezTo>
                    <a:pt x="3906" y="1620"/>
                    <a:pt x="3513" y="715"/>
                    <a:pt x="3085" y="191"/>
                  </a:cubicBezTo>
                  <a:lnTo>
                    <a:pt x="2489" y="786"/>
                  </a:lnTo>
                  <a:lnTo>
                    <a:pt x="1953" y="620"/>
                  </a:lnTo>
                  <a:lnTo>
                    <a:pt x="1584" y="167"/>
                  </a:lnTo>
                  <a:lnTo>
                    <a:pt x="1108"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58"/>
            <p:cNvSpPr/>
            <p:nvPr/>
          </p:nvSpPr>
          <p:spPr>
            <a:xfrm>
              <a:off x="3388500" y="1971500"/>
              <a:ext cx="206900" cy="211375"/>
            </a:xfrm>
            <a:custGeom>
              <a:avLst/>
              <a:gdLst/>
              <a:ahLst/>
              <a:cxnLst/>
              <a:rect l="l" t="t" r="r" b="b"/>
              <a:pathLst>
                <a:path w="8276" h="8455" extrusionOk="0">
                  <a:moveTo>
                    <a:pt x="3537" y="1"/>
                  </a:moveTo>
                  <a:cubicBezTo>
                    <a:pt x="3180" y="298"/>
                    <a:pt x="2680" y="703"/>
                    <a:pt x="2489" y="846"/>
                  </a:cubicBezTo>
                  <a:cubicBezTo>
                    <a:pt x="2156" y="1096"/>
                    <a:pt x="2108" y="1132"/>
                    <a:pt x="2108" y="2084"/>
                  </a:cubicBezTo>
                  <a:cubicBezTo>
                    <a:pt x="2108" y="3025"/>
                    <a:pt x="1501" y="3275"/>
                    <a:pt x="13" y="4180"/>
                  </a:cubicBezTo>
                  <a:lnTo>
                    <a:pt x="1" y="4180"/>
                  </a:lnTo>
                  <a:lnTo>
                    <a:pt x="370" y="5644"/>
                  </a:lnTo>
                  <a:cubicBezTo>
                    <a:pt x="798" y="5644"/>
                    <a:pt x="1203" y="5716"/>
                    <a:pt x="1656" y="5894"/>
                  </a:cubicBezTo>
                  <a:cubicBezTo>
                    <a:pt x="2394" y="6192"/>
                    <a:pt x="5144" y="8335"/>
                    <a:pt x="5144" y="8335"/>
                  </a:cubicBezTo>
                  <a:lnTo>
                    <a:pt x="6478" y="8454"/>
                  </a:lnTo>
                  <a:cubicBezTo>
                    <a:pt x="6656" y="8168"/>
                    <a:pt x="6990" y="7633"/>
                    <a:pt x="7073" y="7490"/>
                  </a:cubicBezTo>
                  <a:cubicBezTo>
                    <a:pt x="7094" y="7452"/>
                    <a:pt x="7142" y="7436"/>
                    <a:pt x="7208" y="7436"/>
                  </a:cubicBezTo>
                  <a:cubicBezTo>
                    <a:pt x="7437" y="7436"/>
                    <a:pt x="7884" y="7625"/>
                    <a:pt x="8216" y="7763"/>
                  </a:cubicBezTo>
                  <a:cubicBezTo>
                    <a:pt x="8228" y="7752"/>
                    <a:pt x="8264" y="7740"/>
                    <a:pt x="8276" y="7728"/>
                  </a:cubicBezTo>
                  <a:lnTo>
                    <a:pt x="7633" y="6632"/>
                  </a:lnTo>
                  <a:cubicBezTo>
                    <a:pt x="7633" y="6632"/>
                    <a:pt x="7514" y="5906"/>
                    <a:pt x="7347" y="5382"/>
                  </a:cubicBezTo>
                  <a:cubicBezTo>
                    <a:pt x="7168" y="4846"/>
                    <a:pt x="6192" y="4644"/>
                    <a:pt x="6192" y="4644"/>
                  </a:cubicBezTo>
                  <a:lnTo>
                    <a:pt x="5942" y="3858"/>
                  </a:lnTo>
                  <a:lnTo>
                    <a:pt x="5406" y="3477"/>
                  </a:lnTo>
                  <a:lnTo>
                    <a:pt x="5728" y="3358"/>
                  </a:lnTo>
                  <a:lnTo>
                    <a:pt x="5775" y="2549"/>
                  </a:lnTo>
                  <a:lnTo>
                    <a:pt x="6097" y="2144"/>
                  </a:lnTo>
                  <a:lnTo>
                    <a:pt x="6263" y="1679"/>
                  </a:lnTo>
                  <a:lnTo>
                    <a:pt x="5490" y="1513"/>
                  </a:lnTo>
                  <a:lnTo>
                    <a:pt x="5323" y="1215"/>
                  </a:lnTo>
                  <a:lnTo>
                    <a:pt x="5073" y="358"/>
                  </a:lnTo>
                  <a:cubicBezTo>
                    <a:pt x="4704" y="298"/>
                    <a:pt x="4168" y="203"/>
                    <a:pt x="3882" y="60"/>
                  </a:cubicBezTo>
                  <a:cubicBezTo>
                    <a:pt x="3799" y="13"/>
                    <a:pt x="3680" y="1"/>
                    <a:pt x="3537"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58"/>
            <p:cNvSpPr/>
            <p:nvPr/>
          </p:nvSpPr>
          <p:spPr>
            <a:xfrm>
              <a:off x="3550425" y="2156950"/>
              <a:ext cx="43500" cy="39600"/>
            </a:xfrm>
            <a:custGeom>
              <a:avLst/>
              <a:gdLst/>
              <a:ahLst/>
              <a:cxnLst/>
              <a:rect l="l" t="t" r="r" b="b"/>
              <a:pathLst>
                <a:path w="1740" h="1584" extrusionOk="0">
                  <a:moveTo>
                    <a:pt x="721" y="1"/>
                  </a:moveTo>
                  <a:cubicBezTo>
                    <a:pt x="660" y="1"/>
                    <a:pt x="616" y="15"/>
                    <a:pt x="596" y="48"/>
                  </a:cubicBezTo>
                  <a:cubicBezTo>
                    <a:pt x="513" y="203"/>
                    <a:pt x="179" y="726"/>
                    <a:pt x="1" y="1024"/>
                  </a:cubicBezTo>
                  <a:lnTo>
                    <a:pt x="596" y="1060"/>
                  </a:lnTo>
                  <a:lnTo>
                    <a:pt x="1049" y="1572"/>
                  </a:lnTo>
                  <a:lnTo>
                    <a:pt x="1620" y="1584"/>
                  </a:lnTo>
                  <a:cubicBezTo>
                    <a:pt x="1346" y="1096"/>
                    <a:pt x="1275" y="667"/>
                    <a:pt x="1739" y="334"/>
                  </a:cubicBezTo>
                  <a:cubicBezTo>
                    <a:pt x="1402" y="193"/>
                    <a:pt x="946" y="1"/>
                    <a:pt x="721"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58"/>
            <p:cNvSpPr/>
            <p:nvPr/>
          </p:nvSpPr>
          <p:spPr>
            <a:xfrm>
              <a:off x="3262300" y="2506100"/>
              <a:ext cx="321500" cy="244100"/>
            </a:xfrm>
            <a:custGeom>
              <a:avLst/>
              <a:gdLst/>
              <a:ahLst/>
              <a:cxnLst/>
              <a:rect l="l" t="t" r="r" b="b"/>
              <a:pathLst>
                <a:path w="12860" h="9764" extrusionOk="0">
                  <a:moveTo>
                    <a:pt x="4227" y="0"/>
                  </a:moveTo>
                  <a:lnTo>
                    <a:pt x="3870" y="584"/>
                  </a:lnTo>
                  <a:lnTo>
                    <a:pt x="3037" y="512"/>
                  </a:lnTo>
                  <a:lnTo>
                    <a:pt x="3037" y="512"/>
                  </a:lnTo>
                  <a:lnTo>
                    <a:pt x="3049" y="1131"/>
                  </a:lnTo>
                  <a:lnTo>
                    <a:pt x="2894" y="1917"/>
                  </a:lnTo>
                  <a:lnTo>
                    <a:pt x="2334" y="1917"/>
                  </a:lnTo>
                  <a:lnTo>
                    <a:pt x="1810" y="2608"/>
                  </a:lnTo>
                  <a:lnTo>
                    <a:pt x="1751" y="3572"/>
                  </a:lnTo>
                  <a:lnTo>
                    <a:pt x="1179" y="3632"/>
                  </a:lnTo>
                  <a:lnTo>
                    <a:pt x="1120" y="4120"/>
                  </a:lnTo>
                  <a:lnTo>
                    <a:pt x="1084" y="4572"/>
                  </a:lnTo>
                  <a:lnTo>
                    <a:pt x="1120" y="5394"/>
                  </a:lnTo>
                  <a:lnTo>
                    <a:pt x="108" y="5477"/>
                  </a:lnTo>
                  <a:lnTo>
                    <a:pt x="1" y="6168"/>
                  </a:lnTo>
                  <a:lnTo>
                    <a:pt x="1108" y="6441"/>
                  </a:lnTo>
                  <a:lnTo>
                    <a:pt x="1382" y="7001"/>
                  </a:lnTo>
                  <a:lnTo>
                    <a:pt x="1846" y="7132"/>
                  </a:lnTo>
                  <a:lnTo>
                    <a:pt x="1846" y="8144"/>
                  </a:lnTo>
                  <a:lnTo>
                    <a:pt x="2620" y="8216"/>
                  </a:lnTo>
                  <a:lnTo>
                    <a:pt x="2668" y="8870"/>
                  </a:lnTo>
                  <a:lnTo>
                    <a:pt x="3691" y="8966"/>
                  </a:lnTo>
                  <a:lnTo>
                    <a:pt x="4382" y="9763"/>
                  </a:lnTo>
                  <a:lnTo>
                    <a:pt x="5644" y="9763"/>
                  </a:lnTo>
                  <a:lnTo>
                    <a:pt x="6775" y="9120"/>
                  </a:lnTo>
                  <a:lnTo>
                    <a:pt x="7240" y="9513"/>
                  </a:lnTo>
                  <a:cubicBezTo>
                    <a:pt x="7240" y="9513"/>
                    <a:pt x="7430" y="9537"/>
                    <a:pt x="7656" y="9573"/>
                  </a:cubicBezTo>
                  <a:cubicBezTo>
                    <a:pt x="8109" y="9156"/>
                    <a:pt x="8644" y="8727"/>
                    <a:pt x="8871" y="8680"/>
                  </a:cubicBezTo>
                  <a:cubicBezTo>
                    <a:pt x="9275" y="8608"/>
                    <a:pt x="10395" y="8513"/>
                    <a:pt x="10395" y="8513"/>
                  </a:cubicBezTo>
                  <a:lnTo>
                    <a:pt x="12859" y="5906"/>
                  </a:lnTo>
                  <a:cubicBezTo>
                    <a:pt x="12859" y="5906"/>
                    <a:pt x="11740" y="5787"/>
                    <a:pt x="11371" y="5787"/>
                  </a:cubicBezTo>
                  <a:cubicBezTo>
                    <a:pt x="10990" y="5787"/>
                    <a:pt x="9466" y="4917"/>
                    <a:pt x="9180" y="4834"/>
                  </a:cubicBezTo>
                  <a:cubicBezTo>
                    <a:pt x="8883" y="4751"/>
                    <a:pt x="8347" y="3763"/>
                    <a:pt x="8347" y="3763"/>
                  </a:cubicBezTo>
                  <a:lnTo>
                    <a:pt x="8561" y="3393"/>
                  </a:lnTo>
                  <a:lnTo>
                    <a:pt x="7609" y="3346"/>
                  </a:lnTo>
                  <a:lnTo>
                    <a:pt x="7609" y="2631"/>
                  </a:lnTo>
                  <a:lnTo>
                    <a:pt x="8013" y="2215"/>
                  </a:lnTo>
                  <a:lnTo>
                    <a:pt x="8097" y="2215"/>
                  </a:lnTo>
                  <a:cubicBezTo>
                    <a:pt x="7918" y="1965"/>
                    <a:pt x="7573" y="1488"/>
                    <a:pt x="7490" y="1405"/>
                  </a:cubicBezTo>
                  <a:cubicBezTo>
                    <a:pt x="7382" y="1286"/>
                    <a:pt x="6287" y="357"/>
                    <a:pt x="6287" y="357"/>
                  </a:cubicBezTo>
                  <a:lnTo>
                    <a:pt x="4692" y="357"/>
                  </a:lnTo>
                  <a:lnTo>
                    <a:pt x="4227"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58"/>
            <p:cNvSpPr/>
            <p:nvPr/>
          </p:nvSpPr>
          <p:spPr>
            <a:xfrm>
              <a:off x="3489700" y="1869400"/>
              <a:ext cx="61350" cy="64925"/>
            </a:xfrm>
            <a:custGeom>
              <a:avLst/>
              <a:gdLst/>
              <a:ahLst/>
              <a:cxnLst/>
              <a:rect l="l" t="t" r="r" b="b"/>
              <a:pathLst>
                <a:path w="2454" h="2597" extrusionOk="0">
                  <a:moveTo>
                    <a:pt x="1156" y="1"/>
                  </a:moveTo>
                  <a:lnTo>
                    <a:pt x="370" y="13"/>
                  </a:lnTo>
                  <a:lnTo>
                    <a:pt x="25" y="132"/>
                  </a:lnTo>
                  <a:lnTo>
                    <a:pt x="37" y="156"/>
                  </a:lnTo>
                  <a:lnTo>
                    <a:pt x="1" y="1108"/>
                  </a:lnTo>
                  <a:lnTo>
                    <a:pt x="537" y="1263"/>
                  </a:lnTo>
                  <a:lnTo>
                    <a:pt x="1072" y="1477"/>
                  </a:lnTo>
                  <a:lnTo>
                    <a:pt x="1394" y="1620"/>
                  </a:lnTo>
                  <a:lnTo>
                    <a:pt x="1584" y="1822"/>
                  </a:lnTo>
                  <a:lnTo>
                    <a:pt x="1882" y="1822"/>
                  </a:lnTo>
                  <a:lnTo>
                    <a:pt x="1942" y="2072"/>
                  </a:lnTo>
                  <a:lnTo>
                    <a:pt x="2108" y="2156"/>
                  </a:lnTo>
                  <a:lnTo>
                    <a:pt x="2108" y="2549"/>
                  </a:lnTo>
                  <a:cubicBezTo>
                    <a:pt x="2132" y="2561"/>
                    <a:pt x="2132" y="2561"/>
                    <a:pt x="2144" y="2561"/>
                  </a:cubicBezTo>
                  <a:cubicBezTo>
                    <a:pt x="2213" y="2584"/>
                    <a:pt x="2277" y="2597"/>
                    <a:pt x="2343" y="2597"/>
                  </a:cubicBezTo>
                  <a:cubicBezTo>
                    <a:pt x="2379" y="2597"/>
                    <a:pt x="2416" y="2593"/>
                    <a:pt x="2454" y="2584"/>
                  </a:cubicBezTo>
                  <a:lnTo>
                    <a:pt x="2382" y="1656"/>
                  </a:lnTo>
                  <a:lnTo>
                    <a:pt x="1870" y="1358"/>
                  </a:lnTo>
                  <a:lnTo>
                    <a:pt x="1799" y="870"/>
                  </a:lnTo>
                  <a:lnTo>
                    <a:pt x="1465" y="489"/>
                  </a:lnTo>
                  <a:lnTo>
                    <a:pt x="1680" y="251"/>
                  </a:lnTo>
                  <a:lnTo>
                    <a:pt x="1156"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58"/>
            <p:cNvSpPr/>
            <p:nvPr/>
          </p:nvSpPr>
          <p:spPr>
            <a:xfrm>
              <a:off x="3415300" y="1800950"/>
              <a:ext cx="137250" cy="72050"/>
            </a:xfrm>
            <a:custGeom>
              <a:avLst/>
              <a:gdLst/>
              <a:ahLst/>
              <a:cxnLst/>
              <a:rect l="l" t="t" r="r" b="b"/>
              <a:pathLst>
                <a:path w="5490" h="2882" extrusionOk="0">
                  <a:moveTo>
                    <a:pt x="298" y="0"/>
                  </a:moveTo>
                  <a:lnTo>
                    <a:pt x="0" y="119"/>
                  </a:lnTo>
                  <a:cubicBezTo>
                    <a:pt x="250" y="322"/>
                    <a:pt x="500" y="512"/>
                    <a:pt x="774" y="679"/>
                  </a:cubicBezTo>
                  <a:cubicBezTo>
                    <a:pt x="1631" y="1227"/>
                    <a:pt x="1417" y="1965"/>
                    <a:pt x="1155" y="2382"/>
                  </a:cubicBezTo>
                  <a:lnTo>
                    <a:pt x="2346" y="2382"/>
                  </a:lnTo>
                  <a:lnTo>
                    <a:pt x="3001" y="2882"/>
                  </a:lnTo>
                  <a:lnTo>
                    <a:pt x="3346" y="2763"/>
                  </a:lnTo>
                  <a:lnTo>
                    <a:pt x="4132" y="2739"/>
                  </a:lnTo>
                  <a:lnTo>
                    <a:pt x="4298" y="2441"/>
                  </a:lnTo>
                  <a:lnTo>
                    <a:pt x="4870" y="2560"/>
                  </a:lnTo>
                  <a:lnTo>
                    <a:pt x="5370" y="2858"/>
                  </a:lnTo>
                  <a:lnTo>
                    <a:pt x="5489" y="2620"/>
                  </a:lnTo>
                  <a:lnTo>
                    <a:pt x="5239" y="2346"/>
                  </a:lnTo>
                  <a:lnTo>
                    <a:pt x="5227" y="1846"/>
                  </a:lnTo>
                  <a:lnTo>
                    <a:pt x="4953" y="1762"/>
                  </a:lnTo>
                  <a:lnTo>
                    <a:pt x="4632" y="1108"/>
                  </a:lnTo>
                  <a:lnTo>
                    <a:pt x="4418" y="953"/>
                  </a:lnTo>
                  <a:lnTo>
                    <a:pt x="3834" y="1036"/>
                  </a:lnTo>
                  <a:lnTo>
                    <a:pt x="3346" y="1191"/>
                  </a:lnTo>
                  <a:lnTo>
                    <a:pt x="3096" y="953"/>
                  </a:lnTo>
                  <a:lnTo>
                    <a:pt x="2108" y="334"/>
                  </a:lnTo>
                  <a:lnTo>
                    <a:pt x="1417" y="381"/>
                  </a:lnTo>
                  <a:lnTo>
                    <a:pt x="298"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58"/>
            <p:cNvSpPr/>
            <p:nvPr/>
          </p:nvSpPr>
          <p:spPr>
            <a:xfrm>
              <a:off x="3513525" y="1906325"/>
              <a:ext cx="28900" cy="26800"/>
            </a:xfrm>
            <a:custGeom>
              <a:avLst/>
              <a:gdLst/>
              <a:ahLst/>
              <a:cxnLst/>
              <a:rect l="l" t="t" r="r" b="b"/>
              <a:pathLst>
                <a:path w="1156" h="1072" extrusionOk="0">
                  <a:moveTo>
                    <a:pt x="119" y="0"/>
                  </a:moveTo>
                  <a:lnTo>
                    <a:pt x="0" y="381"/>
                  </a:lnTo>
                  <a:cubicBezTo>
                    <a:pt x="310" y="524"/>
                    <a:pt x="762" y="893"/>
                    <a:pt x="1155" y="1072"/>
                  </a:cubicBezTo>
                  <a:lnTo>
                    <a:pt x="1155" y="679"/>
                  </a:lnTo>
                  <a:lnTo>
                    <a:pt x="1001" y="595"/>
                  </a:lnTo>
                  <a:lnTo>
                    <a:pt x="941" y="345"/>
                  </a:lnTo>
                  <a:lnTo>
                    <a:pt x="643" y="345"/>
                  </a:lnTo>
                  <a:lnTo>
                    <a:pt x="441" y="143"/>
                  </a:lnTo>
                  <a:lnTo>
                    <a:pt x="119"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58"/>
            <p:cNvSpPr/>
            <p:nvPr/>
          </p:nvSpPr>
          <p:spPr>
            <a:xfrm>
              <a:off x="3116150" y="1845300"/>
              <a:ext cx="399475" cy="164200"/>
            </a:xfrm>
            <a:custGeom>
              <a:avLst/>
              <a:gdLst/>
              <a:ahLst/>
              <a:cxnLst/>
              <a:rect l="l" t="t" r="r" b="b"/>
              <a:pathLst>
                <a:path w="15979" h="6568" extrusionOk="0">
                  <a:moveTo>
                    <a:pt x="965" y="0"/>
                  </a:moveTo>
                  <a:lnTo>
                    <a:pt x="405" y="286"/>
                  </a:lnTo>
                  <a:lnTo>
                    <a:pt x="596" y="774"/>
                  </a:lnTo>
                  <a:lnTo>
                    <a:pt x="417" y="1096"/>
                  </a:lnTo>
                  <a:lnTo>
                    <a:pt x="1" y="1512"/>
                  </a:lnTo>
                  <a:cubicBezTo>
                    <a:pt x="608" y="1929"/>
                    <a:pt x="286" y="3144"/>
                    <a:pt x="286" y="3453"/>
                  </a:cubicBezTo>
                  <a:cubicBezTo>
                    <a:pt x="286" y="3822"/>
                    <a:pt x="786" y="4001"/>
                    <a:pt x="1084" y="4846"/>
                  </a:cubicBezTo>
                  <a:cubicBezTo>
                    <a:pt x="1379" y="5673"/>
                    <a:pt x="2571" y="6232"/>
                    <a:pt x="3371" y="6232"/>
                  </a:cubicBezTo>
                  <a:cubicBezTo>
                    <a:pt x="3539" y="6232"/>
                    <a:pt x="3689" y="6207"/>
                    <a:pt x="3811" y="6156"/>
                  </a:cubicBezTo>
                  <a:cubicBezTo>
                    <a:pt x="4104" y="6029"/>
                    <a:pt x="4324" y="5965"/>
                    <a:pt x="4534" y="5965"/>
                  </a:cubicBezTo>
                  <a:cubicBezTo>
                    <a:pt x="4819" y="5965"/>
                    <a:pt x="5085" y="6083"/>
                    <a:pt x="5489" y="6323"/>
                  </a:cubicBezTo>
                  <a:cubicBezTo>
                    <a:pt x="5779" y="6495"/>
                    <a:pt x="5972" y="6567"/>
                    <a:pt x="6132" y="6567"/>
                  </a:cubicBezTo>
                  <a:cubicBezTo>
                    <a:pt x="6361" y="6567"/>
                    <a:pt x="6524" y="6420"/>
                    <a:pt x="6811" y="6204"/>
                  </a:cubicBezTo>
                  <a:cubicBezTo>
                    <a:pt x="7047" y="6031"/>
                    <a:pt x="7368" y="5941"/>
                    <a:pt x="7690" y="5941"/>
                  </a:cubicBezTo>
                  <a:cubicBezTo>
                    <a:pt x="8034" y="5941"/>
                    <a:pt x="8381" y="6042"/>
                    <a:pt x="8633" y="6251"/>
                  </a:cubicBezTo>
                  <a:cubicBezTo>
                    <a:pt x="8692" y="6275"/>
                    <a:pt x="8716" y="6358"/>
                    <a:pt x="8740" y="6442"/>
                  </a:cubicBezTo>
                  <a:lnTo>
                    <a:pt x="8883" y="6418"/>
                  </a:lnTo>
                  <a:lnTo>
                    <a:pt x="9252" y="6370"/>
                  </a:lnTo>
                  <a:lnTo>
                    <a:pt x="9085" y="5584"/>
                  </a:lnTo>
                  <a:lnTo>
                    <a:pt x="9740" y="5882"/>
                  </a:lnTo>
                  <a:cubicBezTo>
                    <a:pt x="9943" y="5763"/>
                    <a:pt x="10293" y="5698"/>
                    <a:pt x="10616" y="5698"/>
                  </a:cubicBezTo>
                  <a:cubicBezTo>
                    <a:pt x="10842" y="5698"/>
                    <a:pt x="11055" y="5730"/>
                    <a:pt x="11192" y="5799"/>
                  </a:cubicBezTo>
                  <a:cubicBezTo>
                    <a:pt x="11245" y="5826"/>
                    <a:pt x="11303" y="5838"/>
                    <a:pt x="11365" y="5838"/>
                  </a:cubicBezTo>
                  <a:cubicBezTo>
                    <a:pt x="11679" y="5838"/>
                    <a:pt x="12102" y="5537"/>
                    <a:pt x="12550" y="5477"/>
                  </a:cubicBezTo>
                  <a:cubicBezTo>
                    <a:pt x="12978" y="5406"/>
                    <a:pt x="13871" y="5049"/>
                    <a:pt x="14431" y="5037"/>
                  </a:cubicBezTo>
                  <a:cubicBezTo>
                    <a:pt x="14574" y="5037"/>
                    <a:pt x="14693" y="5049"/>
                    <a:pt x="14764" y="5108"/>
                  </a:cubicBezTo>
                  <a:cubicBezTo>
                    <a:pt x="15026" y="5263"/>
                    <a:pt x="15586" y="5358"/>
                    <a:pt x="15955" y="5406"/>
                  </a:cubicBezTo>
                  <a:lnTo>
                    <a:pt x="15741" y="4703"/>
                  </a:lnTo>
                  <a:lnTo>
                    <a:pt x="15538" y="4168"/>
                  </a:lnTo>
                  <a:cubicBezTo>
                    <a:pt x="15538" y="4168"/>
                    <a:pt x="15241" y="3048"/>
                    <a:pt x="15538" y="2846"/>
                  </a:cubicBezTo>
                  <a:cubicBezTo>
                    <a:pt x="15574" y="2816"/>
                    <a:pt x="15622" y="2801"/>
                    <a:pt x="15677" y="2801"/>
                  </a:cubicBezTo>
                  <a:cubicBezTo>
                    <a:pt x="15732" y="2801"/>
                    <a:pt x="15794" y="2816"/>
                    <a:pt x="15860" y="2846"/>
                  </a:cubicBezTo>
                  <a:lnTo>
                    <a:pt x="15979" y="2453"/>
                  </a:lnTo>
                  <a:lnTo>
                    <a:pt x="15443" y="2251"/>
                  </a:lnTo>
                  <a:lnTo>
                    <a:pt x="14907" y="2084"/>
                  </a:lnTo>
                  <a:lnTo>
                    <a:pt x="14955" y="1131"/>
                  </a:lnTo>
                  <a:lnTo>
                    <a:pt x="14300" y="643"/>
                  </a:lnTo>
                  <a:lnTo>
                    <a:pt x="13109" y="643"/>
                  </a:lnTo>
                  <a:cubicBezTo>
                    <a:pt x="13038" y="762"/>
                    <a:pt x="12966" y="846"/>
                    <a:pt x="12919" y="905"/>
                  </a:cubicBezTo>
                  <a:cubicBezTo>
                    <a:pt x="12806" y="1018"/>
                    <a:pt x="12141" y="1104"/>
                    <a:pt x="11374" y="1104"/>
                  </a:cubicBezTo>
                  <a:cubicBezTo>
                    <a:pt x="10678" y="1104"/>
                    <a:pt x="9898" y="1033"/>
                    <a:pt x="9371" y="846"/>
                  </a:cubicBezTo>
                  <a:cubicBezTo>
                    <a:pt x="8275" y="465"/>
                    <a:pt x="7037" y="108"/>
                    <a:pt x="6323" y="108"/>
                  </a:cubicBezTo>
                  <a:cubicBezTo>
                    <a:pt x="5608" y="108"/>
                    <a:pt x="5358" y="536"/>
                    <a:pt x="4870" y="917"/>
                  </a:cubicBezTo>
                  <a:cubicBezTo>
                    <a:pt x="4697" y="1049"/>
                    <a:pt x="4454" y="1096"/>
                    <a:pt x="4189" y="1096"/>
                  </a:cubicBezTo>
                  <a:cubicBezTo>
                    <a:pt x="3690" y="1096"/>
                    <a:pt x="3109" y="932"/>
                    <a:pt x="2751" y="870"/>
                  </a:cubicBezTo>
                  <a:cubicBezTo>
                    <a:pt x="2751" y="870"/>
                    <a:pt x="2203" y="536"/>
                    <a:pt x="1977" y="215"/>
                  </a:cubicBezTo>
                  <a:cubicBezTo>
                    <a:pt x="1953" y="179"/>
                    <a:pt x="1929" y="143"/>
                    <a:pt x="1917" y="119"/>
                  </a:cubicBezTo>
                  <a:lnTo>
                    <a:pt x="1298" y="119"/>
                  </a:lnTo>
                  <a:lnTo>
                    <a:pt x="96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58"/>
            <p:cNvSpPr/>
            <p:nvPr/>
          </p:nvSpPr>
          <p:spPr>
            <a:xfrm>
              <a:off x="3452800" y="2560575"/>
              <a:ext cx="32775" cy="30375"/>
            </a:xfrm>
            <a:custGeom>
              <a:avLst/>
              <a:gdLst/>
              <a:ahLst/>
              <a:cxnLst/>
              <a:rect l="l" t="t" r="r" b="b"/>
              <a:pathLst>
                <a:path w="1311" h="1215" extrusionOk="0">
                  <a:moveTo>
                    <a:pt x="941" y="0"/>
                  </a:moveTo>
                  <a:lnTo>
                    <a:pt x="489" y="36"/>
                  </a:lnTo>
                  <a:lnTo>
                    <a:pt x="405" y="36"/>
                  </a:lnTo>
                  <a:lnTo>
                    <a:pt x="1" y="452"/>
                  </a:lnTo>
                  <a:lnTo>
                    <a:pt x="1" y="1167"/>
                  </a:lnTo>
                  <a:lnTo>
                    <a:pt x="953" y="1214"/>
                  </a:lnTo>
                  <a:lnTo>
                    <a:pt x="1310" y="607"/>
                  </a:lnTo>
                  <a:cubicBezTo>
                    <a:pt x="1203" y="464"/>
                    <a:pt x="1120" y="322"/>
                    <a:pt x="1024" y="143"/>
                  </a:cubicBezTo>
                  <a:cubicBezTo>
                    <a:pt x="1001" y="95"/>
                    <a:pt x="965" y="36"/>
                    <a:pt x="94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58"/>
            <p:cNvSpPr/>
            <p:nvPr/>
          </p:nvSpPr>
          <p:spPr>
            <a:xfrm>
              <a:off x="3338200" y="2442100"/>
              <a:ext cx="138150" cy="119375"/>
            </a:xfrm>
            <a:custGeom>
              <a:avLst/>
              <a:gdLst/>
              <a:ahLst/>
              <a:cxnLst/>
              <a:rect l="l" t="t" r="r" b="b"/>
              <a:pathLst>
                <a:path w="5526" h="4775" extrusionOk="0">
                  <a:moveTo>
                    <a:pt x="1691" y="0"/>
                  </a:moveTo>
                  <a:cubicBezTo>
                    <a:pt x="1417" y="227"/>
                    <a:pt x="1025" y="548"/>
                    <a:pt x="965" y="548"/>
                  </a:cubicBezTo>
                  <a:lnTo>
                    <a:pt x="417" y="548"/>
                  </a:lnTo>
                  <a:lnTo>
                    <a:pt x="358" y="1536"/>
                  </a:lnTo>
                  <a:lnTo>
                    <a:pt x="1" y="2334"/>
                  </a:lnTo>
                  <a:lnTo>
                    <a:pt x="13" y="3072"/>
                  </a:lnTo>
                  <a:lnTo>
                    <a:pt x="846" y="3144"/>
                  </a:lnTo>
                  <a:lnTo>
                    <a:pt x="1203" y="2560"/>
                  </a:lnTo>
                  <a:lnTo>
                    <a:pt x="1667" y="2917"/>
                  </a:lnTo>
                  <a:lnTo>
                    <a:pt x="3263" y="2917"/>
                  </a:lnTo>
                  <a:cubicBezTo>
                    <a:pt x="3263" y="2917"/>
                    <a:pt x="4358" y="3846"/>
                    <a:pt x="4465" y="3965"/>
                  </a:cubicBezTo>
                  <a:cubicBezTo>
                    <a:pt x="4561" y="4048"/>
                    <a:pt x="4894" y="4525"/>
                    <a:pt x="5073" y="4775"/>
                  </a:cubicBezTo>
                  <a:lnTo>
                    <a:pt x="5525" y="4739"/>
                  </a:lnTo>
                  <a:cubicBezTo>
                    <a:pt x="5454" y="4584"/>
                    <a:pt x="5358" y="4465"/>
                    <a:pt x="5287" y="4322"/>
                  </a:cubicBezTo>
                  <a:cubicBezTo>
                    <a:pt x="4454" y="3132"/>
                    <a:pt x="3299" y="2560"/>
                    <a:pt x="2644" y="1620"/>
                  </a:cubicBezTo>
                  <a:cubicBezTo>
                    <a:pt x="2334" y="1167"/>
                    <a:pt x="1989" y="608"/>
                    <a:pt x="1691"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58"/>
            <p:cNvSpPr/>
            <p:nvPr/>
          </p:nvSpPr>
          <p:spPr>
            <a:xfrm>
              <a:off x="3324500" y="1971500"/>
              <a:ext cx="152425" cy="127150"/>
            </a:xfrm>
            <a:custGeom>
              <a:avLst/>
              <a:gdLst/>
              <a:ahLst/>
              <a:cxnLst/>
              <a:rect l="l" t="t" r="r" b="b"/>
              <a:pathLst>
                <a:path w="6097" h="5086" extrusionOk="0">
                  <a:moveTo>
                    <a:pt x="6097" y="1"/>
                  </a:moveTo>
                  <a:lnTo>
                    <a:pt x="6097" y="1"/>
                  </a:lnTo>
                  <a:cubicBezTo>
                    <a:pt x="5537" y="13"/>
                    <a:pt x="4644" y="370"/>
                    <a:pt x="4216" y="441"/>
                  </a:cubicBezTo>
                  <a:cubicBezTo>
                    <a:pt x="3763" y="502"/>
                    <a:pt x="3335" y="809"/>
                    <a:pt x="3020" y="809"/>
                  </a:cubicBezTo>
                  <a:cubicBezTo>
                    <a:pt x="2962" y="809"/>
                    <a:pt x="2908" y="798"/>
                    <a:pt x="2858" y="775"/>
                  </a:cubicBezTo>
                  <a:cubicBezTo>
                    <a:pt x="2709" y="697"/>
                    <a:pt x="2480" y="660"/>
                    <a:pt x="2241" y="660"/>
                  </a:cubicBezTo>
                  <a:cubicBezTo>
                    <a:pt x="1926" y="660"/>
                    <a:pt x="1595" y="724"/>
                    <a:pt x="1406" y="846"/>
                  </a:cubicBezTo>
                  <a:lnTo>
                    <a:pt x="751" y="548"/>
                  </a:lnTo>
                  <a:lnTo>
                    <a:pt x="918" y="1334"/>
                  </a:lnTo>
                  <a:lnTo>
                    <a:pt x="549" y="1382"/>
                  </a:lnTo>
                  <a:lnTo>
                    <a:pt x="406" y="1406"/>
                  </a:lnTo>
                  <a:cubicBezTo>
                    <a:pt x="477" y="1727"/>
                    <a:pt x="322" y="2287"/>
                    <a:pt x="132" y="2870"/>
                  </a:cubicBezTo>
                  <a:cubicBezTo>
                    <a:pt x="205" y="2854"/>
                    <a:pt x="275" y="2846"/>
                    <a:pt x="339" y="2846"/>
                  </a:cubicBezTo>
                  <a:cubicBezTo>
                    <a:pt x="422" y="2846"/>
                    <a:pt x="495" y="2860"/>
                    <a:pt x="549" y="2894"/>
                  </a:cubicBezTo>
                  <a:cubicBezTo>
                    <a:pt x="763" y="3061"/>
                    <a:pt x="715" y="3692"/>
                    <a:pt x="501" y="3811"/>
                  </a:cubicBezTo>
                  <a:cubicBezTo>
                    <a:pt x="406" y="3870"/>
                    <a:pt x="180" y="4132"/>
                    <a:pt x="84" y="4406"/>
                  </a:cubicBezTo>
                  <a:cubicBezTo>
                    <a:pt x="1" y="4656"/>
                    <a:pt x="25" y="4894"/>
                    <a:pt x="346" y="5001"/>
                  </a:cubicBezTo>
                  <a:cubicBezTo>
                    <a:pt x="519" y="5055"/>
                    <a:pt x="652" y="5086"/>
                    <a:pt x="782" y="5086"/>
                  </a:cubicBezTo>
                  <a:cubicBezTo>
                    <a:pt x="1142" y="5086"/>
                    <a:pt x="1472" y="4845"/>
                    <a:pt x="2549" y="4180"/>
                  </a:cubicBezTo>
                  <a:cubicBezTo>
                    <a:pt x="2556" y="4180"/>
                    <a:pt x="2559" y="4175"/>
                    <a:pt x="2557" y="4175"/>
                  </a:cubicBezTo>
                  <a:lnTo>
                    <a:pt x="2557" y="4175"/>
                  </a:lnTo>
                  <a:cubicBezTo>
                    <a:pt x="4063" y="3262"/>
                    <a:pt x="4668" y="2999"/>
                    <a:pt x="4668" y="2084"/>
                  </a:cubicBezTo>
                  <a:cubicBezTo>
                    <a:pt x="4668" y="1144"/>
                    <a:pt x="4716" y="1096"/>
                    <a:pt x="5049" y="846"/>
                  </a:cubicBezTo>
                  <a:cubicBezTo>
                    <a:pt x="5240" y="691"/>
                    <a:pt x="5740" y="298"/>
                    <a:pt x="6097"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58"/>
            <p:cNvSpPr/>
            <p:nvPr/>
          </p:nvSpPr>
          <p:spPr>
            <a:xfrm>
              <a:off x="3284925" y="2719225"/>
              <a:ext cx="167600" cy="207775"/>
            </a:xfrm>
            <a:custGeom>
              <a:avLst/>
              <a:gdLst/>
              <a:ahLst/>
              <a:cxnLst/>
              <a:rect l="l" t="t" r="r" b="b"/>
              <a:pathLst>
                <a:path w="6704" h="8311" extrusionOk="0">
                  <a:moveTo>
                    <a:pt x="810" y="0"/>
                  </a:moveTo>
                  <a:lnTo>
                    <a:pt x="203" y="631"/>
                  </a:lnTo>
                  <a:lnTo>
                    <a:pt x="989" y="2667"/>
                  </a:lnTo>
                  <a:lnTo>
                    <a:pt x="0" y="4203"/>
                  </a:lnTo>
                  <a:lnTo>
                    <a:pt x="0" y="5108"/>
                  </a:lnTo>
                  <a:lnTo>
                    <a:pt x="3179" y="6846"/>
                  </a:lnTo>
                  <a:lnTo>
                    <a:pt x="3179" y="7251"/>
                  </a:lnTo>
                  <a:lnTo>
                    <a:pt x="4668" y="8311"/>
                  </a:lnTo>
                  <a:lnTo>
                    <a:pt x="4668" y="8156"/>
                  </a:lnTo>
                  <a:cubicBezTo>
                    <a:pt x="4691" y="7584"/>
                    <a:pt x="5418" y="6608"/>
                    <a:pt x="6406" y="5572"/>
                  </a:cubicBezTo>
                  <a:lnTo>
                    <a:pt x="5858" y="5024"/>
                  </a:lnTo>
                  <a:lnTo>
                    <a:pt x="5894" y="1762"/>
                  </a:lnTo>
                  <a:cubicBezTo>
                    <a:pt x="5894" y="1762"/>
                    <a:pt x="6275" y="1417"/>
                    <a:pt x="6704" y="1048"/>
                  </a:cubicBezTo>
                  <a:lnTo>
                    <a:pt x="6287" y="988"/>
                  </a:lnTo>
                  <a:lnTo>
                    <a:pt x="5823" y="595"/>
                  </a:lnTo>
                  <a:lnTo>
                    <a:pt x="4691" y="1238"/>
                  </a:lnTo>
                  <a:lnTo>
                    <a:pt x="3429" y="1238"/>
                  </a:lnTo>
                  <a:lnTo>
                    <a:pt x="2739" y="441"/>
                  </a:lnTo>
                  <a:lnTo>
                    <a:pt x="1715" y="345"/>
                  </a:lnTo>
                  <a:lnTo>
                    <a:pt x="1405" y="333"/>
                  </a:lnTo>
                  <a:lnTo>
                    <a:pt x="1274" y="36"/>
                  </a:lnTo>
                  <a:lnTo>
                    <a:pt x="810"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58"/>
            <p:cNvSpPr/>
            <p:nvPr/>
          </p:nvSpPr>
          <p:spPr>
            <a:xfrm>
              <a:off x="3035775" y="1522650"/>
              <a:ext cx="384000" cy="230400"/>
            </a:xfrm>
            <a:custGeom>
              <a:avLst/>
              <a:gdLst/>
              <a:ahLst/>
              <a:cxnLst/>
              <a:rect l="l" t="t" r="r" b="b"/>
              <a:pathLst>
                <a:path w="15360" h="9216" extrusionOk="0">
                  <a:moveTo>
                    <a:pt x="9859" y="0"/>
                  </a:moveTo>
                  <a:lnTo>
                    <a:pt x="9466" y="179"/>
                  </a:lnTo>
                  <a:lnTo>
                    <a:pt x="9204" y="333"/>
                  </a:lnTo>
                  <a:lnTo>
                    <a:pt x="9169" y="167"/>
                  </a:lnTo>
                  <a:lnTo>
                    <a:pt x="8704" y="107"/>
                  </a:lnTo>
                  <a:lnTo>
                    <a:pt x="8704" y="476"/>
                  </a:lnTo>
                  <a:lnTo>
                    <a:pt x="8133" y="488"/>
                  </a:lnTo>
                  <a:lnTo>
                    <a:pt x="7454" y="524"/>
                  </a:lnTo>
                  <a:lnTo>
                    <a:pt x="7168" y="881"/>
                  </a:lnTo>
                  <a:lnTo>
                    <a:pt x="7145" y="1536"/>
                  </a:lnTo>
                  <a:lnTo>
                    <a:pt x="6787" y="1143"/>
                  </a:lnTo>
                  <a:lnTo>
                    <a:pt x="6371" y="1345"/>
                  </a:lnTo>
                  <a:lnTo>
                    <a:pt x="6073" y="1310"/>
                  </a:lnTo>
                  <a:lnTo>
                    <a:pt x="5954" y="988"/>
                  </a:lnTo>
                  <a:lnTo>
                    <a:pt x="5621" y="1393"/>
                  </a:lnTo>
                  <a:lnTo>
                    <a:pt x="5180" y="893"/>
                  </a:lnTo>
                  <a:lnTo>
                    <a:pt x="4823" y="1310"/>
                  </a:lnTo>
                  <a:cubicBezTo>
                    <a:pt x="4823" y="1310"/>
                    <a:pt x="4370" y="738"/>
                    <a:pt x="4013" y="738"/>
                  </a:cubicBezTo>
                  <a:cubicBezTo>
                    <a:pt x="3696" y="738"/>
                    <a:pt x="2701" y="625"/>
                    <a:pt x="2358" y="625"/>
                  </a:cubicBezTo>
                  <a:cubicBezTo>
                    <a:pt x="2316" y="625"/>
                    <a:pt x="2283" y="627"/>
                    <a:pt x="2263" y="631"/>
                  </a:cubicBezTo>
                  <a:cubicBezTo>
                    <a:pt x="2108" y="655"/>
                    <a:pt x="1311" y="1310"/>
                    <a:pt x="1311" y="1310"/>
                  </a:cubicBezTo>
                  <a:lnTo>
                    <a:pt x="1561" y="1512"/>
                  </a:lnTo>
                  <a:lnTo>
                    <a:pt x="1501" y="1750"/>
                  </a:lnTo>
                  <a:lnTo>
                    <a:pt x="1739" y="1810"/>
                  </a:lnTo>
                  <a:lnTo>
                    <a:pt x="1692" y="2679"/>
                  </a:lnTo>
                  <a:lnTo>
                    <a:pt x="1311" y="2703"/>
                  </a:lnTo>
                  <a:lnTo>
                    <a:pt x="489" y="3834"/>
                  </a:lnTo>
                  <a:lnTo>
                    <a:pt x="644" y="4322"/>
                  </a:lnTo>
                  <a:cubicBezTo>
                    <a:pt x="644" y="4322"/>
                    <a:pt x="596" y="4346"/>
                    <a:pt x="537" y="4393"/>
                  </a:cubicBezTo>
                  <a:cubicBezTo>
                    <a:pt x="441" y="4453"/>
                    <a:pt x="346" y="4524"/>
                    <a:pt x="299" y="4524"/>
                  </a:cubicBezTo>
                  <a:cubicBezTo>
                    <a:pt x="203" y="4524"/>
                    <a:pt x="25" y="5108"/>
                    <a:pt x="1" y="5203"/>
                  </a:cubicBezTo>
                  <a:lnTo>
                    <a:pt x="537" y="5858"/>
                  </a:lnTo>
                  <a:lnTo>
                    <a:pt x="1013" y="5584"/>
                  </a:lnTo>
                  <a:lnTo>
                    <a:pt x="1215" y="5751"/>
                  </a:lnTo>
                  <a:lnTo>
                    <a:pt x="2108" y="5751"/>
                  </a:lnTo>
                  <a:cubicBezTo>
                    <a:pt x="2108" y="5751"/>
                    <a:pt x="2269" y="6049"/>
                    <a:pt x="2443" y="6049"/>
                  </a:cubicBezTo>
                  <a:cubicBezTo>
                    <a:pt x="2447" y="6049"/>
                    <a:pt x="2450" y="6049"/>
                    <a:pt x="2454" y="6048"/>
                  </a:cubicBezTo>
                  <a:cubicBezTo>
                    <a:pt x="2632" y="6013"/>
                    <a:pt x="2858" y="5834"/>
                    <a:pt x="2858" y="5834"/>
                  </a:cubicBezTo>
                  <a:cubicBezTo>
                    <a:pt x="2858" y="5834"/>
                    <a:pt x="2878" y="5835"/>
                    <a:pt x="2913" y="5835"/>
                  </a:cubicBezTo>
                  <a:cubicBezTo>
                    <a:pt x="3033" y="5835"/>
                    <a:pt x="3329" y="5821"/>
                    <a:pt x="3561" y="5691"/>
                  </a:cubicBezTo>
                  <a:cubicBezTo>
                    <a:pt x="3716" y="5596"/>
                    <a:pt x="3835" y="5465"/>
                    <a:pt x="3894" y="5346"/>
                  </a:cubicBezTo>
                  <a:cubicBezTo>
                    <a:pt x="3942" y="5279"/>
                    <a:pt x="3966" y="5213"/>
                    <a:pt x="3981" y="5213"/>
                  </a:cubicBezTo>
                  <a:cubicBezTo>
                    <a:pt x="3984" y="5213"/>
                    <a:pt x="3987" y="5217"/>
                    <a:pt x="3989" y="5227"/>
                  </a:cubicBezTo>
                  <a:lnTo>
                    <a:pt x="4728" y="5191"/>
                  </a:lnTo>
                  <a:cubicBezTo>
                    <a:pt x="4728" y="5191"/>
                    <a:pt x="4990" y="5513"/>
                    <a:pt x="5252" y="5632"/>
                  </a:cubicBezTo>
                  <a:cubicBezTo>
                    <a:pt x="5513" y="5751"/>
                    <a:pt x="6049" y="5751"/>
                    <a:pt x="6049" y="5751"/>
                  </a:cubicBezTo>
                  <a:lnTo>
                    <a:pt x="6014" y="6608"/>
                  </a:lnTo>
                  <a:lnTo>
                    <a:pt x="6014" y="6608"/>
                  </a:lnTo>
                  <a:lnTo>
                    <a:pt x="6311" y="6537"/>
                  </a:lnTo>
                  <a:lnTo>
                    <a:pt x="6347" y="7132"/>
                  </a:lnTo>
                  <a:cubicBezTo>
                    <a:pt x="6347" y="7132"/>
                    <a:pt x="6645" y="7179"/>
                    <a:pt x="6645" y="7382"/>
                  </a:cubicBezTo>
                  <a:cubicBezTo>
                    <a:pt x="6645" y="7569"/>
                    <a:pt x="6663" y="7828"/>
                    <a:pt x="6454" y="7828"/>
                  </a:cubicBezTo>
                  <a:cubicBezTo>
                    <a:pt x="6423" y="7828"/>
                    <a:pt x="6388" y="7823"/>
                    <a:pt x="6347" y="7811"/>
                  </a:cubicBezTo>
                  <a:cubicBezTo>
                    <a:pt x="6037" y="7739"/>
                    <a:pt x="5811" y="7691"/>
                    <a:pt x="5811" y="7691"/>
                  </a:cubicBezTo>
                  <a:lnTo>
                    <a:pt x="5799" y="8334"/>
                  </a:lnTo>
                  <a:lnTo>
                    <a:pt x="5252" y="8680"/>
                  </a:lnTo>
                  <a:lnTo>
                    <a:pt x="5275" y="8965"/>
                  </a:lnTo>
                  <a:cubicBezTo>
                    <a:pt x="5275" y="8965"/>
                    <a:pt x="5382" y="9204"/>
                    <a:pt x="5621" y="9204"/>
                  </a:cubicBezTo>
                  <a:cubicBezTo>
                    <a:pt x="5859" y="9204"/>
                    <a:pt x="6085" y="8965"/>
                    <a:pt x="6204" y="8965"/>
                  </a:cubicBezTo>
                  <a:cubicBezTo>
                    <a:pt x="6264" y="8965"/>
                    <a:pt x="6430" y="9096"/>
                    <a:pt x="6561" y="9215"/>
                  </a:cubicBezTo>
                  <a:cubicBezTo>
                    <a:pt x="6680" y="8918"/>
                    <a:pt x="6764" y="8858"/>
                    <a:pt x="6906" y="8608"/>
                  </a:cubicBezTo>
                  <a:cubicBezTo>
                    <a:pt x="7061" y="8287"/>
                    <a:pt x="7621" y="7691"/>
                    <a:pt x="8228" y="7537"/>
                  </a:cubicBezTo>
                  <a:cubicBezTo>
                    <a:pt x="8303" y="7514"/>
                    <a:pt x="8364" y="7504"/>
                    <a:pt x="8414" y="7504"/>
                  </a:cubicBezTo>
                  <a:cubicBezTo>
                    <a:pt x="8760" y="7504"/>
                    <a:pt x="8560" y="7986"/>
                    <a:pt x="8633" y="8132"/>
                  </a:cubicBezTo>
                  <a:cubicBezTo>
                    <a:pt x="8704" y="8251"/>
                    <a:pt x="9228" y="8215"/>
                    <a:pt x="9585" y="8251"/>
                  </a:cubicBezTo>
                  <a:lnTo>
                    <a:pt x="9907" y="8084"/>
                  </a:lnTo>
                  <a:lnTo>
                    <a:pt x="10728" y="8453"/>
                  </a:lnTo>
                  <a:cubicBezTo>
                    <a:pt x="10681" y="8322"/>
                    <a:pt x="10693" y="8168"/>
                    <a:pt x="10740" y="8049"/>
                  </a:cubicBezTo>
                  <a:cubicBezTo>
                    <a:pt x="10859" y="7739"/>
                    <a:pt x="11681" y="7549"/>
                    <a:pt x="12229" y="7358"/>
                  </a:cubicBezTo>
                  <a:cubicBezTo>
                    <a:pt x="12598" y="7215"/>
                    <a:pt x="13110" y="7037"/>
                    <a:pt x="13610" y="6918"/>
                  </a:cubicBezTo>
                  <a:cubicBezTo>
                    <a:pt x="13693" y="6608"/>
                    <a:pt x="13812" y="6191"/>
                    <a:pt x="13907" y="6084"/>
                  </a:cubicBezTo>
                  <a:cubicBezTo>
                    <a:pt x="14067" y="5943"/>
                    <a:pt x="14435" y="5928"/>
                    <a:pt x="14717" y="5928"/>
                  </a:cubicBezTo>
                  <a:cubicBezTo>
                    <a:pt x="14792" y="5928"/>
                    <a:pt x="14862" y="5929"/>
                    <a:pt x="14919" y="5929"/>
                  </a:cubicBezTo>
                  <a:cubicBezTo>
                    <a:pt x="15217" y="5929"/>
                    <a:pt x="15158" y="5667"/>
                    <a:pt x="15181" y="5489"/>
                  </a:cubicBezTo>
                  <a:cubicBezTo>
                    <a:pt x="15193" y="5310"/>
                    <a:pt x="14765" y="5096"/>
                    <a:pt x="14765" y="5096"/>
                  </a:cubicBezTo>
                  <a:lnTo>
                    <a:pt x="15217" y="4679"/>
                  </a:lnTo>
                  <a:lnTo>
                    <a:pt x="14729" y="4453"/>
                  </a:lnTo>
                  <a:lnTo>
                    <a:pt x="15193" y="4358"/>
                  </a:lnTo>
                  <a:cubicBezTo>
                    <a:pt x="15193" y="4358"/>
                    <a:pt x="15324" y="3977"/>
                    <a:pt x="15336" y="3881"/>
                  </a:cubicBezTo>
                  <a:cubicBezTo>
                    <a:pt x="15360" y="3798"/>
                    <a:pt x="15027" y="3786"/>
                    <a:pt x="14884" y="3786"/>
                  </a:cubicBezTo>
                  <a:cubicBezTo>
                    <a:pt x="14729" y="3786"/>
                    <a:pt x="14360" y="3572"/>
                    <a:pt x="14360" y="3572"/>
                  </a:cubicBezTo>
                  <a:lnTo>
                    <a:pt x="13788" y="3108"/>
                  </a:lnTo>
                  <a:cubicBezTo>
                    <a:pt x="13788" y="3108"/>
                    <a:pt x="13645" y="3203"/>
                    <a:pt x="13467" y="3322"/>
                  </a:cubicBezTo>
                  <a:cubicBezTo>
                    <a:pt x="13455" y="3330"/>
                    <a:pt x="13443" y="3334"/>
                    <a:pt x="13430" y="3334"/>
                  </a:cubicBezTo>
                  <a:cubicBezTo>
                    <a:pt x="13253" y="3334"/>
                    <a:pt x="12943" y="2631"/>
                    <a:pt x="12943" y="2631"/>
                  </a:cubicBezTo>
                  <a:cubicBezTo>
                    <a:pt x="12943" y="2631"/>
                    <a:pt x="12467" y="2929"/>
                    <a:pt x="12300" y="2929"/>
                  </a:cubicBezTo>
                  <a:cubicBezTo>
                    <a:pt x="12133" y="2929"/>
                    <a:pt x="11740" y="2536"/>
                    <a:pt x="11740" y="2536"/>
                  </a:cubicBezTo>
                  <a:lnTo>
                    <a:pt x="11431" y="2834"/>
                  </a:lnTo>
                  <a:lnTo>
                    <a:pt x="11217" y="2369"/>
                  </a:lnTo>
                  <a:lnTo>
                    <a:pt x="11205" y="1988"/>
                  </a:lnTo>
                  <a:lnTo>
                    <a:pt x="11038" y="2000"/>
                  </a:lnTo>
                  <a:lnTo>
                    <a:pt x="11062" y="1512"/>
                  </a:lnTo>
                  <a:lnTo>
                    <a:pt x="10193" y="1572"/>
                  </a:lnTo>
                  <a:lnTo>
                    <a:pt x="10133" y="929"/>
                  </a:lnTo>
                  <a:lnTo>
                    <a:pt x="10550" y="929"/>
                  </a:lnTo>
                  <a:lnTo>
                    <a:pt x="10097" y="333"/>
                  </a:lnTo>
                  <a:lnTo>
                    <a:pt x="9859"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58"/>
            <p:cNvSpPr/>
            <p:nvPr/>
          </p:nvSpPr>
          <p:spPr>
            <a:xfrm>
              <a:off x="3187875" y="2847200"/>
              <a:ext cx="230725" cy="230125"/>
            </a:xfrm>
            <a:custGeom>
              <a:avLst/>
              <a:gdLst/>
              <a:ahLst/>
              <a:cxnLst/>
              <a:rect l="l" t="t" r="r" b="b"/>
              <a:pathLst>
                <a:path w="9229" h="9205" extrusionOk="0">
                  <a:moveTo>
                    <a:pt x="965" y="1"/>
                  </a:moveTo>
                  <a:lnTo>
                    <a:pt x="1144" y="417"/>
                  </a:lnTo>
                  <a:lnTo>
                    <a:pt x="1334" y="906"/>
                  </a:lnTo>
                  <a:lnTo>
                    <a:pt x="1037" y="1179"/>
                  </a:lnTo>
                  <a:lnTo>
                    <a:pt x="906" y="1168"/>
                  </a:lnTo>
                  <a:lnTo>
                    <a:pt x="906" y="1168"/>
                  </a:lnTo>
                  <a:lnTo>
                    <a:pt x="918" y="1560"/>
                  </a:lnTo>
                  <a:lnTo>
                    <a:pt x="1275" y="1560"/>
                  </a:lnTo>
                  <a:lnTo>
                    <a:pt x="1215" y="1918"/>
                  </a:lnTo>
                  <a:lnTo>
                    <a:pt x="561" y="2799"/>
                  </a:lnTo>
                  <a:lnTo>
                    <a:pt x="1" y="2751"/>
                  </a:lnTo>
                  <a:lnTo>
                    <a:pt x="1" y="2787"/>
                  </a:lnTo>
                  <a:lnTo>
                    <a:pt x="168" y="4466"/>
                  </a:lnTo>
                  <a:cubicBezTo>
                    <a:pt x="168" y="4466"/>
                    <a:pt x="632" y="4763"/>
                    <a:pt x="703" y="4930"/>
                  </a:cubicBezTo>
                  <a:cubicBezTo>
                    <a:pt x="751" y="5037"/>
                    <a:pt x="1084" y="5716"/>
                    <a:pt x="1311" y="6156"/>
                  </a:cubicBezTo>
                  <a:cubicBezTo>
                    <a:pt x="1406" y="6347"/>
                    <a:pt x="1477" y="6490"/>
                    <a:pt x="1501" y="6525"/>
                  </a:cubicBezTo>
                  <a:lnTo>
                    <a:pt x="3228" y="7180"/>
                  </a:lnTo>
                  <a:lnTo>
                    <a:pt x="3347" y="7406"/>
                  </a:lnTo>
                  <a:lnTo>
                    <a:pt x="4049" y="7311"/>
                  </a:lnTo>
                  <a:cubicBezTo>
                    <a:pt x="4049" y="7311"/>
                    <a:pt x="4466" y="7716"/>
                    <a:pt x="4466" y="7966"/>
                  </a:cubicBezTo>
                  <a:cubicBezTo>
                    <a:pt x="4466" y="8204"/>
                    <a:pt x="4549" y="8788"/>
                    <a:pt x="4549" y="8788"/>
                  </a:cubicBezTo>
                  <a:lnTo>
                    <a:pt x="4371" y="9204"/>
                  </a:lnTo>
                  <a:cubicBezTo>
                    <a:pt x="4590" y="9124"/>
                    <a:pt x="5195" y="8835"/>
                    <a:pt x="5553" y="8835"/>
                  </a:cubicBezTo>
                  <a:cubicBezTo>
                    <a:pt x="5622" y="8835"/>
                    <a:pt x="5682" y="8846"/>
                    <a:pt x="5728" y="8871"/>
                  </a:cubicBezTo>
                  <a:cubicBezTo>
                    <a:pt x="6014" y="9038"/>
                    <a:pt x="6966" y="9109"/>
                    <a:pt x="6966" y="9109"/>
                  </a:cubicBezTo>
                  <a:lnTo>
                    <a:pt x="7371" y="8740"/>
                  </a:lnTo>
                  <a:lnTo>
                    <a:pt x="7788" y="8788"/>
                  </a:lnTo>
                  <a:lnTo>
                    <a:pt x="9228" y="8133"/>
                  </a:lnTo>
                  <a:cubicBezTo>
                    <a:pt x="8883" y="6644"/>
                    <a:pt x="8502" y="4966"/>
                    <a:pt x="8573" y="3204"/>
                  </a:cubicBezTo>
                  <a:lnTo>
                    <a:pt x="7085" y="2144"/>
                  </a:lnTo>
                  <a:lnTo>
                    <a:pt x="7085" y="1751"/>
                  </a:lnTo>
                  <a:lnTo>
                    <a:pt x="3918"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58"/>
            <p:cNvSpPr/>
            <p:nvPr/>
          </p:nvSpPr>
          <p:spPr>
            <a:xfrm>
              <a:off x="3302775" y="2075975"/>
              <a:ext cx="94675" cy="103025"/>
            </a:xfrm>
            <a:custGeom>
              <a:avLst/>
              <a:gdLst/>
              <a:ahLst/>
              <a:cxnLst/>
              <a:rect l="l" t="t" r="r" b="b"/>
              <a:pathLst>
                <a:path w="3787" h="4121" extrusionOk="0">
                  <a:moveTo>
                    <a:pt x="3418" y="1"/>
                  </a:moveTo>
                  <a:cubicBezTo>
                    <a:pt x="2331" y="663"/>
                    <a:pt x="2005" y="900"/>
                    <a:pt x="1641" y="900"/>
                  </a:cubicBezTo>
                  <a:cubicBezTo>
                    <a:pt x="1515" y="900"/>
                    <a:pt x="1384" y="871"/>
                    <a:pt x="1215" y="822"/>
                  </a:cubicBezTo>
                  <a:cubicBezTo>
                    <a:pt x="894" y="715"/>
                    <a:pt x="870" y="465"/>
                    <a:pt x="953" y="227"/>
                  </a:cubicBezTo>
                  <a:lnTo>
                    <a:pt x="441" y="191"/>
                  </a:lnTo>
                  <a:cubicBezTo>
                    <a:pt x="346" y="417"/>
                    <a:pt x="287" y="584"/>
                    <a:pt x="263" y="703"/>
                  </a:cubicBezTo>
                  <a:cubicBezTo>
                    <a:pt x="227" y="787"/>
                    <a:pt x="215" y="894"/>
                    <a:pt x="167" y="1013"/>
                  </a:cubicBezTo>
                  <a:lnTo>
                    <a:pt x="679" y="1191"/>
                  </a:lnTo>
                  <a:lnTo>
                    <a:pt x="584" y="2668"/>
                  </a:lnTo>
                  <a:lnTo>
                    <a:pt x="1" y="3858"/>
                  </a:lnTo>
                  <a:cubicBezTo>
                    <a:pt x="203" y="4108"/>
                    <a:pt x="870" y="4120"/>
                    <a:pt x="1072" y="4120"/>
                  </a:cubicBezTo>
                  <a:cubicBezTo>
                    <a:pt x="1322" y="4120"/>
                    <a:pt x="1453" y="3727"/>
                    <a:pt x="2311" y="3370"/>
                  </a:cubicBezTo>
                  <a:cubicBezTo>
                    <a:pt x="3156" y="2989"/>
                    <a:pt x="2192" y="2299"/>
                    <a:pt x="1953" y="2072"/>
                  </a:cubicBezTo>
                  <a:cubicBezTo>
                    <a:pt x="1703" y="1846"/>
                    <a:pt x="2061" y="1679"/>
                    <a:pt x="2882" y="1549"/>
                  </a:cubicBezTo>
                  <a:cubicBezTo>
                    <a:pt x="3204" y="1501"/>
                    <a:pt x="3501" y="1465"/>
                    <a:pt x="3787" y="1465"/>
                  </a:cubicBezTo>
                  <a:lnTo>
                    <a:pt x="3418" y="1"/>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58"/>
            <p:cNvSpPr/>
            <p:nvPr/>
          </p:nvSpPr>
          <p:spPr>
            <a:xfrm>
              <a:off x="3028950" y="2348050"/>
              <a:ext cx="351550" cy="280400"/>
            </a:xfrm>
            <a:custGeom>
              <a:avLst/>
              <a:gdLst/>
              <a:ahLst/>
              <a:cxnLst/>
              <a:rect l="l" t="t" r="r" b="b"/>
              <a:pathLst>
                <a:path w="14062" h="11216" extrusionOk="0">
                  <a:moveTo>
                    <a:pt x="2715" y="0"/>
                  </a:moveTo>
                  <a:lnTo>
                    <a:pt x="2715" y="1786"/>
                  </a:lnTo>
                  <a:lnTo>
                    <a:pt x="1834" y="1786"/>
                  </a:lnTo>
                  <a:lnTo>
                    <a:pt x="1834" y="2226"/>
                  </a:lnTo>
                  <a:lnTo>
                    <a:pt x="1905" y="5679"/>
                  </a:lnTo>
                  <a:lnTo>
                    <a:pt x="1131" y="5596"/>
                  </a:lnTo>
                  <a:lnTo>
                    <a:pt x="941" y="6227"/>
                  </a:lnTo>
                  <a:lnTo>
                    <a:pt x="524" y="6727"/>
                  </a:lnTo>
                  <a:lnTo>
                    <a:pt x="619" y="7025"/>
                  </a:lnTo>
                  <a:lnTo>
                    <a:pt x="202" y="7382"/>
                  </a:lnTo>
                  <a:lnTo>
                    <a:pt x="452" y="7656"/>
                  </a:lnTo>
                  <a:lnTo>
                    <a:pt x="0" y="8299"/>
                  </a:lnTo>
                  <a:lnTo>
                    <a:pt x="655" y="8334"/>
                  </a:lnTo>
                  <a:lnTo>
                    <a:pt x="631" y="9204"/>
                  </a:lnTo>
                  <a:lnTo>
                    <a:pt x="1048" y="9370"/>
                  </a:lnTo>
                  <a:lnTo>
                    <a:pt x="929" y="9787"/>
                  </a:lnTo>
                  <a:lnTo>
                    <a:pt x="988" y="9882"/>
                  </a:lnTo>
                  <a:lnTo>
                    <a:pt x="1536" y="10835"/>
                  </a:lnTo>
                  <a:lnTo>
                    <a:pt x="2477" y="10775"/>
                  </a:lnTo>
                  <a:lnTo>
                    <a:pt x="2834" y="10275"/>
                  </a:lnTo>
                  <a:lnTo>
                    <a:pt x="3381" y="10156"/>
                  </a:lnTo>
                  <a:lnTo>
                    <a:pt x="3786" y="10811"/>
                  </a:lnTo>
                  <a:lnTo>
                    <a:pt x="5120" y="10954"/>
                  </a:lnTo>
                  <a:lnTo>
                    <a:pt x="5644" y="11216"/>
                  </a:lnTo>
                  <a:lnTo>
                    <a:pt x="6191" y="10811"/>
                  </a:lnTo>
                  <a:lnTo>
                    <a:pt x="6882" y="10418"/>
                  </a:lnTo>
                  <a:lnTo>
                    <a:pt x="8037" y="10799"/>
                  </a:lnTo>
                  <a:lnTo>
                    <a:pt x="8977" y="9835"/>
                  </a:lnTo>
                  <a:lnTo>
                    <a:pt x="8977" y="9180"/>
                  </a:lnTo>
                  <a:lnTo>
                    <a:pt x="8656" y="8846"/>
                  </a:lnTo>
                  <a:lnTo>
                    <a:pt x="9465" y="8715"/>
                  </a:lnTo>
                  <a:lnTo>
                    <a:pt x="9573" y="8525"/>
                  </a:lnTo>
                  <a:lnTo>
                    <a:pt x="9799" y="8596"/>
                  </a:lnTo>
                  <a:lnTo>
                    <a:pt x="9668" y="9727"/>
                  </a:lnTo>
                  <a:lnTo>
                    <a:pt x="10120" y="10227"/>
                  </a:lnTo>
                  <a:lnTo>
                    <a:pt x="10454" y="10442"/>
                  </a:lnTo>
                  <a:lnTo>
                    <a:pt x="10513" y="9954"/>
                  </a:lnTo>
                  <a:lnTo>
                    <a:pt x="11097" y="9894"/>
                  </a:lnTo>
                  <a:lnTo>
                    <a:pt x="11156" y="8930"/>
                  </a:lnTo>
                  <a:lnTo>
                    <a:pt x="11668" y="8239"/>
                  </a:lnTo>
                  <a:lnTo>
                    <a:pt x="12228" y="8239"/>
                  </a:lnTo>
                  <a:lnTo>
                    <a:pt x="12383" y="7453"/>
                  </a:lnTo>
                  <a:lnTo>
                    <a:pt x="12371" y="6834"/>
                  </a:lnTo>
                  <a:lnTo>
                    <a:pt x="12371" y="6084"/>
                  </a:lnTo>
                  <a:lnTo>
                    <a:pt x="12728" y="5286"/>
                  </a:lnTo>
                  <a:lnTo>
                    <a:pt x="12787" y="4298"/>
                  </a:lnTo>
                  <a:lnTo>
                    <a:pt x="13335" y="4298"/>
                  </a:lnTo>
                  <a:cubicBezTo>
                    <a:pt x="13383" y="4298"/>
                    <a:pt x="13787" y="3989"/>
                    <a:pt x="14061" y="3750"/>
                  </a:cubicBezTo>
                  <a:cubicBezTo>
                    <a:pt x="13668" y="2965"/>
                    <a:pt x="13323" y="2084"/>
                    <a:pt x="13085" y="1131"/>
                  </a:cubicBezTo>
                  <a:cubicBezTo>
                    <a:pt x="13014" y="786"/>
                    <a:pt x="12894" y="429"/>
                    <a:pt x="12740" y="71"/>
                  </a:cubicBezTo>
                  <a:lnTo>
                    <a:pt x="2715"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58"/>
            <p:cNvSpPr/>
            <p:nvPr/>
          </p:nvSpPr>
          <p:spPr>
            <a:xfrm>
              <a:off x="3087875" y="2114075"/>
              <a:ext cx="258975" cy="236075"/>
            </a:xfrm>
            <a:custGeom>
              <a:avLst/>
              <a:gdLst/>
              <a:ahLst/>
              <a:cxnLst/>
              <a:rect l="l" t="t" r="r" b="b"/>
              <a:pathLst>
                <a:path w="10359" h="9443" extrusionOk="0">
                  <a:moveTo>
                    <a:pt x="727" y="1"/>
                  </a:moveTo>
                  <a:lnTo>
                    <a:pt x="203" y="727"/>
                  </a:lnTo>
                  <a:lnTo>
                    <a:pt x="239" y="1310"/>
                  </a:lnTo>
                  <a:lnTo>
                    <a:pt x="0" y="1727"/>
                  </a:lnTo>
                  <a:lnTo>
                    <a:pt x="191" y="2180"/>
                  </a:lnTo>
                  <a:lnTo>
                    <a:pt x="322" y="2322"/>
                  </a:lnTo>
                  <a:lnTo>
                    <a:pt x="322" y="9371"/>
                  </a:lnTo>
                  <a:lnTo>
                    <a:pt x="10359" y="9442"/>
                  </a:lnTo>
                  <a:cubicBezTo>
                    <a:pt x="9787" y="8049"/>
                    <a:pt x="8859" y="6609"/>
                    <a:pt x="8287" y="5751"/>
                  </a:cubicBezTo>
                  <a:cubicBezTo>
                    <a:pt x="7632" y="4644"/>
                    <a:pt x="7263" y="4311"/>
                    <a:pt x="6727" y="3037"/>
                  </a:cubicBezTo>
                  <a:cubicBezTo>
                    <a:pt x="6547" y="2603"/>
                    <a:pt x="6543" y="2445"/>
                    <a:pt x="6627" y="2445"/>
                  </a:cubicBezTo>
                  <a:cubicBezTo>
                    <a:pt x="6791" y="2445"/>
                    <a:pt x="7288" y="3051"/>
                    <a:pt x="7430" y="3358"/>
                  </a:cubicBezTo>
                  <a:cubicBezTo>
                    <a:pt x="7572" y="3698"/>
                    <a:pt x="7835" y="3826"/>
                    <a:pt x="8339" y="3826"/>
                  </a:cubicBezTo>
                  <a:cubicBezTo>
                    <a:pt x="8383" y="3826"/>
                    <a:pt x="8430" y="3825"/>
                    <a:pt x="8478" y="3823"/>
                  </a:cubicBezTo>
                  <a:lnTo>
                    <a:pt x="8454" y="2572"/>
                  </a:lnTo>
                  <a:lnTo>
                    <a:pt x="8573" y="2346"/>
                  </a:lnTo>
                  <a:cubicBezTo>
                    <a:pt x="8537" y="2322"/>
                    <a:pt x="8513" y="2275"/>
                    <a:pt x="8513" y="2215"/>
                  </a:cubicBezTo>
                  <a:cubicBezTo>
                    <a:pt x="8502" y="1977"/>
                    <a:pt x="8299" y="1072"/>
                    <a:pt x="8156" y="417"/>
                  </a:cubicBezTo>
                  <a:cubicBezTo>
                    <a:pt x="8009" y="513"/>
                    <a:pt x="7833" y="573"/>
                    <a:pt x="7622" y="573"/>
                  </a:cubicBezTo>
                  <a:cubicBezTo>
                    <a:pt x="7493" y="573"/>
                    <a:pt x="7350" y="551"/>
                    <a:pt x="7192" y="501"/>
                  </a:cubicBezTo>
                  <a:cubicBezTo>
                    <a:pt x="6906" y="406"/>
                    <a:pt x="6612" y="367"/>
                    <a:pt x="6322" y="367"/>
                  </a:cubicBezTo>
                  <a:cubicBezTo>
                    <a:pt x="5487" y="367"/>
                    <a:pt x="4687" y="684"/>
                    <a:pt x="4227" y="870"/>
                  </a:cubicBezTo>
                  <a:cubicBezTo>
                    <a:pt x="4143" y="907"/>
                    <a:pt x="4033" y="924"/>
                    <a:pt x="3898" y="924"/>
                  </a:cubicBezTo>
                  <a:cubicBezTo>
                    <a:pt x="3289" y="924"/>
                    <a:pt x="2179" y="566"/>
                    <a:pt x="727"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58"/>
            <p:cNvSpPr/>
            <p:nvPr/>
          </p:nvSpPr>
          <p:spPr>
            <a:xfrm>
              <a:off x="3313800" y="2042325"/>
              <a:ext cx="29775" cy="39050"/>
            </a:xfrm>
            <a:custGeom>
              <a:avLst/>
              <a:gdLst/>
              <a:ahLst/>
              <a:cxnLst/>
              <a:rect l="l" t="t" r="r" b="b"/>
              <a:pathLst>
                <a:path w="1191" h="1562" extrusionOk="0">
                  <a:moveTo>
                    <a:pt x="766" y="1"/>
                  </a:moveTo>
                  <a:cubicBezTo>
                    <a:pt x="700" y="1"/>
                    <a:pt x="627" y="10"/>
                    <a:pt x="560" y="25"/>
                  </a:cubicBezTo>
                  <a:cubicBezTo>
                    <a:pt x="381" y="561"/>
                    <a:pt x="155" y="1120"/>
                    <a:pt x="0" y="1525"/>
                  </a:cubicBezTo>
                  <a:lnTo>
                    <a:pt x="512" y="1561"/>
                  </a:lnTo>
                  <a:cubicBezTo>
                    <a:pt x="608" y="1287"/>
                    <a:pt x="834" y="1025"/>
                    <a:pt x="929" y="966"/>
                  </a:cubicBezTo>
                  <a:cubicBezTo>
                    <a:pt x="1143" y="847"/>
                    <a:pt x="1191" y="228"/>
                    <a:pt x="977" y="49"/>
                  </a:cubicBezTo>
                  <a:cubicBezTo>
                    <a:pt x="930" y="15"/>
                    <a:pt x="852" y="1"/>
                    <a:pt x="76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58"/>
            <p:cNvSpPr/>
            <p:nvPr/>
          </p:nvSpPr>
          <p:spPr>
            <a:xfrm>
              <a:off x="3256650" y="3029975"/>
              <a:ext cx="78600" cy="163125"/>
            </a:xfrm>
            <a:custGeom>
              <a:avLst/>
              <a:gdLst/>
              <a:ahLst/>
              <a:cxnLst/>
              <a:rect l="l" t="t" r="r" b="b"/>
              <a:pathLst>
                <a:path w="3144" h="6525" extrusionOk="0">
                  <a:moveTo>
                    <a:pt x="1298" y="0"/>
                  </a:moveTo>
                  <a:lnTo>
                    <a:pt x="596" y="95"/>
                  </a:lnTo>
                  <a:lnTo>
                    <a:pt x="929" y="655"/>
                  </a:lnTo>
                  <a:lnTo>
                    <a:pt x="548" y="1060"/>
                  </a:lnTo>
                  <a:lnTo>
                    <a:pt x="548" y="1881"/>
                  </a:lnTo>
                  <a:lnTo>
                    <a:pt x="881" y="2298"/>
                  </a:lnTo>
                  <a:lnTo>
                    <a:pt x="465" y="2417"/>
                  </a:lnTo>
                  <a:lnTo>
                    <a:pt x="465" y="2953"/>
                  </a:lnTo>
                  <a:lnTo>
                    <a:pt x="0" y="3346"/>
                  </a:lnTo>
                  <a:lnTo>
                    <a:pt x="334" y="3751"/>
                  </a:lnTo>
                  <a:lnTo>
                    <a:pt x="869" y="4048"/>
                  </a:lnTo>
                  <a:lnTo>
                    <a:pt x="1489" y="4096"/>
                  </a:lnTo>
                  <a:lnTo>
                    <a:pt x="1572" y="4513"/>
                  </a:lnTo>
                  <a:cubicBezTo>
                    <a:pt x="1572" y="4513"/>
                    <a:pt x="1239" y="5251"/>
                    <a:pt x="1358" y="5334"/>
                  </a:cubicBezTo>
                  <a:cubicBezTo>
                    <a:pt x="1477" y="5406"/>
                    <a:pt x="2179" y="6525"/>
                    <a:pt x="2179" y="6525"/>
                  </a:cubicBezTo>
                  <a:lnTo>
                    <a:pt x="2298" y="5608"/>
                  </a:lnTo>
                  <a:lnTo>
                    <a:pt x="2763" y="5525"/>
                  </a:lnTo>
                  <a:cubicBezTo>
                    <a:pt x="2763" y="5525"/>
                    <a:pt x="3144" y="4298"/>
                    <a:pt x="2846" y="4001"/>
                  </a:cubicBezTo>
                  <a:cubicBezTo>
                    <a:pt x="2560" y="3715"/>
                    <a:pt x="1727" y="3465"/>
                    <a:pt x="1715" y="3286"/>
                  </a:cubicBezTo>
                  <a:cubicBezTo>
                    <a:pt x="1667" y="3084"/>
                    <a:pt x="1381" y="1977"/>
                    <a:pt x="1620" y="1893"/>
                  </a:cubicBezTo>
                  <a:lnTo>
                    <a:pt x="1798" y="1477"/>
                  </a:lnTo>
                  <a:cubicBezTo>
                    <a:pt x="1798" y="1477"/>
                    <a:pt x="1715" y="893"/>
                    <a:pt x="1715" y="655"/>
                  </a:cubicBezTo>
                  <a:cubicBezTo>
                    <a:pt x="1715" y="405"/>
                    <a:pt x="1298" y="0"/>
                    <a:pt x="1298"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58"/>
            <p:cNvSpPr/>
            <p:nvPr/>
          </p:nvSpPr>
          <p:spPr>
            <a:xfrm>
              <a:off x="3065850" y="2561150"/>
              <a:ext cx="261950" cy="190225"/>
            </a:xfrm>
            <a:custGeom>
              <a:avLst/>
              <a:gdLst/>
              <a:ahLst/>
              <a:cxnLst/>
              <a:rect l="l" t="t" r="r" b="b"/>
              <a:pathLst>
                <a:path w="10478" h="7609" extrusionOk="0">
                  <a:moveTo>
                    <a:pt x="8097" y="1"/>
                  </a:moveTo>
                  <a:lnTo>
                    <a:pt x="7989" y="191"/>
                  </a:lnTo>
                  <a:lnTo>
                    <a:pt x="7180" y="334"/>
                  </a:lnTo>
                  <a:lnTo>
                    <a:pt x="7501" y="656"/>
                  </a:lnTo>
                  <a:lnTo>
                    <a:pt x="7501" y="1322"/>
                  </a:lnTo>
                  <a:lnTo>
                    <a:pt x="6561" y="2275"/>
                  </a:lnTo>
                  <a:lnTo>
                    <a:pt x="5406" y="1906"/>
                  </a:lnTo>
                  <a:lnTo>
                    <a:pt x="4715" y="2311"/>
                  </a:lnTo>
                  <a:lnTo>
                    <a:pt x="4179" y="2727"/>
                  </a:lnTo>
                  <a:lnTo>
                    <a:pt x="3644" y="2442"/>
                  </a:lnTo>
                  <a:lnTo>
                    <a:pt x="2310" y="2311"/>
                  </a:lnTo>
                  <a:lnTo>
                    <a:pt x="1893" y="1656"/>
                  </a:lnTo>
                  <a:lnTo>
                    <a:pt x="1346" y="1763"/>
                  </a:lnTo>
                  <a:lnTo>
                    <a:pt x="989" y="2263"/>
                  </a:lnTo>
                  <a:lnTo>
                    <a:pt x="48" y="2311"/>
                  </a:lnTo>
                  <a:lnTo>
                    <a:pt x="0" y="3192"/>
                  </a:lnTo>
                  <a:lnTo>
                    <a:pt x="1072" y="3466"/>
                  </a:lnTo>
                  <a:lnTo>
                    <a:pt x="1477" y="4120"/>
                  </a:lnTo>
                  <a:lnTo>
                    <a:pt x="2417" y="4894"/>
                  </a:lnTo>
                  <a:lnTo>
                    <a:pt x="2417" y="5454"/>
                  </a:lnTo>
                  <a:lnTo>
                    <a:pt x="3132" y="5633"/>
                  </a:lnTo>
                  <a:lnTo>
                    <a:pt x="3096" y="6144"/>
                  </a:lnTo>
                  <a:lnTo>
                    <a:pt x="3132" y="6180"/>
                  </a:lnTo>
                  <a:lnTo>
                    <a:pt x="4120" y="6954"/>
                  </a:lnTo>
                  <a:lnTo>
                    <a:pt x="4394" y="6716"/>
                  </a:lnTo>
                  <a:lnTo>
                    <a:pt x="4870" y="6883"/>
                  </a:lnTo>
                  <a:lnTo>
                    <a:pt x="5108" y="6621"/>
                  </a:lnTo>
                  <a:lnTo>
                    <a:pt x="6108" y="7561"/>
                  </a:lnTo>
                  <a:lnTo>
                    <a:pt x="6954" y="7311"/>
                  </a:lnTo>
                  <a:lnTo>
                    <a:pt x="7275" y="7609"/>
                  </a:lnTo>
                  <a:lnTo>
                    <a:pt x="7739" y="7335"/>
                  </a:lnTo>
                  <a:lnTo>
                    <a:pt x="8680" y="7252"/>
                  </a:lnTo>
                  <a:lnTo>
                    <a:pt x="9002" y="6942"/>
                  </a:lnTo>
                  <a:lnTo>
                    <a:pt x="9621" y="6323"/>
                  </a:lnTo>
                  <a:lnTo>
                    <a:pt x="10073" y="6347"/>
                  </a:lnTo>
                  <a:lnTo>
                    <a:pt x="10228" y="6656"/>
                  </a:lnTo>
                  <a:lnTo>
                    <a:pt x="10478" y="6668"/>
                  </a:lnTo>
                  <a:lnTo>
                    <a:pt x="10478" y="6668"/>
                  </a:lnTo>
                  <a:lnTo>
                    <a:pt x="10454" y="6014"/>
                  </a:lnTo>
                  <a:lnTo>
                    <a:pt x="9680" y="5942"/>
                  </a:lnTo>
                  <a:lnTo>
                    <a:pt x="9680" y="4930"/>
                  </a:lnTo>
                  <a:lnTo>
                    <a:pt x="9204" y="4775"/>
                  </a:lnTo>
                  <a:lnTo>
                    <a:pt x="8930" y="4228"/>
                  </a:lnTo>
                  <a:lnTo>
                    <a:pt x="7835" y="3966"/>
                  </a:lnTo>
                  <a:lnTo>
                    <a:pt x="7930" y="3275"/>
                  </a:lnTo>
                  <a:lnTo>
                    <a:pt x="8942" y="3192"/>
                  </a:lnTo>
                  <a:lnTo>
                    <a:pt x="8930" y="2370"/>
                  </a:lnTo>
                  <a:lnTo>
                    <a:pt x="8978" y="1918"/>
                  </a:lnTo>
                  <a:lnTo>
                    <a:pt x="8644" y="1703"/>
                  </a:lnTo>
                  <a:lnTo>
                    <a:pt x="8192" y="1203"/>
                  </a:lnTo>
                  <a:lnTo>
                    <a:pt x="8323" y="72"/>
                  </a:lnTo>
                  <a:lnTo>
                    <a:pt x="8097"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58"/>
            <p:cNvSpPr/>
            <p:nvPr/>
          </p:nvSpPr>
          <p:spPr>
            <a:xfrm>
              <a:off x="3292375" y="2101275"/>
              <a:ext cx="27400" cy="71175"/>
            </a:xfrm>
            <a:custGeom>
              <a:avLst/>
              <a:gdLst/>
              <a:ahLst/>
              <a:cxnLst/>
              <a:rect l="l" t="t" r="r" b="b"/>
              <a:pathLst>
                <a:path w="1096" h="2847" extrusionOk="0">
                  <a:moveTo>
                    <a:pt x="583" y="1"/>
                  </a:moveTo>
                  <a:cubicBezTo>
                    <a:pt x="476" y="334"/>
                    <a:pt x="298" y="703"/>
                    <a:pt x="0" y="906"/>
                  </a:cubicBezTo>
                  <a:cubicBezTo>
                    <a:pt x="155" y="1560"/>
                    <a:pt x="345" y="2465"/>
                    <a:pt x="357" y="2715"/>
                  </a:cubicBezTo>
                  <a:cubicBezTo>
                    <a:pt x="357" y="2751"/>
                    <a:pt x="393" y="2799"/>
                    <a:pt x="417" y="2846"/>
                  </a:cubicBezTo>
                  <a:lnTo>
                    <a:pt x="1000" y="1656"/>
                  </a:lnTo>
                  <a:lnTo>
                    <a:pt x="1095" y="179"/>
                  </a:lnTo>
                  <a:lnTo>
                    <a:pt x="583" y="1"/>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58"/>
            <p:cNvSpPr/>
            <p:nvPr/>
          </p:nvSpPr>
          <p:spPr>
            <a:xfrm>
              <a:off x="3194125" y="2734700"/>
              <a:ext cx="116125" cy="122050"/>
            </a:xfrm>
            <a:custGeom>
              <a:avLst/>
              <a:gdLst/>
              <a:ahLst/>
              <a:cxnLst/>
              <a:rect l="l" t="t" r="r" b="b"/>
              <a:pathLst>
                <a:path w="4645" h="4882" extrusionOk="0">
                  <a:moveTo>
                    <a:pt x="3871" y="0"/>
                  </a:moveTo>
                  <a:lnTo>
                    <a:pt x="3549" y="310"/>
                  </a:lnTo>
                  <a:lnTo>
                    <a:pt x="2608" y="393"/>
                  </a:lnTo>
                  <a:lnTo>
                    <a:pt x="2144" y="667"/>
                  </a:lnTo>
                  <a:lnTo>
                    <a:pt x="1823" y="369"/>
                  </a:lnTo>
                  <a:lnTo>
                    <a:pt x="977" y="619"/>
                  </a:lnTo>
                  <a:lnTo>
                    <a:pt x="977" y="1703"/>
                  </a:lnTo>
                  <a:lnTo>
                    <a:pt x="1406" y="1762"/>
                  </a:lnTo>
                  <a:lnTo>
                    <a:pt x="227" y="2834"/>
                  </a:lnTo>
                  <a:lnTo>
                    <a:pt x="227" y="3286"/>
                  </a:lnTo>
                  <a:lnTo>
                    <a:pt x="96" y="3417"/>
                  </a:lnTo>
                  <a:lnTo>
                    <a:pt x="1" y="4882"/>
                  </a:lnTo>
                  <a:lnTo>
                    <a:pt x="1" y="4882"/>
                  </a:lnTo>
                  <a:lnTo>
                    <a:pt x="275" y="4679"/>
                  </a:lnTo>
                  <a:lnTo>
                    <a:pt x="715" y="4489"/>
                  </a:lnTo>
                  <a:lnTo>
                    <a:pt x="739" y="4477"/>
                  </a:lnTo>
                  <a:lnTo>
                    <a:pt x="3668" y="4477"/>
                  </a:lnTo>
                  <a:lnTo>
                    <a:pt x="3668" y="3572"/>
                  </a:lnTo>
                  <a:lnTo>
                    <a:pt x="4644" y="2048"/>
                  </a:lnTo>
                  <a:lnTo>
                    <a:pt x="3871"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58"/>
            <p:cNvSpPr/>
            <p:nvPr/>
          </p:nvSpPr>
          <p:spPr>
            <a:xfrm>
              <a:off x="3210200" y="3049600"/>
              <a:ext cx="227450" cy="365250"/>
            </a:xfrm>
            <a:custGeom>
              <a:avLst/>
              <a:gdLst/>
              <a:ahLst/>
              <a:cxnLst/>
              <a:rect l="l" t="t" r="r" b="b"/>
              <a:pathLst>
                <a:path w="9098" h="14610" extrusionOk="0">
                  <a:moveTo>
                    <a:pt x="8335" y="1"/>
                  </a:moveTo>
                  <a:lnTo>
                    <a:pt x="6895" y="656"/>
                  </a:lnTo>
                  <a:lnTo>
                    <a:pt x="6478" y="620"/>
                  </a:lnTo>
                  <a:lnTo>
                    <a:pt x="6073" y="989"/>
                  </a:lnTo>
                  <a:cubicBezTo>
                    <a:pt x="6073" y="989"/>
                    <a:pt x="5121" y="918"/>
                    <a:pt x="4835" y="751"/>
                  </a:cubicBezTo>
                  <a:cubicBezTo>
                    <a:pt x="4789" y="723"/>
                    <a:pt x="4727" y="711"/>
                    <a:pt x="4656" y="711"/>
                  </a:cubicBezTo>
                  <a:cubicBezTo>
                    <a:pt x="4301" y="711"/>
                    <a:pt x="3698" y="1003"/>
                    <a:pt x="3489" y="1073"/>
                  </a:cubicBezTo>
                  <a:cubicBezTo>
                    <a:pt x="3239" y="1168"/>
                    <a:pt x="3525" y="2263"/>
                    <a:pt x="3573" y="2477"/>
                  </a:cubicBezTo>
                  <a:cubicBezTo>
                    <a:pt x="3620" y="2680"/>
                    <a:pt x="4430" y="2918"/>
                    <a:pt x="4728" y="3216"/>
                  </a:cubicBezTo>
                  <a:cubicBezTo>
                    <a:pt x="5025" y="3513"/>
                    <a:pt x="4644" y="4740"/>
                    <a:pt x="4644" y="4740"/>
                  </a:cubicBezTo>
                  <a:lnTo>
                    <a:pt x="4180" y="4823"/>
                  </a:lnTo>
                  <a:lnTo>
                    <a:pt x="4061" y="5740"/>
                  </a:lnTo>
                  <a:cubicBezTo>
                    <a:pt x="4061" y="5740"/>
                    <a:pt x="3358" y="4621"/>
                    <a:pt x="3239" y="4549"/>
                  </a:cubicBezTo>
                  <a:cubicBezTo>
                    <a:pt x="3132" y="4466"/>
                    <a:pt x="3454" y="3728"/>
                    <a:pt x="3454" y="3728"/>
                  </a:cubicBezTo>
                  <a:lnTo>
                    <a:pt x="3382" y="3311"/>
                  </a:lnTo>
                  <a:lnTo>
                    <a:pt x="2751" y="3263"/>
                  </a:lnTo>
                  <a:lnTo>
                    <a:pt x="2215" y="2966"/>
                  </a:lnTo>
                  <a:lnTo>
                    <a:pt x="1" y="3799"/>
                  </a:lnTo>
                  <a:lnTo>
                    <a:pt x="25" y="4263"/>
                  </a:lnTo>
                  <a:cubicBezTo>
                    <a:pt x="25" y="4263"/>
                    <a:pt x="120" y="4585"/>
                    <a:pt x="191" y="4644"/>
                  </a:cubicBezTo>
                  <a:cubicBezTo>
                    <a:pt x="287" y="4704"/>
                    <a:pt x="1489" y="4918"/>
                    <a:pt x="2013" y="5168"/>
                  </a:cubicBezTo>
                  <a:cubicBezTo>
                    <a:pt x="2537" y="5406"/>
                    <a:pt x="2180" y="5978"/>
                    <a:pt x="2299" y="6347"/>
                  </a:cubicBezTo>
                  <a:cubicBezTo>
                    <a:pt x="2406" y="6728"/>
                    <a:pt x="2156" y="7311"/>
                    <a:pt x="2156" y="7311"/>
                  </a:cubicBezTo>
                  <a:lnTo>
                    <a:pt x="2323" y="8216"/>
                  </a:lnTo>
                  <a:lnTo>
                    <a:pt x="1775" y="8776"/>
                  </a:lnTo>
                  <a:lnTo>
                    <a:pt x="1846" y="9562"/>
                  </a:lnTo>
                  <a:lnTo>
                    <a:pt x="691" y="10478"/>
                  </a:lnTo>
                  <a:cubicBezTo>
                    <a:pt x="811" y="10502"/>
                    <a:pt x="882" y="10526"/>
                    <a:pt x="882" y="10526"/>
                  </a:cubicBezTo>
                  <a:lnTo>
                    <a:pt x="1323" y="11848"/>
                  </a:lnTo>
                  <a:lnTo>
                    <a:pt x="1382" y="13669"/>
                  </a:lnTo>
                  <a:lnTo>
                    <a:pt x="1549" y="14550"/>
                  </a:lnTo>
                  <a:lnTo>
                    <a:pt x="2430" y="14610"/>
                  </a:lnTo>
                  <a:cubicBezTo>
                    <a:pt x="2430" y="13776"/>
                    <a:pt x="1942" y="13384"/>
                    <a:pt x="3442" y="12860"/>
                  </a:cubicBezTo>
                  <a:cubicBezTo>
                    <a:pt x="4871" y="12372"/>
                    <a:pt x="4478" y="10419"/>
                    <a:pt x="3859" y="8835"/>
                  </a:cubicBezTo>
                  <a:cubicBezTo>
                    <a:pt x="3811" y="8728"/>
                    <a:pt x="3811" y="8609"/>
                    <a:pt x="3823" y="8502"/>
                  </a:cubicBezTo>
                  <a:cubicBezTo>
                    <a:pt x="4061" y="7288"/>
                    <a:pt x="7811" y="5895"/>
                    <a:pt x="8657" y="4144"/>
                  </a:cubicBezTo>
                  <a:cubicBezTo>
                    <a:pt x="9097" y="3156"/>
                    <a:pt x="8740" y="1715"/>
                    <a:pt x="8335"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58"/>
            <p:cNvSpPr/>
            <p:nvPr/>
          </p:nvSpPr>
          <p:spPr>
            <a:xfrm>
              <a:off x="3251575" y="2018625"/>
              <a:ext cx="51225" cy="25825"/>
            </a:xfrm>
            <a:custGeom>
              <a:avLst/>
              <a:gdLst/>
              <a:ahLst/>
              <a:cxnLst/>
              <a:rect l="l" t="t" r="r" b="b"/>
              <a:pathLst>
                <a:path w="2049" h="1033" extrusionOk="0">
                  <a:moveTo>
                    <a:pt x="1920" y="0"/>
                  </a:moveTo>
                  <a:cubicBezTo>
                    <a:pt x="1849" y="0"/>
                    <a:pt x="1777" y="28"/>
                    <a:pt x="1727" y="44"/>
                  </a:cubicBezTo>
                  <a:cubicBezTo>
                    <a:pt x="1620" y="92"/>
                    <a:pt x="1549" y="163"/>
                    <a:pt x="1442" y="211"/>
                  </a:cubicBezTo>
                  <a:cubicBezTo>
                    <a:pt x="1358" y="247"/>
                    <a:pt x="1263" y="259"/>
                    <a:pt x="1180" y="259"/>
                  </a:cubicBezTo>
                  <a:lnTo>
                    <a:pt x="549" y="306"/>
                  </a:lnTo>
                  <a:cubicBezTo>
                    <a:pt x="370" y="318"/>
                    <a:pt x="156" y="342"/>
                    <a:pt x="84" y="497"/>
                  </a:cubicBezTo>
                  <a:cubicBezTo>
                    <a:pt x="1" y="640"/>
                    <a:pt x="84" y="842"/>
                    <a:pt x="239" y="925"/>
                  </a:cubicBezTo>
                  <a:cubicBezTo>
                    <a:pt x="370" y="1021"/>
                    <a:pt x="549" y="1033"/>
                    <a:pt x="715" y="1033"/>
                  </a:cubicBezTo>
                  <a:cubicBezTo>
                    <a:pt x="799" y="1033"/>
                    <a:pt x="906" y="1033"/>
                    <a:pt x="977" y="985"/>
                  </a:cubicBezTo>
                  <a:cubicBezTo>
                    <a:pt x="1025" y="973"/>
                    <a:pt x="1049" y="937"/>
                    <a:pt x="1096" y="925"/>
                  </a:cubicBezTo>
                  <a:cubicBezTo>
                    <a:pt x="1334" y="783"/>
                    <a:pt x="1561" y="616"/>
                    <a:pt x="1799" y="437"/>
                  </a:cubicBezTo>
                  <a:cubicBezTo>
                    <a:pt x="1858" y="378"/>
                    <a:pt x="1930" y="330"/>
                    <a:pt x="1977" y="259"/>
                  </a:cubicBezTo>
                  <a:cubicBezTo>
                    <a:pt x="2025" y="199"/>
                    <a:pt x="2049" y="92"/>
                    <a:pt x="2013" y="21"/>
                  </a:cubicBezTo>
                  <a:cubicBezTo>
                    <a:pt x="1984" y="6"/>
                    <a:pt x="1952" y="0"/>
                    <a:pt x="1920"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58"/>
            <p:cNvSpPr/>
            <p:nvPr/>
          </p:nvSpPr>
          <p:spPr>
            <a:xfrm>
              <a:off x="3032800" y="3000500"/>
              <a:ext cx="246800" cy="209575"/>
            </a:xfrm>
            <a:custGeom>
              <a:avLst/>
              <a:gdLst/>
              <a:ahLst/>
              <a:cxnLst/>
              <a:rect l="l" t="t" r="r" b="b"/>
              <a:pathLst>
                <a:path w="9872" h="8383" extrusionOk="0">
                  <a:moveTo>
                    <a:pt x="7561" y="0"/>
                  </a:moveTo>
                  <a:lnTo>
                    <a:pt x="6037" y="143"/>
                  </a:lnTo>
                  <a:lnTo>
                    <a:pt x="5335" y="834"/>
                  </a:lnTo>
                  <a:lnTo>
                    <a:pt x="5716" y="1334"/>
                  </a:lnTo>
                  <a:lnTo>
                    <a:pt x="5549" y="3144"/>
                  </a:lnTo>
                  <a:lnTo>
                    <a:pt x="6085" y="3382"/>
                  </a:lnTo>
                  <a:lnTo>
                    <a:pt x="6621" y="3310"/>
                  </a:lnTo>
                  <a:lnTo>
                    <a:pt x="6787" y="3715"/>
                  </a:lnTo>
                  <a:lnTo>
                    <a:pt x="6573" y="4203"/>
                  </a:lnTo>
                  <a:lnTo>
                    <a:pt x="6121" y="4203"/>
                  </a:lnTo>
                  <a:lnTo>
                    <a:pt x="5537" y="3715"/>
                  </a:lnTo>
                  <a:lnTo>
                    <a:pt x="4751" y="3429"/>
                  </a:lnTo>
                  <a:lnTo>
                    <a:pt x="4454" y="2894"/>
                  </a:lnTo>
                  <a:lnTo>
                    <a:pt x="4239" y="3144"/>
                  </a:lnTo>
                  <a:lnTo>
                    <a:pt x="3454" y="3191"/>
                  </a:lnTo>
                  <a:lnTo>
                    <a:pt x="2918" y="2894"/>
                  </a:lnTo>
                  <a:lnTo>
                    <a:pt x="2799" y="2489"/>
                  </a:lnTo>
                  <a:lnTo>
                    <a:pt x="2144" y="2489"/>
                  </a:lnTo>
                  <a:lnTo>
                    <a:pt x="1727" y="2239"/>
                  </a:lnTo>
                  <a:lnTo>
                    <a:pt x="1680" y="4013"/>
                  </a:lnTo>
                  <a:lnTo>
                    <a:pt x="1" y="4096"/>
                  </a:lnTo>
                  <a:lnTo>
                    <a:pt x="167" y="7108"/>
                  </a:lnTo>
                  <a:lnTo>
                    <a:pt x="1132" y="8073"/>
                  </a:lnTo>
                  <a:cubicBezTo>
                    <a:pt x="1263" y="8037"/>
                    <a:pt x="1418" y="8013"/>
                    <a:pt x="1501" y="8013"/>
                  </a:cubicBezTo>
                  <a:cubicBezTo>
                    <a:pt x="1563" y="8006"/>
                    <a:pt x="1650" y="8002"/>
                    <a:pt x="1750" y="8002"/>
                  </a:cubicBezTo>
                  <a:cubicBezTo>
                    <a:pt x="2109" y="8002"/>
                    <a:pt x="2629" y="8045"/>
                    <a:pt x="2704" y="8073"/>
                  </a:cubicBezTo>
                  <a:cubicBezTo>
                    <a:pt x="2811" y="8097"/>
                    <a:pt x="3466" y="8144"/>
                    <a:pt x="3585" y="8180"/>
                  </a:cubicBezTo>
                  <a:cubicBezTo>
                    <a:pt x="3644" y="8192"/>
                    <a:pt x="3585" y="8275"/>
                    <a:pt x="3525" y="8371"/>
                  </a:cubicBezTo>
                  <a:lnTo>
                    <a:pt x="4228" y="8382"/>
                  </a:lnTo>
                  <a:cubicBezTo>
                    <a:pt x="4358" y="8192"/>
                    <a:pt x="4656" y="7799"/>
                    <a:pt x="4966" y="7561"/>
                  </a:cubicBezTo>
                  <a:cubicBezTo>
                    <a:pt x="5406" y="7239"/>
                    <a:pt x="5787" y="7239"/>
                    <a:pt x="5787" y="7239"/>
                  </a:cubicBezTo>
                  <a:lnTo>
                    <a:pt x="5763" y="6585"/>
                  </a:lnTo>
                  <a:lnTo>
                    <a:pt x="7085" y="6192"/>
                  </a:lnTo>
                  <a:lnTo>
                    <a:pt x="7049" y="5739"/>
                  </a:lnTo>
                  <a:lnTo>
                    <a:pt x="9276" y="4906"/>
                  </a:lnTo>
                  <a:lnTo>
                    <a:pt x="8942" y="4501"/>
                  </a:lnTo>
                  <a:lnTo>
                    <a:pt x="9407" y="4096"/>
                  </a:lnTo>
                  <a:lnTo>
                    <a:pt x="9407" y="3560"/>
                  </a:lnTo>
                  <a:lnTo>
                    <a:pt x="9823" y="3441"/>
                  </a:lnTo>
                  <a:lnTo>
                    <a:pt x="9490" y="3025"/>
                  </a:lnTo>
                  <a:lnTo>
                    <a:pt x="9490" y="2203"/>
                  </a:lnTo>
                  <a:lnTo>
                    <a:pt x="9871" y="1810"/>
                  </a:lnTo>
                  <a:lnTo>
                    <a:pt x="9538" y="1239"/>
                  </a:lnTo>
                  <a:lnTo>
                    <a:pt x="9466" y="1001"/>
                  </a:lnTo>
                  <a:lnTo>
                    <a:pt x="7740" y="346"/>
                  </a:lnTo>
                  <a:cubicBezTo>
                    <a:pt x="7740" y="346"/>
                    <a:pt x="7668" y="203"/>
                    <a:pt x="7561"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58"/>
            <p:cNvSpPr/>
            <p:nvPr/>
          </p:nvSpPr>
          <p:spPr>
            <a:xfrm>
              <a:off x="2913750" y="3307375"/>
              <a:ext cx="356325" cy="299075"/>
            </a:xfrm>
            <a:custGeom>
              <a:avLst/>
              <a:gdLst/>
              <a:ahLst/>
              <a:cxnLst/>
              <a:rect l="l" t="t" r="r" b="b"/>
              <a:pathLst>
                <a:path w="14253" h="11963" extrusionOk="0">
                  <a:moveTo>
                    <a:pt x="10219" y="5878"/>
                  </a:moveTo>
                  <a:cubicBezTo>
                    <a:pt x="10315" y="5878"/>
                    <a:pt x="10426" y="5923"/>
                    <a:pt x="10549" y="6049"/>
                  </a:cubicBezTo>
                  <a:cubicBezTo>
                    <a:pt x="11002" y="6502"/>
                    <a:pt x="11121" y="7097"/>
                    <a:pt x="10835" y="7311"/>
                  </a:cubicBezTo>
                  <a:cubicBezTo>
                    <a:pt x="10598" y="7499"/>
                    <a:pt x="10010" y="7891"/>
                    <a:pt x="9653" y="7891"/>
                  </a:cubicBezTo>
                  <a:cubicBezTo>
                    <a:pt x="9579" y="7891"/>
                    <a:pt x="9515" y="7874"/>
                    <a:pt x="9466" y="7835"/>
                  </a:cubicBezTo>
                  <a:cubicBezTo>
                    <a:pt x="9180" y="7609"/>
                    <a:pt x="9120" y="7252"/>
                    <a:pt x="9120" y="7252"/>
                  </a:cubicBezTo>
                  <a:lnTo>
                    <a:pt x="9299" y="6633"/>
                  </a:lnTo>
                  <a:lnTo>
                    <a:pt x="9835" y="6156"/>
                  </a:lnTo>
                  <a:cubicBezTo>
                    <a:pt x="9835" y="6156"/>
                    <a:pt x="9980" y="5878"/>
                    <a:pt x="10219" y="5878"/>
                  </a:cubicBezTo>
                  <a:close/>
                  <a:moveTo>
                    <a:pt x="11502" y="1"/>
                  </a:moveTo>
                  <a:cubicBezTo>
                    <a:pt x="11383" y="1"/>
                    <a:pt x="11252" y="36"/>
                    <a:pt x="11097" y="60"/>
                  </a:cubicBezTo>
                  <a:cubicBezTo>
                    <a:pt x="10823" y="144"/>
                    <a:pt x="10478" y="239"/>
                    <a:pt x="10121" y="287"/>
                  </a:cubicBezTo>
                  <a:cubicBezTo>
                    <a:pt x="9561" y="346"/>
                    <a:pt x="9073" y="1287"/>
                    <a:pt x="9073" y="1453"/>
                  </a:cubicBezTo>
                  <a:cubicBezTo>
                    <a:pt x="9073" y="1608"/>
                    <a:pt x="8751" y="2168"/>
                    <a:pt x="8204" y="2168"/>
                  </a:cubicBezTo>
                  <a:cubicBezTo>
                    <a:pt x="7644" y="2168"/>
                    <a:pt x="7918" y="2382"/>
                    <a:pt x="7811" y="2882"/>
                  </a:cubicBezTo>
                  <a:cubicBezTo>
                    <a:pt x="7765" y="3089"/>
                    <a:pt x="7540" y="3189"/>
                    <a:pt x="7219" y="3189"/>
                  </a:cubicBezTo>
                  <a:cubicBezTo>
                    <a:pt x="6785" y="3189"/>
                    <a:pt x="6177" y="3005"/>
                    <a:pt x="5608" y="2656"/>
                  </a:cubicBezTo>
                  <a:cubicBezTo>
                    <a:pt x="5608" y="2656"/>
                    <a:pt x="5382" y="3311"/>
                    <a:pt x="5382" y="3477"/>
                  </a:cubicBezTo>
                  <a:cubicBezTo>
                    <a:pt x="5382" y="3632"/>
                    <a:pt x="4513" y="4251"/>
                    <a:pt x="4513" y="4251"/>
                  </a:cubicBezTo>
                  <a:lnTo>
                    <a:pt x="3632" y="4251"/>
                  </a:lnTo>
                  <a:lnTo>
                    <a:pt x="3751" y="3263"/>
                  </a:lnTo>
                  <a:lnTo>
                    <a:pt x="3096" y="2382"/>
                  </a:lnTo>
                  <a:lnTo>
                    <a:pt x="3096" y="4585"/>
                  </a:lnTo>
                  <a:cubicBezTo>
                    <a:pt x="3096" y="5240"/>
                    <a:pt x="3096" y="5466"/>
                    <a:pt x="2763" y="5954"/>
                  </a:cubicBezTo>
                  <a:cubicBezTo>
                    <a:pt x="2608" y="6195"/>
                    <a:pt x="2348" y="6270"/>
                    <a:pt x="2065" y="6270"/>
                  </a:cubicBezTo>
                  <a:cubicBezTo>
                    <a:pt x="1760" y="6270"/>
                    <a:pt x="1427" y="6182"/>
                    <a:pt x="1167" y="6121"/>
                  </a:cubicBezTo>
                  <a:cubicBezTo>
                    <a:pt x="679" y="6002"/>
                    <a:pt x="738" y="5347"/>
                    <a:pt x="738" y="5347"/>
                  </a:cubicBezTo>
                  <a:lnTo>
                    <a:pt x="738" y="5347"/>
                  </a:lnTo>
                  <a:lnTo>
                    <a:pt x="0" y="6013"/>
                  </a:lnTo>
                  <a:cubicBezTo>
                    <a:pt x="774" y="7383"/>
                    <a:pt x="1679" y="9311"/>
                    <a:pt x="1703" y="10740"/>
                  </a:cubicBezTo>
                  <a:cubicBezTo>
                    <a:pt x="1720" y="11683"/>
                    <a:pt x="2471" y="11963"/>
                    <a:pt x="3564" y="11963"/>
                  </a:cubicBezTo>
                  <a:cubicBezTo>
                    <a:pt x="4720" y="11963"/>
                    <a:pt x="6259" y="11650"/>
                    <a:pt x="7716" y="11478"/>
                  </a:cubicBezTo>
                  <a:cubicBezTo>
                    <a:pt x="10561" y="11157"/>
                    <a:pt x="12621" y="7121"/>
                    <a:pt x="13526" y="6002"/>
                  </a:cubicBezTo>
                  <a:cubicBezTo>
                    <a:pt x="14121" y="5287"/>
                    <a:pt x="14252" y="4739"/>
                    <a:pt x="14252" y="4323"/>
                  </a:cubicBezTo>
                  <a:lnTo>
                    <a:pt x="13371" y="4263"/>
                  </a:lnTo>
                  <a:lnTo>
                    <a:pt x="13157" y="4859"/>
                  </a:lnTo>
                  <a:lnTo>
                    <a:pt x="12276" y="4430"/>
                  </a:lnTo>
                  <a:lnTo>
                    <a:pt x="12669" y="3263"/>
                  </a:lnTo>
                  <a:lnTo>
                    <a:pt x="13216" y="3370"/>
                  </a:lnTo>
                  <a:lnTo>
                    <a:pt x="13157" y="1560"/>
                  </a:lnTo>
                  <a:lnTo>
                    <a:pt x="12704" y="227"/>
                  </a:lnTo>
                  <a:cubicBezTo>
                    <a:pt x="12704" y="227"/>
                    <a:pt x="12633" y="203"/>
                    <a:pt x="12514" y="191"/>
                  </a:cubicBezTo>
                  <a:cubicBezTo>
                    <a:pt x="12228" y="108"/>
                    <a:pt x="11728" y="13"/>
                    <a:pt x="11502"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58"/>
            <p:cNvSpPr/>
            <p:nvPr/>
          </p:nvSpPr>
          <p:spPr>
            <a:xfrm>
              <a:off x="3114375" y="3156175"/>
              <a:ext cx="158075" cy="155400"/>
            </a:xfrm>
            <a:custGeom>
              <a:avLst/>
              <a:gdLst/>
              <a:ahLst/>
              <a:cxnLst/>
              <a:rect l="l" t="t" r="r" b="b"/>
              <a:pathLst>
                <a:path w="6323" h="6216" extrusionOk="0">
                  <a:moveTo>
                    <a:pt x="3822" y="0"/>
                  </a:moveTo>
                  <a:lnTo>
                    <a:pt x="2500" y="381"/>
                  </a:lnTo>
                  <a:lnTo>
                    <a:pt x="2524" y="1036"/>
                  </a:lnTo>
                  <a:cubicBezTo>
                    <a:pt x="2524" y="1036"/>
                    <a:pt x="2155" y="1036"/>
                    <a:pt x="1703" y="1370"/>
                  </a:cubicBezTo>
                  <a:cubicBezTo>
                    <a:pt x="1393" y="1608"/>
                    <a:pt x="1095" y="1989"/>
                    <a:pt x="965" y="2191"/>
                  </a:cubicBezTo>
                  <a:lnTo>
                    <a:pt x="274" y="2155"/>
                  </a:lnTo>
                  <a:cubicBezTo>
                    <a:pt x="214" y="2227"/>
                    <a:pt x="155" y="2286"/>
                    <a:pt x="155" y="2286"/>
                  </a:cubicBezTo>
                  <a:lnTo>
                    <a:pt x="0" y="2870"/>
                  </a:lnTo>
                  <a:lnTo>
                    <a:pt x="393" y="3608"/>
                  </a:lnTo>
                  <a:lnTo>
                    <a:pt x="845" y="3894"/>
                  </a:lnTo>
                  <a:lnTo>
                    <a:pt x="1084" y="3894"/>
                  </a:lnTo>
                  <a:lnTo>
                    <a:pt x="1274" y="4501"/>
                  </a:lnTo>
                  <a:lnTo>
                    <a:pt x="1667" y="4382"/>
                  </a:lnTo>
                  <a:lnTo>
                    <a:pt x="1667" y="5132"/>
                  </a:lnTo>
                  <a:lnTo>
                    <a:pt x="1965" y="5370"/>
                  </a:lnTo>
                  <a:lnTo>
                    <a:pt x="2393" y="5406"/>
                  </a:lnTo>
                  <a:lnTo>
                    <a:pt x="2858" y="5596"/>
                  </a:lnTo>
                  <a:lnTo>
                    <a:pt x="3060" y="6096"/>
                  </a:lnTo>
                  <a:cubicBezTo>
                    <a:pt x="3227" y="6073"/>
                    <a:pt x="3346" y="6037"/>
                    <a:pt x="3465" y="6037"/>
                  </a:cubicBezTo>
                  <a:cubicBezTo>
                    <a:pt x="3691" y="6037"/>
                    <a:pt x="4191" y="6144"/>
                    <a:pt x="4477" y="6215"/>
                  </a:cubicBezTo>
                  <a:lnTo>
                    <a:pt x="5632" y="5299"/>
                  </a:lnTo>
                  <a:lnTo>
                    <a:pt x="5560" y="4513"/>
                  </a:lnTo>
                  <a:lnTo>
                    <a:pt x="6108" y="3953"/>
                  </a:lnTo>
                  <a:lnTo>
                    <a:pt x="5953" y="3048"/>
                  </a:lnTo>
                  <a:cubicBezTo>
                    <a:pt x="5953" y="3048"/>
                    <a:pt x="6203" y="2465"/>
                    <a:pt x="6084" y="2084"/>
                  </a:cubicBezTo>
                  <a:cubicBezTo>
                    <a:pt x="5965" y="1703"/>
                    <a:pt x="6322" y="1143"/>
                    <a:pt x="5798" y="905"/>
                  </a:cubicBezTo>
                  <a:cubicBezTo>
                    <a:pt x="5275" y="655"/>
                    <a:pt x="4072" y="441"/>
                    <a:pt x="3989" y="381"/>
                  </a:cubicBezTo>
                  <a:cubicBezTo>
                    <a:pt x="3905" y="322"/>
                    <a:pt x="3822" y="0"/>
                    <a:pt x="3822"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58"/>
            <p:cNvSpPr/>
            <p:nvPr/>
          </p:nvSpPr>
          <p:spPr>
            <a:xfrm>
              <a:off x="3056925" y="1386300"/>
              <a:ext cx="205400" cy="173575"/>
            </a:xfrm>
            <a:custGeom>
              <a:avLst/>
              <a:gdLst/>
              <a:ahLst/>
              <a:cxnLst/>
              <a:rect l="l" t="t" r="r" b="b"/>
              <a:pathLst>
                <a:path w="8216" h="6943" extrusionOk="0">
                  <a:moveTo>
                    <a:pt x="4286" y="1"/>
                  </a:moveTo>
                  <a:lnTo>
                    <a:pt x="3739" y="513"/>
                  </a:lnTo>
                  <a:lnTo>
                    <a:pt x="3405" y="382"/>
                  </a:lnTo>
                  <a:lnTo>
                    <a:pt x="2965" y="632"/>
                  </a:lnTo>
                  <a:lnTo>
                    <a:pt x="2965" y="668"/>
                  </a:lnTo>
                  <a:lnTo>
                    <a:pt x="2786" y="1168"/>
                  </a:lnTo>
                  <a:lnTo>
                    <a:pt x="2953" y="1370"/>
                  </a:lnTo>
                  <a:lnTo>
                    <a:pt x="2143" y="1882"/>
                  </a:lnTo>
                  <a:cubicBezTo>
                    <a:pt x="2143" y="1882"/>
                    <a:pt x="1977" y="2597"/>
                    <a:pt x="1977" y="2763"/>
                  </a:cubicBezTo>
                  <a:cubicBezTo>
                    <a:pt x="1977" y="2930"/>
                    <a:pt x="1346" y="3132"/>
                    <a:pt x="1107" y="3228"/>
                  </a:cubicBezTo>
                  <a:cubicBezTo>
                    <a:pt x="1000" y="3262"/>
                    <a:pt x="849" y="3272"/>
                    <a:pt x="710" y="3272"/>
                  </a:cubicBezTo>
                  <a:cubicBezTo>
                    <a:pt x="511" y="3272"/>
                    <a:pt x="334" y="3251"/>
                    <a:pt x="334" y="3251"/>
                  </a:cubicBezTo>
                  <a:lnTo>
                    <a:pt x="334" y="3251"/>
                  </a:lnTo>
                  <a:cubicBezTo>
                    <a:pt x="334" y="3251"/>
                    <a:pt x="357" y="3751"/>
                    <a:pt x="393" y="3847"/>
                  </a:cubicBezTo>
                  <a:cubicBezTo>
                    <a:pt x="405" y="3966"/>
                    <a:pt x="655" y="4680"/>
                    <a:pt x="631" y="4787"/>
                  </a:cubicBezTo>
                  <a:cubicBezTo>
                    <a:pt x="607" y="4906"/>
                    <a:pt x="226" y="5240"/>
                    <a:pt x="226" y="5240"/>
                  </a:cubicBezTo>
                  <a:lnTo>
                    <a:pt x="0" y="5621"/>
                  </a:lnTo>
                  <a:lnTo>
                    <a:pt x="357" y="5871"/>
                  </a:lnTo>
                  <a:lnTo>
                    <a:pt x="393" y="6728"/>
                  </a:lnTo>
                  <a:cubicBezTo>
                    <a:pt x="393" y="6728"/>
                    <a:pt x="1179" y="6073"/>
                    <a:pt x="1346" y="6037"/>
                  </a:cubicBezTo>
                  <a:cubicBezTo>
                    <a:pt x="1358" y="6035"/>
                    <a:pt x="1379" y="6035"/>
                    <a:pt x="1406" y="6035"/>
                  </a:cubicBezTo>
                  <a:cubicBezTo>
                    <a:pt x="1701" y="6035"/>
                    <a:pt x="2768" y="6145"/>
                    <a:pt x="3096" y="6145"/>
                  </a:cubicBezTo>
                  <a:cubicBezTo>
                    <a:pt x="3453" y="6145"/>
                    <a:pt x="3905" y="6728"/>
                    <a:pt x="3905" y="6728"/>
                  </a:cubicBezTo>
                  <a:lnTo>
                    <a:pt x="4263" y="6311"/>
                  </a:lnTo>
                  <a:lnTo>
                    <a:pt x="4703" y="6799"/>
                  </a:lnTo>
                  <a:lnTo>
                    <a:pt x="5037" y="6395"/>
                  </a:lnTo>
                  <a:lnTo>
                    <a:pt x="5156" y="6728"/>
                  </a:lnTo>
                  <a:lnTo>
                    <a:pt x="5453" y="6752"/>
                  </a:lnTo>
                  <a:lnTo>
                    <a:pt x="5870" y="6561"/>
                  </a:lnTo>
                  <a:lnTo>
                    <a:pt x="6227" y="6942"/>
                  </a:lnTo>
                  <a:lnTo>
                    <a:pt x="6251" y="6287"/>
                  </a:lnTo>
                  <a:lnTo>
                    <a:pt x="6537" y="5930"/>
                  </a:lnTo>
                  <a:lnTo>
                    <a:pt x="7215" y="5906"/>
                  </a:lnTo>
                  <a:lnTo>
                    <a:pt x="7215" y="5264"/>
                  </a:lnTo>
                  <a:lnTo>
                    <a:pt x="7001" y="5264"/>
                  </a:lnTo>
                  <a:lnTo>
                    <a:pt x="6965" y="4359"/>
                  </a:lnTo>
                  <a:lnTo>
                    <a:pt x="7775" y="4466"/>
                  </a:lnTo>
                  <a:lnTo>
                    <a:pt x="8216" y="3942"/>
                  </a:lnTo>
                  <a:lnTo>
                    <a:pt x="7918" y="3704"/>
                  </a:lnTo>
                  <a:lnTo>
                    <a:pt x="7918" y="3418"/>
                  </a:lnTo>
                  <a:lnTo>
                    <a:pt x="7370" y="3549"/>
                  </a:lnTo>
                  <a:lnTo>
                    <a:pt x="7370" y="3549"/>
                  </a:lnTo>
                  <a:lnTo>
                    <a:pt x="7430" y="2894"/>
                  </a:lnTo>
                  <a:lnTo>
                    <a:pt x="7025" y="2870"/>
                  </a:lnTo>
                  <a:lnTo>
                    <a:pt x="6834" y="2120"/>
                  </a:lnTo>
                  <a:lnTo>
                    <a:pt x="6501" y="1930"/>
                  </a:lnTo>
                  <a:lnTo>
                    <a:pt x="6668" y="1513"/>
                  </a:lnTo>
                  <a:lnTo>
                    <a:pt x="6406" y="1239"/>
                  </a:lnTo>
                  <a:lnTo>
                    <a:pt x="6596" y="989"/>
                  </a:lnTo>
                  <a:lnTo>
                    <a:pt x="6620" y="692"/>
                  </a:lnTo>
                  <a:lnTo>
                    <a:pt x="6322" y="596"/>
                  </a:lnTo>
                  <a:lnTo>
                    <a:pt x="6108" y="299"/>
                  </a:lnTo>
                  <a:lnTo>
                    <a:pt x="5656" y="561"/>
                  </a:lnTo>
                  <a:lnTo>
                    <a:pt x="5394" y="692"/>
                  </a:lnTo>
                  <a:lnTo>
                    <a:pt x="5358" y="239"/>
                  </a:lnTo>
                  <a:lnTo>
                    <a:pt x="4834" y="299"/>
                  </a:lnTo>
                  <a:lnTo>
                    <a:pt x="4298"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58"/>
            <p:cNvSpPr/>
            <p:nvPr/>
          </p:nvSpPr>
          <p:spPr>
            <a:xfrm>
              <a:off x="3220325" y="3388650"/>
              <a:ext cx="27425" cy="39600"/>
            </a:xfrm>
            <a:custGeom>
              <a:avLst/>
              <a:gdLst/>
              <a:ahLst/>
              <a:cxnLst/>
              <a:rect l="l" t="t" r="r" b="b"/>
              <a:pathLst>
                <a:path w="1097" h="1584" extrusionOk="0">
                  <a:moveTo>
                    <a:pt x="382" y="0"/>
                  </a:moveTo>
                  <a:lnTo>
                    <a:pt x="1" y="1143"/>
                  </a:lnTo>
                  <a:lnTo>
                    <a:pt x="882" y="1584"/>
                  </a:lnTo>
                  <a:lnTo>
                    <a:pt x="1096" y="988"/>
                  </a:lnTo>
                  <a:lnTo>
                    <a:pt x="941" y="107"/>
                  </a:lnTo>
                  <a:lnTo>
                    <a:pt x="382"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58"/>
            <p:cNvSpPr/>
            <p:nvPr/>
          </p:nvSpPr>
          <p:spPr>
            <a:xfrm>
              <a:off x="2825050" y="2708500"/>
              <a:ext cx="404225" cy="396800"/>
            </a:xfrm>
            <a:custGeom>
              <a:avLst/>
              <a:gdLst/>
              <a:ahLst/>
              <a:cxnLst/>
              <a:rect l="l" t="t" r="r" b="b"/>
              <a:pathLst>
                <a:path w="16169" h="15872" extrusionOk="0">
                  <a:moveTo>
                    <a:pt x="11287" y="0"/>
                  </a:moveTo>
                  <a:lnTo>
                    <a:pt x="10990" y="465"/>
                  </a:lnTo>
                  <a:lnTo>
                    <a:pt x="10752" y="429"/>
                  </a:lnTo>
                  <a:lnTo>
                    <a:pt x="10692" y="298"/>
                  </a:lnTo>
                  <a:lnTo>
                    <a:pt x="10335" y="298"/>
                  </a:lnTo>
                  <a:lnTo>
                    <a:pt x="9680" y="727"/>
                  </a:lnTo>
                  <a:lnTo>
                    <a:pt x="9454" y="631"/>
                  </a:lnTo>
                  <a:lnTo>
                    <a:pt x="9037" y="596"/>
                  </a:lnTo>
                  <a:lnTo>
                    <a:pt x="8811" y="1227"/>
                  </a:lnTo>
                  <a:lnTo>
                    <a:pt x="8299" y="1143"/>
                  </a:lnTo>
                  <a:lnTo>
                    <a:pt x="7168" y="846"/>
                  </a:lnTo>
                  <a:lnTo>
                    <a:pt x="6608" y="358"/>
                  </a:lnTo>
                  <a:lnTo>
                    <a:pt x="6001" y="381"/>
                  </a:lnTo>
                  <a:lnTo>
                    <a:pt x="5418" y="1001"/>
                  </a:lnTo>
                  <a:cubicBezTo>
                    <a:pt x="5418" y="1001"/>
                    <a:pt x="5453" y="1203"/>
                    <a:pt x="5453" y="1322"/>
                  </a:cubicBezTo>
                  <a:cubicBezTo>
                    <a:pt x="5453" y="1382"/>
                    <a:pt x="5453" y="1536"/>
                    <a:pt x="5418" y="1715"/>
                  </a:cubicBezTo>
                  <a:cubicBezTo>
                    <a:pt x="5394" y="1894"/>
                    <a:pt x="5346" y="2072"/>
                    <a:pt x="5287" y="2096"/>
                  </a:cubicBezTo>
                  <a:cubicBezTo>
                    <a:pt x="5120" y="2263"/>
                    <a:pt x="4929" y="3334"/>
                    <a:pt x="4846" y="3584"/>
                  </a:cubicBezTo>
                  <a:cubicBezTo>
                    <a:pt x="4751" y="3822"/>
                    <a:pt x="4810" y="5049"/>
                    <a:pt x="4810" y="5049"/>
                  </a:cubicBezTo>
                  <a:lnTo>
                    <a:pt x="4036" y="5620"/>
                  </a:lnTo>
                  <a:cubicBezTo>
                    <a:pt x="4036" y="5620"/>
                    <a:pt x="3905" y="5787"/>
                    <a:pt x="3905" y="5882"/>
                  </a:cubicBezTo>
                  <a:cubicBezTo>
                    <a:pt x="3905" y="5965"/>
                    <a:pt x="3358" y="6454"/>
                    <a:pt x="3358" y="6454"/>
                  </a:cubicBezTo>
                  <a:lnTo>
                    <a:pt x="3417" y="7620"/>
                  </a:lnTo>
                  <a:lnTo>
                    <a:pt x="2203" y="8752"/>
                  </a:lnTo>
                  <a:lnTo>
                    <a:pt x="1989" y="8716"/>
                  </a:lnTo>
                  <a:lnTo>
                    <a:pt x="1893" y="8228"/>
                  </a:lnTo>
                  <a:lnTo>
                    <a:pt x="1453" y="8263"/>
                  </a:lnTo>
                  <a:lnTo>
                    <a:pt x="1179" y="8704"/>
                  </a:lnTo>
                  <a:lnTo>
                    <a:pt x="881" y="8513"/>
                  </a:lnTo>
                  <a:lnTo>
                    <a:pt x="346" y="8894"/>
                  </a:lnTo>
                  <a:lnTo>
                    <a:pt x="322" y="9537"/>
                  </a:lnTo>
                  <a:lnTo>
                    <a:pt x="0" y="9549"/>
                  </a:lnTo>
                  <a:cubicBezTo>
                    <a:pt x="48" y="9644"/>
                    <a:pt x="107" y="9752"/>
                    <a:pt x="155" y="9847"/>
                  </a:cubicBezTo>
                  <a:lnTo>
                    <a:pt x="3715" y="9549"/>
                  </a:lnTo>
                  <a:cubicBezTo>
                    <a:pt x="3715" y="9549"/>
                    <a:pt x="4036" y="10716"/>
                    <a:pt x="4132" y="10835"/>
                  </a:cubicBezTo>
                  <a:cubicBezTo>
                    <a:pt x="4203" y="10954"/>
                    <a:pt x="4620" y="11490"/>
                    <a:pt x="4620" y="11490"/>
                  </a:cubicBezTo>
                  <a:lnTo>
                    <a:pt x="5977" y="11442"/>
                  </a:lnTo>
                  <a:lnTo>
                    <a:pt x="6299" y="10537"/>
                  </a:lnTo>
                  <a:lnTo>
                    <a:pt x="7120" y="10537"/>
                  </a:lnTo>
                  <a:lnTo>
                    <a:pt x="7120" y="10776"/>
                  </a:lnTo>
                  <a:lnTo>
                    <a:pt x="8192" y="10859"/>
                  </a:lnTo>
                  <a:lnTo>
                    <a:pt x="8263" y="12681"/>
                  </a:lnTo>
                  <a:lnTo>
                    <a:pt x="8513" y="13216"/>
                  </a:lnTo>
                  <a:lnTo>
                    <a:pt x="8597" y="14193"/>
                  </a:lnTo>
                  <a:lnTo>
                    <a:pt x="9990" y="13895"/>
                  </a:lnTo>
                  <a:lnTo>
                    <a:pt x="10406" y="14157"/>
                  </a:lnTo>
                  <a:lnTo>
                    <a:pt x="11061" y="14157"/>
                  </a:lnTo>
                  <a:lnTo>
                    <a:pt x="11180" y="14562"/>
                  </a:lnTo>
                  <a:lnTo>
                    <a:pt x="11716" y="14859"/>
                  </a:lnTo>
                  <a:lnTo>
                    <a:pt x="12502" y="14812"/>
                  </a:lnTo>
                  <a:lnTo>
                    <a:pt x="12716" y="14562"/>
                  </a:lnTo>
                  <a:lnTo>
                    <a:pt x="13014" y="15098"/>
                  </a:lnTo>
                  <a:lnTo>
                    <a:pt x="13800" y="15371"/>
                  </a:lnTo>
                  <a:lnTo>
                    <a:pt x="14383" y="15871"/>
                  </a:lnTo>
                  <a:lnTo>
                    <a:pt x="14847" y="15871"/>
                  </a:lnTo>
                  <a:lnTo>
                    <a:pt x="15050" y="15371"/>
                  </a:lnTo>
                  <a:lnTo>
                    <a:pt x="14883" y="14978"/>
                  </a:lnTo>
                  <a:lnTo>
                    <a:pt x="14347" y="15050"/>
                  </a:lnTo>
                  <a:lnTo>
                    <a:pt x="13811" y="14812"/>
                  </a:lnTo>
                  <a:lnTo>
                    <a:pt x="13978" y="12990"/>
                  </a:lnTo>
                  <a:lnTo>
                    <a:pt x="13609" y="12502"/>
                  </a:lnTo>
                  <a:lnTo>
                    <a:pt x="14312" y="11800"/>
                  </a:lnTo>
                  <a:lnTo>
                    <a:pt x="15824" y="11669"/>
                  </a:lnTo>
                  <a:lnTo>
                    <a:pt x="15216" y="10442"/>
                  </a:lnTo>
                  <a:cubicBezTo>
                    <a:pt x="15145" y="10287"/>
                    <a:pt x="14681" y="9990"/>
                    <a:pt x="14681" y="9990"/>
                  </a:cubicBezTo>
                  <a:lnTo>
                    <a:pt x="14514" y="8299"/>
                  </a:lnTo>
                  <a:lnTo>
                    <a:pt x="14514" y="8275"/>
                  </a:lnTo>
                  <a:lnTo>
                    <a:pt x="14264" y="6930"/>
                  </a:lnTo>
                  <a:lnTo>
                    <a:pt x="14228" y="6739"/>
                  </a:lnTo>
                  <a:lnTo>
                    <a:pt x="14609" y="6037"/>
                  </a:lnTo>
                  <a:lnTo>
                    <a:pt x="14788" y="5906"/>
                  </a:lnTo>
                  <a:lnTo>
                    <a:pt x="14859" y="4453"/>
                  </a:lnTo>
                  <a:lnTo>
                    <a:pt x="14990" y="4322"/>
                  </a:lnTo>
                  <a:lnTo>
                    <a:pt x="14990" y="3870"/>
                  </a:lnTo>
                  <a:lnTo>
                    <a:pt x="16169" y="2798"/>
                  </a:lnTo>
                  <a:lnTo>
                    <a:pt x="15716" y="2739"/>
                  </a:lnTo>
                  <a:lnTo>
                    <a:pt x="15716" y="1632"/>
                  </a:lnTo>
                  <a:lnTo>
                    <a:pt x="14740" y="703"/>
                  </a:lnTo>
                  <a:lnTo>
                    <a:pt x="14502" y="953"/>
                  </a:lnTo>
                  <a:lnTo>
                    <a:pt x="14038" y="786"/>
                  </a:lnTo>
                  <a:lnTo>
                    <a:pt x="13752" y="1024"/>
                  </a:lnTo>
                  <a:lnTo>
                    <a:pt x="12764" y="250"/>
                  </a:lnTo>
                  <a:lnTo>
                    <a:pt x="12133" y="298"/>
                  </a:lnTo>
                  <a:lnTo>
                    <a:pt x="11811" y="167"/>
                  </a:lnTo>
                  <a:lnTo>
                    <a:pt x="11287"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58"/>
            <p:cNvSpPr/>
            <p:nvPr/>
          </p:nvSpPr>
          <p:spPr>
            <a:xfrm>
              <a:off x="3180450" y="2846900"/>
              <a:ext cx="40500" cy="36650"/>
            </a:xfrm>
            <a:custGeom>
              <a:avLst/>
              <a:gdLst/>
              <a:ahLst/>
              <a:cxnLst/>
              <a:rect l="l" t="t" r="r" b="b"/>
              <a:pathLst>
                <a:path w="1620" h="1466" extrusionOk="0">
                  <a:moveTo>
                    <a:pt x="1262" y="1"/>
                  </a:moveTo>
                  <a:lnTo>
                    <a:pt x="822" y="191"/>
                  </a:lnTo>
                  <a:lnTo>
                    <a:pt x="548" y="394"/>
                  </a:lnTo>
                  <a:lnTo>
                    <a:pt x="369" y="525"/>
                  </a:lnTo>
                  <a:lnTo>
                    <a:pt x="0" y="1239"/>
                  </a:lnTo>
                  <a:lnTo>
                    <a:pt x="36" y="1418"/>
                  </a:lnTo>
                  <a:lnTo>
                    <a:pt x="643" y="1465"/>
                  </a:lnTo>
                  <a:lnTo>
                    <a:pt x="846" y="1132"/>
                  </a:lnTo>
                  <a:lnTo>
                    <a:pt x="1191" y="1180"/>
                  </a:lnTo>
                  <a:lnTo>
                    <a:pt x="1322" y="1180"/>
                  </a:lnTo>
                  <a:lnTo>
                    <a:pt x="1620" y="906"/>
                  </a:lnTo>
                  <a:lnTo>
                    <a:pt x="1429" y="418"/>
                  </a:lnTo>
                  <a:lnTo>
                    <a:pt x="1262"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58"/>
            <p:cNvSpPr/>
            <p:nvPr/>
          </p:nvSpPr>
          <p:spPr>
            <a:xfrm>
              <a:off x="3181350" y="2875175"/>
              <a:ext cx="38100" cy="41700"/>
            </a:xfrm>
            <a:custGeom>
              <a:avLst/>
              <a:gdLst/>
              <a:ahLst/>
              <a:cxnLst/>
              <a:rect l="l" t="t" r="r" b="b"/>
              <a:pathLst>
                <a:path w="1524" h="1668" extrusionOk="0">
                  <a:moveTo>
                    <a:pt x="810" y="1"/>
                  </a:moveTo>
                  <a:lnTo>
                    <a:pt x="607" y="334"/>
                  </a:lnTo>
                  <a:lnTo>
                    <a:pt x="0" y="287"/>
                  </a:lnTo>
                  <a:lnTo>
                    <a:pt x="250" y="1644"/>
                  </a:lnTo>
                  <a:lnTo>
                    <a:pt x="810" y="1668"/>
                  </a:lnTo>
                  <a:lnTo>
                    <a:pt x="1488" y="787"/>
                  </a:lnTo>
                  <a:lnTo>
                    <a:pt x="1524" y="453"/>
                  </a:lnTo>
                  <a:lnTo>
                    <a:pt x="1167" y="453"/>
                  </a:lnTo>
                  <a:lnTo>
                    <a:pt x="1155" y="49"/>
                  </a:lnTo>
                  <a:lnTo>
                    <a:pt x="810"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58"/>
            <p:cNvSpPr/>
            <p:nvPr/>
          </p:nvSpPr>
          <p:spPr>
            <a:xfrm>
              <a:off x="3132825" y="1651225"/>
              <a:ext cx="68425" cy="87250"/>
            </a:xfrm>
            <a:custGeom>
              <a:avLst/>
              <a:gdLst/>
              <a:ahLst/>
              <a:cxnLst/>
              <a:rect l="l" t="t" r="r" b="b"/>
              <a:pathLst>
                <a:path w="2737" h="3490" extrusionOk="0">
                  <a:moveTo>
                    <a:pt x="822" y="1"/>
                  </a:moveTo>
                  <a:lnTo>
                    <a:pt x="72" y="24"/>
                  </a:lnTo>
                  <a:cubicBezTo>
                    <a:pt x="72" y="24"/>
                    <a:pt x="60" y="96"/>
                    <a:pt x="0" y="203"/>
                  </a:cubicBezTo>
                  <a:cubicBezTo>
                    <a:pt x="250" y="548"/>
                    <a:pt x="703" y="1096"/>
                    <a:pt x="762" y="1191"/>
                  </a:cubicBezTo>
                  <a:cubicBezTo>
                    <a:pt x="846" y="1322"/>
                    <a:pt x="1179" y="2060"/>
                    <a:pt x="1179" y="2060"/>
                  </a:cubicBezTo>
                  <a:lnTo>
                    <a:pt x="1322" y="3489"/>
                  </a:lnTo>
                  <a:lnTo>
                    <a:pt x="1870" y="3156"/>
                  </a:lnTo>
                  <a:lnTo>
                    <a:pt x="1893" y="2513"/>
                  </a:lnTo>
                  <a:cubicBezTo>
                    <a:pt x="1893" y="2513"/>
                    <a:pt x="2120" y="2560"/>
                    <a:pt x="2429" y="2632"/>
                  </a:cubicBezTo>
                  <a:cubicBezTo>
                    <a:pt x="2465" y="2641"/>
                    <a:pt x="2496" y="2646"/>
                    <a:pt x="2523" y="2646"/>
                  </a:cubicBezTo>
                  <a:cubicBezTo>
                    <a:pt x="2736" y="2646"/>
                    <a:pt x="2727" y="2382"/>
                    <a:pt x="2727" y="2203"/>
                  </a:cubicBezTo>
                  <a:cubicBezTo>
                    <a:pt x="2727" y="1989"/>
                    <a:pt x="2441" y="1941"/>
                    <a:pt x="2441" y="1929"/>
                  </a:cubicBezTo>
                  <a:lnTo>
                    <a:pt x="2393" y="1334"/>
                  </a:lnTo>
                  <a:lnTo>
                    <a:pt x="2096" y="1405"/>
                  </a:lnTo>
                  <a:lnTo>
                    <a:pt x="2143" y="548"/>
                  </a:lnTo>
                  <a:cubicBezTo>
                    <a:pt x="2143" y="548"/>
                    <a:pt x="1608" y="548"/>
                    <a:pt x="1334" y="429"/>
                  </a:cubicBezTo>
                  <a:cubicBezTo>
                    <a:pt x="1060" y="310"/>
                    <a:pt x="822" y="1"/>
                    <a:pt x="822"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58"/>
            <p:cNvSpPr/>
            <p:nvPr/>
          </p:nvSpPr>
          <p:spPr>
            <a:xfrm>
              <a:off x="2999775" y="1656875"/>
              <a:ext cx="200050" cy="143800"/>
            </a:xfrm>
            <a:custGeom>
              <a:avLst/>
              <a:gdLst/>
              <a:ahLst/>
              <a:cxnLst/>
              <a:rect l="l" t="t" r="r" b="b"/>
              <a:pathLst>
                <a:path w="8002" h="5752" extrusionOk="0">
                  <a:moveTo>
                    <a:pt x="5370" y="1"/>
                  </a:moveTo>
                  <a:cubicBezTo>
                    <a:pt x="5310" y="108"/>
                    <a:pt x="5191" y="263"/>
                    <a:pt x="5025" y="346"/>
                  </a:cubicBezTo>
                  <a:cubicBezTo>
                    <a:pt x="4764" y="492"/>
                    <a:pt x="4422" y="501"/>
                    <a:pt x="4340" y="501"/>
                  </a:cubicBezTo>
                  <a:cubicBezTo>
                    <a:pt x="4328" y="501"/>
                    <a:pt x="4322" y="501"/>
                    <a:pt x="4322" y="501"/>
                  </a:cubicBezTo>
                  <a:cubicBezTo>
                    <a:pt x="4322" y="501"/>
                    <a:pt x="4108" y="691"/>
                    <a:pt x="3929" y="703"/>
                  </a:cubicBezTo>
                  <a:cubicBezTo>
                    <a:pt x="3926" y="703"/>
                    <a:pt x="3923" y="704"/>
                    <a:pt x="3919" y="704"/>
                  </a:cubicBezTo>
                  <a:cubicBezTo>
                    <a:pt x="3744" y="704"/>
                    <a:pt x="3584" y="406"/>
                    <a:pt x="3584" y="406"/>
                  </a:cubicBezTo>
                  <a:lnTo>
                    <a:pt x="2691" y="406"/>
                  </a:lnTo>
                  <a:lnTo>
                    <a:pt x="2477" y="239"/>
                  </a:lnTo>
                  <a:lnTo>
                    <a:pt x="2000" y="513"/>
                  </a:lnTo>
                  <a:cubicBezTo>
                    <a:pt x="2000" y="513"/>
                    <a:pt x="1465" y="965"/>
                    <a:pt x="1346" y="1108"/>
                  </a:cubicBezTo>
                  <a:cubicBezTo>
                    <a:pt x="1227" y="1263"/>
                    <a:pt x="1024" y="2287"/>
                    <a:pt x="798" y="2394"/>
                  </a:cubicBezTo>
                  <a:cubicBezTo>
                    <a:pt x="560" y="2489"/>
                    <a:pt x="560" y="2656"/>
                    <a:pt x="72" y="2656"/>
                  </a:cubicBezTo>
                  <a:lnTo>
                    <a:pt x="0" y="2656"/>
                  </a:lnTo>
                  <a:lnTo>
                    <a:pt x="310" y="3049"/>
                  </a:lnTo>
                  <a:lnTo>
                    <a:pt x="322" y="3537"/>
                  </a:lnTo>
                  <a:lnTo>
                    <a:pt x="917" y="3787"/>
                  </a:lnTo>
                  <a:lnTo>
                    <a:pt x="834" y="4311"/>
                  </a:lnTo>
                  <a:lnTo>
                    <a:pt x="1167" y="4608"/>
                  </a:lnTo>
                  <a:lnTo>
                    <a:pt x="1393" y="4668"/>
                  </a:lnTo>
                  <a:lnTo>
                    <a:pt x="1810" y="4370"/>
                  </a:lnTo>
                  <a:lnTo>
                    <a:pt x="1929" y="4489"/>
                  </a:lnTo>
                  <a:lnTo>
                    <a:pt x="1881" y="5013"/>
                  </a:lnTo>
                  <a:lnTo>
                    <a:pt x="2120" y="5085"/>
                  </a:lnTo>
                  <a:lnTo>
                    <a:pt x="2167" y="5120"/>
                  </a:lnTo>
                  <a:lnTo>
                    <a:pt x="2381" y="5585"/>
                  </a:lnTo>
                  <a:lnTo>
                    <a:pt x="4251" y="5751"/>
                  </a:lnTo>
                  <a:cubicBezTo>
                    <a:pt x="4251" y="5751"/>
                    <a:pt x="4977" y="5120"/>
                    <a:pt x="5239" y="5109"/>
                  </a:cubicBezTo>
                  <a:cubicBezTo>
                    <a:pt x="5242" y="5108"/>
                    <a:pt x="5245" y="5108"/>
                    <a:pt x="5249" y="5108"/>
                  </a:cubicBezTo>
                  <a:cubicBezTo>
                    <a:pt x="5462" y="5108"/>
                    <a:pt x="6437" y="5457"/>
                    <a:pt x="6870" y="5632"/>
                  </a:cubicBezTo>
                  <a:cubicBezTo>
                    <a:pt x="6989" y="5406"/>
                    <a:pt x="7084" y="5239"/>
                    <a:pt x="7108" y="5037"/>
                  </a:cubicBezTo>
                  <a:cubicBezTo>
                    <a:pt x="7168" y="4632"/>
                    <a:pt x="7715" y="4549"/>
                    <a:pt x="7918" y="4049"/>
                  </a:cubicBezTo>
                  <a:cubicBezTo>
                    <a:pt x="7942" y="3966"/>
                    <a:pt x="7977" y="3894"/>
                    <a:pt x="8001" y="3835"/>
                  </a:cubicBezTo>
                  <a:cubicBezTo>
                    <a:pt x="7870" y="3715"/>
                    <a:pt x="7704" y="3573"/>
                    <a:pt x="7644" y="3573"/>
                  </a:cubicBezTo>
                  <a:cubicBezTo>
                    <a:pt x="7525" y="3573"/>
                    <a:pt x="7287" y="3811"/>
                    <a:pt x="7061" y="3811"/>
                  </a:cubicBezTo>
                  <a:cubicBezTo>
                    <a:pt x="6846" y="3811"/>
                    <a:pt x="6727" y="3573"/>
                    <a:pt x="6727" y="3573"/>
                  </a:cubicBezTo>
                  <a:lnTo>
                    <a:pt x="6692" y="3299"/>
                  </a:lnTo>
                  <a:lnTo>
                    <a:pt x="6549" y="1870"/>
                  </a:lnTo>
                  <a:cubicBezTo>
                    <a:pt x="6549" y="1870"/>
                    <a:pt x="6215" y="1108"/>
                    <a:pt x="6132" y="989"/>
                  </a:cubicBezTo>
                  <a:cubicBezTo>
                    <a:pt x="6072" y="894"/>
                    <a:pt x="5620" y="334"/>
                    <a:pt x="5370"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58"/>
            <p:cNvSpPr/>
            <p:nvPr/>
          </p:nvSpPr>
          <p:spPr>
            <a:xfrm>
              <a:off x="2991125" y="3210050"/>
              <a:ext cx="200050" cy="203625"/>
            </a:xfrm>
            <a:custGeom>
              <a:avLst/>
              <a:gdLst/>
              <a:ahLst/>
              <a:cxnLst/>
              <a:rect l="l" t="t" r="r" b="b"/>
              <a:pathLst>
                <a:path w="8002" h="8145" extrusionOk="0">
                  <a:moveTo>
                    <a:pt x="3954" y="0"/>
                  </a:moveTo>
                  <a:lnTo>
                    <a:pt x="3025" y="489"/>
                  </a:lnTo>
                  <a:lnTo>
                    <a:pt x="2692" y="60"/>
                  </a:lnTo>
                  <a:lnTo>
                    <a:pt x="834" y="381"/>
                  </a:lnTo>
                  <a:cubicBezTo>
                    <a:pt x="834" y="381"/>
                    <a:pt x="989" y="3084"/>
                    <a:pt x="715" y="3739"/>
                  </a:cubicBezTo>
                  <a:cubicBezTo>
                    <a:pt x="618" y="3975"/>
                    <a:pt x="500" y="4052"/>
                    <a:pt x="388" y="4052"/>
                  </a:cubicBezTo>
                  <a:cubicBezTo>
                    <a:pt x="185" y="4052"/>
                    <a:pt x="1" y="3799"/>
                    <a:pt x="1" y="3799"/>
                  </a:cubicBezTo>
                  <a:lnTo>
                    <a:pt x="1" y="6275"/>
                  </a:lnTo>
                  <a:lnTo>
                    <a:pt x="656" y="7156"/>
                  </a:lnTo>
                  <a:lnTo>
                    <a:pt x="537" y="8144"/>
                  </a:lnTo>
                  <a:lnTo>
                    <a:pt x="1418" y="8144"/>
                  </a:lnTo>
                  <a:cubicBezTo>
                    <a:pt x="1418" y="8144"/>
                    <a:pt x="2287" y="7525"/>
                    <a:pt x="2287" y="7370"/>
                  </a:cubicBezTo>
                  <a:cubicBezTo>
                    <a:pt x="2287" y="7204"/>
                    <a:pt x="2513" y="6549"/>
                    <a:pt x="2513" y="6549"/>
                  </a:cubicBezTo>
                  <a:cubicBezTo>
                    <a:pt x="3075" y="6898"/>
                    <a:pt x="3680" y="7082"/>
                    <a:pt x="4116" y="7082"/>
                  </a:cubicBezTo>
                  <a:cubicBezTo>
                    <a:pt x="4437" y="7082"/>
                    <a:pt x="4665" y="6982"/>
                    <a:pt x="4716" y="6775"/>
                  </a:cubicBezTo>
                  <a:cubicBezTo>
                    <a:pt x="4823" y="6275"/>
                    <a:pt x="4549" y="6061"/>
                    <a:pt x="5109" y="6061"/>
                  </a:cubicBezTo>
                  <a:cubicBezTo>
                    <a:pt x="5656" y="6061"/>
                    <a:pt x="5978" y="5513"/>
                    <a:pt x="5978" y="5346"/>
                  </a:cubicBezTo>
                  <a:cubicBezTo>
                    <a:pt x="5978" y="5168"/>
                    <a:pt x="6466" y="4239"/>
                    <a:pt x="7026" y="4180"/>
                  </a:cubicBezTo>
                  <a:cubicBezTo>
                    <a:pt x="7383" y="4144"/>
                    <a:pt x="7728" y="4037"/>
                    <a:pt x="8002" y="3965"/>
                  </a:cubicBezTo>
                  <a:lnTo>
                    <a:pt x="7800" y="3453"/>
                  </a:lnTo>
                  <a:lnTo>
                    <a:pt x="7299" y="3275"/>
                  </a:lnTo>
                  <a:lnTo>
                    <a:pt x="6871" y="3239"/>
                  </a:lnTo>
                  <a:lnTo>
                    <a:pt x="6573" y="3001"/>
                  </a:lnTo>
                  <a:lnTo>
                    <a:pt x="6573" y="2263"/>
                  </a:lnTo>
                  <a:lnTo>
                    <a:pt x="6192" y="2382"/>
                  </a:lnTo>
                  <a:lnTo>
                    <a:pt x="6002" y="1774"/>
                  </a:lnTo>
                  <a:lnTo>
                    <a:pt x="5752" y="1774"/>
                  </a:lnTo>
                  <a:lnTo>
                    <a:pt x="5311" y="1489"/>
                  </a:lnTo>
                  <a:lnTo>
                    <a:pt x="4906" y="739"/>
                  </a:lnTo>
                  <a:lnTo>
                    <a:pt x="5073" y="167"/>
                  </a:lnTo>
                  <a:cubicBezTo>
                    <a:pt x="5073" y="167"/>
                    <a:pt x="5133" y="108"/>
                    <a:pt x="5192" y="24"/>
                  </a:cubicBezTo>
                  <a:lnTo>
                    <a:pt x="3954"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58"/>
            <p:cNvSpPr/>
            <p:nvPr/>
          </p:nvSpPr>
          <p:spPr>
            <a:xfrm>
              <a:off x="3142050" y="3454300"/>
              <a:ext cx="49125" cy="50350"/>
            </a:xfrm>
            <a:custGeom>
              <a:avLst/>
              <a:gdLst/>
              <a:ahLst/>
              <a:cxnLst/>
              <a:rect l="l" t="t" r="r" b="b"/>
              <a:pathLst>
                <a:path w="1965" h="2014" extrusionOk="0">
                  <a:moveTo>
                    <a:pt x="1089" y="1"/>
                  </a:moveTo>
                  <a:cubicBezTo>
                    <a:pt x="854" y="1"/>
                    <a:pt x="715" y="279"/>
                    <a:pt x="715" y="279"/>
                  </a:cubicBezTo>
                  <a:lnTo>
                    <a:pt x="179" y="756"/>
                  </a:lnTo>
                  <a:lnTo>
                    <a:pt x="0" y="1375"/>
                  </a:lnTo>
                  <a:cubicBezTo>
                    <a:pt x="0" y="1375"/>
                    <a:pt x="60" y="1732"/>
                    <a:pt x="346" y="1958"/>
                  </a:cubicBezTo>
                  <a:cubicBezTo>
                    <a:pt x="393" y="1997"/>
                    <a:pt x="455" y="2014"/>
                    <a:pt x="527" y="2014"/>
                  </a:cubicBezTo>
                  <a:cubicBezTo>
                    <a:pt x="878" y="2014"/>
                    <a:pt x="1466" y="1622"/>
                    <a:pt x="1703" y="1434"/>
                  </a:cubicBezTo>
                  <a:cubicBezTo>
                    <a:pt x="1965" y="1220"/>
                    <a:pt x="1870" y="601"/>
                    <a:pt x="1417" y="172"/>
                  </a:cubicBezTo>
                  <a:cubicBezTo>
                    <a:pt x="1294" y="46"/>
                    <a:pt x="1184" y="1"/>
                    <a:pt x="1089"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58"/>
            <p:cNvSpPr/>
            <p:nvPr/>
          </p:nvSpPr>
          <p:spPr>
            <a:xfrm>
              <a:off x="3065250" y="1252375"/>
              <a:ext cx="100625" cy="82475"/>
            </a:xfrm>
            <a:custGeom>
              <a:avLst/>
              <a:gdLst/>
              <a:ahLst/>
              <a:cxnLst/>
              <a:rect l="l" t="t" r="r" b="b"/>
              <a:pathLst>
                <a:path w="4025" h="3299" extrusionOk="0">
                  <a:moveTo>
                    <a:pt x="3870" y="0"/>
                  </a:moveTo>
                  <a:cubicBezTo>
                    <a:pt x="3715" y="60"/>
                    <a:pt x="3537" y="95"/>
                    <a:pt x="3334" y="95"/>
                  </a:cubicBezTo>
                  <a:cubicBezTo>
                    <a:pt x="3090" y="72"/>
                    <a:pt x="2814" y="62"/>
                    <a:pt x="2532" y="62"/>
                  </a:cubicBezTo>
                  <a:cubicBezTo>
                    <a:pt x="1810" y="62"/>
                    <a:pt x="1051" y="129"/>
                    <a:pt x="691" y="214"/>
                  </a:cubicBezTo>
                  <a:cubicBezTo>
                    <a:pt x="191" y="334"/>
                    <a:pt x="1" y="869"/>
                    <a:pt x="72" y="1500"/>
                  </a:cubicBezTo>
                  <a:cubicBezTo>
                    <a:pt x="155" y="2108"/>
                    <a:pt x="810" y="2108"/>
                    <a:pt x="858" y="2358"/>
                  </a:cubicBezTo>
                  <a:cubicBezTo>
                    <a:pt x="858" y="2405"/>
                    <a:pt x="870" y="2477"/>
                    <a:pt x="858" y="2596"/>
                  </a:cubicBezTo>
                  <a:lnTo>
                    <a:pt x="1548" y="2358"/>
                  </a:lnTo>
                  <a:lnTo>
                    <a:pt x="2560" y="3298"/>
                  </a:lnTo>
                  <a:lnTo>
                    <a:pt x="2941" y="3072"/>
                  </a:lnTo>
                  <a:lnTo>
                    <a:pt x="3049" y="3298"/>
                  </a:lnTo>
                  <a:lnTo>
                    <a:pt x="3311" y="3251"/>
                  </a:lnTo>
                  <a:lnTo>
                    <a:pt x="3632" y="2441"/>
                  </a:lnTo>
                  <a:cubicBezTo>
                    <a:pt x="3632" y="2441"/>
                    <a:pt x="3334" y="1369"/>
                    <a:pt x="3370" y="1107"/>
                  </a:cubicBezTo>
                  <a:cubicBezTo>
                    <a:pt x="3418" y="857"/>
                    <a:pt x="4025" y="322"/>
                    <a:pt x="4025" y="322"/>
                  </a:cubicBezTo>
                  <a:lnTo>
                    <a:pt x="3870"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58"/>
            <p:cNvSpPr/>
            <p:nvPr/>
          </p:nvSpPr>
          <p:spPr>
            <a:xfrm>
              <a:off x="3037875" y="1783650"/>
              <a:ext cx="132475" cy="82500"/>
            </a:xfrm>
            <a:custGeom>
              <a:avLst/>
              <a:gdLst/>
              <a:ahLst/>
              <a:cxnLst/>
              <a:rect l="l" t="t" r="r" b="b"/>
              <a:pathLst>
                <a:path w="5299" h="3300" extrusionOk="0">
                  <a:moveTo>
                    <a:pt x="3688" y="1"/>
                  </a:moveTo>
                  <a:cubicBezTo>
                    <a:pt x="3680" y="1"/>
                    <a:pt x="3673" y="1"/>
                    <a:pt x="3667" y="2"/>
                  </a:cubicBezTo>
                  <a:cubicBezTo>
                    <a:pt x="3429" y="26"/>
                    <a:pt x="2679" y="633"/>
                    <a:pt x="2679" y="633"/>
                  </a:cubicBezTo>
                  <a:lnTo>
                    <a:pt x="810" y="478"/>
                  </a:lnTo>
                  <a:lnTo>
                    <a:pt x="596" y="14"/>
                  </a:lnTo>
                  <a:lnTo>
                    <a:pt x="584" y="14"/>
                  </a:lnTo>
                  <a:lnTo>
                    <a:pt x="393" y="180"/>
                  </a:lnTo>
                  <a:lnTo>
                    <a:pt x="334" y="502"/>
                  </a:lnTo>
                  <a:lnTo>
                    <a:pt x="0" y="526"/>
                  </a:lnTo>
                  <a:lnTo>
                    <a:pt x="500" y="823"/>
                  </a:lnTo>
                  <a:lnTo>
                    <a:pt x="715" y="966"/>
                  </a:lnTo>
                  <a:lnTo>
                    <a:pt x="393" y="1347"/>
                  </a:lnTo>
                  <a:lnTo>
                    <a:pt x="143" y="2097"/>
                  </a:lnTo>
                  <a:lnTo>
                    <a:pt x="107" y="2169"/>
                  </a:lnTo>
                  <a:lnTo>
                    <a:pt x="262" y="2181"/>
                  </a:lnTo>
                  <a:lnTo>
                    <a:pt x="262" y="2383"/>
                  </a:lnTo>
                  <a:lnTo>
                    <a:pt x="560" y="2443"/>
                  </a:lnTo>
                  <a:lnTo>
                    <a:pt x="476" y="3300"/>
                  </a:lnTo>
                  <a:lnTo>
                    <a:pt x="536" y="3276"/>
                  </a:lnTo>
                  <a:lnTo>
                    <a:pt x="1227" y="3002"/>
                  </a:lnTo>
                  <a:lnTo>
                    <a:pt x="2012" y="3050"/>
                  </a:lnTo>
                  <a:lnTo>
                    <a:pt x="2441" y="3193"/>
                  </a:lnTo>
                  <a:lnTo>
                    <a:pt x="3024" y="3193"/>
                  </a:lnTo>
                  <a:lnTo>
                    <a:pt x="3239" y="2895"/>
                  </a:lnTo>
                  <a:lnTo>
                    <a:pt x="3548" y="2740"/>
                  </a:lnTo>
                  <a:lnTo>
                    <a:pt x="4096" y="2466"/>
                  </a:lnTo>
                  <a:lnTo>
                    <a:pt x="4429" y="2585"/>
                  </a:lnTo>
                  <a:lnTo>
                    <a:pt x="5048" y="2585"/>
                  </a:lnTo>
                  <a:cubicBezTo>
                    <a:pt x="4870" y="2300"/>
                    <a:pt x="4798" y="2097"/>
                    <a:pt x="4977" y="1383"/>
                  </a:cubicBezTo>
                  <a:cubicBezTo>
                    <a:pt x="5060" y="978"/>
                    <a:pt x="5179" y="728"/>
                    <a:pt x="5298" y="514"/>
                  </a:cubicBezTo>
                  <a:cubicBezTo>
                    <a:pt x="4872" y="341"/>
                    <a:pt x="3921" y="1"/>
                    <a:pt x="3688"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58"/>
            <p:cNvSpPr/>
            <p:nvPr/>
          </p:nvSpPr>
          <p:spPr>
            <a:xfrm>
              <a:off x="3012875" y="1311000"/>
              <a:ext cx="151225" cy="92000"/>
            </a:xfrm>
            <a:custGeom>
              <a:avLst/>
              <a:gdLst/>
              <a:ahLst/>
              <a:cxnLst/>
              <a:rect l="l" t="t" r="r" b="b"/>
              <a:pathLst>
                <a:path w="6049" h="3680" extrusionOk="0">
                  <a:moveTo>
                    <a:pt x="3620" y="1"/>
                  </a:moveTo>
                  <a:lnTo>
                    <a:pt x="2941" y="239"/>
                  </a:lnTo>
                  <a:cubicBezTo>
                    <a:pt x="2917" y="679"/>
                    <a:pt x="2822" y="1501"/>
                    <a:pt x="2608" y="1560"/>
                  </a:cubicBezTo>
                  <a:cubicBezTo>
                    <a:pt x="2571" y="1571"/>
                    <a:pt x="2535" y="1577"/>
                    <a:pt x="2498" y="1577"/>
                  </a:cubicBezTo>
                  <a:cubicBezTo>
                    <a:pt x="2291" y="1577"/>
                    <a:pt x="2063" y="1401"/>
                    <a:pt x="1750" y="977"/>
                  </a:cubicBezTo>
                  <a:cubicBezTo>
                    <a:pt x="1600" y="785"/>
                    <a:pt x="1415" y="714"/>
                    <a:pt x="1233" y="714"/>
                  </a:cubicBezTo>
                  <a:cubicBezTo>
                    <a:pt x="953" y="714"/>
                    <a:pt x="682" y="880"/>
                    <a:pt x="560" y="1025"/>
                  </a:cubicBezTo>
                  <a:cubicBezTo>
                    <a:pt x="357" y="1251"/>
                    <a:pt x="0" y="1977"/>
                    <a:pt x="0" y="3084"/>
                  </a:cubicBezTo>
                  <a:lnTo>
                    <a:pt x="179" y="3096"/>
                  </a:lnTo>
                  <a:lnTo>
                    <a:pt x="929" y="2513"/>
                  </a:lnTo>
                  <a:lnTo>
                    <a:pt x="1810" y="2727"/>
                  </a:lnTo>
                  <a:lnTo>
                    <a:pt x="2703" y="2882"/>
                  </a:lnTo>
                  <a:lnTo>
                    <a:pt x="3322" y="2513"/>
                  </a:lnTo>
                  <a:lnTo>
                    <a:pt x="3346" y="2882"/>
                  </a:lnTo>
                  <a:lnTo>
                    <a:pt x="3989" y="2942"/>
                  </a:lnTo>
                  <a:lnTo>
                    <a:pt x="4703" y="3680"/>
                  </a:lnTo>
                  <a:lnTo>
                    <a:pt x="4703" y="3644"/>
                  </a:lnTo>
                  <a:lnTo>
                    <a:pt x="5155" y="3394"/>
                  </a:lnTo>
                  <a:lnTo>
                    <a:pt x="5477" y="3525"/>
                  </a:lnTo>
                  <a:lnTo>
                    <a:pt x="6037" y="3013"/>
                  </a:lnTo>
                  <a:lnTo>
                    <a:pt x="6048" y="3013"/>
                  </a:lnTo>
                  <a:lnTo>
                    <a:pt x="5965" y="1846"/>
                  </a:lnTo>
                  <a:lnTo>
                    <a:pt x="5513" y="1977"/>
                  </a:lnTo>
                  <a:lnTo>
                    <a:pt x="5632" y="1191"/>
                  </a:lnTo>
                  <a:lnTo>
                    <a:pt x="5382" y="941"/>
                  </a:lnTo>
                  <a:lnTo>
                    <a:pt x="5394" y="894"/>
                  </a:lnTo>
                  <a:lnTo>
                    <a:pt x="5132" y="941"/>
                  </a:lnTo>
                  <a:lnTo>
                    <a:pt x="5025" y="715"/>
                  </a:lnTo>
                  <a:lnTo>
                    <a:pt x="4632" y="941"/>
                  </a:lnTo>
                  <a:lnTo>
                    <a:pt x="3620"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58"/>
            <p:cNvSpPr/>
            <p:nvPr/>
          </p:nvSpPr>
          <p:spPr>
            <a:xfrm>
              <a:off x="2872375" y="2595675"/>
              <a:ext cx="271775" cy="172675"/>
            </a:xfrm>
            <a:custGeom>
              <a:avLst/>
              <a:gdLst/>
              <a:ahLst/>
              <a:cxnLst/>
              <a:rect l="l" t="t" r="r" b="b"/>
              <a:pathLst>
                <a:path w="10871" h="6907" extrusionOk="0">
                  <a:moveTo>
                    <a:pt x="7239" y="1"/>
                  </a:moveTo>
                  <a:lnTo>
                    <a:pt x="6263" y="25"/>
                  </a:lnTo>
                  <a:lnTo>
                    <a:pt x="6323" y="442"/>
                  </a:lnTo>
                  <a:lnTo>
                    <a:pt x="5037" y="1454"/>
                  </a:lnTo>
                  <a:lnTo>
                    <a:pt x="3870" y="1537"/>
                  </a:lnTo>
                  <a:cubicBezTo>
                    <a:pt x="3870" y="1537"/>
                    <a:pt x="4001" y="1811"/>
                    <a:pt x="4001" y="1930"/>
                  </a:cubicBezTo>
                  <a:cubicBezTo>
                    <a:pt x="4001" y="2025"/>
                    <a:pt x="2382" y="2739"/>
                    <a:pt x="2132" y="2799"/>
                  </a:cubicBezTo>
                  <a:cubicBezTo>
                    <a:pt x="2113" y="2804"/>
                    <a:pt x="2096" y="2806"/>
                    <a:pt x="2079" y="2806"/>
                  </a:cubicBezTo>
                  <a:cubicBezTo>
                    <a:pt x="1879" y="2806"/>
                    <a:pt x="1798" y="2501"/>
                    <a:pt x="1798" y="2501"/>
                  </a:cubicBezTo>
                  <a:lnTo>
                    <a:pt x="1393" y="2799"/>
                  </a:lnTo>
                  <a:lnTo>
                    <a:pt x="965" y="2763"/>
                  </a:lnTo>
                  <a:lnTo>
                    <a:pt x="965" y="2763"/>
                  </a:lnTo>
                  <a:cubicBezTo>
                    <a:pt x="977" y="2858"/>
                    <a:pt x="953" y="2942"/>
                    <a:pt x="881" y="3001"/>
                  </a:cubicBezTo>
                  <a:cubicBezTo>
                    <a:pt x="584" y="3216"/>
                    <a:pt x="0" y="3906"/>
                    <a:pt x="0" y="3906"/>
                  </a:cubicBezTo>
                  <a:cubicBezTo>
                    <a:pt x="0" y="3906"/>
                    <a:pt x="191" y="5383"/>
                    <a:pt x="286" y="5502"/>
                  </a:cubicBezTo>
                  <a:cubicBezTo>
                    <a:pt x="369" y="5597"/>
                    <a:pt x="1060" y="6252"/>
                    <a:pt x="1191" y="6418"/>
                  </a:cubicBezTo>
                  <a:cubicBezTo>
                    <a:pt x="1250" y="6514"/>
                    <a:pt x="1477" y="6728"/>
                    <a:pt x="1655" y="6907"/>
                  </a:cubicBezTo>
                  <a:lnTo>
                    <a:pt x="1977" y="6168"/>
                  </a:lnTo>
                  <a:lnTo>
                    <a:pt x="3513" y="6240"/>
                  </a:lnTo>
                  <a:cubicBezTo>
                    <a:pt x="3548" y="6061"/>
                    <a:pt x="3548" y="5918"/>
                    <a:pt x="3548" y="5859"/>
                  </a:cubicBezTo>
                  <a:cubicBezTo>
                    <a:pt x="3548" y="5752"/>
                    <a:pt x="3513" y="5525"/>
                    <a:pt x="3513" y="5525"/>
                  </a:cubicBezTo>
                  <a:lnTo>
                    <a:pt x="4096" y="4918"/>
                  </a:lnTo>
                  <a:lnTo>
                    <a:pt x="4703" y="4883"/>
                  </a:lnTo>
                  <a:lnTo>
                    <a:pt x="5251" y="5383"/>
                  </a:lnTo>
                  <a:lnTo>
                    <a:pt x="6382" y="5680"/>
                  </a:lnTo>
                  <a:lnTo>
                    <a:pt x="6906" y="5752"/>
                  </a:lnTo>
                  <a:lnTo>
                    <a:pt x="7132" y="5121"/>
                  </a:lnTo>
                  <a:lnTo>
                    <a:pt x="7549" y="5156"/>
                  </a:lnTo>
                  <a:lnTo>
                    <a:pt x="7775" y="5264"/>
                  </a:lnTo>
                  <a:lnTo>
                    <a:pt x="8418" y="4823"/>
                  </a:lnTo>
                  <a:lnTo>
                    <a:pt x="8775" y="4823"/>
                  </a:lnTo>
                  <a:lnTo>
                    <a:pt x="8835" y="4966"/>
                  </a:lnTo>
                  <a:lnTo>
                    <a:pt x="9073" y="4990"/>
                  </a:lnTo>
                  <a:lnTo>
                    <a:pt x="9371" y="4525"/>
                  </a:lnTo>
                  <a:lnTo>
                    <a:pt x="9894" y="4692"/>
                  </a:lnTo>
                  <a:lnTo>
                    <a:pt x="10228" y="4823"/>
                  </a:lnTo>
                  <a:lnTo>
                    <a:pt x="10847" y="4787"/>
                  </a:lnTo>
                  <a:lnTo>
                    <a:pt x="10835" y="4763"/>
                  </a:lnTo>
                  <a:lnTo>
                    <a:pt x="10871" y="4252"/>
                  </a:lnTo>
                  <a:lnTo>
                    <a:pt x="10133" y="4097"/>
                  </a:lnTo>
                  <a:lnTo>
                    <a:pt x="10133" y="3549"/>
                  </a:lnTo>
                  <a:lnTo>
                    <a:pt x="9204" y="2775"/>
                  </a:lnTo>
                  <a:lnTo>
                    <a:pt x="8799" y="2120"/>
                  </a:lnTo>
                  <a:lnTo>
                    <a:pt x="7727" y="1835"/>
                  </a:lnTo>
                  <a:lnTo>
                    <a:pt x="7787" y="953"/>
                  </a:lnTo>
                  <a:lnTo>
                    <a:pt x="7239"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58"/>
            <p:cNvSpPr/>
            <p:nvPr/>
          </p:nvSpPr>
          <p:spPr>
            <a:xfrm>
              <a:off x="3012575" y="1373525"/>
              <a:ext cx="119075" cy="94450"/>
            </a:xfrm>
            <a:custGeom>
              <a:avLst/>
              <a:gdLst/>
              <a:ahLst/>
              <a:cxnLst/>
              <a:rect l="l" t="t" r="r" b="b"/>
              <a:pathLst>
                <a:path w="4763" h="3778" extrusionOk="0">
                  <a:moveTo>
                    <a:pt x="929" y="0"/>
                  </a:moveTo>
                  <a:lnTo>
                    <a:pt x="179" y="583"/>
                  </a:lnTo>
                  <a:lnTo>
                    <a:pt x="0" y="572"/>
                  </a:lnTo>
                  <a:lnTo>
                    <a:pt x="0" y="572"/>
                  </a:lnTo>
                  <a:cubicBezTo>
                    <a:pt x="0" y="655"/>
                    <a:pt x="24" y="762"/>
                    <a:pt x="24" y="869"/>
                  </a:cubicBezTo>
                  <a:cubicBezTo>
                    <a:pt x="48" y="1286"/>
                    <a:pt x="84" y="1548"/>
                    <a:pt x="107" y="1726"/>
                  </a:cubicBezTo>
                  <a:lnTo>
                    <a:pt x="405" y="1762"/>
                  </a:lnTo>
                  <a:lnTo>
                    <a:pt x="929" y="2096"/>
                  </a:lnTo>
                  <a:lnTo>
                    <a:pt x="1465" y="2060"/>
                  </a:lnTo>
                  <a:lnTo>
                    <a:pt x="1584" y="2453"/>
                  </a:lnTo>
                  <a:lnTo>
                    <a:pt x="1405" y="2679"/>
                  </a:lnTo>
                  <a:lnTo>
                    <a:pt x="1453" y="3108"/>
                  </a:lnTo>
                  <a:lnTo>
                    <a:pt x="1655" y="3108"/>
                  </a:lnTo>
                  <a:lnTo>
                    <a:pt x="2143" y="3762"/>
                  </a:lnTo>
                  <a:cubicBezTo>
                    <a:pt x="2143" y="3762"/>
                    <a:pt x="2318" y="3778"/>
                    <a:pt x="2513" y="3778"/>
                  </a:cubicBezTo>
                  <a:cubicBezTo>
                    <a:pt x="2658" y="3778"/>
                    <a:pt x="2815" y="3769"/>
                    <a:pt x="2917" y="3739"/>
                  </a:cubicBezTo>
                  <a:cubicBezTo>
                    <a:pt x="3155" y="3667"/>
                    <a:pt x="3798" y="3441"/>
                    <a:pt x="3798" y="3274"/>
                  </a:cubicBezTo>
                  <a:cubicBezTo>
                    <a:pt x="3798" y="3108"/>
                    <a:pt x="3965" y="2393"/>
                    <a:pt x="3965" y="2393"/>
                  </a:cubicBezTo>
                  <a:lnTo>
                    <a:pt x="4763" y="1881"/>
                  </a:lnTo>
                  <a:lnTo>
                    <a:pt x="4608" y="1679"/>
                  </a:lnTo>
                  <a:lnTo>
                    <a:pt x="4703" y="1167"/>
                  </a:lnTo>
                  <a:lnTo>
                    <a:pt x="3989" y="429"/>
                  </a:lnTo>
                  <a:lnTo>
                    <a:pt x="3334" y="369"/>
                  </a:lnTo>
                  <a:lnTo>
                    <a:pt x="3322" y="0"/>
                  </a:lnTo>
                  <a:lnTo>
                    <a:pt x="2703" y="369"/>
                  </a:lnTo>
                  <a:lnTo>
                    <a:pt x="1810" y="214"/>
                  </a:lnTo>
                  <a:lnTo>
                    <a:pt x="929"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58"/>
            <p:cNvSpPr/>
            <p:nvPr/>
          </p:nvSpPr>
          <p:spPr>
            <a:xfrm>
              <a:off x="2980725" y="1851550"/>
              <a:ext cx="150625" cy="145375"/>
            </a:xfrm>
            <a:custGeom>
              <a:avLst/>
              <a:gdLst/>
              <a:ahLst/>
              <a:cxnLst/>
              <a:rect l="l" t="t" r="r" b="b"/>
              <a:pathLst>
                <a:path w="6025" h="5815" extrusionOk="0">
                  <a:moveTo>
                    <a:pt x="5834" y="0"/>
                  </a:moveTo>
                  <a:lnTo>
                    <a:pt x="5513" y="167"/>
                  </a:lnTo>
                  <a:lnTo>
                    <a:pt x="5310" y="465"/>
                  </a:lnTo>
                  <a:lnTo>
                    <a:pt x="4727" y="465"/>
                  </a:lnTo>
                  <a:lnTo>
                    <a:pt x="4298" y="322"/>
                  </a:lnTo>
                  <a:lnTo>
                    <a:pt x="3513" y="274"/>
                  </a:lnTo>
                  <a:lnTo>
                    <a:pt x="2822" y="536"/>
                  </a:lnTo>
                  <a:lnTo>
                    <a:pt x="2762" y="572"/>
                  </a:lnTo>
                  <a:lnTo>
                    <a:pt x="1310" y="1155"/>
                  </a:lnTo>
                  <a:lnTo>
                    <a:pt x="1227" y="1155"/>
                  </a:lnTo>
                  <a:lnTo>
                    <a:pt x="893" y="1727"/>
                  </a:lnTo>
                  <a:lnTo>
                    <a:pt x="0" y="2322"/>
                  </a:lnTo>
                  <a:cubicBezTo>
                    <a:pt x="24" y="2620"/>
                    <a:pt x="72" y="2858"/>
                    <a:pt x="143" y="3025"/>
                  </a:cubicBezTo>
                  <a:cubicBezTo>
                    <a:pt x="206" y="3174"/>
                    <a:pt x="312" y="3220"/>
                    <a:pt x="430" y="3220"/>
                  </a:cubicBezTo>
                  <a:cubicBezTo>
                    <a:pt x="614" y="3220"/>
                    <a:pt x="829" y="3108"/>
                    <a:pt x="959" y="3108"/>
                  </a:cubicBezTo>
                  <a:cubicBezTo>
                    <a:pt x="997" y="3108"/>
                    <a:pt x="1028" y="3118"/>
                    <a:pt x="1048" y="3144"/>
                  </a:cubicBezTo>
                  <a:cubicBezTo>
                    <a:pt x="1191" y="3310"/>
                    <a:pt x="1262" y="3596"/>
                    <a:pt x="1512" y="3751"/>
                  </a:cubicBezTo>
                  <a:cubicBezTo>
                    <a:pt x="1762" y="3918"/>
                    <a:pt x="1905" y="3918"/>
                    <a:pt x="1905" y="3918"/>
                  </a:cubicBezTo>
                  <a:cubicBezTo>
                    <a:pt x="1905" y="3918"/>
                    <a:pt x="1667" y="4108"/>
                    <a:pt x="1405" y="4108"/>
                  </a:cubicBezTo>
                  <a:cubicBezTo>
                    <a:pt x="1155" y="4108"/>
                    <a:pt x="1631" y="4703"/>
                    <a:pt x="1869" y="5156"/>
                  </a:cubicBezTo>
                  <a:cubicBezTo>
                    <a:pt x="2120" y="5584"/>
                    <a:pt x="2703" y="5751"/>
                    <a:pt x="3036" y="5811"/>
                  </a:cubicBezTo>
                  <a:cubicBezTo>
                    <a:pt x="3051" y="5813"/>
                    <a:pt x="3065" y="5815"/>
                    <a:pt x="3077" y="5815"/>
                  </a:cubicBezTo>
                  <a:cubicBezTo>
                    <a:pt x="3334" y="5815"/>
                    <a:pt x="3094" y="5252"/>
                    <a:pt x="3060" y="5037"/>
                  </a:cubicBezTo>
                  <a:cubicBezTo>
                    <a:pt x="3036" y="4822"/>
                    <a:pt x="3310" y="4608"/>
                    <a:pt x="3155" y="4441"/>
                  </a:cubicBezTo>
                  <a:cubicBezTo>
                    <a:pt x="3036" y="4322"/>
                    <a:pt x="3026" y="4227"/>
                    <a:pt x="3101" y="4227"/>
                  </a:cubicBezTo>
                  <a:cubicBezTo>
                    <a:pt x="3131" y="4227"/>
                    <a:pt x="3173" y="4241"/>
                    <a:pt x="3227" y="4275"/>
                  </a:cubicBezTo>
                  <a:cubicBezTo>
                    <a:pt x="3309" y="4324"/>
                    <a:pt x="3414" y="4363"/>
                    <a:pt x="3554" y="4363"/>
                  </a:cubicBezTo>
                  <a:cubicBezTo>
                    <a:pt x="3717" y="4363"/>
                    <a:pt x="3927" y="4310"/>
                    <a:pt x="4203" y="4156"/>
                  </a:cubicBezTo>
                  <a:cubicBezTo>
                    <a:pt x="4727" y="3894"/>
                    <a:pt x="4025" y="3560"/>
                    <a:pt x="3810" y="3382"/>
                  </a:cubicBezTo>
                  <a:cubicBezTo>
                    <a:pt x="3584" y="3215"/>
                    <a:pt x="3060" y="2608"/>
                    <a:pt x="2822" y="1953"/>
                  </a:cubicBezTo>
                  <a:cubicBezTo>
                    <a:pt x="2707" y="1652"/>
                    <a:pt x="2738" y="1567"/>
                    <a:pt x="2840" y="1567"/>
                  </a:cubicBezTo>
                  <a:cubicBezTo>
                    <a:pt x="2960" y="1567"/>
                    <a:pt x="3177" y="1684"/>
                    <a:pt x="3370" y="1703"/>
                  </a:cubicBezTo>
                  <a:cubicBezTo>
                    <a:pt x="3380" y="1703"/>
                    <a:pt x="3390" y="1704"/>
                    <a:pt x="3399" y="1704"/>
                  </a:cubicBezTo>
                  <a:cubicBezTo>
                    <a:pt x="3736" y="1704"/>
                    <a:pt x="3890" y="1507"/>
                    <a:pt x="3763" y="1310"/>
                  </a:cubicBezTo>
                  <a:cubicBezTo>
                    <a:pt x="3660" y="1160"/>
                    <a:pt x="4086" y="1077"/>
                    <a:pt x="4586" y="1077"/>
                  </a:cubicBezTo>
                  <a:cubicBezTo>
                    <a:pt x="4722" y="1077"/>
                    <a:pt x="4863" y="1083"/>
                    <a:pt x="5001" y="1096"/>
                  </a:cubicBezTo>
                  <a:cubicBezTo>
                    <a:pt x="5179" y="1108"/>
                    <a:pt x="5310" y="1167"/>
                    <a:pt x="5429" y="1239"/>
                  </a:cubicBezTo>
                  <a:lnTo>
                    <a:pt x="5846" y="822"/>
                  </a:lnTo>
                  <a:lnTo>
                    <a:pt x="6025" y="500"/>
                  </a:lnTo>
                  <a:lnTo>
                    <a:pt x="5834"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58"/>
            <p:cNvSpPr/>
            <p:nvPr/>
          </p:nvSpPr>
          <p:spPr>
            <a:xfrm>
              <a:off x="3068525" y="2021675"/>
              <a:ext cx="59250" cy="15925"/>
            </a:xfrm>
            <a:custGeom>
              <a:avLst/>
              <a:gdLst/>
              <a:ahLst/>
              <a:cxnLst/>
              <a:rect l="l" t="t" r="r" b="b"/>
              <a:pathLst>
                <a:path w="2370" h="637" extrusionOk="0">
                  <a:moveTo>
                    <a:pt x="457" y="0"/>
                  </a:moveTo>
                  <a:cubicBezTo>
                    <a:pt x="339" y="0"/>
                    <a:pt x="222" y="12"/>
                    <a:pt x="108" y="41"/>
                  </a:cubicBezTo>
                  <a:cubicBezTo>
                    <a:pt x="72" y="65"/>
                    <a:pt x="48" y="77"/>
                    <a:pt x="24" y="89"/>
                  </a:cubicBezTo>
                  <a:cubicBezTo>
                    <a:pt x="1" y="125"/>
                    <a:pt x="1" y="184"/>
                    <a:pt x="24" y="208"/>
                  </a:cubicBezTo>
                  <a:cubicBezTo>
                    <a:pt x="60" y="244"/>
                    <a:pt x="108" y="268"/>
                    <a:pt x="143" y="280"/>
                  </a:cubicBezTo>
                  <a:cubicBezTo>
                    <a:pt x="620" y="494"/>
                    <a:pt x="1132" y="625"/>
                    <a:pt x="1656" y="637"/>
                  </a:cubicBezTo>
                  <a:cubicBezTo>
                    <a:pt x="1786" y="637"/>
                    <a:pt x="1917" y="637"/>
                    <a:pt x="2048" y="625"/>
                  </a:cubicBezTo>
                  <a:cubicBezTo>
                    <a:pt x="2132" y="625"/>
                    <a:pt x="2203" y="613"/>
                    <a:pt x="2263" y="565"/>
                  </a:cubicBezTo>
                  <a:cubicBezTo>
                    <a:pt x="2322" y="518"/>
                    <a:pt x="2370" y="434"/>
                    <a:pt x="2334" y="375"/>
                  </a:cubicBezTo>
                  <a:cubicBezTo>
                    <a:pt x="2287" y="315"/>
                    <a:pt x="2203" y="280"/>
                    <a:pt x="2120" y="256"/>
                  </a:cubicBezTo>
                  <a:cubicBezTo>
                    <a:pt x="1989" y="244"/>
                    <a:pt x="1870" y="208"/>
                    <a:pt x="1751" y="196"/>
                  </a:cubicBezTo>
                  <a:cubicBezTo>
                    <a:pt x="1548" y="161"/>
                    <a:pt x="1322" y="125"/>
                    <a:pt x="1120" y="77"/>
                  </a:cubicBezTo>
                  <a:cubicBezTo>
                    <a:pt x="897" y="39"/>
                    <a:pt x="674" y="0"/>
                    <a:pt x="457"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58"/>
            <p:cNvSpPr/>
            <p:nvPr/>
          </p:nvSpPr>
          <p:spPr>
            <a:xfrm>
              <a:off x="2819100" y="3186350"/>
              <a:ext cx="304225" cy="277375"/>
            </a:xfrm>
            <a:custGeom>
              <a:avLst/>
              <a:gdLst/>
              <a:ahLst/>
              <a:cxnLst/>
              <a:rect l="l" t="t" r="r" b="b"/>
              <a:pathLst>
                <a:path w="12169" h="11095" extrusionOk="0">
                  <a:moveTo>
                    <a:pt x="1127" y="0"/>
                  </a:moveTo>
                  <a:cubicBezTo>
                    <a:pt x="946" y="0"/>
                    <a:pt x="460" y="224"/>
                    <a:pt x="0" y="377"/>
                  </a:cubicBezTo>
                  <a:cubicBezTo>
                    <a:pt x="60" y="2449"/>
                    <a:pt x="1905" y="4175"/>
                    <a:pt x="2167" y="4806"/>
                  </a:cubicBezTo>
                  <a:cubicBezTo>
                    <a:pt x="2441" y="5497"/>
                    <a:pt x="2286" y="8461"/>
                    <a:pt x="3024" y="9628"/>
                  </a:cubicBezTo>
                  <a:cubicBezTo>
                    <a:pt x="3215" y="9938"/>
                    <a:pt x="3489" y="10354"/>
                    <a:pt x="3751" y="10843"/>
                  </a:cubicBezTo>
                  <a:lnTo>
                    <a:pt x="4501" y="10176"/>
                  </a:lnTo>
                  <a:lnTo>
                    <a:pt x="4501" y="10176"/>
                  </a:lnTo>
                  <a:cubicBezTo>
                    <a:pt x="4501" y="10176"/>
                    <a:pt x="4441" y="10831"/>
                    <a:pt x="4929" y="10950"/>
                  </a:cubicBezTo>
                  <a:cubicBezTo>
                    <a:pt x="5180" y="11011"/>
                    <a:pt x="5507" y="11094"/>
                    <a:pt x="5811" y="11094"/>
                  </a:cubicBezTo>
                  <a:cubicBezTo>
                    <a:pt x="6097" y="11094"/>
                    <a:pt x="6363" y="11020"/>
                    <a:pt x="6525" y="10783"/>
                  </a:cubicBezTo>
                  <a:cubicBezTo>
                    <a:pt x="6846" y="10295"/>
                    <a:pt x="6846" y="10069"/>
                    <a:pt x="6846" y="9414"/>
                  </a:cubicBezTo>
                  <a:lnTo>
                    <a:pt x="6846" y="7211"/>
                  </a:lnTo>
                  <a:lnTo>
                    <a:pt x="6846" y="4723"/>
                  </a:lnTo>
                  <a:cubicBezTo>
                    <a:pt x="6846" y="4723"/>
                    <a:pt x="7037" y="4974"/>
                    <a:pt x="7242" y="4974"/>
                  </a:cubicBezTo>
                  <a:cubicBezTo>
                    <a:pt x="7353" y="4974"/>
                    <a:pt x="7469" y="4901"/>
                    <a:pt x="7561" y="4675"/>
                  </a:cubicBezTo>
                  <a:cubicBezTo>
                    <a:pt x="7846" y="4020"/>
                    <a:pt x="7680" y="1318"/>
                    <a:pt x="7680" y="1318"/>
                  </a:cubicBezTo>
                  <a:lnTo>
                    <a:pt x="9549" y="996"/>
                  </a:lnTo>
                  <a:lnTo>
                    <a:pt x="9870" y="1425"/>
                  </a:lnTo>
                  <a:lnTo>
                    <a:pt x="10811" y="937"/>
                  </a:lnTo>
                  <a:lnTo>
                    <a:pt x="12049" y="960"/>
                  </a:lnTo>
                  <a:cubicBezTo>
                    <a:pt x="12109" y="877"/>
                    <a:pt x="12168" y="782"/>
                    <a:pt x="12109" y="770"/>
                  </a:cubicBezTo>
                  <a:cubicBezTo>
                    <a:pt x="12002" y="734"/>
                    <a:pt x="11347" y="698"/>
                    <a:pt x="11228" y="663"/>
                  </a:cubicBezTo>
                  <a:cubicBezTo>
                    <a:pt x="11138" y="643"/>
                    <a:pt x="10546" y="598"/>
                    <a:pt x="10195" y="598"/>
                  </a:cubicBezTo>
                  <a:cubicBezTo>
                    <a:pt x="10128" y="598"/>
                    <a:pt x="10069" y="599"/>
                    <a:pt x="10025" y="603"/>
                  </a:cubicBezTo>
                  <a:cubicBezTo>
                    <a:pt x="9930" y="627"/>
                    <a:pt x="9799" y="639"/>
                    <a:pt x="9644" y="663"/>
                  </a:cubicBezTo>
                  <a:cubicBezTo>
                    <a:pt x="9370" y="710"/>
                    <a:pt x="9049" y="770"/>
                    <a:pt x="8894" y="794"/>
                  </a:cubicBezTo>
                  <a:cubicBezTo>
                    <a:pt x="8668" y="853"/>
                    <a:pt x="7358" y="937"/>
                    <a:pt x="7072" y="996"/>
                  </a:cubicBezTo>
                  <a:cubicBezTo>
                    <a:pt x="7058" y="998"/>
                    <a:pt x="7040" y="999"/>
                    <a:pt x="7021" y="999"/>
                  </a:cubicBezTo>
                  <a:cubicBezTo>
                    <a:pt x="6703" y="999"/>
                    <a:pt x="5834" y="734"/>
                    <a:pt x="5834" y="734"/>
                  </a:cubicBezTo>
                  <a:lnTo>
                    <a:pt x="5560" y="460"/>
                  </a:lnTo>
                  <a:lnTo>
                    <a:pt x="1691" y="460"/>
                  </a:lnTo>
                  <a:cubicBezTo>
                    <a:pt x="1691" y="460"/>
                    <a:pt x="1298" y="127"/>
                    <a:pt x="1191" y="20"/>
                  </a:cubicBezTo>
                  <a:cubicBezTo>
                    <a:pt x="1179" y="6"/>
                    <a:pt x="1157" y="0"/>
                    <a:pt x="1127"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58"/>
            <p:cNvSpPr/>
            <p:nvPr/>
          </p:nvSpPr>
          <p:spPr>
            <a:xfrm>
              <a:off x="2765800" y="2078950"/>
              <a:ext cx="340250" cy="324775"/>
            </a:xfrm>
            <a:custGeom>
              <a:avLst/>
              <a:gdLst/>
              <a:ahLst/>
              <a:cxnLst/>
              <a:rect l="l" t="t" r="r" b="b"/>
              <a:pathLst>
                <a:path w="13610" h="12991" extrusionOk="0">
                  <a:moveTo>
                    <a:pt x="1918" y="1"/>
                  </a:moveTo>
                  <a:lnTo>
                    <a:pt x="1954" y="882"/>
                  </a:lnTo>
                  <a:lnTo>
                    <a:pt x="858" y="1596"/>
                  </a:lnTo>
                  <a:lnTo>
                    <a:pt x="882" y="2442"/>
                  </a:lnTo>
                  <a:cubicBezTo>
                    <a:pt x="882" y="2442"/>
                    <a:pt x="489" y="2811"/>
                    <a:pt x="251" y="3049"/>
                  </a:cubicBezTo>
                  <a:cubicBezTo>
                    <a:pt x="156" y="3144"/>
                    <a:pt x="84" y="3215"/>
                    <a:pt x="49" y="3215"/>
                  </a:cubicBezTo>
                  <a:cubicBezTo>
                    <a:pt x="1" y="3299"/>
                    <a:pt x="441" y="4013"/>
                    <a:pt x="441" y="4013"/>
                  </a:cubicBezTo>
                  <a:lnTo>
                    <a:pt x="465" y="6513"/>
                  </a:lnTo>
                  <a:lnTo>
                    <a:pt x="108" y="6787"/>
                  </a:lnTo>
                  <a:lnTo>
                    <a:pt x="632" y="8180"/>
                  </a:lnTo>
                  <a:cubicBezTo>
                    <a:pt x="632" y="8180"/>
                    <a:pt x="1715" y="8597"/>
                    <a:pt x="1787" y="8633"/>
                  </a:cubicBezTo>
                  <a:cubicBezTo>
                    <a:pt x="1870" y="8657"/>
                    <a:pt x="2204" y="9311"/>
                    <a:pt x="2263" y="9431"/>
                  </a:cubicBezTo>
                  <a:lnTo>
                    <a:pt x="2287" y="9454"/>
                  </a:lnTo>
                  <a:cubicBezTo>
                    <a:pt x="2287" y="9454"/>
                    <a:pt x="3132" y="9573"/>
                    <a:pt x="3358" y="9633"/>
                  </a:cubicBezTo>
                  <a:cubicBezTo>
                    <a:pt x="3573" y="9669"/>
                    <a:pt x="4013" y="10240"/>
                    <a:pt x="4168" y="10240"/>
                  </a:cubicBezTo>
                  <a:cubicBezTo>
                    <a:pt x="4251" y="10240"/>
                    <a:pt x="4525" y="10073"/>
                    <a:pt x="4859" y="9895"/>
                  </a:cubicBezTo>
                  <a:cubicBezTo>
                    <a:pt x="5165" y="9736"/>
                    <a:pt x="5500" y="9577"/>
                    <a:pt x="5738" y="9577"/>
                  </a:cubicBezTo>
                  <a:cubicBezTo>
                    <a:pt x="5768" y="9577"/>
                    <a:pt x="5796" y="9580"/>
                    <a:pt x="5823" y="9585"/>
                  </a:cubicBezTo>
                  <a:cubicBezTo>
                    <a:pt x="6216" y="9657"/>
                    <a:pt x="10883" y="12205"/>
                    <a:pt x="12324" y="12990"/>
                  </a:cubicBezTo>
                  <a:lnTo>
                    <a:pt x="12324" y="12550"/>
                  </a:lnTo>
                  <a:lnTo>
                    <a:pt x="13205" y="12550"/>
                  </a:lnTo>
                  <a:lnTo>
                    <a:pt x="13205" y="10764"/>
                  </a:lnTo>
                  <a:lnTo>
                    <a:pt x="13205" y="3704"/>
                  </a:lnTo>
                  <a:lnTo>
                    <a:pt x="13074" y="3573"/>
                  </a:lnTo>
                  <a:lnTo>
                    <a:pt x="12883" y="3108"/>
                  </a:lnTo>
                  <a:lnTo>
                    <a:pt x="13122" y="2692"/>
                  </a:lnTo>
                  <a:lnTo>
                    <a:pt x="13086" y="2108"/>
                  </a:lnTo>
                  <a:lnTo>
                    <a:pt x="13610" y="1382"/>
                  </a:lnTo>
                  <a:cubicBezTo>
                    <a:pt x="13014" y="1144"/>
                    <a:pt x="12360" y="858"/>
                    <a:pt x="11657" y="560"/>
                  </a:cubicBezTo>
                  <a:cubicBezTo>
                    <a:pt x="11111" y="324"/>
                    <a:pt x="10683" y="229"/>
                    <a:pt x="10348" y="229"/>
                  </a:cubicBezTo>
                  <a:cubicBezTo>
                    <a:pt x="8992" y="229"/>
                    <a:pt x="9145" y="1775"/>
                    <a:pt x="9145" y="1775"/>
                  </a:cubicBezTo>
                  <a:cubicBezTo>
                    <a:pt x="9166" y="2486"/>
                    <a:pt x="8838" y="2823"/>
                    <a:pt x="8402" y="2823"/>
                  </a:cubicBezTo>
                  <a:cubicBezTo>
                    <a:pt x="8334" y="2823"/>
                    <a:pt x="8264" y="2815"/>
                    <a:pt x="8192" y="2799"/>
                  </a:cubicBezTo>
                  <a:cubicBezTo>
                    <a:pt x="7657" y="2680"/>
                    <a:pt x="7657" y="2263"/>
                    <a:pt x="6835" y="2215"/>
                  </a:cubicBezTo>
                  <a:cubicBezTo>
                    <a:pt x="6014" y="2192"/>
                    <a:pt x="5490" y="1739"/>
                    <a:pt x="5228" y="1120"/>
                  </a:cubicBezTo>
                  <a:cubicBezTo>
                    <a:pt x="5002" y="525"/>
                    <a:pt x="2763" y="346"/>
                    <a:pt x="1918"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58"/>
            <p:cNvSpPr/>
            <p:nvPr/>
          </p:nvSpPr>
          <p:spPr>
            <a:xfrm>
              <a:off x="2868200" y="1433975"/>
              <a:ext cx="210775" cy="197325"/>
            </a:xfrm>
            <a:custGeom>
              <a:avLst/>
              <a:gdLst/>
              <a:ahLst/>
              <a:cxnLst/>
              <a:rect l="l" t="t" r="r" b="b"/>
              <a:pathLst>
                <a:path w="8431" h="7893" extrusionOk="0">
                  <a:moveTo>
                    <a:pt x="3409" y="0"/>
                  </a:moveTo>
                  <a:cubicBezTo>
                    <a:pt x="3236" y="0"/>
                    <a:pt x="3018" y="45"/>
                    <a:pt x="2811" y="82"/>
                  </a:cubicBezTo>
                  <a:cubicBezTo>
                    <a:pt x="2430" y="154"/>
                    <a:pt x="1203" y="963"/>
                    <a:pt x="965" y="1130"/>
                  </a:cubicBezTo>
                  <a:cubicBezTo>
                    <a:pt x="830" y="1211"/>
                    <a:pt x="684" y="1246"/>
                    <a:pt x="528" y="1246"/>
                  </a:cubicBezTo>
                  <a:cubicBezTo>
                    <a:pt x="409" y="1246"/>
                    <a:pt x="284" y="1226"/>
                    <a:pt x="155" y="1190"/>
                  </a:cubicBezTo>
                  <a:lnTo>
                    <a:pt x="155" y="1916"/>
                  </a:lnTo>
                  <a:lnTo>
                    <a:pt x="394" y="2035"/>
                  </a:lnTo>
                  <a:lnTo>
                    <a:pt x="251" y="2333"/>
                  </a:lnTo>
                  <a:lnTo>
                    <a:pt x="1" y="2880"/>
                  </a:lnTo>
                  <a:lnTo>
                    <a:pt x="405" y="3178"/>
                  </a:lnTo>
                  <a:lnTo>
                    <a:pt x="429" y="4476"/>
                  </a:lnTo>
                  <a:lnTo>
                    <a:pt x="703" y="4773"/>
                  </a:lnTo>
                  <a:lnTo>
                    <a:pt x="703" y="5416"/>
                  </a:lnTo>
                  <a:cubicBezTo>
                    <a:pt x="786" y="5488"/>
                    <a:pt x="870" y="5571"/>
                    <a:pt x="870" y="5571"/>
                  </a:cubicBezTo>
                  <a:cubicBezTo>
                    <a:pt x="870" y="5571"/>
                    <a:pt x="1608" y="5607"/>
                    <a:pt x="1715" y="5738"/>
                  </a:cubicBezTo>
                  <a:cubicBezTo>
                    <a:pt x="1822" y="5869"/>
                    <a:pt x="2037" y="6428"/>
                    <a:pt x="2179" y="6619"/>
                  </a:cubicBezTo>
                  <a:cubicBezTo>
                    <a:pt x="2197" y="6644"/>
                    <a:pt x="2214" y="6655"/>
                    <a:pt x="2232" y="6655"/>
                  </a:cubicBezTo>
                  <a:cubicBezTo>
                    <a:pt x="2350" y="6655"/>
                    <a:pt x="2485" y="6185"/>
                    <a:pt x="2691" y="6155"/>
                  </a:cubicBezTo>
                  <a:cubicBezTo>
                    <a:pt x="2699" y="6154"/>
                    <a:pt x="2707" y="6153"/>
                    <a:pt x="2714" y="6153"/>
                  </a:cubicBezTo>
                  <a:cubicBezTo>
                    <a:pt x="2950" y="6153"/>
                    <a:pt x="2894" y="6512"/>
                    <a:pt x="2894" y="6512"/>
                  </a:cubicBezTo>
                  <a:lnTo>
                    <a:pt x="3811" y="6762"/>
                  </a:lnTo>
                  <a:lnTo>
                    <a:pt x="3882" y="7381"/>
                  </a:lnTo>
                  <a:lnTo>
                    <a:pt x="3882" y="7405"/>
                  </a:lnTo>
                  <a:lnTo>
                    <a:pt x="4442" y="7214"/>
                  </a:lnTo>
                  <a:lnTo>
                    <a:pt x="4716" y="7762"/>
                  </a:lnTo>
                  <a:cubicBezTo>
                    <a:pt x="4716" y="7762"/>
                    <a:pt x="5067" y="7562"/>
                    <a:pt x="5319" y="7562"/>
                  </a:cubicBezTo>
                  <a:cubicBezTo>
                    <a:pt x="5374" y="7562"/>
                    <a:pt x="5425" y="7572"/>
                    <a:pt x="5466" y="7595"/>
                  </a:cubicBezTo>
                  <a:cubicBezTo>
                    <a:pt x="5520" y="7629"/>
                    <a:pt x="5573" y="7642"/>
                    <a:pt x="5624" y="7642"/>
                  </a:cubicBezTo>
                  <a:cubicBezTo>
                    <a:pt x="5782" y="7642"/>
                    <a:pt x="5906" y="7512"/>
                    <a:pt x="5906" y="7512"/>
                  </a:cubicBezTo>
                  <a:lnTo>
                    <a:pt x="6311" y="7476"/>
                  </a:lnTo>
                  <a:lnTo>
                    <a:pt x="6609" y="7702"/>
                  </a:lnTo>
                  <a:cubicBezTo>
                    <a:pt x="6609" y="7702"/>
                    <a:pt x="6966" y="7833"/>
                    <a:pt x="7228" y="7893"/>
                  </a:cubicBezTo>
                  <a:cubicBezTo>
                    <a:pt x="7287" y="7857"/>
                    <a:pt x="7323" y="7821"/>
                    <a:pt x="7323" y="7821"/>
                  </a:cubicBezTo>
                  <a:lnTo>
                    <a:pt x="7180" y="7333"/>
                  </a:lnTo>
                  <a:lnTo>
                    <a:pt x="8002" y="6202"/>
                  </a:lnTo>
                  <a:lnTo>
                    <a:pt x="8383" y="6190"/>
                  </a:lnTo>
                  <a:lnTo>
                    <a:pt x="8430" y="5309"/>
                  </a:lnTo>
                  <a:lnTo>
                    <a:pt x="8192" y="5250"/>
                  </a:lnTo>
                  <a:lnTo>
                    <a:pt x="8252" y="5012"/>
                  </a:lnTo>
                  <a:lnTo>
                    <a:pt x="7990" y="4821"/>
                  </a:lnTo>
                  <a:lnTo>
                    <a:pt x="7966" y="3964"/>
                  </a:lnTo>
                  <a:lnTo>
                    <a:pt x="7609" y="3714"/>
                  </a:lnTo>
                  <a:lnTo>
                    <a:pt x="7835" y="3333"/>
                  </a:lnTo>
                  <a:cubicBezTo>
                    <a:pt x="7835" y="3333"/>
                    <a:pt x="8204" y="2999"/>
                    <a:pt x="8240" y="2880"/>
                  </a:cubicBezTo>
                  <a:cubicBezTo>
                    <a:pt x="8264" y="2773"/>
                    <a:pt x="8025" y="2059"/>
                    <a:pt x="7990" y="1940"/>
                  </a:cubicBezTo>
                  <a:cubicBezTo>
                    <a:pt x="7966" y="1844"/>
                    <a:pt x="7942" y="1344"/>
                    <a:pt x="7942" y="1344"/>
                  </a:cubicBezTo>
                  <a:lnTo>
                    <a:pt x="7442" y="690"/>
                  </a:lnTo>
                  <a:lnTo>
                    <a:pt x="7240" y="690"/>
                  </a:lnTo>
                  <a:lnTo>
                    <a:pt x="4858" y="547"/>
                  </a:lnTo>
                  <a:cubicBezTo>
                    <a:pt x="4751" y="630"/>
                    <a:pt x="4596" y="737"/>
                    <a:pt x="4335" y="797"/>
                  </a:cubicBezTo>
                  <a:cubicBezTo>
                    <a:pt x="4257" y="817"/>
                    <a:pt x="4191" y="826"/>
                    <a:pt x="4134" y="826"/>
                  </a:cubicBezTo>
                  <a:cubicBezTo>
                    <a:pt x="3717" y="826"/>
                    <a:pt x="3801" y="341"/>
                    <a:pt x="3727" y="142"/>
                  </a:cubicBezTo>
                  <a:cubicBezTo>
                    <a:pt x="3682" y="35"/>
                    <a:pt x="3564" y="0"/>
                    <a:pt x="3409"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58"/>
            <p:cNvSpPr/>
            <p:nvPr/>
          </p:nvSpPr>
          <p:spPr>
            <a:xfrm>
              <a:off x="2853925" y="2318750"/>
              <a:ext cx="222375" cy="345600"/>
            </a:xfrm>
            <a:custGeom>
              <a:avLst/>
              <a:gdLst/>
              <a:ahLst/>
              <a:cxnLst/>
              <a:rect l="l" t="t" r="r" b="b"/>
              <a:pathLst>
                <a:path w="8895" h="13824" extrusionOk="0">
                  <a:moveTo>
                    <a:pt x="2256" y="1"/>
                  </a:moveTo>
                  <a:cubicBezTo>
                    <a:pt x="2016" y="1"/>
                    <a:pt x="1661" y="164"/>
                    <a:pt x="1346" y="327"/>
                  </a:cubicBezTo>
                  <a:lnTo>
                    <a:pt x="1643" y="2363"/>
                  </a:lnTo>
                  <a:lnTo>
                    <a:pt x="2024" y="2648"/>
                  </a:lnTo>
                  <a:lnTo>
                    <a:pt x="1858" y="3363"/>
                  </a:lnTo>
                  <a:lnTo>
                    <a:pt x="1691" y="5899"/>
                  </a:lnTo>
                  <a:lnTo>
                    <a:pt x="0" y="7792"/>
                  </a:lnTo>
                  <a:lnTo>
                    <a:pt x="143" y="8673"/>
                  </a:lnTo>
                  <a:cubicBezTo>
                    <a:pt x="310" y="8780"/>
                    <a:pt x="322" y="8982"/>
                    <a:pt x="417" y="9090"/>
                  </a:cubicBezTo>
                  <a:cubicBezTo>
                    <a:pt x="429" y="9102"/>
                    <a:pt x="441" y="9113"/>
                    <a:pt x="441" y="9137"/>
                  </a:cubicBezTo>
                  <a:lnTo>
                    <a:pt x="691" y="9054"/>
                  </a:lnTo>
                  <a:cubicBezTo>
                    <a:pt x="691" y="9054"/>
                    <a:pt x="1238" y="9233"/>
                    <a:pt x="1238" y="9435"/>
                  </a:cubicBezTo>
                  <a:cubicBezTo>
                    <a:pt x="1238" y="9625"/>
                    <a:pt x="1334" y="10471"/>
                    <a:pt x="1381" y="10864"/>
                  </a:cubicBezTo>
                  <a:cubicBezTo>
                    <a:pt x="1441" y="11245"/>
                    <a:pt x="1858" y="11733"/>
                    <a:pt x="1858" y="11733"/>
                  </a:cubicBezTo>
                  <a:lnTo>
                    <a:pt x="560" y="11733"/>
                  </a:lnTo>
                  <a:cubicBezTo>
                    <a:pt x="560" y="11733"/>
                    <a:pt x="322" y="11733"/>
                    <a:pt x="560" y="12066"/>
                  </a:cubicBezTo>
                  <a:cubicBezTo>
                    <a:pt x="810" y="12388"/>
                    <a:pt x="1381" y="12721"/>
                    <a:pt x="1405" y="12947"/>
                  </a:cubicBezTo>
                  <a:cubicBezTo>
                    <a:pt x="1441" y="13102"/>
                    <a:pt x="1703" y="13495"/>
                    <a:pt x="1715" y="13781"/>
                  </a:cubicBezTo>
                  <a:lnTo>
                    <a:pt x="2155" y="13816"/>
                  </a:lnTo>
                  <a:lnTo>
                    <a:pt x="2548" y="13519"/>
                  </a:lnTo>
                  <a:cubicBezTo>
                    <a:pt x="2548" y="13519"/>
                    <a:pt x="2629" y="13823"/>
                    <a:pt x="2829" y="13823"/>
                  </a:cubicBezTo>
                  <a:cubicBezTo>
                    <a:pt x="2846" y="13823"/>
                    <a:pt x="2863" y="13821"/>
                    <a:pt x="2881" y="13816"/>
                  </a:cubicBezTo>
                  <a:cubicBezTo>
                    <a:pt x="3131" y="13757"/>
                    <a:pt x="4751" y="13043"/>
                    <a:pt x="4751" y="12947"/>
                  </a:cubicBezTo>
                  <a:cubicBezTo>
                    <a:pt x="4751" y="12840"/>
                    <a:pt x="4620" y="12566"/>
                    <a:pt x="4620" y="12566"/>
                  </a:cubicBezTo>
                  <a:lnTo>
                    <a:pt x="5787" y="12483"/>
                  </a:lnTo>
                  <a:lnTo>
                    <a:pt x="7072" y="11471"/>
                  </a:lnTo>
                  <a:lnTo>
                    <a:pt x="7025" y="11054"/>
                  </a:lnTo>
                  <a:lnTo>
                    <a:pt x="7989" y="11042"/>
                  </a:lnTo>
                  <a:lnTo>
                    <a:pt x="7942" y="10947"/>
                  </a:lnTo>
                  <a:lnTo>
                    <a:pt x="8049" y="10530"/>
                  </a:lnTo>
                  <a:lnTo>
                    <a:pt x="7632" y="10364"/>
                  </a:lnTo>
                  <a:lnTo>
                    <a:pt x="7644" y="9494"/>
                  </a:lnTo>
                  <a:lnTo>
                    <a:pt x="6989" y="9459"/>
                  </a:lnTo>
                  <a:lnTo>
                    <a:pt x="7442" y="8840"/>
                  </a:lnTo>
                  <a:lnTo>
                    <a:pt x="7180" y="8566"/>
                  </a:lnTo>
                  <a:lnTo>
                    <a:pt x="7596" y="8209"/>
                  </a:lnTo>
                  <a:lnTo>
                    <a:pt x="7513" y="7911"/>
                  </a:lnTo>
                  <a:lnTo>
                    <a:pt x="7930" y="7423"/>
                  </a:lnTo>
                  <a:lnTo>
                    <a:pt x="8120" y="6780"/>
                  </a:lnTo>
                  <a:lnTo>
                    <a:pt x="8894" y="6863"/>
                  </a:lnTo>
                  <a:lnTo>
                    <a:pt x="8823" y="3422"/>
                  </a:lnTo>
                  <a:cubicBezTo>
                    <a:pt x="7394" y="2613"/>
                    <a:pt x="2703" y="89"/>
                    <a:pt x="2322" y="5"/>
                  </a:cubicBezTo>
                  <a:cubicBezTo>
                    <a:pt x="2301" y="2"/>
                    <a:pt x="2279" y="1"/>
                    <a:pt x="2256"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58"/>
            <p:cNvSpPr/>
            <p:nvPr/>
          </p:nvSpPr>
          <p:spPr>
            <a:xfrm>
              <a:off x="2818800" y="2947225"/>
              <a:ext cx="256300" cy="263875"/>
            </a:xfrm>
            <a:custGeom>
              <a:avLst/>
              <a:gdLst/>
              <a:ahLst/>
              <a:cxnLst/>
              <a:rect l="l" t="t" r="r" b="b"/>
              <a:pathLst>
                <a:path w="10252" h="10555" extrusionOk="0">
                  <a:moveTo>
                    <a:pt x="3965" y="0"/>
                  </a:moveTo>
                  <a:lnTo>
                    <a:pt x="405" y="298"/>
                  </a:lnTo>
                  <a:cubicBezTo>
                    <a:pt x="846" y="1238"/>
                    <a:pt x="1119" y="2167"/>
                    <a:pt x="1358" y="3203"/>
                  </a:cubicBezTo>
                  <a:cubicBezTo>
                    <a:pt x="1893" y="5465"/>
                    <a:pt x="536" y="6787"/>
                    <a:pt x="72" y="9192"/>
                  </a:cubicBezTo>
                  <a:cubicBezTo>
                    <a:pt x="12" y="9442"/>
                    <a:pt x="0" y="9692"/>
                    <a:pt x="12" y="9930"/>
                  </a:cubicBezTo>
                  <a:cubicBezTo>
                    <a:pt x="467" y="9778"/>
                    <a:pt x="939" y="9549"/>
                    <a:pt x="1130" y="9549"/>
                  </a:cubicBezTo>
                  <a:cubicBezTo>
                    <a:pt x="1163" y="9549"/>
                    <a:pt x="1188" y="9557"/>
                    <a:pt x="1203" y="9573"/>
                  </a:cubicBezTo>
                  <a:cubicBezTo>
                    <a:pt x="1310" y="9680"/>
                    <a:pt x="1703" y="10001"/>
                    <a:pt x="1703" y="10001"/>
                  </a:cubicBezTo>
                  <a:lnTo>
                    <a:pt x="5572" y="10001"/>
                  </a:lnTo>
                  <a:lnTo>
                    <a:pt x="5846" y="10287"/>
                  </a:lnTo>
                  <a:cubicBezTo>
                    <a:pt x="5846" y="10287"/>
                    <a:pt x="6688" y="10554"/>
                    <a:pt x="7018" y="10554"/>
                  </a:cubicBezTo>
                  <a:cubicBezTo>
                    <a:pt x="7043" y="10554"/>
                    <a:pt x="7066" y="10553"/>
                    <a:pt x="7084" y="10549"/>
                  </a:cubicBezTo>
                  <a:cubicBezTo>
                    <a:pt x="7370" y="10490"/>
                    <a:pt x="8680" y="10406"/>
                    <a:pt x="8906" y="10347"/>
                  </a:cubicBezTo>
                  <a:cubicBezTo>
                    <a:pt x="9049" y="10323"/>
                    <a:pt x="9382" y="10263"/>
                    <a:pt x="9656" y="10216"/>
                  </a:cubicBezTo>
                  <a:lnTo>
                    <a:pt x="8692" y="9251"/>
                  </a:lnTo>
                  <a:lnTo>
                    <a:pt x="8525" y="6239"/>
                  </a:lnTo>
                  <a:lnTo>
                    <a:pt x="10216" y="6156"/>
                  </a:lnTo>
                  <a:lnTo>
                    <a:pt x="10251" y="4382"/>
                  </a:lnTo>
                  <a:lnTo>
                    <a:pt x="10251" y="4382"/>
                  </a:lnTo>
                  <a:lnTo>
                    <a:pt x="8847" y="4656"/>
                  </a:lnTo>
                  <a:lnTo>
                    <a:pt x="8763" y="3667"/>
                  </a:lnTo>
                  <a:lnTo>
                    <a:pt x="8513" y="3132"/>
                  </a:lnTo>
                  <a:lnTo>
                    <a:pt x="8442" y="1322"/>
                  </a:lnTo>
                  <a:lnTo>
                    <a:pt x="7370" y="1227"/>
                  </a:lnTo>
                  <a:lnTo>
                    <a:pt x="7370" y="988"/>
                  </a:lnTo>
                  <a:lnTo>
                    <a:pt x="6549" y="988"/>
                  </a:lnTo>
                  <a:lnTo>
                    <a:pt x="6227" y="1893"/>
                  </a:lnTo>
                  <a:lnTo>
                    <a:pt x="4870" y="1941"/>
                  </a:lnTo>
                  <a:cubicBezTo>
                    <a:pt x="4870" y="1941"/>
                    <a:pt x="4453" y="1405"/>
                    <a:pt x="4382" y="1286"/>
                  </a:cubicBezTo>
                  <a:cubicBezTo>
                    <a:pt x="4286" y="1167"/>
                    <a:pt x="3965" y="0"/>
                    <a:pt x="3965"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58"/>
            <p:cNvSpPr/>
            <p:nvPr/>
          </p:nvSpPr>
          <p:spPr>
            <a:xfrm>
              <a:off x="2969400" y="1722675"/>
              <a:ext cx="86050" cy="122950"/>
            </a:xfrm>
            <a:custGeom>
              <a:avLst/>
              <a:gdLst/>
              <a:ahLst/>
              <a:cxnLst/>
              <a:rect l="l" t="t" r="r" b="b"/>
              <a:pathLst>
                <a:path w="3442" h="4918" extrusionOk="0">
                  <a:moveTo>
                    <a:pt x="1179" y="0"/>
                  </a:moveTo>
                  <a:cubicBezTo>
                    <a:pt x="715" y="0"/>
                    <a:pt x="382" y="60"/>
                    <a:pt x="382" y="60"/>
                  </a:cubicBezTo>
                  <a:cubicBezTo>
                    <a:pt x="382" y="60"/>
                    <a:pt x="215" y="191"/>
                    <a:pt x="36" y="321"/>
                  </a:cubicBezTo>
                  <a:lnTo>
                    <a:pt x="25" y="964"/>
                  </a:lnTo>
                  <a:lnTo>
                    <a:pt x="322" y="1143"/>
                  </a:lnTo>
                  <a:lnTo>
                    <a:pt x="60" y="1548"/>
                  </a:lnTo>
                  <a:lnTo>
                    <a:pt x="334" y="1750"/>
                  </a:lnTo>
                  <a:lnTo>
                    <a:pt x="167" y="1976"/>
                  </a:lnTo>
                  <a:lnTo>
                    <a:pt x="1" y="2107"/>
                  </a:lnTo>
                  <a:lnTo>
                    <a:pt x="453" y="2572"/>
                  </a:lnTo>
                  <a:cubicBezTo>
                    <a:pt x="453" y="2572"/>
                    <a:pt x="412" y="2565"/>
                    <a:pt x="361" y="2565"/>
                  </a:cubicBezTo>
                  <a:cubicBezTo>
                    <a:pt x="294" y="2565"/>
                    <a:pt x="212" y="2577"/>
                    <a:pt x="191" y="2631"/>
                  </a:cubicBezTo>
                  <a:cubicBezTo>
                    <a:pt x="179" y="2703"/>
                    <a:pt x="251" y="3143"/>
                    <a:pt x="251" y="3143"/>
                  </a:cubicBezTo>
                  <a:lnTo>
                    <a:pt x="870" y="3667"/>
                  </a:lnTo>
                  <a:lnTo>
                    <a:pt x="1227" y="3858"/>
                  </a:lnTo>
                  <a:lnTo>
                    <a:pt x="929" y="4251"/>
                  </a:lnTo>
                  <a:lnTo>
                    <a:pt x="1203" y="4477"/>
                  </a:lnTo>
                  <a:lnTo>
                    <a:pt x="1346" y="4858"/>
                  </a:lnTo>
                  <a:lnTo>
                    <a:pt x="1346" y="4917"/>
                  </a:lnTo>
                  <a:lnTo>
                    <a:pt x="1739" y="4727"/>
                  </a:lnTo>
                  <a:lnTo>
                    <a:pt x="2203" y="4751"/>
                  </a:lnTo>
                  <a:lnTo>
                    <a:pt x="2239" y="4536"/>
                  </a:lnTo>
                  <a:lnTo>
                    <a:pt x="2834" y="4584"/>
                  </a:lnTo>
                  <a:lnTo>
                    <a:pt x="2858" y="4501"/>
                  </a:lnTo>
                  <a:lnTo>
                    <a:pt x="3108" y="3762"/>
                  </a:lnTo>
                  <a:lnTo>
                    <a:pt x="3442" y="3369"/>
                  </a:lnTo>
                  <a:lnTo>
                    <a:pt x="3215" y="3239"/>
                  </a:lnTo>
                  <a:lnTo>
                    <a:pt x="2727" y="2941"/>
                  </a:lnTo>
                  <a:lnTo>
                    <a:pt x="3061" y="2917"/>
                  </a:lnTo>
                  <a:lnTo>
                    <a:pt x="3120" y="2584"/>
                  </a:lnTo>
                  <a:lnTo>
                    <a:pt x="3311" y="2417"/>
                  </a:lnTo>
                  <a:lnTo>
                    <a:pt x="3073" y="2346"/>
                  </a:lnTo>
                  <a:lnTo>
                    <a:pt x="3108" y="1822"/>
                  </a:lnTo>
                  <a:lnTo>
                    <a:pt x="3001" y="1703"/>
                  </a:lnTo>
                  <a:lnTo>
                    <a:pt x="2584" y="2000"/>
                  </a:lnTo>
                  <a:lnTo>
                    <a:pt x="2358" y="1941"/>
                  </a:lnTo>
                  <a:lnTo>
                    <a:pt x="2013" y="1643"/>
                  </a:lnTo>
                  <a:lnTo>
                    <a:pt x="2108" y="1131"/>
                  </a:lnTo>
                  <a:lnTo>
                    <a:pt x="1513" y="869"/>
                  </a:lnTo>
                  <a:lnTo>
                    <a:pt x="1489" y="381"/>
                  </a:lnTo>
                  <a:lnTo>
                    <a:pt x="1179" y="0"/>
                  </a:ln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58"/>
            <p:cNvSpPr/>
            <p:nvPr/>
          </p:nvSpPr>
          <p:spPr>
            <a:xfrm>
              <a:off x="2988150" y="1416975"/>
              <a:ext cx="64325" cy="34850"/>
            </a:xfrm>
            <a:custGeom>
              <a:avLst/>
              <a:gdLst/>
              <a:ahLst/>
              <a:cxnLst/>
              <a:rect l="l" t="t" r="r" b="b"/>
              <a:pathLst>
                <a:path w="2573" h="1394" extrusionOk="0">
                  <a:moveTo>
                    <a:pt x="1096" y="0"/>
                  </a:moveTo>
                  <a:lnTo>
                    <a:pt x="1096" y="0"/>
                  </a:lnTo>
                  <a:cubicBezTo>
                    <a:pt x="1156" y="393"/>
                    <a:pt x="1168" y="358"/>
                    <a:pt x="894" y="393"/>
                  </a:cubicBezTo>
                  <a:cubicBezTo>
                    <a:pt x="894" y="393"/>
                    <a:pt x="775" y="477"/>
                    <a:pt x="656" y="477"/>
                  </a:cubicBezTo>
                  <a:cubicBezTo>
                    <a:pt x="549" y="477"/>
                    <a:pt x="191" y="584"/>
                    <a:pt x="168" y="834"/>
                  </a:cubicBezTo>
                  <a:cubicBezTo>
                    <a:pt x="144" y="965"/>
                    <a:pt x="132" y="1131"/>
                    <a:pt x="1" y="1262"/>
                  </a:cubicBezTo>
                  <a:lnTo>
                    <a:pt x="2442" y="1393"/>
                  </a:lnTo>
                  <a:lnTo>
                    <a:pt x="2394" y="953"/>
                  </a:lnTo>
                  <a:lnTo>
                    <a:pt x="2573" y="727"/>
                  </a:lnTo>
                  <a:lnTo>
                    <a:pt x="2454" y="334"/>
                  </a:lnTo>
                  <a:lnTo>
                    <a:pt x="1918" y="369"/>
                  </a:lnTo>
                  <a:lnTo>
                    <a:pt x="1394" y="36"/>
                  </a:lnTo>
                  <a:lnTo>
                    <a:pt x="109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58"/>
            <p:cNvSpPr/>
            <p:nvPr/>
          </p:nvSpPr>
          <p:spPr>
            <a:xfrm>
              <a:off x="3003350" y="1836675"/>
              <a:ext cx="48825" cy="43775"/>
            </a:xfrm>
            <a:custGeom>
              <a:avLst/>
              <a:gdLst/>
              <a:ahLst/>
              <a:cxnLst/>
              <a:rect l="l" t="t" r="r" b="b"/>
              <a:pathLst>
                <a:path w="1953" h="1751" extrusionOk="0">
                  <a:moveTo>
                    <a:pt x="893" y="0"/>
                  </a:moveTo>
                  <a:lnTo>
                    <a:pt x="869" y="226"/>
                  </a:lnTo>
                  <a:lnTo>
                    <a:pt x="405" y="214"/>
                  </a:lnTo>
                  <a:lnTo>
                    <a:pt x="0" y="393"/>
                  </a:lnTo>
                  <a:lnTo>
                    <a:pt x="48" y="774"/>
                  </a:lnTo>
                  <a:lnTo>
                    <a:pt x="0" y="1274"/>
                  </a:lnTo>
                  <a:lnTo>
                    <a:pt x="405" y="1750"/>
                  </a:lnTo>
                  <a:lnTo>
                    <a:pt x="1857" y="1179"/>
                  </a:lnTo>
                  <a:lnTo>
                    <a:pt x="1953" y="322"/>
                  </a:lnTo>
                  <a:lnTo>
                    <a:pt x="1643" y="262"/>
                  </a:lnTo>
                  <a:lnTo>
                    <a:pt x="1643" y="60"/>
                  </a:lnTo>
                  <a:lnTo>
                    <a:pt x="1500" y="48"/>
                  </a:lnTo>
                  <a:lnTo>
                    <a:pt x="89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58"/>
            <p:cNvSpPr/>
            <p:nvPr/>
          </p:nvSpPr>
          <p:spPr>
            <a:xfrm>
              <a:off x="2908100" y="1648250"/>
              <a:ext cx="140800" cy="88725"/>
            </a:xfrm>
            <a:custGeom>
              <a:avLst/>
              <a:gdLst/>
              <a:ahLst/>
              <a:cxnLst/>
              <a:rect l="l" t="t" r="r" b="b"/>
              <a:pathLst>
                <a:path w="5632" h="3549" extrusionOk="0">
                  <a:moveTo>
                    <a:pt x="3929" y="0"/>
                  </a:moveTo>
                  <a:lnTo>
                    <a:pt x="3393" y="512"/>
                  </a:lnTo>
                  <a:lnTo>
                    <a:pt x="2929" y="453"/>
                  </a:lnTo>
                  <a:lnTo>
                    <a:pt x="2917" y="667"/>
                  </a:lnTo>
                  <a:lnTo>
                    <a:pt x="2322" y="560"/>
                  </a:lnTo>
                  <a:lnTo>
                    <a:pt x="2310" y="965"/>
                  </a:lnTo>
                  <a:lnTo>
                    <a:pt x="1774" y="1048"/>
                  </a:lnTo>
                  <a:lnTo>
                    <a:pt x="929" y="667"/>
                  </a:lnTo>
                  <a:lnTo>
                    <a:pt x="869" y="1155"/>
                  </a:lnTo>
                  <a:lnTo>
                    <a:pt x="393" y="1263"/>
                  </a:lnTo>
                  <a:lnTo>
                    <a:pt x="369" y="1989"/>
                  </a:lnTo>
                  <a:lnTo>
                    <a:pt x="0" y="2155"/>
                  </a:lnTo>
                  <a:cubicBezTo>
                    <a:pt x="0" y="2155"/>
                    <a:pt x="310" y="2441"/>
                    <a:pt x="548" y="2656"/>
                  </a:cubicBezTo>
                  <a:cubicBezTo>
                    <a:pt x="691" y="2775"/>
                    <a:pt x="786" y="2882"/>
                    <a:pt x="810" y="2894"/>
                  </a:cubicBezTo>
                  <a:cubicBezTo>
                    <a:pt x="822" y="2977"/>
                    <a:pt x="1834" y="3549"/>
                    <a:pt x="2000" y="3549"/>
                  </a:cubicBezTo>
                  <a:cubicBezTo>
                    <a:pt x="2072" y="3549"/>
                    <a:pt x="2298" y="3406"/>
                    <a:pt x="2477" y="3287"/>
                  </a:cubicBezTo>
                  <a:cubicBezTo>
                    <a:pt x="2655" y="3156"/>
                    <a:pt x="2810" y="3013"/>
                    <a:pt x="2810" y="3013"/>
                  </a:cubicBezTo>
                  <a:cubicBezTo>
                    <a:pt x="2810" y="3013"/>
                    <a:pt x="3155" y="2953"/>
                    <a:pt x="3620" y="2953"/>
                  </a:cubicBezTo>
                  <a:lnTo>
                    <a:pt x="3691" y="2953"/>
                  </a:lnTo>
                  <a:cubicBezTo>
                    <a:pt x="4179" y="2953"/>
                    <a:pt x="4179" y="2798"/>
                    <a:pt x="4417" y="2691"/>
                  </a:cubicBezTo>
                  <a:cubicBezTo>
                    <a:pt x="4644" y="2584"/>
                    <a:pt x="4858" y="1560"/>
                    <a:pt x="4977" y="1405"/>
                  </a:cubicBezTo>
                  <a:cubicBezTo>
                    <a:pt x="5096" y="1263"/>
                    <a:pt x="5632" y="810"/>
                    <a:pt x="5632" y="810"/>
                  </a:cubicBezTo>
                  <a:lnTo>
                    <a:pt x="5096" y="155"/>
                  </a:lnTo>
                  <a:lnTo>
                    <a:pt x="4239" y="143"/>
                  </a:lnTo>
                  <a:lnTo>
                    <a:pt x="3929"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58"/>
            <p:cNvSpPr/>
            <p:nvPr/>
          </p:nvSpPr>
          <p:spPr>
            <a:xfrm>
              <a:off x="2925050" y="1614900"/>
              <a:ext cx="123850" cy="59575"/>
            </a:xfrm>
            <a:custGeom>
              <a:avLst/>
              <a:gdLst/>
              <a:ahLst/>
              <a:cxnLst/>
              <a:rect l="l" t="t" r="r" b="b"/>
              <a:pathLst>
                <a:path w="4954" h="2383" extrusionOk="0">
                  <a:moveTo>
                    <a:pt x="2132" y="1"/>
                  </a:moveTo>
                  <a:lnTo>
                    <a:pt x="1584" y="203"/>
                  </a:lnTo>
                  <a:lnTo>
                    <a:pt x="1584" y="168"/>
                  </a:lnTo>
                  <a:lnTo>
                    <a:pt x="1477" y="275"/>
                  </a:lnTo>
                  <a:lnTo>
                    <a:pt x="1215" y="358"/>
                  </a:lnTo>
                  <a:lnTo>
                    <a:pt x="929" y="465"/>
                  </a:lnTo>
                  <a:lnTo>
                    <a:pt x="929" y="918"/>
                  </a:lnTo>
                  <a:lnTo>
                    <a:pt x="406" y="918"/>
                  </a:lnTo>
                  <a:lnTo>
                    <a:pt x="1" y="1192"/>
                  </a:lnTo>
                  <a:lnTo>
                    <a:pt x="25" y="1763"/>
                  </a:lnTo>
                  <a:lnTo>
                    <a:pt x="239" y="2001"/>
                  </a:lnTo>
                  <a:lnTo>
                    <a:pt x="1096" y="2382"/>
                  </a:lnTo>
                  <a:lnTo>
                    <a:pt x="1632" y="2299"/>
                  </a:lnTo>
                  <a:lnTo>
                    <a:pt x="1644" y="1894"/>
                  </a:lnTo>
                  <a:lnTo>
                    <a:pt x="2239" y="2001"/>
                  </a:lnTo>
                  <a:lnTo>
                    <a:pt x="2251" y="1787"/>
                  </a:lnTo>
                  <a:lnTo>
                    <a:pt x="2715" y="1846"/>
                  </a:lnTo>
                  <a:lnTo>
                    <a:pt x="3251" y="1334"/>
                  </a:lnTo>
                  <a:lnTo>
                    <a:pt x="3561" y="1477"/>
                  </a:lnTo>
                  <a:lnTo>
                    <a:pt x="4418" y="1489"/>
                  </a:lnTo>
                  <a:cubicBezTo>
                    <a:pt x="4442" y="1406"/>
                    <a:pt x="4632" y="822"/>
                    <a:pt x="4716" y="822"/>
                  </a:cubicBezTo>
                  <a:cubicBezTo>
                    <a:pt x="4775" y="822"/>
                    <a:pt x="4870" y="751"/>
                    <a:pt x="4954" y="692"/>
                  </a:cubicBezTo>
                  <a:cubicBezTo>
                    <a:pt x="4692" y="620"/>
                    <a:pt x="4335" y="501"/>
                    <a:pt x="4335" y="501"/>
                  </a:cubicBezTo>
                  <a:lnTo>
                    <a:pt x="4013" y="275"/>
                  </a:lnTo>
                  <a:lnTo>
                    <a:pt x="3608" y="299"/>
                  </a:lnTo>
                  <a:cubicBezTo>
                    <a:pt x="3608" y="299"/>
                    <a:pt x="3472" y="435"/>
                    <a:pt x="3306" y="435"/>
                  </a:cubicBezTo>
                  <a:cubicBezTo>
                    <a:pt x="3257" y="435"/>
                    <a:pt x="3207" y="423"/>
                    <a:pt x="3156" y="394"/>
                  </a:cubicBezTo>
                  <a:cubicBezTo>
                    <a:pt x="3117" y="370"/>
                    <a:pt x="3069" y="361"/>
                    <a:pt x="3015" y="361"/>
                  </a:cubicBezTo>
                  <a:cubicBezTo>
                    <a:pt x="2770" y="361"/>
                    <a:pt x="2418" y="561"/>
                    <a:pt x="2418" y="561"/>
                  </a:cubicBezTo>
                  <a:lnTo>
                    <a:pt x="2132"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58"/>
            <p:cNvSpPr/>
            <p:nvPr/>
          </p:nvSpPr>
          <p:spPr>
            <a:xfrm>
              <a:off x="2976250" y="1830425"/>
              <a:ext cx="36925" cy="79775"/>
            </a:xfrm>
            <a:custGeom>
              <a:avLst/>
              <a:gdLst/>
              <a:ahLst/>
              <a:cxnLst/>
              <a:rect l="l" t="t" r="r" b="b"/>
              <a:pathLst>
                <a:path w="1477" h="3191" extrusionOk="0">
                  <a:moveTo>
                    <a:pt x="655" y="0"/>
                  </a:moveTo>
                  <a:cubicBezTo>
                    <a:pt x="655" y="0"/>
                    <a:pt x="191" y="24"/>
                    <a:pt x="167" y="167"/>
                  </a:cubicBezTo>
                  <a:cubicBezTo>
                    <a:pt x="143" y="202"/>
                    <a:pt x="72" y="357"/>
                    <a:pt x="1" y="500"/>
                  </a:cubicBezTo>
                  <a:cubicBezTo>
                    <a:pt x="120" y="738"/>
                    <a:pt x="191" y="1084"/>
                    <a:pt x="167" y="1560"/>
                  </a:cubicBezTo>
                  <a:cubicBezTo>
                    <a:pt x="143" y="1905"/>
                    <a:pt x="132" y="2298"/>
                    <a:pt x="143" y="2655"/>
                  </a:cubicBezTo>
                  <a:cubicBezTo>
                    <a:pt x="143" y="2846"/>
                    <a:pt x="167" y="3012"/>
                    <a:pt x="179" y="3191"/>
                  </a:cubicBezTo>
                  <a:lnTo>
                    <a:pt x="1072" y="2596"/>
                  </a:lnTo>
                  <a:lnTo>
                    <a:pt x="1417" y="2012"/>
                  </a:lnTo>
                  <a:lnTo>
                    <a:pt x="1477" y="2000"/>
                  </a:lnTo>
                  <a:lnTo>
                    <a:pt x="1072" y="1524"/>
                  </a:lnTo>
                  <a:lnTo>
                    <a:pt x="1132" y="1024"/>
                  </a:lnTo>
                  <a:lnTo>
                    <a:pt x="1084" y="643"/>
                  </a:lnTo>
                  <a:lnTo>
                    <a:pt x="1072" y="607"/>
                  </a:lnTo>
                  <a:lnTo>
                    <a:pt x="941" y="226"/>
                  </a:lnTo>
                  <a:lnTo>
                    <a:pt x="65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58"/>
            <p:cNvSpPr/>
            <p:nvPr/>
          </p:nvSpPr>
          <p:spPr>
            <a:xfrm>
              <a:off x="2959000" y="1802000"/>
              <a:ext cx="41375" cy="40650"/>
            </a:xfrm>
            <a:custGeom>
              <a:avLst/>
              <a:gdLst/>
              <a:ahLst/>
              <a:cxnLst/>
              <a:rect l="l" t="t" r="r" b="b"/>
              <a:pathLst>
                <a:path w="1655" h="1626" extrusionOk="0">
                  <a:moveTo>
                    <a:pt x="628" y="0"/>
                  </a:moveTo>
                  <a:cubicBezTo>
                    <a:pt x="531" y="0"/>
                    <a:pt x="345" y="37"/>
                    <a:pt x="226" y="292"/>
                  </a:cubicBezTo>
                  <a:cubicBezTo>
                    <a:pt x="143" y="482"/>
                    <a:pt x="60" y="780"/>
                    <a:pt x="0" y="1018"/>
                  </a:cubicBezTo>
                  <a:cubicBezTo>
                    <a:pt x="286" y="1137"/>
                    <a:pt x="536" y="1304"/>
                    <a:pt x="703" y="1625"/>
                  </a:cubicBezTo>
                  <a:cubicBezTo>
                    <a:pt x="774" y="1494"/>
                    <a:pt x="857" y="1351"/>
                    <a:pt x="869" y="1292"/>
                  </a:cubicBezTo>
                  <a:cubicBezTo>
                    <a:pt x="893" y="1149"/>
                    <a:pt x="1357" y="1125"/>
                    <a:pt x="1357" y="1125"/>
                  </a:cubicBezTo>
                  <a:lnTo>
                    <a:pt x="1655" y="732"/>
                  </a:lnTo>
                  <a:lnTo>
                    <a:pt x="1298" y="530"/>
                  </a:lnTo>
                  <a:lnTo>
                    <a:pt x="691" y="6"/>
                  </a:lnTo>
                  <a:cubicBezTo>
                    <a:pt x="691" y="6"/>
                    <a:pt x="666" y="0"/>
                    <a:pt x="628" y="0"/>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58"/>
            <p:cNvSpPr/>
            <p:nvPr/>
          </p:nvSpPr>
          <p:spPr>
            <a:xfrm>
              <a:off x="2901850" y="1753325"/>
              <a:ext cx="79475" cy="74425"/>
            </a:xfrm>
            <a:custGeom>
              <a:avLst/>
              <a:gdLst/>
              <a:ahLst/>
              <a:cxnLst/>
              <a:rect l="l" t="t" r="r" b="b"/>
              <a:pathLst>
                <a:path w="3179" h="2977" extrusionOk="0">
                  <a:moveTo>
                    <a:pt x="0" y="0"/>
                  </a:moveTo>
                  <a:lnTo>
                    <a:pt x="0" y="465"/>
                  </a:lnTo>
                  <a:cubicBezTo>
                    <a:pt x="0" y="465"/>
                    <a:pt x="1012" y="1620"/>
                    <a:pt x="1226" y="1953"/>
                  </a:cubicBezTo>
                  <a:cubicBezTo>
                    <a:pt x="1345" y="2143"/>
                    <a:pt x="1381" y="2394"/>
                    <a:pt x="1381" y="2572"/>
                  </a:cubicBezTo>
                  <a:cubicBezTo>
                    <a:pt x="1584" y="2751"/>
                    <a:pt x="1965" y="2834"/>
                    <a:pt x="2298" y="2977"/>
                  </a:cubicBezTo>
                  <a:cubicBezTo>
                    <a:pt x="2346" y="2739"/>
                    <a:pt x="2441" y="2441"/>
                    <a:pt x="2524" y="2251"/>
                  </a:cubicBezTo>
                  <a:cubicBezTo>
                    <a:pt x="2643" y="1996"/>
                    <a:pt x="2829" y="1959"/>
                    <a:pt x="2926" y="1959"/>
                  </a:cubicBezTo>
                  <a:cubicBezTo>
                    <a:pt x="2964" y="1959"/>
                    <a:pt x="2989" y="1965"/>
                    <a:pt x="2989" y="1965"/>
                  </a:cubicBezTo>
                  <a:cubicBezTo>
                    <a:pt x="2989" y="1965"/>
                    <a:pt x="2893" y="1524"/>
                    <a:pt x="2929" y="1453"/>
                  </a:cubicBezTo>
                  <a:cubicBezTo>
                    <a:pt x="2949" y="1398"/>
                    <a:pt x="3028" y="1387"/>
                    <a:pt x="3092" y="1387"/>
                  </a:cubicBezTo>
                  <a:cubicBezTo>
                    <a:pt x="3140" y="1387"/>
                    <a:pt x="3179" y="1393"/>
                    <a:pt x="3179" y="1393"/>
                  </a:cubicBezTo>
                  <a:lnTo>
                    <a:pt x="2738" y="929"/>
                  </a:lnTo>
                  <a:lnTo>
                    <a:pt x="2893" y="810"/>
                  </a:lnTo>
                  <a:lnTo>
                    <a:pt x="3060" y="584"/>
                  </a:lnTo>
                  <a:lnTo>
                    <a:pt x="2762" y="334"/>
                  </a:lnTo>
                  <a:lnTo>
                    <a:pt x="2084" y="72"/>
                  </a:lnTo>
                  <a:lnTo>
                    <a:pt x="1691" y="0"/>
                  </a:lnTo>
                  <a:lnTo>
                    <a:pt x="869" y="0"/>
                  </a:lnTo>
                  <a:cubicBezTo>
                    <a:pt x="869" y="0"/>
                    <a:pt x="679" y="250"/>
                    <a:pt x="452" y="286"/>
                  </a:cubicBezTo>
                  <a:cubicBezTo>
                    <a:pt x="449" y="286"/>
                    <a:pt x="445" y="286"/>
                    <a:pt x="441" y="286"/>
                  </a:cubicBezTo>
                  <a:cubicBezTo>
                    <a:pt x="240" y="286"/>
                    <a:pt x="0" y="0"/>
                    <a:pt x="0" y="0"/>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58"/>
            <p:cNvSpPr/>
            <p:nvPr/>
          </p:nvSpPr>
          <p:spPr>
            <a:xfrm>
              <a:off x="2857775" y="1714325"/>
              <a:ext cx="119700" cy="103025"/>
            </a:xfrm>
            <a:custGeom>
              <a:avLst/>
              <a:gdLst/>
              <a:ahLst/>
              <a:cxnLst/>
              <a:rect l="l" t="t" r="r" b="b"/>
              <a:pathLst>
                <a:path w="4788" h="4121" extrusionOk="0">
                  <a:moveTo>
                    <a:pt x="2585" y="1"/>
                  </a:moveTo>
                  <a:lnTo>
                    <a:pt x="2192" y="167"/>
                  </a:lnTo>
                  <a:lnTo>
                    <a:pt x="1668" y="334"/>
                  </a:lnTo>
                  <a:lnTo>
                    <a:pt x="1692" y="715"/>
                  </a:lnTo>
                  <a:lnTo>
                    <a:pt x="1513" y="727"/>
                  </a:lnTo>
                  <a:lnTo>
                    <a:pt x="1334" y="1191"/>
                  </a:lnTo>
                  <a:lnTo>
                    <a:pt x="1168" y="1179"/>
                  </a:lnTo>
                  <a:lnTo>
                    <a:pt x="799" y="965"/>
                  </a:lnTo>
                  <a:lnTo>
                    <a:pt x="739" y="1179"/>
                  </a:lnTo>
                  <a:lnTo>
                    <a:pt x="25" y="1191"/>
                  </a:lnTo>
                  <a:cubicBezTo>
                    <a:pt x="1" y="1251"/>
                    <a:pt x="1" y="1322"/>
                    <a:pt x="1" y="1406"/>
                  </a:cubicBezTo>
                  <a:cubicBezTo>
                    <a:pt x="1" y="1713"/>
                    <a:pt x="305" y="1835"/>
                    <a:pt x="478" y="1835"/>
                  </a:cubicBezTo>
                  <a:cubicBezTo>
                    <a:pt x="486" y="1835"/>
                    <a:pt x="493" y="1835"/>
                    <a:pt x="501" y="1834"/>
                  </a:cubicBezTo>
                  <a:cubicBezTo>
                    <a:pt x="648" y="1823"/>
                    <a:pt x="655" y="1534"/>
                    <a:pt x="737" y="1534"/>
                  </a:cubicBezTo>
                  <a:cubicBezTo>
                    <a:pt x="741" y="1534"/>
                    <a:pt x="746" y="1535"/>
                    <a:pt x="751" y="1537"/>
                  </a:cubicBezTo>
                  <a:cubicBezTo>
                    <a:pt x="930" y="1608"/>
                    <a:pt x="1049" y="1775"/>
                    <a:pt x="1108" y="1941"/>
                  </a:cubicBezTo>
                  <a:cubicBezTo>
                    <a:pt x="1311" y="2477"/>
                    <a:pt x="1465" y="2799"/>
                    <a:pt x="1632" y="3001"/>
                  </a:cubicBezTo>
                  <a:cubicBezTo>
                    <a:pt x="2001" y="3501"/>
                    <a:pt x="2501" y="3394"/>
                    <a:pt x="3097" y="4073"/>
                  </a:cubicBezTo>
                  <a:cubicBezTo>
                    <a:pt x="3108" y="4096"/>
                    <a:pt x="3132" y="4120"/>
                    <a:pt x="3144" y="4120"/>
                  </a:cubicBezTo>
                  <a:cubicBezTo>
                    <a:pt x="3144" y="3942"/>
                    <a:pt x="3108" y="3692"/>
                    <a:pt x="3001" y="3501"/>
                  </a:cubicBezTo>
                  <a:cubicBezTo>
                    <a:pt x="2775" y="3168"/>
                    <a:pt x="1763" y="2013"/>
                    <a:pt x="1763" y="2013"/>
                  </a:cubicBezTo>
                  <a:lnTo>
                    <a:pt x="1763" y="1548"/>
                  </a:lnTo>
                  <a:cubicBezTo>
                    <a:pt x="1763" y="1548"/>
                    <a:pt x="1984" y="1836"/>
                    <a:pt x="2202" y="1836"/>
                  </a:cubicBezTo>
                  <a:cubicBezTo>
                    <a:pt x="2211" y="1836"/>
                    <a:pt x="2219" y="1835"/>
                    <a:pt x="2227" y="1834"/>
                  </a:cubicBezTo>
                  <a:cubicBezTo>
                    <a:pt x="2442" y="1798"/>
                    <a:pt x="2644" y="1548"/>
                    <a:pt x="2644" y="1548"/>
                  </a:cubicBezTo>
                  <a:lnTo>
                    <a:pt x="3454" y="1548"/>
                  </a:lnTo>
                  <a:lnTo>
                    <a:pt x="3847" y="1620"/>
                  </a:lnTo>
                  <a:lnTo>
                    <a:pt x="4525" y="1882"/>
                  </a:lnTo>
                  <a:lnTo>
                    <a:pt x="4787" y="1477"/>
                  </a:lnTo>
                  <a:lnTo>
                    <a:pt x="4466" y="1287"/>
                  </a:lnTo>
                  <a:lnTo>
                    <a:pt x="4490" y="644"/>
                  </a:lnTo>
                  <a:lnTo>
                    <a:pt x="4490" y="644"/>
                  </a:lnTo>
                  <a:cubicBezTo>
                    <a:pt x="4311" y="775"/>
                    <a:pt x="4097" y="906"/>
                    <a:pt x="4013" y="906"/>
                  </a:cubicBezTo>
                  <a:cubicBezTo>
                    <a:pt x="3847" y="906"/>
                    <a:pt x="2835" y="346"/>
                    <a:pt x="2823" y="251"/>
                  </a:cubicBezTo>
                  <a:cubicBezTo>
                    <a:pt x="2823" y="239"/>
                    <a:pt x="2716" y="120"/>
                    <a:pt x="2585"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58"/>
            <p:cNvSpPr/>
            <p:nvPr/>
          </p:nvSpPr>
          <p:spPr>
            <a:xfrm>
              <a:off x="2824750" y="1568175"/>
              <a:ext cx="139925" cy="83675"/>
            </a:xfrm>
            <a:custGeom>
              <a:avLst/>
              <a:gdLst/>
              <a:ahLst/>
              <a:cxnLst/>
              <a:rect l="l" t="t" r="r" b="b"/>
              <a:pathLst>
                <a:path w="5597" h="3347" extrusionOk="0">
                  <a:moveTo>
                    <a:pt x="1858" y="1"/>
                  </a:moveTo>
                  <a:lnTo>
                    <a:pt x="0" y="977"/>
                  </a:lnTo>
                  <a:cubicBezTo>
                    <a:pt x="0" y="977"/>
                    <a:pt x="167" y="1179"/>
                    <a:pt x="274" y="1334"/>
                  </a:cubicBezTo>
                  <a:cubicBezTo>
                    <a:pt x="393" y="1501"/>
                    <a:pt x="131" y="1751"/>
                    <a:pt x="131" y="1751"/>
                  </a:cubicBezTo>
                  <a:lnTo>
                    <a:pt x="1679" y="3096"/>
                  </a:lnTo>
                  <a:lnTo>
                    <a:pt x="1941" y="3346"/>
                  </a:lnTo>
                  <a:lnTo>
                    <a:pt x="2239" y="3287"/>
                  </a:lnTo>
                  <a:lnTo>
                    <a:pt x="2239" y="3001"/>
                  </a:lnTo>
                  <a:lnTo>
                    <a:pt x="2429" y="2513"/>
                  </a:lnTo>
                  <a:lnTo>
                    <a:pt x="2810" y="2644"/>
                  </a:lnTo>
                  <a:lnTo>
                    <a:pt x="3144" y="2834"/>
                  </a:lnTo>
                  <a:lnTo>
                    <a:pt x="3465" y="3120"/>
                  </a:lnTo>
                  <a:lnTo>
                    <a:pt x="3989" y="3096"/>
                  </a:lnTo>
                  <a:lnTo>
                    <a:pt x="4025" y="3072"/>
                  </a:lnTo>
                  <a:lnTo>
                    <a:pt x="4418" y="2799"/>
                  </a:lnTo>
                  <a:lnTo>
                    <a:pt x="4941" y="2799"/>
                  </a:lnTo>
                  <a:lnTo>
                    <a:pt x="4941" y="2346"/>
                  </a:lnTo>
                  <a:lnTo>
                    <a:pt x="5227" y="2239"/>
                  </a:lnTo>
                  <a:lnTo>
                    <a:pt x="5489" y="2156"/>
                  </a:lnTo>
                  <a:lnTo>
                    <a:pt x="5596" y="2049"/>
                  </a:lnTo>
                  <a:lnTo>
                    <a:pt x="5525" y="1441"/>
                  </a:lnTo>
                  <a:lnTo>
                    <a:pt x="4596" y="1191"/>
                  </a:lnTo>
                  <a:cubicBezTo>
                    <a:pt x="4596" y="1191"/>
                    <a:pt x="4651" y="832"/>
                    <a:pt x="4437" y="832"/>
                  </a:cubicBezTo>
                  <a:cubicBezTo>
                    <a:pt x="4427" y="832"/>
                    <a:pt x="4416" y="833"/>
                    <a:pt x="4406" y="834"/>
                  </a:cubicBezTo>
                  <a:cubicBezTo>
                    <a:pt x="4200" y="844"/>
                    <a:pt x="4065" y="1326"/>
                    <a:pt x="3940" y="1326"/>
                  </a:cubicBezTo>
                  <a:cubicBezTo>
                    <a:pt x="3921" y="1326"/>
                    <a:pt x="3901" y="1314"/>
                    <a:pt x="3882" y="1287"/>
                  </a:cubicBezTo>
                  <a:cubicBezTo>
                    <a:pt x="3751" y="1096"/>
                    <a:pt x="3548" y="548"/>
                    <a:pt x="3429" y="417"/>
                  </a:cubicBezTo>
                  <a:cubicBezTo>
                    <a:pt x="3322" y="275"/>
                    <a:pt x="2572" y="251"/>
                    <a:pt x="2572" y="251"/>
                  </a:cubicBezTo>
                  <a:cubicBezTo>
                    <a:pt x="2572" y="251"/>
                    <a:pt x="2501" y="144"/>
                    <a:pt x="2417" y="84"/>
                  </a:cubicBezTo>
                  <a:cubicBezTo>
                    <a:pt x="2370" y="60"/>
                    <a:pt x="2322" y="25"/>
                    <a:pt x="2274" y="25"/>
                  </a:cubicBezTo>
                  <a:cubicBezTo>
                    <a:pt x="2155" y="25"/>
                    <a:pt x="1858" y="1"/>
                    <a:pt x="1858"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58"/>
            <p:cNvSpPr/>
            <p:nvPr/>
          </p:nvSpPr>
          <p:spPr>
            <a:xfrm>
              <a:off x="2803900" y="2749575"/>
              <a:ext cx="156600" cy="183675"/>
            </a:xfrm>
            <a:custGeom>
              <a:avLst/>
              <a:gdLst/>
              <a:ahLst/>
              <a:cxnLst/>
              <a:rect l="l" t="t" r="r" b="b"/>
              <a:pathLst>
                <a:path w="6264" h="7347" extrusionOk="0">
                  <a:moveTo>
                    <a:pt x="4740" y="0"/>
                  </a:moveTo>
                  <a:lnTo>
                    <a:pt x="4406" y="739"/>
                  </a:lnTo>
                  <a:lnTo>
                    <a:pt x="4180" y="1548"/>
                  </a:lnTo>
                  <a:lnTo>
                    <a:pt x="3251" y="1263"/>
                  </a:lnTo>
                  <a:lnTo>
                    <a:pt x="2608" y="1191"/>
                  </a:lnTo>
                  <a:lnTo>
                    <a:pt x="1680" y="1191"/>
                  </a:lnTo>
                  <a:lnTo>
                    <a:pt x="1763" y="2001"/>
                  </a:lnTo>
                  <a:lnTo>
                    <a:pt x="2692" y="1941"/>
                  </a:lnTo>
                  <a:lnTo>
                    <a:pt x="2811" y="2346"/>
                  </a:lnTo>
                  <a:lnTo>
                    <a:pt x="2358" y="2703"/>
                  </a:lnTo>
                  <a:lnTo>
                    <a:pt x="2323" y="3191"/>
                  </a:lnTo>
                  <a:lnTo>
                    <a:pt x="2811" y="3394"/>
                  </a:lnTo>
                  <a:lnTo>
                    <a:pt x="2727" y="4191"/>
                  </a:lnTo>
                  <a:lnTo>
                    <a:pt x="2596" y="5013"/>
                  </a:lnTo>
                  <a:lnTo>
                    <a:pt x="2239" y="5037"/>
                  </a:lnTo>
                  <a:lnTo>
                    <a:pt x="2180" y="4775"/>
                  </a:lnTo>
                  <a:lnTo>
                    <a:pt x="1954" y="5013"/>
                  </a:lnTo>
                  <a:lnTo>
                    <a:pt x="1561" y="5013"/>
                  </a:lnTo>
                  <a:lnTo>
                    <a:pt x="1203" y="4465"/>
                  </a:lnTo>
                  <a:lnTo>
                    <a:pt x="1132" y="5061"/>
                  </a:lnTo>
                  <a:lnTo>
                    <a:pt x="191" y="4953"/>
                  </a:lnTo>
                  <a:lnTo>
                    <a:pt x="191" y="4953"/>
                  </a:lnTo>
                  <a:lnTo>
                    <a:pt x="275" y="5501"/>
                  </a:lnTo>
                  <a:lnTo>
                    <a:pt x="882" y="5858"/>
                  </a:lnTo>
                  <a:lnTo>
                    <a:pt x="549" y="6144"/>
                  </a:lnTo>
                  <a:lnTo>
                    <a:pt x="227" y="5954"/>
                  </a:lnTo>
                  <a:lnTo>
                    <a:pt x="1" y="6489"/>
                  </a:lnTo>
                  <a:cubicBezTo>
                    <a:pt x="191" y="6787"/>
                    <a:pt x="370" y="7061"/>
                    <a:pt x="525" y="7347"/>
                  </a:cubicBezTo>
                  <a:lnTo>
                    <a:pt x="1406" y="6668"/>
                  </a:lnTo>
                  <a:lnTo>
                    <a:pt x="1715" y="6882"/>
                  </a:lnTo>
                  <a:lnTo>
                    <a:pt x="2001" y="7120"/>
                  </a:lnTo>
                  <a:lnTo>
                    <a:pt x="2263" y="6680"/>
                  </a:lnTo>
                  <a:lnTo>
                    <a:pt x="2716" y="6644"/>
                  </a:lnTo>
                  <a:lnTo>
                    <a:pt x="2799" y="7144"/>
                  </a:lnTo>
                  <a:lnTo>
                    <a:pt x="3025" y="7168"/>
                  </a:lnTo>
                  <a:lnTo>
                    <a:pt x="4228" y="6037"/>
                  </a:lnTo>
                  <a:lnTo>
                    <a:pt x="4168" y="4882"/>
                  </a:lnTo>
                  <a:cubicBezTo>
                    <a:pt x="4168" y="4882"/>
                    <a:pt x="4716" y="4370"/>
                    <a:pt x="4716" y="4299"/>
                  </a:cubicBezTo>
                  <a:cubicBezTo>
                    <a:pt x="4716" y="4203"/>
                    <a:pt x="4859" y="4049"/>
                    <a:pt x="4859" y="4049"/>
                  </a:cubicBezTo>
                  <a:lnTo>
                    <a:pt x="5633" y="3465"/>
                  </a:lnTo>
                  <a:cubicBezTo>
                    <a:pt x="5633" y="3465"/>
                    <a:pt x="5573" y="2239"/>
                    <a:pt x="5656" y="2001"/>
                  </a:cubicBezTo>
                  <a:cubicBezTo>
                    <a:pt x="5752" y="1751"/>
                    <a:pt x="5942" y="679"/>
                    <a:pt x="6109" y="512"/>
                  </a:cubicBezTo>
                  <a:cubicBezTo>
                    <a:pt x="6192" y="429"/>
                    <a:pt x="6240" y="251"/>
                    <a:pt x="6264" y="72"/>
                  </a:cubicBezTo>
                  <a:lnTo>
                    <a:pt x="4740"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58"/>
            <p:cNvSpPr/>
            <p:nvPr/>
          </p:nvSpPr>
          <p:spPr>
            <a:xfrm>
              <a:off x="2769075" y="1630675"/>
              <a:ext cx="162850" cy="83075"/>
            </a:xfrm>
            <a:custGeom>
              <a:avLst/>
              <a:gdLst/>
              <a:ahLst/>
              <a:cxnLst/>
              <a:rect l="l" t="t" r="r" b="b"/>
              <a:pathLst>
                <a:path w="6514" h="3323" extrusionOk="0">
                  <a:moveTo>
                    <a:pt x="4716" y="1"/>
                  </a:moveTo>
                  <a:lnTo>
                    <a:pt x="4513" y="489"/>
                  </a:lnTo>
                  <a:lnTo>
                    <a:pt x="4513" y="775"/>
                  </a:lnTo>
                  <a:lnTo>
                    <a:pt x="4216" y="834"/>
                  </a:lnTo>
                  <a:lnTo>
                    <a:pt x="3954" y="596"/>
                  </a:lnTo>
                  <a:lnTo>
                    <a:pt x="3287" y="715"/>
                  </a:lnTo>
                  <a:lnTo>
                    <a:pt x="3287" y="942"/>
                  </a:lnTo>
                  <a:lnTo>
                    <a:pt x="3001" y="1454"/>
                  </a:lnTo>
                  <a:lnTo>
                    <a:pt x="3096" y="2144"/>
                  </a:lnTo>
                  <a:lnTo>
                    <a:pt x="2346" y="1739"/>
                  </a:lnTo>
                  <a:lnTo>
                    <a:pt x="2025" y="1966"/>
                  </a:lnTo>
                  <a:lnTo>
                    <a:pt x="1442" y="2263"/>
                  </a:lnTo>
                  <a:lnTo>
                    <a:pt x="1251" y="2037"/>
                  </a:lnTo>
                  <a:lnTo>
                    <a:pt x="799" y="1977"/>
                  </a:lnTo>
                  <a:lnTo>
                    <a:pt x="799" y="2323"/>
                  </a:lnTo>
                  <a:lnTo>
                    <a:pt x="513" y="2287"/>
                  </a:lnTo>
                  <a:lnTo>
                    <a:pt x="322" y="2025"/>
                  </a:lnTo>
                  <a:lnTo>
                    <a:pt x="1" y="2025"/>
                  </a:lnTo>
                  <a:lnTo>
                    <a:pt x="37" y="2549"/>
                  </a:lnTo>
                  <a:lnTo>
                    <a:pt x="203" y="2549"/>
                  </a:lnTo>
                  <a:lnTo>
                    <a:pt x="370" y="2763"/>
                  </a:lnTo>
                  <a:lnTo>
                    <a:pt x="787" y="2763"/>
                  </a:lnTo>
                  <a:lnTo>
                    <a:pt x="906" y="2870"/>
                  </a:lnTo>
                  <a:lnTo>
                    <a:pt x="1406" y="2858"/>
                  </a:lnTo>
                  <a:lnTo>
                    <a:pt x="1632" y="2608"/>
                  </a:lnTo>
                  <a:lnTo>
                    <a:pt x="2430" y="2573"/>
                  </a:lnTo>
                  <a:lnTo>
                    <a:pt x="2430" y="3025"/>
                  </a:lnTo>
                  <a:lnTo>
                    <a:pt x="3477" y="3216"/>
                  </a:lnTo>
                  <a:cubicBezTo>
                    <a:pt x="3477" y="3216"/>
                    <a:pt x="4085" y="3323"/>
                    <a:pt x="4359" y="3323"/>
                  </a:cubicBezTo>
                  <a:cubicBezTo>
                    <a:pt x="4620" y="3323"/>
                    <a:pt x="4680" y="3049"/>
                    <a:pt x="4680" y="3049"/>
                  </a:cubicBezTo>
                  <a:lnTo>
                    <a:pt x="5490" y="2989"/>
                  </a:lnTo>
                  <a:lnTo>
                    <a:pt x="5597" y="2858"/>
                  </a:lnTo>
                  <a:lnTo>
                    <a:pt x="5966" y="2692"/>
                  </a:lnTo>
                  <a:lnTo>
                    <a:pt x="5978" y="1966"/>
                  </a:lnTo>
                  <a:lnTo>
                    <a:pt x="6454" y="1858"/>
                  </a:lnTo>
                  <a:lnTo>
                    <a:pt x="6514" y="1370"/>
                  </a:lnTo>
                  <a:lnTo>
                    <a:pt x="6287" y="1132"/>
                  </a:lnTo>
                  <a:lnTo>
                    <a:pt x="6311" y="561"/>
                  </a:lnTo>
                  <a:lnTo>
                    <a:pt x="6275" y="584"/>
                  </a:lnTo>
                  <a:lnTo>
                    <a:pt x="5752" y="608"/>
                  </a:lnTo>
                  <a:lnTo>
                    <a:pt x="5430" y="322"/>
                  </a:lnTo>
                  <a:lnTo>
                    <a:pt x="5097" y="132"/>
                  </a:lnTo>
                  <a:lnTo>
                    <a:pt x="4716"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58"/>
            <p:cNvSpPr/>
            <p:nvPr/>
          </p:nvSpPr>
          <p:spPr>
            <a:xfrm>
              <a:off x="2854500" y="1702425"/>
              <a:ext cx="67300" cy="42000"/>
            </a:xfrm>
            <a:custGeom>
              <a:avLst/>
              <a:gdLst/>
              <a:ahLst/>
              <a:cxnLst/>
              <a:rect l="l" t="t" r="r" b="b"/>
              <a:pathLst>
                <a:path w="2692" h="1680" extrusionOk="0">
                  <a:moveTo>
                    <a:pt x="2179" y="0"/>
                  </a:moveTo>
                  <a:cubicBezTo>
                    <a:pt x="2178" y="0"/>
                    <a:pt x="2178" y="0"/>
                    <a:pt x="2179" y="1"/>
                  </a:cubicBezTo>
                  <a:lnTo>
                    <a:pt x="2179" y="1"/>
                  </a:lnTo>
                  <a:lnTo>
                    <a:pt x="2180" y="0"/>
                  </a:lnTo>
                  <a:cubicBezTo>
                    <a:pt x="2179" y="0"/>
                    <a:pt x="2179" y="0"/>
                    <a:pt x="2179" y="0"/>
                  </a:cubicBezTo>
                  <a:close/>
                  <a:moveTo>
                    <a:pt x="2179" y="1"/>
                  </a:moveTo>
                  <a:lnTo>
                    <a:pt x="2073" y="131"/>
                  </a:lnTo>
                  <a:lnTo>
                    <a:pt x="1263" y="191"/>
                  </a:lnTo>
                  <a:cubicBezTo>
                    <a:pt x="1263" y="191"/>
                    <a:pt x="1203" y="465"/>
                    <a:pt x="942" y="465"/>
                  </a:cubicBezTo>
                  <a:cubicBezTo>
                    <a:pt x="668" y="465"/>
                    <a:pt x="60" y="358"/>
                    <a:pt x="60" y="358"/>
                  </a:cubicBezTo>
                  <a:lnTo>
                    <a:pt x="1" y="786"/>
                  </a:lnTo>
                  <a:lnTo>
                    <a:pt x="120" y="1310"/>
                  </a:lnTo>
                  <a:lnTo>
                    <a:pt x="72" y="1393"/>
                  </a:lnTo>
                  <a:cubicBezTo>
                    <a:pt x="168" y="1393"/>
                    <a:pt x="156" y="1536"/>
                    <a:pt x="132" y="1679"/>
                  </a:cubicBezTo>
                  <a:lnTo>
                    <a:pt x="846" y="1667"/>
                  </a:lnTo>
                  <a:lnTo>
                    <a:pt x="906" y="1465"/>
                  </a:lnTo>
                  <a:lnTo>
                    <a:pt x="1275" y="1667"/>
                  </a:lnTo>
                  <a:lnTo>
                    <a:pt x="1442" y="1679"/>
                  </a:lnTo>
                  <a:lnTo>
                    <a:pt x="1620" y="1227"/>
                  </a:lnTo>
                  <a:lnTo>
                    <a:pt x="1799" y="1203"/>
                  </a:lnTo>
                  <a:lnTo>
                    <a:pt x="1787" y="822"/>
                  </a:lnTo>
                  <a:lnTo>
                    <a:pt x="2311" y="655"/>
                  </a:lnTo>
                  <a:lnTo>
                    <a:pt x="2692" y="489"/>
                  </a:lnTo>
                  <a:cubicBezTo>
                    <a:pt x="2490" y="287"/>
                    <a:pt x="2193" y="22"/>
                    <a:pt x="2179"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58"/>
            <p:cNvSpPr/>
            <p:nvPr/>
          </p:nvSpPr>
          <p:spPr>
            <a:xfrm>
              <a:off x="2744375" y="2545975"/>
              <a:ext cx="169700" cy="242025"/>
            </a:xfrm>
            <a:custGeom>
              <a:avLst/>
              <a:gdLst/>
              <a:ahLst/>
              <a:cxnLst/>
              <a:rect l="l" t="t" r="r" b="b"/>
              <a:pathLst>
                <a:path w="6788" h="9681" extrusionOk="0">
                  <a:moveTo>
                    <a:pt x="5097" y="1"/>
                  </a:moveTo>
                  <a:lnTo>
                    <a:pt x="4835" y="72"/>
                  </a:lnTo>
                  <a:cubicBezTo>
                    <a:pt x="4918" y="251"/>
                    <a:pt x="4930" y="596"/>
                    <a:pt x="5037" y="715"/>
                  </a:cubicBezTo>
                  <a:cubicBezTo>
                    <a:pt x="5132" y="846"/>
                    <a:pt x="5299" y="1203"/>
                    <a:pt x="5299" y="1429"/>
                  </a:cubicBezTo>
                  <a:cubicBezTo>
                    <a:pt x="5299" y="1632"/>
                    <a:pt x="4704" y="1691"/>
                    <a:pt x="4620" y="1727"/>
                  </a:cubicBezTo>
                  <a:cubicBezTo>
                    <a:pt x="4537" y="1751"/>
                    <a:pt x="4239" y="2525"/>
                    <a:pt x="4156" y="2858"/>
                  </a:cubicBezTo>
                  <a:cubicBezTo>
                    <a:pt x="4109" y="3070"/>
                    <a:pt x="3969" y="3106"/>
                    <a:pt x="3879" y="3106"/>
                  </a:cubicBezTo>
                  <a:cubicBezTo>
                    <a:pt x="3832" y="3106"/>
                    <a:pt x="3799" y="3096"/>
                    <a:pt x="3799" y="3096"/>
                  </a:cubicBezTo>
                  <a:lnTo>
                    <a:pt x="3763" y="3727"/>
                  </a:lnTo>
                  <a:lnTo>
                    <a:pt x="3382" y="3894"/>
                  </a:lnTo>
                  <a:cubicBezTo>
                    <a:pt x="3382" y="3894"/>
                    <a:pt x="2953" y="4906"/>
                    <a:pt x="2918" y="5239"/>
                  </a:cubicBezTo>
                  <a:cubicBezTo>
                    <a:pt x="2894" y="5561"/>
                    <a:pt x="2430" y="5597"/>
                    <a:pt x="2334" y="5597"/>
                  </a:cubicBezTo>
                  <a:cubicBezTo>
                    <a:pt x="2263" y="5597"/>
                    <a:pt x="1929" y="5239"/>
                    <a:pt x="1656" y="5204"/>
                  </a:cubicBezTo>
                  <a:cubicBezTo>
                    <a:pt x="1652" y="5203"/>
                    <a:pt x="1649" y="5203"/>
                    <a:pt x="1645" y="5203"/>
                  </a:cubicBezTo>
                  <a:cubicBezTo>
                    <a:pt x="1346" y="5203"/>
                    <a:pt x="358" y="6192"/>
                    <a:pt x="358" y="6192"/>
                  </a:cubicBezTo>
                  <a:lnTo>
                    <a:pt x="358" y="6906"/>
                  </a:lnTo>
                  <a:lnTo>
                    <a:pt x="1" y="7454"/>
                  </a:lnTo>
                  <a:cubicBezTo>
                    <a:pt x="1025" y="7597"/>
                    <a:pt x="1287" y="8406"/>
                    <a:pt x="1287" y="9168"/>
                  </a:cubicBezTo>
                  <a:lnTo>
                    <a:pt x="2322" y="9347"/>
                  </a:lnTo>
                  <a:lnTo>
                    <a:pt x="2501" y="9347"/>
                  </a:lnTo>
                  <a:lnTo>
                    <a:pt x="4061" y="9335"/>
                  </a:lnTo>
                  <a:lnTo>
                    <a:pt x="4989" y="9323"/>
                  </a:lnTo>
                  <a:lnTo>
                    <a:pt x="5632" y="9407"/>
                  </a:lnTo>
                  <a:lnTo>
                    <a:pt x="6561" y="9680"/>
                  </a:lnTo>
                  <a:lnTo>
                    <a:pt x="6787" y="8883"/>
                  </a:lnTo>
                  <a:cubicBezTo>
                    <a:pt x="6621" y="8704"/>
                    <a:pt x="6406" y="8478"/>
                    <a:pt x="6323" y="8395"/>
                  </a:cubicBezTo>
                  <a:cubicBezTo>
                    <a:pt x="6192" y="8228"/>
                    <a:pt x="5513" y="7573"/>
                    <a:pt x="5418" y="7466"/>
                  </a:cubicBezTo>
                  <a:cubicBezTo>
                    <a:pt x="5335" y="7359"/>
                    <a:pt x="5132" y="5870"/>
                    <a:pt x="5132" y="5870"/>
                  </a:cubicBezTo>
                  <a:cubicBezTo>
                    <a:pt x="5132" y="5870"/>
                    <a:pt x="5716" y="5192"/>
                    <a:pt x="6013" y="4966"/>
                  </a:cubicBezTo>
                  <a:cubicBezTo>
                    <a:pt x="6109" y="4906"/>
                    <a:pt x="6120" y="4835"/>
                    <a:pt x="6109" y="4727"/>
                  </a:cubicBezTo>
                  <a:cubicBezTo>
                    <a:pt x="6085" y="4442"/>
                    <a:pt x="5823" y="4061"/>
                    <a:pt x="5787" y="3894"/>
                  </a:cubicBezTo>
                  <a:cubicBezTo>
                    <a:pt x="5763" y="3668"/>
                    <a:pt x="5192" y="3346"/>
                    <a:pt x="4942" y="3013"/>
                  </a:cubicBezTo>
                  <a:cubicBezTo>
                    <a:pt x="4704" y="2691"/>
                    <a:pt x="4942" y="2691"/>
                    <a:pt x="4942" y="2691"/>
                  </a:cubicBezTo>
                  <a:lnTo>
                    <a:pt x="6240" y="2691"/>
                  </a:lnTo>
                  <a:cubicBezTo>
                    <a:pt x="6240" y="2691"/>
                    <a:pt x="5835" y="2203"/>
                    <a:pt x="5775" y="1810"/>
                  </a:cubicBezTo>
                  <a:cubicBezTo>
                    <a:pt x="5728" y="1429"/>
                    <a:pt x="5644" y="572"/>
                    <a:pt x="5644" y="382"/>
                  </a:cubicBezTo>
                  <a:cubicBezTo>
                    <a:pt x="5644" y="191"/>
                    <a:pt x="5097" y="1"/>
                    <a:pt x="5097"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58"/>
            <p:cNvSpPr/>
            <p:nvPr/>
          </p:nvSpPr>
          <p:spPr>
            <a:xfrm>
              <a:off x="2573225" y="2315300"/>
              <a:ext cx="331325" cy="257500"/>
            </a:xfrm>
            <a:custGeom>
              <a:avLst/>
              <a:gdLst/>
              <a:ahLst/>
              <a:cxnLst/>
              <a:rect l="l" t="t" r="r" b="b"/>
              <a:pathLst>
                <a:path w="13253" h="10300" extrusionOk="0">
                  <a:moveTo>
                    <a:pt x="9978" y="0"/>
                  </a:moveTo>
                  <a:cubicBezTo>
                    <a:pt x="8823" y="691"/>
                    <a:pt x="6978" y="1822"/>
                    <a:pt x="6668" y="1989"/>
                  </a:cubicBezTo>
                  <a:cubicBezTo>
                    <a:pt x="6204" y="2239"/>
                    <a:pt x="4692" y="3644"/>
                    <a:pt x="4692" y="3644"/>
                  </a:cubicBezTo>
                  <a:lnTo>
                    <a:pt x="3334" y="3882"/>
                  </a:lnTo>
                  <a:lnTo>
                    <a:pt x="3370" y="6334"/>
                  </a:lnTo>
                  <a:lnTo>
                    <a:pt x="2834" y="7156"/>
                  </a:lnTo>
                  <a:lnTo>
                    <a:pt x="1" y="7394"/>
                  </a:lnTo>
                  <a:lnTo>
                    <a:pt x="60" y="8430"/>
                  </a:lnTo>
                  <a:lnTo>
                    <a:pt x="846" y="8811"/>
                  </a:lnTo>
                  <a:lnTo>
                    <a:pt x="894" y="9347"/>
                  </a:lnTo>
                  <a:lnTo>
                    <a:pt x="1775" y="9835"/>
                  </a:lnTo>
                  <a:lnTo>
                    <a:pt x="2215" y="9835"/>
                  </a:lnTo>
                  <a:lnTo>
                    <a:pt x="2906" y="10299"/>
                  </a:lnTo>
                  <a:cubicBezTo>
                    <a:pt x="2894" y="9978"/>
                    <a:pt x="2965" y="9585"/>
                    <a:pt x="2965" y="9585"/>
                  </a:cubicBezTo>
                  <a:lnTo>
                    <a:pt x="3846" y="8668"/>
                  </a:lnTo>
                  <a:cubicBezTo>
                    <a:pt x="3846" y="8668"/>
                    <a:pt x="4033" y="8643"/>
                    <a:pt x="4282" y="8643"/>
                  </a:cubicBezTo>
                  <a:cubicBezTo>
                    <a:pt x="4598" y="8643"/>
                    <a:pt x="5015" y="8684"/>
                    <a:pt x="5275" y="8870"/>
                  </a:cubicBezTo>
                  <a:cubicBezTo>
                    <a:pt x="5539" y="9058"/>
                    <a:pt x="5847" y="9128"/>
                    <a:pt x="6114" y="9128"/>
                  </a:cubicBezTo>
                  <a:cubicBezTo>
                    <a:pt x="6306" y="9128"/>
                    <a:pt x="6477" y="9092"/>
                    <a:pt x="6597" y="9037"/>
                  </a:cubicBezTo>
                  <a:cubicBezTo>
                    <a:pt x="6625" y="9022"/>
                    <a:pt x="6656" y="9015"/>
                    <a:pt x="6688" y="9015"/>
                  </a:cubicBezTo>
                  <a:cubicBezTo>
                    <a:pt x="6949" y="9015"/>
                    <a:pt x="7314" y="9478"/>
                    <a:pt x="7632" y="9478"/>
                  </a:cubicBezTo>
                  <a:cubicBezTo>
                    <a:pt x="7990" y="9478"/>
                    <a:pt x="8383" y="9073"/>
                    <a:pt x="8811" y="9013"/>
                  </a:cubicBezTo>
                  <a:cubicBezTo>
                    <a:pt x="8852" y="9008"/>
                    <a:pt x="8897" y="9005"/>
                    <a:pt x="8945" y="9005"/>
                  </a:cubicBezTo>
                  <a:cubicBezTo>
                    <a:pt x="9422" y="9005"/>
                    <a:pt x="10186" y="9251"/>
                    <a:pt x="10359" y="9251"/>
                  </a:cubicBezTo>
                  <a:cubicBezTo>
                    <a:pt x="10540" y="9251"/>
                    <a:pt x="10902" y="8759"/>
                    <a:pt x="11193" y="8759"/>
                  </a:cubicBezTo>
                  <a:cubicBezTo>
                    <a:pt x="11209" y="8759"/>
                    <a:pt x="11225" y="8760"/>
                    <a:pt x="11240" y="8763"/>
                  </a:cubicBezTo>
                  <a:cubicBezTo>
                    <a:pt x="11300" y="8763"/>
                    <a:pt x="11347" y="8787"/>
                    <a:pt x="11371" y="8811"/>
                  </a:cubicBezTo>
                  <a:lnTo>
                    <a:pt x="11228" y="7930"/>
                  </a:lnTo>
                  <a:lnTo>
                    <a:pt x="12919" y="6037"/>
                  </a:lnTo>
                  <a:lnTo>
                    <a:pt x="13086" y="3477"/>
                  </a:lnTo>
                  <a:lnTo>
                    <a:pt x="13252" y="2786"/>
                  </a:lnTo>
                  <a:lnTo>
                    <a:pt x="12859" y="2501"/>
                  </a:lnTo>
                  <a:lnTo>
                    <a:pt x="12562" y="453"/>
                  </a:lnTo>
                  <a:cubicBezTo>
                    <a:pt x="12240" y="619"/>
                    <a:pt x="11954" y="798"/>
                    <a:pt x="11883" y="798"/>
                  </a:cubicBezTo>
                  <a:cubicBezTo>
                    <a:pt x="11704" y="798"/>
                    <a:pt x="11288" y="250"/>
                    <a:pt x="11061" y="191"/>
                  </a:cubicBezTo>
                  <a:cubicBezTo>
                    <a:pt x="10835" y="131"/>
                    <a:pt x="9990" y="12"/>
                    <a:pt x="9990" y="12"/>
                  </a:cubicBezTo>
                  <a:cubicBezTo>
                    <a:pt x="9990" y="12"/>
                    <a:pt x="9978" y="12"/>
                    <a:pt x="9978"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58"/>
            <p:cNvSpPr/>
            <p:nvPr/>
          </p:nvSpPr>
          <p:spPr>
            <a:xfrm>
              <a:off x="2693175" y="1432750"/>
              <a:ext cx="190825" cy="256300"/>
            </a:xfrm>
            <a:custGeom>
              <a:avLst/>
              <a:gdLst/>
              <a:ahLst/>
              <a:cxnLst/>
              <a:rect l="l" t="t" r="r" b="b"/>
              <a:pathLst>
                <a:path w="7633" h="10252" extrusionOk="0">
                  <a:moveTo>
                    <a:pt x="2453" y="0"/>
                  </a:moveTo>
                  <a:cubicBezTo>
                    <a:pt x="2489" y="512"/>
                    <a:pt x="2537" y="1251"/>
                    <a:pt x="2418" y="1453"/>
                  </a:cubicBezTo>
                  <a:cubicBezTo>
                    <a:pt x="2287" y="1715"/>
                    <a:pt x="1584" y="1870"/>
                    <a:pt x="1191" y="1965"/>
                  </a:cubicBezTo>
                  <a:lnTo>
                    <a:pt x="1049" y="3179"/>
                  </a:lnTo>
                  <a:lnTo>
                    <a:pt x="810" y="3239"/>
                  </a:lnTo>
                  <a:lnTo>
                    <a:pt x="870" y="4060"/>
                  </a:lnTo>
                  <a:lnTo>
                    <a:pt x="1" y="4441"/>
                  </a:lnTo>
                  <a:lnTo>
                    <a:pt x="358" y="4810"/>
                  </a:lnTo>
                  <a:lnTo>
                    <a:pt x="60" y="5299"/>
                  </a:lnTo>
                  <a:lnTo>
                    <a:pt x="215" y="5620"/>
                  </a:lnTo>
                  <a:lnTo>
                    <a:pt x="215" y="5965"/>
                  </a:lnTo>
                  <a:lnTo>
                    <a:pt x="406" y="6323"/>
                  </a:lnTo>
                  <a:lnTo>
                    <a:pt x="298" y="6656"/>
                  </a:lnTo>
                  <a:lnTo>
                    <a:pt x="537" y="7037"/>
                  </a:lnTo>
                  <a:lnTo>
                    <a:pt x="429" y="7442"/>
                  </a:lnTo>
                  <a:lnTo>
                    <a:pt x="858" y="7739"/>
                  </a:lnTo>
                  <a:lnTo>
                    <a:pt x="1025" y="7989"/>
                  </a:lnTo>
                  <a:lnTo>
                    <a:pt x="1989" y="8049"/>
                  </a:lnTo>
                  <a:lnTo>
                    <a:pt x="1501" y="8990"/>
                  </a:lnTo>
                  <a:lnTo>
                    <a:pt x="1406" y="9966"/>
                  </a:lnTo>
                  <a:lnTo>
                    <a:pt x="1858" y="9847"/>
                  </a:lnTo>
                  <a:lnTo>
                    <a:pt x="2596" y="9775"/>
                  </a:lnTo>
                  <a:lnTo>
                    <a:pt x="3001" y="9835"/>
                  </a:lnTo>
                  <a:lnTo>
                    <a:pt x="3001" y="9954"/>
                  </a:lnTo>
                  <a:lnTo>
                    <a:pt x="3275" y="9954"/>
                  </a:lnTo>
                  <a:lnTo>
                    <a:pt x="3465" y="10228"/>
                  </a:lnTo>
                  <a:lnTo>
                    <a:pt x="3751" y="10252"/>
                  </a:lnTo>
                  <a:lnTo>
                    <a:pt x="3751" y="9894"/>
                  </a:lnTo>
                  <a:lnTo>
                    <a:pt x="4192" y="9954"/>
                  </a:lnTo>
                  <a:lnTo>
                    <a:pt x="4382" y="10180"/>
                  </a:lnTo>
                  <a:lnTo>
                    <a:pt x="4966" y="9883"/>
                  </a:lnTo>
                  <a:lnTo>
                    <a:pt x="5299" y="9656"/>
                  </a:lnTo>
                  <a:lnTo>
                    <a:pt x="6037" y="10061"/>
                  </a:lnTo>
                  <a:lnTo>
                    <a:pt x="5954" y="9371"/>
                  </a:lnTo>
                  <a:lnTo>
                    <a:pt x="6228" y="8859"/>
                  </a:lnTo>
                  <a:lnTo>
                    <a:pt x="6228" y="8632"/>
                  </a:lnTo>
                  <a:lnTo>
                    <a:pt x="6906" y="8513"/>
                  </a:lnTo>
                  <a:lnTo>
                    <a:pt x="5359" y="7168"/>
                  </a:lnTo>
                  <a:cubicBezTo>
                    <a:pt x="5359" y="7168"/>
                    <a:pt x="5609" y="6918"/>
                    <a:pt x="5490" y="6751"/>
                  </a:cubicBezTo>
                  <a:cubicBezTo>
                    <a:pt x="5382" y="6596"/>
                    <a:pt x="5216" y="6394"/>
                    <a:pt x="5216" y="6394"/>
                  </a:cubicBezTo>
                  <a:lnTo>
                    <a:pt x="7085" y="5418"/>
                  </a:lnTo>
                  <a:cubicBezTo>
                    <a:pt x="7085" y="5418"/>
                    <a:pt x="7383" y="5442"/>
                    <a:pt x="7502" y="5442"/>
                  </a:cubicBezTo>
                  <a:cubicBezTo>
                    <a:pt x="7537" y="5442"/>
                    <a:pt x="7585" y="5465"/>
                    <a:pt x="7633" y="5501"/>
                  </a:cubicBezTo>
                  <a:lnTo>
                    <a:pt x="7633" y="4870"/>
                  </a:lnTo>
                  <a:lnTo>
                    <a:pt x="7359" y="4572"/>
                  </a:lnTo>
                  <a:lnTo>
                    <a:pt x="7335" y="3275"/>
                  </a:lnTo>
                  <a:lnTo>
                    <a:pt x="6930" y="2977"/>
                  </a:lnTo>
                  <a:lnTo>
                    <a:pt x="7180" y="2429"/>
                  </a:lnTo>
                  <a:lnTo>
                    <a:pt x="7323" y="2132"/>
                  </a:lnTo>
                  <a:lnTo>
                    <a:pt x="7085" y="2013"/>
                  </a:lnTo>
                  <a:lnTo>
                    <a:pt x="7085" y="1274"/>
                  </a:lnTo>
                  <a:cubicBezTo>
                    <a:pt x="6942" y="1239"/>
                    <a:pt x="6799" y="1155"/>
                    <a:pt x="6668" y="1072"/>
                  </a:cubicBezTo>
                  <a:cubicBezTo>
                    <a:pt x="6252" y="786"/>
                    <a:pt x="6633" y="489"/>
                    <a:pt x="6442" y="429"/>
                  </a:cubicBezTo>
                  <a:cubicBezTo>
                    <a:pt x="6436" y="428"/>
                    <a:pt x="6430" y="427"/>
                    <a:pt x="6422" y="427"/>
                  </a:cubicBezTo>
                  <a:cubicBezTo>
                    <a:pt x="6179" y="427"/>
                    <a:pt x="5026" y="1148"/>
                    <a:pt x="4656" y="1310"/>
                  </a:cubicBezTo>
                  <a:cubicBezTo>
                    <a:pt x="4615" y="1326"/>
                    <a:pt x="4581" y="1334"/>
                    <a:pt x="4553" y="1334"/>
                  </a:cubicBezTo>
                  <a:cubicBezTo>
                    <a:pt x="4315" y="1334"/>
                    <a:pt x="4528" y="794"/>
                    <a:pt x="4549" y="655"/>
                  </a:cubicBezTo>
                  <a:cubicBezTo>
                    <a:pt x="4555" y="614"/>
                    <a:pt x="4540" y="598"/>
                    <a:pt x="4509" y="598"/>
                  </a:cubicBezTo>
                  <a:cubicBezTo>
                    <a:pt x="4417" y="598"/>
                    <a:pt x="4183" y="739"/>
                    <a:pt x="3942" y="739"/>
                  </a:cubicBezTo>
                  <a:cubicBezTo>
                    <a:pt x="3704" y="739"/>
                    <a:pt x="3525" y="358"/>
                    <a:pt x="3430" y="72"/>
                  </a:cubicBezTo>
                  <a:lnTo>
                    <a:pt x="2453"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58"/>
            <p:cNvSpPr/>
            <p:nvPr/>
          </p:nvSpPr>
          <p:spPr>
            <a:xfrm>
              <a:off x="2748550" y="2778750"/>
              <a:ext cx="125625" cy="133075"/>
            </a:xfrm>
            <a:custGeom>
              <a:avLst/>
              <a:gdLst/>
              <a:ahLst/>
              <a:cxnLst/>
              <a:rect l="l" t="t" r="r" b="b"/>
              <a:pathLst>
                <a:path w="5025" h="5323" extrusionOk="0">
                  <a:moveTo>
                    <a:pt x="3882" y="0"/>
                  </a:moveTo>
                  <a:lnTo>
                    <a:pt x="2322" y="24"/>
                  </a:lnTo>
                  <a:lnTo>
                    <a:pt x="2263" y="929"/>
                  </a:lnTo>
                  <a:lnTo>
                    <a:pt x="965" y="917"/>
                  </a:lnTo>
                  <a:cubicBezTo>
                    <a:pt x="941" y="1072"/>
                    <a:pt x="905" y="1179"/>
                    <a:pt x="905" y="1179"/>
                  </a:cubicBezTo>
                  <a:cubicBezTo>
                    <a:pt x="655" y="2298"/>
                    <a:pt x="0" y="2489"/>
                    <a:pt x="655" y="3275"/>
                  </a:cubicBezTo>
                  <a:cubicBezTo>
                    <a:pt x="1286" y="4037"/>
                    <a:pt x="1798" y="4703"/>
                    <a:pt x="2215" y="5322"/>
                  </a:cubicBezTo>
                  <a:lnTo>
                    <a:pt x="2441" y="4787"/>
                  </a:lnTo>
                  <a:lnTo>
                    <a:pt x="2763" y="4977"/>
                  </a:lnTo>
                  <a:lnTo>
                    <a:pt x="3096" y="4691"/>
                  </a:lnTo>
                  <a:lnTo>
                    <a:pt x="2489" y="4334"/>
                  </a:lnTo>
                  <a:lnTo>
                    <a:pt x="2405" y="3786"/>
                  </a:lnTo>
                  <a:lnTo>
                    <a:pt x="2405" y="3786"/>
                  </a:lnTo>
                  <a:lnTo>
                    <a:pt x="3346" y="3894"/>
                  </a:lnTo>
                  <a:lnTo>
                    <a:pt x="3417" y="3298"/>
                  </a:lnTo>
                  <a:lnTo>
                    <a:pt x="3775" y="3846"/>
                  </a:lnTo>
                  <a:lnTo>
                    <a:pt x="4168" y="3846"/>
                  </a:lnTo>
                  <a:lnTo>
                    <a:pt x="4394" y="3608"/>
                  </a:lnTo>
                  <a:lnTo>
                    <a:pt x="4441" y="3870"/>
                  </a:lnTo>
                  <a:lnTo>
                    <a:pt x="4799" y="3846"/>
                  </a:lnTo>
                  <a:lnTo>
                    <a:pt x="4941" y="3024"/>
                  </a:lnTo>
                  <a:lnTo>
                    <a:pt x="5025" y="2215"/>
                  </a:lnTo>
                  <a:lnTo>
                    <a:pt x="4537" y="2024"/>
                  </a:lnTo>
                  <a:lnTo>
                    <a:pt x="4572" y="1536"/>
                  </a:lnTo>
                  <a:lnTo>
                    <a:pt x="5025" y="1179"/>
                  </a:lnTo>
                  <a:lnTo>
                    <a:pt x="4906" y="774"/>
                  </a:lnTo>
                  <a:lnTo>
                    <a:pt x="3953" y="822"/>
                  </a:lnTo>
                  <a:lnTo>
                    <a:pt x="3882"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58"/>
            <p:cNvSpPr/>
            <p:nvPr/>
          </p:nvSpPr>
          <p:spPr>
            <a:xfrm>
              <a:off x="2625025" y="2531350"/>
              <a:ext cx="251525" cy="201850"/>
            </a:xfrm>
            <a:custGeom>
              <a:avLst/>
              <a:gdLst/>
              <a:ahLst/>
              <a:cxnLst/>
              <a:rect l="l" t="t" r="r" b="b"/>
              <a:pathLst>
                <a:path w="10061" h="8074" extrusionOk="0">
                  <a:moveTo>
                    <a:pt x="2222" y="1"/>
                  </a:moveTo>
                  <a:cubicBezTo>
                    <a:pt x="1973" y="1"/>
                    <a:pt x="1786" y="26"/>
                    <a:pt x="1786" y="26"/>
                  </a:cubicBezTo>
                  <a:lnTo>
                    <a:pt x="905" y="943"/>
                  </a:lnTo>
                  <a:cubicBezTo>
                    <a:pt x="905" y="943"/>
                    <a:pt x="834" y="1324"/>
                    <a:pt x="846" y="1657"/>
                  </a:cubicBezTo>
                  <a:cubicBezTo>
                    <a:pt x="846" y="1729"/>
                    <a:pt x="846" y="1788"/>
                    <a:pt x="857" y="1848"/>
                  </a:cubicBezTo>
                  <a:cubicBezTo>
                    <a:pt x="953" y="2181"/>
                    <a:pt x="1048" y="2860"/>
                    <a:pt x="893" y="3110"/>
                  </a:cubicBezTo>
                  <a:cubicBezTo>
                    <a:pt x="727" y="3372"/>
                    <a:pt x="560" y="3884"/>
                    <a:pt x="393" y="3884"/>
                  </a:cubicBezTo>
                  <a:cubicBezTo>
                    <a:pt x="238" y="3884"/>
                    <a:pt x="12" y="4050"/>
                    <a:pt x="12" y="4050"/>
                  </a:cubicBezTo>
                  <a:lnTo>
                    <a:pt x="0" y="6551"/>
                  </a:lnTo>
                  <a:cubicBezTo>
                    <a:pt x="183" y="6533"/>
                    <a:pt x="358" y="6525"/>
                    <a:pt x="524" y="6525"/>
                  </a:cubicBezTo>
                  <a:cubicBezTo>
                    <a:pt x="1146" y="6525"/>
                    <a:pt x="1640" y="6638"/>
                    <a:pt x="1941" y="6789"/>
                  </a:cubicBezTo>
                  <a:cubicBezTo>
                    <a:pt x="2650" y="7149"/>
                    <a:pt x="2070" y="8073"/>
                    <a:pt x="3388" y="8073"/>
                  </a:cubicBezTo>
                  <a:cubicBezTo>
                    <a:pt x="3553" y="8073"/>
                    <a:pt x="3747" y="8059"/>
                    <a:pt x="3977" y="8027"/>
                  </a:cubicBezTo>
                  <a:cubicBezTo>
                    <a:pt x="4140" y="7996"/>
                    <a:pt x="4290" y="7981"/>
                    <a:pt x="4429" y="7981"/>
                  </a:cubicBezTo>
                  <a:cubicBezTo>
                    <a:pt x="4553" y="7981"/>
                    <a:pt x="4668" y="7993"/>
                    <a:pt x="4775" y="8015"/>
                  </a:cubicBezTo>
                  <a:lnTo>
                    <a:pt x="5132" y="7456"/>
                  </a:lnTo>
                  <a:lnTo>
                    <a:pt x="5132" y="6741"/>
                  </a:lnTo>
                  <a:cubicBezTo>
                    <a:pt x="5132" y="6741"/>
                    <a:pt x="6121" y="5764"/>
                    <a:pt x="6415" y="5764"/>
                  </a:cubicBezTo>
                  <a:cubicBezTo>
                    <a:pt x="6420" y="5764"/>
                    <a:pt x="6425" y="5764"/>
                    <a:pt x="6430" y="5765"/>
                  </a:cubicBezTo>
                  <a:cubicBezTo>
                    <a:pt x="6703" y="5789"/>
                    <a:pt x="7037" y="6146"/>
                    <a:pt x="7108" y="6146"/>
                  </a:cubicBezTo>
                  <a:cubicBezTo>
                    <a:pt x="7204" y="6146"/>
                    <a:pt x="7656" y="6122"/>
                    <a:pt x="7692" y="5789"/>
                  </a:cubicBezTo>
                  <a:cubicBezTo>
                    <a:pt x="7704" y="5467"/>
                    <a:pt x="8156" y="4455"/>
                    <a:pt x="8156" y="4455"/>
                  </a:cubicBezTo>
                  <a:lnTo>
                    <a:pt x="8537" y="4288"/>
                  </a:lnTo>
                  <a:lnTo>
                    <a:pt x="8561" y="3669"/>
                  </a:lnTo>
                  <a:cubicBezTo>
                    <a:pt x="8561" y="3669"/>
                    <a:pt x="8593" y="3679"/>
                    <a:pt x="8638" y="3679"/>
                  </a:cubicBezTo>
                  <a:cubicBezTo>
                    <a:pt x="8726" y="3679"/>
                    <a:pt x="8863" y="3643"/>
                    <a:pt x="8918" y="3431"/>
                  </a:cubicBezTo>
                  <a:cubicBezTo>
                    <a:pt x="9001" y="3098"/>
                    <a:pt x="9299" y="2324"/>
                    <a:pt x="9370" y="2300"/>
                  </a:cubicBezTo>
                  <a:cubicBezTo>
                    <a:pt x="9466" y="2264"/>
                    <a:pt x="10061" y="2217"/>
                    <a:pt x="10061" y="2002"/>
                  </a:cubicBezTo>
                  <a:cubicBezTo>
                    <a:pt x="10061" y="1776"/>
                    <a:pt x="9894" y="1419"/>
                    <a:pt x="9799" y="1264"/>
                  </a:cubicBezTo>
                  <a:cubicBezTo>
                    <a:pt x="9716" y="1145"/>
                    <a:pt x="9704" y="788"/>
                    <a:pt x="9609" y="633"/>
                  </a:cubicBezTo>
                  <a:cubicBezTo>
                    <a:pt x="9597" y="598"/>
                    <a:pt x="9597" y="598"/>
                    <a:pt x="9585" y="586"/>
                  </a:cubicBezTo>
                  <a:cubicBezTo>
                    <a:pt x="9501" y="478"/>
                    <a:pt x="9490" y="276"/>
                    <a:pt x="9311" y="169"/>
                  </a:cubicBezTo>
                  <a:cubicBezTo>
                    <a:pt x="9287" y="133"/>
                    <a:pt x="9228" y="121"/>
                    <a:pt x="9180" y="121"/>
                  </a:cubicBezTo>
                  <a:cubicBezTo>
                    <a:pt x="9165" y="118"/>
                    <a:pt x="9149" y="117"/>
                    <a:pt x="9133" y="117"/>
                  </a:cubicBezTo>
                  <a:cubicBezTo>
                    <a:pt x="8842" y="117"/>
                    <a:pt x="8480" y="609"/>
                    <a:pt x="8299" y="609"/>
                  </a:cubicBezTo>
                  <a:cubicBezTo>
                    <a:pt x="8115" y="609"/>
                    <a:pt x="7360" y="363"/>
                    <a:pt x="6885" y="363"/>
                  </a:cubicBezTo>
                  <a:cubicBezTo>
                    <a:pt x="6837" y="363"/>
                    <a:pt x="6792" y="366"/>
                    <a:pt x="6751" y="371"/>
                  </a:cubicBezTo>
                  <a:cubicBezTo>
                    <a:pt x="6322" y="419"/>
                    <a:pt x="5930" y="836"/>
                    <a:pt x="5572" y="836"/>
                  </a:cubicBezTo>
                  <a:cubicBezTo>
                    <a:pt x="5254" y="836"/>
                    <a:pt x="4889" y="373"/>
                    <a:pt x="4627" y="373"/>
                  </a:cubicBezTo>
                  <a:cubicBezTo>
                    <a:pt x="4595" y="373"/>
                    <a:pt x="4565" y="380"/>
                    <a:pt x="4537" y="395"/>
                  </a:cubicBezTo>
                  <a:cubicBezTo>
                    <a:pt x="4417" y="450"/>
                    <a:pt x="4246" y="486"/>
                    <a:pt x="4054" y="486"/>
                  </a:cubicBezTo>
                  <a:cubicBezTo>
                    <a:pt x="3786" y="486"/>
                    <a:pt x="3478" y="416"/>
                    <a:pt x="3215" y="228"/>
                  </a:cubicBezTo>
                  <a:cubicBezTo>
                    <a:pt x="2955" y="42"/>
                    <a:pt x="2538" y="1"/>
                    <a:pt x="2222"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58"/>
            <p:cNvSpPr/>
            <p:nvPr/>
          </p:nvSpPr>
          <p:spPr>
            <a:xfrm>
              <a:off x="2817000" y="2916250"/>
              <a:ext cx="29800" cy="31600"/>
            </a:xfrm>
            <a:custGeom>
              <a:avLst/>
              <a:gdLst/>
              <a:ahLst/>
              <a:cxnLst/>
              <a:rect l="l" t="t" r="r" b="b"/>
              <a:pathLst>
                <a:path w="1192" h="1264" extrusionOk="0">
                  <a:moveTo>
                    <a:pt x="870" y="1"/>
                  </a:moveTo>
                  <a:lnTo>
                    <a:pt x="1" y="680"/>
                  </a:lnTo>
                  <a:cubicBezTo>
                    <a:pt x="120" y="870"/>
                    <a:pt x="215" y="1073"/>
                    <a:pt x="310" y="1263"/>
                  </a:cubicBezTo>
                  <a:lnTo>
                    <a:pt x="620" y="1251"/>
                  </a:lnTo>
                  <a:lnTo>
                    <a:pt x="656" y="608"/>
                  </a:lnTo>
                  <a:lnTo>
                    <a:pt x="1191" y="215"/>
                  </a:lnTo>
                  <a:lnTo>
                    <a:pt x="870"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58"/>
            <p:cNvSpPr/>
            <p:nvPr/>
          </p:nvSpPr>
          <p:spPr>
            <a:xfrm>
              <a:off x="2804200" y="1377975"/>
              <a:ext cx="38725" cy="67025"/>
            </a:xfrm>
            <a:custGeom>
              <a:avLst/>
              <a:gdLst/>
              <a:ahLst/>
              <a:cxnLst/>
              <a:rect l="l" t="t" r="r" b="b"/>
              <a:pathLst>
                <a:path w="1549" h="2681" extrusionOk="0">
                  <a:moveTo>
                    <a:pt x="953" y="1"/>
                  </a:moveTo>
                  <a:cubicBezTo>
                    <a:pt x="715" y="1"/>
                    <a:pt x="560" y="167"/>
                    <a:pt x="560" y="167"/>
                  </a:cubicBezTo>
                  <a:cubicBezTo>
                    <a:pt x="298" y="251"/>
                    <a:pt x="37" y="679"/>
                    <a:pt x="108" y="905"/>
                  </a:cubicBezTo>
                  <a:cubicBezTo>
                    <a:pt x="179" y="1084"/>
                    <a:pt x="1" y="1370"/>
                    <a:pt x="108" y="1489"/>
                  </a:cubicBezTo>
                  <a:cubicBezTo>
                    <a:pt x="132" y="1525"/>
                    <a:pt x="167" y="1548"/>
                    <a:pt x="227" y="1548"/>
                  </a:cubicBezTo>
                  <a:cubicBezTo>
                    <a:pt x="525" y="1584"/>
                    <a:pt x="751" y="1775"/>
                    <a:pt x="751" y="1906"/>
                  </a:cubicBezTo>
                  <a:cubicBezTo>
                    <a:pt x="751" y="2023"/>
                    <a:pt x="665" y="2274"/>
                    <a:pt x="527" y="2274"/>
                  </a:cubicBezTo>
                  <a:cubicBezTo>
                    <a:pt x="511" y="2274"/>
                    <a:pt x="494" y="2270"/>
                    <a:pt x="477" y="2263"/>
                  </a:cubicBezTo>
                  <a:cubicBezTo>
                    <a:pt x="414" y="2233"/>
                    <a:pt x="346" y="2217"/>
                    <a:pt x="290" y="2217"/>
                  </a:cubicBezTo>
                  <a:cubicBezTo>
                    <a:pt x="188" y="2217"/>
                    <a:pt x="126" y="2271"/>
                    <a:pt x="203" y="2394"/>
                  </a:cubicBezTo>
                  <a:cubicBezTo>
                    <a:pt x="276" y="2530"/>
                    <a:pt x="376" y="2680"/>
                    <a:pt x="515" y="2680"/>
                  </a:cubicBezTo>
                  <a:cubicBezTo>
                    <a:pt x="558" y="2680"/>
                    <a:pt x="605" y="2666"/>
                    <a:pt x="656" y="2632"/>
                  </a:cubicBezTo>
                  <a:cubicBezTo>
                    <a:pt x="870" y="2501"/>
                    <a:pt x="1180" y="2179"/>
                    <a:pt x="1156" y="1787"/>
                  </a:cubicBezTo>
                  <a:cubicBezTo>
                    <a:pt x="1120" y="1406"/>
                    <a:pt x="1156" y="1120"/>
                    <a:pt x="1227" y="989"/>
                  </a:cubicBezTo>
                  <a:cubicBezTo>
                    <a:pt x="1299" y="870"/>
                    <a:pt x="1549" y="929"/>
                    <a:pt x="1477" y="632"/>
                  </a:cubicBezTo>
                  <a:cubicBezTo>
                    <a:pt x="1477" y="596"/>
                    <a:pt x="1465" y="548"/>
                    <a:pt x="1465" y="524"/>
                  </a:cubicBezTo>
                  <a:cubicBezTo>
                    <a:pt x="1287" y="120"/>
                    <a:pt x="1215" y="1"/>
                    <a:pt x="953"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58"/>
            <p:cNvSpPr/>
            <p:nvPr/>
          </p:nvSpPr>
          <p:spPr>
            <a:xfrm>
              <a:off x="2385100" y="1976275"/>
              <a:ext cx="438475" cy="439950"/>
            </a:xfrm>
            <a:custGeom>
              <a:avLst/>
              <a:gdLst/>
              <a:ahLst/>
              <a:cxnLst/>
              <a:rect l="l" t="t" r="r" b="b"/>
              <a:pathLst>
                <a:path w="17539" h="17598" extrusionOk="0">
                  <a:moveTo>
                    <a:pt x="14860" y="0"/>
                  </a:moveTo>
                  <a:cubicBezTo>
                    <a:pt x="13741" y="107"/>
                    <a:pt x="11895" y="298"/>
                    <a:pt x="10204" y="560"/>
                  </a:cubicBezTo>
                  <a:cubicBezTo>
                    <a:pt x="8133" y="881"/>
                    <a:pt x="6573" y="1798"/>
                    <a:pt x="5335" y="2084"/>
                  </a:cubicBezTo>
                  <a:cubicBezTo>
                    <a:pt x="5680" y="2334"/>
                    <a:pt x="5990" y="2667"/>
                    <a:pt x="5990" y="2667"/>
                  </a:cubicBezTo>
                  <a:lnTo>
                    <a:pt x="5918" y="4227"/>
                  </a:lnTo>
                  <a:lnTo>
                    <a:pt x="6621" y="4846"/>
                  </a:lnTo>
                  <a:lnTo>
                    <a:pt x="6323" y="5060"/>
                  </a:lnTo>
                  <a:lnTo>
                    <a:pt x="6323" y="5227"/>
                  </a:lnTo>
                  <a:lnTo>
                    <a:pt x="4013" y="5346"/>
                  </a:lnTo>
                  <a:lnTo>
                    <a:pt x="4013" y="6132"/>
                  </a:lnTo>
                  <a:lnTo>
                    <a:pt x="4430" y="6299"/>
                  </a:lnTo>
                  <a:lnTo>
                    <a:pt x="4382" y="6834"/>
                  </a:lnTo>
                  <a:lnTo>
                    <a:pt x="3799" y="6787"/>
                  </a:lnTo>
                  <a:lnTo>
                    <a:pt x="2644" y="7906"/>
                  </a:lnTo>
                  <a:lnTo>
                    <a:pt x="1322" y="7834"/>
                  </a:lnTo>
                  <a:lnTo>
                    <a:pt x="1" y="8608"/>
                  </a:lnTo>
                  <a:lnTo>
                    <a:pt x="13" y="9549"/>
                  </a:lnTo>
                  <a:lnTo>
                    <a:pt x="13" y="10097"/>
                  </a:lnTo>
                  <a:lnTo>
                    <a:pt x="3275" y="12037"/>
                  </a:lnTo>
                  <a:lnTo>
                    <a:pt x="3466" y="12156"/>
                  </a:lnTo>
                  <a:lnTo>
                    <a:pt x="8073" y="15657"/>
                  </a:lnTo>
                  <a:lnTo>
                    <a:pt x="9061" y="16526"/>
                  </a:lnTo>
                  <a:lnTo>
                    <a:pt x="10038" y="16943"/>
                  </a:lnTo>
                  <a:lnTo>
                    <a:pt x="10038" y="17598"/>
                  </a:lnTo>
                  <a:lnTo>
                    <a:pt x="10871" y="17443"/>
                  </a:lnTo>
                  <a:lnTo>
                    <a:pt x="12252" y="17217"/>
                  </a:lnTo>
                  <a:cubicBezTo>
                    <a:pt x="12252" y="17217"/>
                    <a:pt x="13776" y="15823"/>
                    <a:pt x="14241" y="15573"/>
                  </a:cubicBezTo>
                  <a:cubicBezTo>
                    <a:pt x="14550" y="15407"/>
                    <a:pt x="16396" y="14276"/>
                    <a:pt x="17539" y="13573"/>
                  </a:cubicBezTo>
                  <a:cubicBezTo>
                    <a:pt x="17479" y="13454"/>
                    <a:pt x="17134" y="12799"/>
                    <a:pt x="17062" y="12776"/>
                  </a:cubicBezTo>
                  <a:cubicBezTo>
                    <a:pt x="16979" y="12728"/>
                    <a:pt x="15908" y="12323"/>
                    <a:pt x="15908" y="12323"/>
                  </a:cubicBezTo>
                  <a:lnTo>
                    <a:pt x="15384" y="10930"/>
                  </a:lnTo>
                  <a:lnTo>
                    <a:pt x="15741" y="10656"/>
                  </a:lnTo>
                  <a:lnTo>
                    <a:pt x="15705" y="8156"/>
                  </a:lnTo>
                  <a:cubicBezTo>
                    <a:pt x="15705" y="8156"/>
                    <a:pt x="15265" y="7430"/>
                    <a:pt x="15324" y="7358"/>
                  </a:cubicBezTo>
                  <a:cubicBezTo>
                    <a:pt x="15336" y="7322"/>
                    <a:pt x="15407" y="7251"/>
                    <a:pt x="15503" y="7156"/>
                  </a:cubicBezTo>
                  <a:lnTo>
                    <a:pt x="15098" y="5179"/>
                  </a:lnTo>
                  <a:cubicBezTo>
                    <a:pt x="15098" y="5179"/>
                    <a:pt x="14491" y="4882"/>
                    <a:pt x="14241" y="4715"/>
                  </a:cubicBezTo>
                  <a:cubicBezTo>
                    <a:pt x="14003" y="4560"/>
                    <a:pt x="13741" y="3489"/>
                    <a:pt x="13741" y="3274"/>
                  </a:cubicBezTo>
                  <a:cubicBezTo>
                    <a:pt x="13741" y="3072"/>
                    <a:pt x="14276" y="2739"/>
                    <a:pt x="14443" y="2489"/>
                  </a:cubicBezTo>
                  <a:cubicBezTo>
                    <a:pt x="14610" y="2227"/>
                    <a:pt x="14407" y="1584"/>
                    <a:pt x="14407" y="1584"/>
                  </a:cubicBezTo>
                  <a:lnTo>
                    <a:pt x="14443" y="595"/>
                  </a:lnTo>
                  <a:lnTo>
                    <a:pt x="14860" y="0"/>
                  </a:ln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58"/>
            <p:cNvSpPr/>
            <p:nvPr/>
          </p:nvSpPr>
          <p:spPr>
            <a:xfrm>
              <a:off x="2728300" y="1974475"/>
              <a:ext cx="86650" cy="180400"/>
            </a:xfrm>
            <a:custGeom>
              <a:avLst/>
              <a:gdLst/>
              <a:ahLst/>
              <a:cxnLst/>
              <a:rect l="l" t="t" r="r" b="b"/>
              <a:pathLst>
                <a:path w="3466" h="7216" extrusionOk="0">
                  <a:moveTo>
                    <a:pt x="2072" y="1"/>
                  </a:moveTo>
                  <a:cubicBezTo>
                    <a:pt x="1906" y="1"/>
                    <a:pt x="1584" y="13"/>
                    <a:pt x="1120" y="60"/>
                  </a:cubicBezTo>
                  <a:lnTo>
                    <a:pt x="703" y="656"/>
                  </a:lnTo>
                  <a:lnTo>
                    <a:pt x="656" y="1632"/>
                  </a:lnTo>
                  <a:cubicBezTo>
                    <a:pt x="656" y="1632"/>
                    <a:pt x="882" y="2299"/>
                    <a:pt x="703" y="2549"/>
                  </a:cubicBezTo>
                  <a:cubicBezTo>
                    <a:pt x="536" y="2799"/>
                    <a:pt x="1" y="3120"/>
                    <a:pt x="1" y="3334"/>
                  </a:cubicBezTo>
                  <a:cubicBezTo>
                    <a:pt x="1" y="3537"/>
                    <a:pt x="263" y="4608"/>
                    <a:pt x="501" y="4775"/>
                  </a:cubicBezTo>
                  <a:cubicBezTo>
                    <a:pt x="751" y="4942"/>
                    <a:pt x="1358" y="5239"/>
                    <a:pt x="1358" y="5239"/>
                  </a:cubicBezTo>
                  <a:lnTo>
                    <a:pt x="1763" y="7216"/>
                  </a:lnTo>
                  <a:cubicBezTo>
                    <a:pt x="2001" y="6978"/>
                    <a:pt x="2406" y="6609"/>
                    <a:pt x="2406" y="6609"/>
                  </a:cubicBezTo>
                  <a:lnTo>
                    <a:pt x="2370" y="5763"/>
                  </a:lnTo>
                  <a:lnTo>
                    <a:pt x="3465" y="5049"/>
                  </a:lnTo>
                  <a:lnTo>
                    <a:pt x="3430" y="4168"/>
                  </a:lnTo>
                  <a:cubicBezTo>
                    <a:pt x="3382" y="4168"/>
                    <a:pt x="3358" y="4156"/>
                    <a:pt x="3358" y="4132"/>
                  </a:cubicBezTo>
                  <a:cubicBezTo>
                    <a:pt x="2620" y="3751"/>
                    <a:pt x="2977" y="2882"/>
                    <a:pt x="3025" y="1525"/>
                  </a:cubicBezTo>
                  <a:cubicBezTo>
                    <a:pt x="3061" y="560"/>
                    <a:pt x="2834" y="203"/>
                    <a:pt x="2525" y="72"/>
                  </a:cubicBezTo>
                  <a:cubicBezTo>
                    <a:pt x="2382" y="13"/>
                    <a:pt x="2239" y="1"/>
                    <a:pt x="2072"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58"/>
            <p:cNvSpPr/>
            <p:nvPr/>
          </p:nvSpPr>
          <p:spPr>
            <a:xfrm>
              <a:off x="2772950" y="2775175"/>
              <a:ext cx="33950" cy="27100"/>
            </a:xfrm>
            <a:custGeom>
              <a:avLst/>
              <a:gdLst/>
              <a:ahLst/>
              <a:cxnLst/>
              <a:rect l="l" t="t" r="r" b="b"/>
              <a:pathLst>
                <a:path w="1358" h="1084" extrusionOk="0">
                  <a:moveTo>
                    <a:pt x="144" y="0"/>
                  </a:moveTo>
                  <a:cubicBezTo>
                    <a:pt x="144" y="429"/>
                    <a:pt x="60" y="810"/>
                    <a:pt x="1" y="1072"/>
                  </a:cubicBezTo>
                  <a:lnTo>
                    <a:pt x="1298" y="1084"/>
                  </a:lnTo>
                  <a:lnTo>
                    <a:pt x="1358" y="179"/>
                  </a:lnTo>
                  <a:lnTo>
                    <a:pt x="1179" y="179"/>
                  </a:lnTo>
                  <a:lnTo>
                    <a:pt x="144"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58"/>
            <p:cNvSpPr/>
            <p:nvPr/>
          </p:nvSpPr>
          <p:spPr>
            <a:xfrm>
              <a:off x="2739625" y="1325750"/>
              <a:ext cx="62825" cy="108800"/>
            </a:xfrm>
            <a:custGeom>
              <a:avLst/>
              <a:gdLst/>
              <a:ahLst/>
              <a:cxnLst/>
              <a:rect l="l" t="t" r="r" b="b"/>
              <a:pathLst>
                <a:path w="2513" h="4352" extrusionOk="0">
                  <a:moveTo>
                    <a:pt x="2058" y="0"/>
                  </a:moveTo>
                  <a:cubicBezTo>
                    <a:pt x="1764" y="0"/>
                    <a:pt x="967" y="710"/>
                    <a:pt x="715" y="875"/>
                  </a:cubicBezTo>
                  <a:cubicBezTo>
                    <a:pt x="417" y="1054"/>
                    <a:pt x="238" y="1209"/>
                    <a:pt x="119" y="1649"/>
                  </a:cubicBezTo>
                  <a:cubicBezTo>
                    <a:pt x="0" y="2090"/>
                    <a:pt x="107" y="2852"/>
                    <a:pt x="119" y="3078"/>
                  </a:cubicBezTo>
                  <a:cubicBezTo>
                    <a:pt x="143" y="3292"/>
                    <a:pt x="488" y="3530"/>
                    <a:pt x="548" y="3756"/>
                  </a:cubicBezTo>
                  <a:cubicBezTo>
                    <a:pt x="560" y="3816"/>
                    <a:pt x="595" y="4030"/>
                    <a:pt x="619" y="4280"/>
                  </a:cubicBezTo>
                  <a:lnTo>
                    <a:pt x="1607" y="4352"/>
                  </a:lnTo>
                  <a:cubicBezTo>
                    <a:pt x="1560" y="4233"/>
                    <a:pt x="1548" y="4126"/>
                    <a:pt x="1548" y="4078"/>
                  </a:cubicBezTo>
                  <a:cubicBezTo>
                    <a:pt x="1548" y="3947"/>
                    <a:pt x="1417" y="3483"/>
                    <a:pt x="1512" y="3483"/>
                  </a:cubicBezTo>
                  <a:cubicBezTo>
                    <a:pt x="1619" y="3483"/>
                    <a:pt x="1715" y="3709"/>
                    <a:pt x="1810" y="3983"/>
                  </a:cubicBezTo>
                  <a:cubicBezTo>
                    <a:pt x="1847" y="4064"/>
                    <a:pt x="1918" y="4097"/>
                    <a:pt x="1999" y="4097"/>
                  </a:cubicBezTo>
                  <a:cubicBezTo>
                    <a:pt x="2179" y="4097"/>
                    <a:pt x="2412" y="3936"/>
                    <a:pt x="2453" y="3780"/>
                  </a:cubicBezTo>
                  <a:cubicBezTo>
                    <a:pt x="2465" y="3745"/>
                    <a:pt x="2465" y="3697"/>
                    <a:pt x="2453" y="3637"/>
                  </a:cubicBezTo>
                  <a:cubicBezTo>
                    <a:pt x="2405" y="3447"/>
                    <a:pt x="2215" y="3268"/>
                    <a:pt x="2096" y="3268"/>
                  </a:cubicBezTo>
                  <a:cubicBezTo>
                    <a:pt x="2004" y="3268"/>
                    <a:pt x="1836" y="3350"/>
                    <a:pt x="1744" y="3350"/>
                  </a:cubicBezTo>
                  <a:cubicBezTo>
                    <a:pt x="1705" y="3350"/>
                    <a:pt x="1679" y="3335"/>
                    <a:pt x="1679" y="3292"/>
                  </a:cubicBezTo>
                  <a:cubicBezTo>
                    <a:pt x="1679" y="3149"/>
                    <a:pt x="2167" y="2875"/>
                    <a:pt x="2286" y="2661"/>
                  </a:cubicBezTo>
                  <a:cubicBezTo>
                    <a:pt x="2393" y="2447"/>
                    <a:pt x="2512" y="2006"/>
                    <a:pt x="2512" y="2006"/>
                  </a:cubicBezTo>
                  <a:cubicBezTo>
                    <a:pt x="2453" y="2006"/>
                    <a:pt x="2084" y="1601"/>
                    <a:pt x="1965" y="1482"/>
                  </a:cubicBezTo>
                  <a:cubicBezTo>
                    <a:pt x="1846" y="1363"/>
                    <a:pt x="2191" y="601"/>
                    <a:pt x="2167" y="125"/>
                  </a:cubicBezTo>
                  <a:cubicBezTo>
                    <a:pt x="2165" y="37"/>
                    <a:pt x="2124" y="0"/>
                    <a:pt x="2058"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58"/>
            <p:cNvSpPr/>
            <p:nvPr/>
          </p:nvSpPr>
          <p:spPr>
            <a:xfrm>
              <a:off x="2694675" y="1677425"/>
              <a:ext cx="96750" cy="54500"/>
            </a:xfrm>
            <a:custGeom>
              <a:avLst/>
              <a:gdLst/>
              <a:ahLst/>
              <a:cxnLst/>
              <a:rect l="l" t="t" r="r" b="b"/>
              <a:pathLst>
                <a:path w="3870" h="2180" extrusionOk="0">
                  <a:moveTo>
                    <a:pt x="2524" y="0"/>
                  </a:moveTo>
                  <a:lnTo>
                    <a:pt x="1786" y="84"/>
                  </a:lnTo>
                  <a:lnTo>
                    <a:pt x="1346" y="203"/>
                  </a:lnTo>
                  <a:lnTo>
                    <a:pt x="798" y="107"/>
                  </a:lnTo>
                  <a:lnTo>
                    <a:pt x="893" y="584"/>
                  </a:lnTo>
                  <a:lnTo>
                    <a:pt x="250" y="941"/>
                  </a:lnTo>
                  <a:lnTo>
                    <a:pt x="0" y="1786"/>
                  </a:lnTo>
                  <a:lnTo>
                    <a:pt x="738" y="1429"/>
                  </a:lnTo>
                  <a:lnTo>
                    <a:pt x="893" y="2120"/>
                  </a:lnTo>
                  <a:lnTo>
                    <a:pt x="1643" y="2060"/>
                  </a:lnTo>
                  <a:lnTo>
                    <a:pt x="2120" y="1465"/>
                  </a:lnTo>
                  <a:lnTo>
                    <a:pt x="2584" y="2179"/>
                  </a:lnTo>
                  <a:lnTo>
                    <a:pt x="2774" y="1489"/>
                  </a:lnTo>
                  <a:lnTo>
                    <a:pt x="3394" y="1762"/>
                  </a:lnTo>
                  <a:lnTo>
                    <a:pt x="3489" y="1298"/>
                  </a:lnTo>
                  <a:lnTo>
                    <a:pt x="3715" y="1298"/>
                  </a:lnTo>
                  <a:lnTo>
                    <a:pt x="3763" y="1012"/>
                  </a:lnTo>
                  <a:lnTo>
                    <a:pt x="3870" y="1012"/>
                  </a:lnTo>
                  <a:lnTo>
                    <a:pt x="3751" y="917"/>
                  </a:lnTo>
                  <a:lnTo>
                    <a:pt x="3334" y="917"/>
                  </a:lnTo>
                  <a:lnTo>
                    <a:pt x="3167" y="691"/>
                  </a:lnTo>
                  <a:lnTo>
                    <a:pt x="2989" y="691"/>
                  </a:lnTo>
                  <a:lnTo>
                    <a:pt x="2941" y="167"/>
                  </a:lnTo>
                  <a:lnTo>
                    <a:pt x="2941" y="60"/>
                  </a:lnTo>
                  <a:lnTo>
                    <a:pt x="25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58"/>
            <p:cNvSpPr/>
            <p:nvPr/>
          </p:nvSpPr>
          <p:spPr>
            <a:xfrm>
              <a:off x="2710150" y="1695275"/>
              <a:ext cx="251250" cy="265450"/>
            </a:xfrm>
            <a:custGeom>
              <a:avLst/>
              <a:gdLst/>
              <a:ahLst/>
              <a:cxnLst/>
              <a:rect l="l" t="t" r="r" b="b"/>
              <a:pathLst>
                <a:path w="10050" h="10618" extrusionOk="0">
                  <a:moveTo>
                    <a:pt x="4775" y="1"/>
                  </a:moveTo>
                  <a:lnTo>
                    <a:pt x="3977" y="36"/>
                  </a:lnTo>
                  <a:lnTo>
                    <a:pt x="3751" y="286"/>
                  </a:lnTo>
                  <a:lnTo>
                    <a:pt x="3251" y="298"/>
                  </a:lnTo>
                  <a:lnTo>
                    <a:pt x="3108" y="286"/>
                  </a:lnTo>
                  <a:lnTo>
                    <a:pt x="3048" y="572"/>
                  </a:lnTo>
                  <a:lnTo>
                    <a:pt x="2834" y="572"/>
                  </a:lnTo>
                  <a:lnTo>
                    <a:pt x="2727" y="1036"/>
                  </a:lnTo>
                  <a:lnTo>
                    <a:pt x="2120" y="763"/>
                  </a:lnTo>
                  <a:lnTo>
                    <a:pt x="1917" y="1453"/>
                  </a:lnTo>
                  <a:lnTo>
                    <a:pt x="1465" y="739"/>
                  </a:lnTo>
                  <a:lnTo>
                    <a:pt x="1001" y="1346"/>
                  </a:lnTo>
                  <a:lnTo>
                    <a:pt x="239" y="1406"/>
                  </a:lnTo>
                  <a:lnTo>
                    <a:pt x="48" y="1584"/>
                  </a:lnTo>
                  <a:lnTo>
                    <a:pt x="298" y="2072"/>
                  </a:lnTo>
                  <a:lnTo>
                    <a:pt x="0" y="2489"/>
                  </a:lnTo>
                  <a:lnTo>
                    <a:pt x="227" y="2775"/>
                  </a:lnTo>
                  <a:lnTo>
                    <a:pt x="227" y="3489"/>
                  </a:lnTo>
                  <a:lnTo>
                    <a:pt x="810" y="3513"/>
                  </a:lnTo>
                  <a:lnTo>
                    <a:pt x="786" y="3977"/>
                  </a:lnTo>
                  <a:cubicBezTo>
                    <a:pt x="982" y="3774"/>
                    <a:pt x="1484" y="3615"/>
                    <a:pt x="1995" y="3615"/>
                  </a:cubicBezTo>
                  <a:cubicBezTo>
                    <a:pt x="2231" y="3615"/>
                    <a:pt x="2469" y="3648"/>
                    <a:pt x="2679" y="3727"/>
                  </a:cubicBezTo>
                  <a:cubicBezTo>
                    <a:pt x="3370" y="3989"/>
                    <a:pt x="3584" y="5061"/>
                    <a:pt x="3739" y="5335"/>
                  </a:cubicBezTo>
                  <a:cubicBezTo>
                    <a:pt x="3763" y="5358"/>
                    <a:pt x="3799" y="5406"/>
                    <a:pt x="3858" y="5466"/>
                  </a:cubicBezTo>
                  <a:cubicBezTo>
                    <a:pt x="4227" y="5859"/>
                    <a:pt x="5406" y="6728"/>
                    <a:pt x="5834" y="7002"/>
                  </a:cubicBezTo>
                  <a:cubicBezTo>
                    <a:pt x="6323" y="7311"/>
                    <a:pt x="7787" y="8502"/>
                    <a:pt x="7930" y="8918"/>
                  </a:cubicBezTo>
                  <a:cubicBezTo>
                    <a:pt x="8085" y="9323"/>
                    <a:pt x="7930" y="9752"/>
                    <a:pt x="7751" y="10050"/>
                  </a:cubicBezTo>
                  <a:cubicBezTo>
                    <a:pt x="7680" y="10169"/>
                    <a:pt x="7632" y="10276"/>
                    <a:pt x="7632" y="10347"/>
                  </a:cubicBezTo>
                  <a:cubicBezTo>
                    <a:pt x="7632" y="10454"/>
                    <a:pt x="7692" y="10526"/>
                    <a:pt x="7775" y="10597"/>
                  </a:cubicBezTo>
                  <a:cubicBezTo>
                    <a:pt x="7791" y="10611"/>
                    <a:pt x="7809" y="10618"/>
                    <a:pt x="7831" y="10618"/>
                  </a:cubicBezTo>
                  <a:cubicBezTo>
                    <a:pt x="7994" y="10618"/>
                    <a:pt x="8315" y="10248"/>
                    <a:pt x="8525" y="9859"/>
                  </a:cubicBezTo>
                  <a:cubicBezTo>
                    <a:pt x="8752" y="9407"/>
                    <a:pt x="8882" y="8990"/>
                    <a:pt x="8644" y="8621"/>
                  </a:cubicBezTo>
                  <a:cubicBezTo>
                    <a:pt x="8430" y="8252"/>
                    <a:pt x="8787" y="7942"/>
                    <a:pt x="8882" y="7835"/>
                  </a:cubicBezTo>
                  <a:cubicBezTo>
                    <a:pt x="8891" y="7827"/>
                    <a:pt x="8901" y="7823"/>
                    <a:pt x="8913" y="7823"/>
                  </a:cubicBezTo>
                  <a:cubicBezTo>
                    <a:pt x="9059" y="7823"/>
                    <a:pt x="9477" y="8383"/>
                    <a:pt x="9752" y="8537"/>
                  </a:cubicBezTo>
                  <a:cubicBezTo>
                    <a:pt x="9788" y="8557"/>
                    <a:pt x="9820" y="8566"/>
                    <a:pt x="9848" y="8566"/>
                  </a:cubicBezTo>
                  <a:cubicBezTo>
                    <a:pt x="10006" y="8566"/>
                    <a:pt x="10049" y="8287"/>
                    <a:pt x="10049" y="8085"/>
                  </a:cubicBezTo>
                  <a:lnTo>
                    <a:pt x="10049" y="7966"/>
                  </a:lnTo>
                  <a:cubicBezTo>
                    <a:pt x="10037" y="7787"/>
                    <a:pt x="8394" y="6906"/>
                    <a:pt x="8073" y="6668"/>
                  </a:cubicBezTo>
                  <a:cubicBezTo>
                    <a:pt x="7739" y="6454"/>
                    <a:pt x="7811" y="6216"/>
                    <a:pt x="7811" y="6216"/>
                  </a:cubicBezTo>
                  <a:cubicBezTo>
                    <a:pt x="7811" y="6216"/>
                    <a:pt x="7311" y="6168"/>
                    <a:pt x="7037" y="6061"/>
                  </a:cubicBezTo>
                  <a:cubicBezTo>
                    <a:pt x="6775" y="5954"/>
                    <a:pt x="5596" y="4370"/>
                    <a:pt x="5275" y="3989"/>
                  </a:cubicBezTo>
                  <a:cubicBezTo>
                    <a:pt x="4930" y="3620"/>
                    <a:pt x="4858" y="3072"/>
                    <a:pt x="4811" y="2799"/>
                  </a:cubicBezTo>
                  <a:cubicBezTo>
                    <a:pt x="4775" y="2537"/>
                    <a:pt x="5001" y="2072"/>
                    <a:pt x="5537" y="1787"/>
                  </a:cubicBezTo>
                  <a:cubicBezTo>
                    <a:pt x="5692" y="1703"/>
                    <a:pt x="5775" y="1691"/>
                    <a:pt x="5834" y="1691"/>
                  </a:cubicBezTo>
                  <a:lnTo>
                    <a:pt x="5882" y="1596"/>
                  </a:lnTo>
                  <a:lnTo>
                    <a:pt x="5763" y="1072"/>
                  </a:lnTo>
                  <a:lnTo>
                    <a:pt x="5823" y="644"/>
                  </a:lnTo>
                  <a:lnTo>
                    <a:pt x="4775" y="453"/>
                  </a:lnTo>
                  <a:lnTo>
                    <a:pt x="4775" y="1"/>
                  </a:ln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58"/>
            <p:cNvSpPr/>
            <p:nvPr/>
          </p:nvSpPr>
          <p:spPr>
            <a:xfrm>
              <a:off x="2830700" y="1950975"/>
              <a:ext cx="69975" cy="38200"/>
            </a:xfrm>
            <a:custGeom>
              <a:avLst/>
              <a:gdLst/>
              <a:ahLst/>
              <a:cxnLst/>
              <a:rect l="l" t="t" r="r" b="b"/>
              <a:pathLst>
                <a:path w="2799" h="1528" extrusionOk="0">
                  <a:moveTo>
                    <a:pt x="2632" y="0"/>
                  </a:moveTo>
                  <a:cubicBezTo>
                    <a:pt x="2370" y="12"/>
                    <a:pt x="1953" y="179"/>
                    <a:pt x="1608" y="214"/>
                  </a:cubicBezTo>
                  <a:cubicBezTo>
                    <a:pt x="1599" y="215"/>
                    <a:pt x="1590" y="215"/>
                    <a:pt x="1581" y="215"/>
                  </a:cubicBezTo>
                  <a:cubicBezTo>
                    <a:pt x="1287" y="215"/>
                    <a:pt x="895" y="44"/>
                    <a:pt x="645" y="44"/>
                  </a:cubicBezTo>
                  <a:cubicBezTo>
                    <a:pt x="624" y="44"/>
                    <a:pt x="603" y="45"/>
                    <a:pt x="584" y="48"/>
                  </a:cubicBezTo>
                  <a:cubicBezTo>
                    <a:pt x="0" y="107"/>
                    <a:pt x="96" y="310"/>
                    <a:pt x="96" y="310"/>
                  </a:cubicBezTo>
                  <a:cubicBezTo>
                    <a:pt x="120" y="524"/>
                    <a:pt x="179" y="607"/>
                    <a:pt x="310" y="691"/>
                  </a:cubicBezTo>
                  <a:cubicBezTo>
                    <a:pt x="405" y="726"/>
                    <a:pt x="512" y="762"/>
                    <a:pt x="655" y="810"/>
                  </a:cubicBezTo>
                  <a:cubicBezTo>
                    <a:pt x="1048" y="941"/>
                    <a:pt x="1739" y="1286"/>
                    <a:pt x="1894" y="1405"/>
                  </a:cubicBezTo>
                  <a:cubicBezTo>
                    <a:pt x="1974" y="1472"/>
                    <a:pt x="2152" y="1528"/>
                    <a:pt x="2301" y="1528"/>
                  </a:cubicBezTo>
                  <a:cubicBezTo>
                    <a:pt x="2417" y="1528"/>
                    <a:pt x="2516" y="1494"/>
                    <a:pt x="2536" y="1405"/>
                  </a:cubicBezTo>
                  <a:cubicBezTo>
                    <a:pt x="2572" y="1203"/>
                    <a:pt x="2477" y="1012"/>
                    <a:pt x="2513" y="750"/>
                  </a:cubicBezTo>
                  <a:cubicBezTo>
                    <a:pt x="2560" y="476"/>
                    <a:pt x="2727" y="214"/>
                    <a:pt x="2727" y="214"/>
                  </a:cubicBezTo>
                  <a:cubicBezTo>
                    <a:pt x="2727" y="214"/>
                    <a:pt x="2775" y="155"/>
                    <a:pt x="2787" y="95"/>
                  </a:cubicBezTo>
                  <a:cubicBezTo>
                    <a:pt x="2798" y="48"/>
                    <a:pt x="2775" y="0"/>
                    <a:pt x="26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58"/>
            <p:cNvSpPr/>
            <p:nvPr/>
          </p:nvSpPr>
          <p:spPr>
            <a:xfrm>
              <a:off x="2750625" y="1825950"/>
              <a:ext cx="24725" cy="36050"/>
            </a:xfrm>
            <a:custGeom>
              <a:avLst/>
              <a:gdLst/>
              <a:ahLst/>
              <a:cxnLst/>
              <a:rect l="l" t="t" r="r" b="b"/>
              <a:pathLst>
                <a:path w="989" h="1442" extrusionOk="0">
                  <a:moveTo>
                    <a:pt x="656" y="0"/>
                  </a:moveTo>
                  <a:cubicBezTo>
                    <a:pt x="655" y="0"/>
                    <a:pt x="655" y="1"/>
                    <a:pt x="655" y="1"/>
                  </a:cubicBezTo>
                  <a:lnTo>
                    <a:pt x="655" y="1"/>
                  </a:lnTo>
                  <a:cubicBezTo>
                    <a:pt x="655" y="1"/>
                    <a:pt x="655" y="1"/>
                    <a:pt x="656" y="0"/>
                  </a:cubicBezTo>
                  <a:close/>
                  <a:moveTo>
                    <a:pt x="655" y="1"/>
                  </a:moveTo>
                  <a:cubicBezTo>
                    <a:pt x="274" y="108"/>
                    <a:pt x="1" y="429"/>
                    <a:pt x="108" y="882"/>
                  </a:cubicBezTo>
                  <a:cubicBezTo>
                    <a:pt x="215" y="1263"/>
                    <a:pt x="346" y="1441"/>
                    <a:pt x="525" y="1441"/>
                  </a:cubicBezTo>
                  <a:cubicBezTo>
                    <a:pt x="536" y="1441"/>
                    <a:pt x="572" y="1429"/>
                    <a:pt x="596" y="1429"/>
                  </a:cubicBezTo>
                  <a:cubicBezTo>
                    <a:pt x="822" y="1370"/>
                    <a:pt x="989" y="608"/>
                    <a:pt x="989" y="393"/>
                  </a:cubicBezTo>
                  <a:cubicBezTo>
                    <a:pt x="989" y="346"/>
                    <a:pt x="953" y="286"/>
                    <a:pt x="929" y="239"/>
                  </a:cubicBezTo>
                  <a:cubicBezTo>
                    <a:pt x="836" y="99"/>
                    <a:pt x="652" y="5"/>
                    <a:pt x="6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58"/>
            <p:cNvSpPr/>
            <p:nvPr/>
          </p:nvSpPr>
          <p:spPr>
            <a:xfrm>
              <a:off x="2746175" y="1869750"/>
              <a:ext cx="37025" cy="61000"/>
            </a:xfrm>
            <a:custGeom>
              <a:avLst/>
              <a:gdLst/>
              <a:ahLst/>
              <a:cxnLst/>
              <a:rect l="l" t="t" r="r" b="b"/>
              <a:pathLst>
                <a:path w="1481" h="2440" extrusionOk="0">
                  <a:moveTo>
                    <a:pt x="837" y="1"/>
                  </a:moveTo>
                  <a:cubicBezTo>
                    <a:pt x="792" y="1"/>
                    <a:pt x="762" y="11"/>
                    <a:pt x="762" y="11"/>
                  </a:cubicBezTo>
                  <a:cubicBezTo>
                    <a:pt x="750" y="11"/>
                    <a:pt x="714" y="11"/>
                    <a:pt x="691" y="23"/>
                  </a:cubicBezTo>
                  <a:cubicBezTo>
                    <a:pt x="476" y="58"/>
                    <a:pt x="95" y="213"/>
                    <a:pt x="48" y="511"/>
                  </a:cubicBezTo>
                  <a:cubicBezTo>
                    <a:pt x="0" y="832"/>
                    <a:pt x="0" y="1773"/>
                    <a:pt x="167" y="2106"/>
                  </a:cubicBezTo>
                  <a:cubicBezTo>
                    <a:pt x="274" y="2285"/>
                    <a:pt x="476" y="2439"/>
                    <a:pt x="679" y="2439"/>
                  </a:cubicBezTo>
                  <a:cubicBezTo>
                    <a:pt x="822" y="2439"/>
                    <a:pt x="976" y="2344"/>
                    <a:pt x="1048" y="2047"/>
                  </a:cubicBezTo>
                  <a:cubicBezTo>
                    <a:pt x="1481" y="179"/>
                    <a:pt x="1027" y="1"/>
                    <a:pt x="8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58"/>
            <p:cNvSpPr/>
            <p:nvPr/>
          </p:nvSpPr>
          <p:spPr>
            <a:xfrm>
              <a:off x="2460125" y="1565500"/>
              <a:ext cx="282800" cy="268600"/>
            </a:xfrm>
            <a:custGeom>
              <a:avLst/>
              <a:gdLst/>
              <a:ahLst/>
              <a:cxnLst/>
              <a:rect l="l" t="t" r="r" b="b"/>
              <a:pathLst>
                <a:path w="11312" h="10744" extrusionOk="0">
                  <a:moveTo>
                    <a:pt x="6525" y="1"/>
                  </a:moveTo>
                  <a:cubicBezTo>
                    <a:pt x="6299" y="84"/>
                    <a:pt x="6072" y="167"/>
                    <a:pt x="5941" y="239"/>
                  </a:cubicBezTo>
                  <a:cubicBezTo>
                    <a:pt x="5644" y="405"/>
                    <a:pt x="5727" y="1120"/>
                    <a:pt x="5406" y="1358"/>
                  </a:cubicBezTo>
                  <a:cubicBezTo>
                    <a:pt x="5072" y="1572"/>
                    <a:pt x="4501" y="2191"/>
                    <a:pt x="4227" y="2334"/>
                  </a:cubicBezTo>
                  <a:cubicBezTo>
                    <a:pt x="4174" y="2365"/>
                    <a:pt x="4118" y="2379"/>
                    <a:pt x="4059" y="2379"/>
                  </a:cubicBezTo>
                  <a:cubicBezTo>
                    <a:pt x="3823" y="2379"/>
                    <a:pt x="3534" y="2153"/>
                    <a:pt x="3191" y="1858"/>
                  </a:cubicBezTo>
                  <a:cubicBezTo>
                    <a:pt x="3133" y="1810"/>
                    <a:pt x="3089" y="1788"/>
                    <a:pt x="3056" y="1788"/>
                  </a:cubicBezTo>
                  <a:cubicBezTo>
                    <a:pt x="2836" y="1788"/>
                    <a:pt x="3104" y="2725"/>
                    <a:pt x="3155" y="2870"/>
                  </a:cubicBezTo>
                  <a:cubicBezTo>
                    <a:pt x="3212" y="3028"/>
                    <a:pt x="2978" y="3241"/>
                    <a:pt x="2668" y="3241"/>
                  </a:cubicBezTo>
                  <a:cubicBezTo>
                    <a:pt x="2652" y="3241"/>
                    <a:pt x="2636" y="3240"/>
                    <a:pt x="2620" y="3239"/>
                  </a:cubicBezTo>
                  <a:cubicBezTo>
                    <a:pt x="2381" y="3230"/>
                    <a:pt x="1764" y="3117"/>
                    <a:pt x="1198" y="3117"/>
                  </a:cubicBezTo>
                  <a:cubicBezTo>
                    <a:pt x="1001" y="3117"/>
                    <a:pt x="810" y="3131"/>
                    <a:pt x="643" y="3168"/>
                  </a:cubicBezTo>
                  <a:cubicBezTo>
                    <a:pt x="0" y="3299"/>
                    <a:pt x="465" y="3953"/>
                    <a:pt x="572" y="4251"/>
                  </a:cubicBezTo>
                  <a:cubicBezTo>
                    <a:pt x="667" y="4549"/>
                    <a:pt x="1643" y="4453"/>
                    <a:pt x="2072" y="4632"/>
                  </a:cubicBezTo>
                  <a:cubicBezTo>
                    <a:pt x="2500" y="4823"/>
                    <a:pt x="3286" y="5585"/>
                    <a:pt x="3560" y="7025"/>
                  </a:cubicBezTo>
                  <a:cubicBezTo>
                    <a:pt x="3763" y="8180"/>
                    <a:pt x="3155" y="9121"/>
                    <a:pt x="2727" y="9466"/>
                  </a:cubicBezTo>
                  <a:cubicBezTo>
                    <a:pt x="2965" y="9752"/>
                    <a:pt x="3370" y="10109"/>
                    <a:pt x="3370" y="10109"/>
                  </a:cubicBezTo>
                  <a:lnTo>
                    <a:pt x="4620" y="10442"/>
                  </a:lnTo>
                  <a:lnTo>
                    <a:pt x="5406" y="10407"/>
                  </a:lnTo>
                  <a:cubicBezTo>
                    <a:pt x="5406" y="10407"/>
                    <a:pt x="5763" y="10680"/>
                    <a:pt x="5929" y="10728"/>
                  </a:cubicBezTo>
                  <a:cubicBezTo>
                    <a:pt x="5967" y="10739"/>
                    <a:pt x="6060" y="10744"/>
                    <a:pt x="6185" y="10744"/>
                  </a:cubicBezTo>
                  <a:cubicBezTo>
                    <a:pt x="6453" y="10744"/>
                    <a:pt x="6870" y="10724"/>
                    <a:pt x="7203" y="10716"/>
                  </a:cubicBezTo>
                  <a:cubicBezTo>
                    <a:pt x="7203" y="10466"/>
                    <a:pt x="7203" y="10168"/>
                    <a:pt x="7323" y="9823"/>
                  </a:cubicBezTo>
                  <a:cubicBezTo>
                    <a:pt x="7407" y="9590"/>
                    <a:pt x="7598" y="9508"/>
                    <a:pt x="7838" y="9508"/>
                  </a:cubicBezTo>
                  <a:cubicBezTo>
                    <a:pt x="8373" y="9508"/>
                    <a:pt x="9154" y="9916"/>
                    <a:pt x="9573" y="9990"/>
                  </a:cubicBezTo>
                  <a:cubicBezTo>
                    <a:pt x="9621" y="9998"/>
                    <a:pt x="9668" y="10002"/>
                    <a:pt x="9713" y="10002"/>
                  </a:cubicBezTo>
                  <a:cubicBezTo>
                    <a:pt x="10244" y="10002"/>
                    <a:pt x="10546" y="9454"/>
                    <a:pt x="10787" y="9168"/>
                  </a:cubicBezTo>
                  <a:cubicBezTo>
                    <a:pt x="10787" y="9156"/>
                    <a:pt x="10811" y="9156"/>
                    <a:pt x="10811" y="9156"/>
                  </a:cubicBezTo>
                  <a:lnTo>
                    <a:pt x="10823" y="8692"/>
                  </a:lnTo>
                  <a:lnTo>
                    <a:pt x="10240" y="8668"/>
                  </a:lnTo>
                  <a:lnTo>
                    <a:pt x="10240" y="7954"/>
                  </a:lnTo>
                  <a:lnTo>
                    <a:pt x="10013" y="7668"/>
                  </a:lnTo>
                  <a:lnTo>
                    <a:pt x="10311" y="7251"/>
                  </a:lnTo>
                  <a:lnTo>
                    <a:pt x="10061" y="6751"/>
                  </a:lnTo>
                  <a:lnTo>
                    <a:pt x="10251" y="6573"/>
                  </a:lnTo>
                  <a:lnTo>
                    <a:pt x="10120" y="5894"/>
                  </a:lnTo>
                  <a:lnTo>
                    <a:pt x="9382" y="6251"/>
                  </a:lnTo>
                  <a:lnTo>
                    <a:pt x="9382" y="6251"/>
                  </a:lnTo>
                  <a:lnTo>
                    <a:pt x="9632" y="5406"/>
                  </a:lnTo>
                  <a:lnTo>
                    <a:pt x="10275" y="5049"/>
                  </a:lnTo>
                  <a:lnTo>
                    <a:pt x="10180" y="4584"/>
                  </a:lnTo>
                  <a:lnTo>
                    <a:pt x="10728" y="4680"/>
                  </a:lnTo>
                  <a:lnTo>
                    <a:pt x="10823" y="3691"/>
                  </a:lnTo>
                  <a:lnTo>
                    <a:pt x="11311" y="2751"/>
                  </a:lnTo>
                  <a:lnTo>
                    <a:pt x="10347" y="2691"/>
                  </a:lnTo>
                  <a:lnTo>
                    <a:pt x="10180" y="2441"/>
                  </a:lnTo>
                  <a:lnTo>
                    <a:pt x="9751" y="2144"/>
                  </a:lnTo>
                  <a:lnTo>
                    <a:pt x="9692" y="2132"/>
                  </a:lnTo>
                  <a:lnTo>
                    <a:pt x="9216" y="2108"/>
                  </a:lnTo>
                  <a:lnTo>
                    <a:pt x="9061" y="2108"/>
                  </a:lnTo>
                  <a:lnTo>
                    <a:pt x="8632" y="1917"/>
                  </a:lnTo>
                  <a:lnTo>
                    <a:pt x="8406" y="1203"/>
                  </a:lnTo>
                  <a:lnTo>
                    <a:pt x="8192" y="1560"/>
                  </a:lnTo>
                  <a:lnTo>
                    <a:pt x="7954" y="1536"/>
                  </a:lnTo>
                  <a:lnTo>
                    <a:pt x="7894" y="1013"/>
                  </a:lnTo>
                  <a:lnTo>
                    <a:pt x="7311" y="977"/>
                  </a:lnTo>
                  <a:lnTo>
                    <a:pt x="7180" y="429"/>
                  </a:lnTo>
                  <a:lnTo>
                    <a:pt x="6763" y="346"/>
                  </a:lnTo>
                  <a:lnTo>
                    <a:pt x="6525" y="1"/>
                  </a:ln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58"/>
            <p:cNvSpPr/>
            <p:nvPr/>
          </p:nvSpPr>
          <p:spPr>
            <a:xfrm>
              <a:off x="2640200" y="1481850"/>
              <a:ext cx="83075" cy="100050"/>
            </a:xfrm>
            <a:custGeom>
              <a:avLst/>
              <a:gdLst/>
              <a:ahLst/>
              <a:cxnLst/>
              <a:rect l="l" t="t" r="r" b="b"/>
              <a:pathLst>
                <a:path w="3323" h="4002" extrusionOk="0">
                  <a:moveTo>
                    <a:pt x="3322" y="1"/>
                  </a:moveTo>
                  <a:cubicBezTo>
                    <a:pt x="3227" y="13"/>
                    <a:pt x="3156" y="25"/>
                    <a:pt x="3108" y="25"/>
                  </a:cubicBezTo>
                  <a:cubicBezTo>
                    <a:pt x="2810" y="120"/>
                    <a:pt x="2120" y="168"/>
                    <a:pt x="1905" y="322"/>
                  </a:cubicBezTo>
                  <a:cubicBezTo>
                    <a:pt x="1703" y="489"/>
                    <a:pt x="1905" y="822"/>
                    <a:pt x="1941" y="1025"/>
                  </a:cubicBezTo>
                  <a:cubicBezTo>
                    <a:pt x="1965" y="1239"/>
                    <a:pt x="1965" y="1394"/>
                    <a:pt x="1727" y="1394"/>
                  </a:cubicBezTo>
                  <a:cubicBezTo>
                    <a:pt x="1501" y="1394"/>
                    <a:pt x="1548" y="822"/>
                    <a:pt x="1429" y="739"/>
                  </a:cubicBezTo>
                  <a:cubicBezTo>
                    <a:pt x="1415" y="730"/>
                    <a:pt x="1401" y="726"/>
                    <a:pt x="1387" y="726"/>
                  </a:cubicBezTo>
                  <a:cubicBezTo>
                    <a:pt x="1275" y="726"/>
                    <a:pt x="1185" y="1003"/>
                    <a:pt x="1132" y="1215"/>
                  </a:cubicBezTo>
                  <a:cubicBezTo>
                    <a:pt x="1072" y="1442"/>
                    <a:pt x="465" y="2477"/>
                    <a:pt x="155" y="2846"/>
                  </a:cubicBezTo>
                  <a:cubicBezTo>
                    <a:pt x="108" y="2882"/>
                    <a:pt x="60" y="2930"/>
                    <a:pt x="0" y="2977"/>
                  </a:cubicBezTo>
                  <a:lnTo>
                    <a:pt x="370" y="3204"/>
                  </a:lnTo>
                  <a:lnTo>
                    <a:pt x="703" y="3037"/>
                  </a:lnTo>
                  <a:lnTo>
                    <a:pt x="786" y="2906"/>
                  </a:lnTo>
                  <a:lnTo>
                    <a:pt x="1536" y="3001"/>
                  </a:lnTo>
                  <a:lnTo>
                    <a:pt x="1894" y="3097"/>
                  </a:lnTo>
                  <a:lnTo>
                    <a:pt x="2084" y="3311"/>
                  </a:lnTo>
                  <a:lnTo>
                    <a:pt x="2001" y="3739"/>
                  </a:lnTo>
                  <a:lnTo>
                    <a:pt x="2358" y="4001"/>
                  </a:lnTo>
                  <a:lnTo>
                    <a:pt x="2358" y="3656"/>
                  </a:lnTo>
                  <a:lnTo>
                    <a:pt x="2191" y="3335"/>
                  </a:lnTo>
                  <a:lnTo>
                    <a:pt x="2489" y="2846"/>
                  </a:lnTo>
                  <a:lnTo>
                    <a:pt x="2132" y="2477"/>
                  </a:lnTo>
                  <a:lnTo>
                    <a:pt x="3013" y="2096"/>
                  </a:lnTo>
                  <a:lnTo>
                    <a:pt x="2953" y="1275"/>
                  </a:lnTo>
                  <a:lnTo>
                    <a:pt x="3191" y="1215"/>
                  </a:lnTo>
                  <a:lnTo>
                    <a:pt x="3322"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58"/>
            <p:cNvSpPr/>
            <p:nvPr/>
          </p:nvSpPr>
          <p:spPr>
            <a:xfrm>
              <a:off x="2689600" y="1599125"/>
              <a:ext cx="17000" cy="19975"/>
            </a:xfrm>
            <a:custGeom>
              <a:avLst/>
              <a:gdLst/>
              <a:ahLst/>
              <a:cxnLst/>
              <a:rect l="l" t="t" r="r" b="b"/>
              <a:pathLst>
                <a:path w="680" h="799" extrusionOk="0">
                  <a:moveTo>
                    <a:pt x="441" y="1"/>
                  </a:moveTo>
                  <a:lnTo>
                    <a:pt x="1" y="191"/>
                  </a:lnTo>
                  <a:lnTo>
                    <a:pt x="49" y="751"/>
                  </a:lnTo>
                  <a:lnTo>
                    <a:pt x="525" y="775"/>
                  </a:lnTo>
                  <a:lnTo>
                    <a:pt x="572" y="799"/>
                  </a:lnTo>
                  <a:lnTo>
                    <a:pt x="680" y="382"/>
                  </a:lnTo>
                  <a:lnTo>
                    <a:pt x="418" y="13"/>
                  </a:lnTo>
                  <a:lnTo>
                    <a:pt x="441"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58"/>
            <p:cNvSpPr/>
            <p:nvPr/>
          </p:nvSpPr>
          <p:spPr>
            <a:xfrm>
              <a:off x="2623825" y="1554500"/>
              <a:ext cx="79500" cy="63125"/>
            </a:xfrm>
            <a:custGeom>
              <a:avLst/>
              <a:gdLst/>
              <a:ahLst/>
              <a:cxnLst/>
              <a:rect l="l" t="t" r="r" b="b"/>
              <a:pathLst>
                <a:path w="3180" h="2525" extrusionOk="0">
                  <a:moveTo>
                    <a:pt x="1441" y="0"/>
                  </a:moveTo>
                  <a:lnTo>
                    <a:pt x="1358" y="131"/>
                  </a:lnTo>
                  <a:lnTo>
                    <a:pt x="1025" y="298"/>
                  </a:lnTo>
                  <a:lnTo>
                    <a:pt x="655" y="71"/>
                  </a:lnTo>
                  <a:cubicBezTo>
                    <a:pt x="477" y="202"/>
                    <a:pt x="239" y="310"/>
                    <a:pt x="1" y="417"/>
                  </a:cubicBezTo>
                  <a:lnTo>
                    <a:pt x="239" y="750"/>
                  </a:lnTo>
                  <a:lnTo>
                    <a:pt x="655" y="845"/>
                  </a:lnTo>
                  <a:lnTo>
                    <a:pt x="786" y="1393"/>
                  </a:lnTo>
                  <a:lnTo>
                    <a:pt x="1370" y="1429"/>
                  </a:lnTo>
                  <a:lnTo>
                    <a:pt x="1429" y="1941"/>
                  </a:lnTo>
                  <a:lnTo>
                    <a:pt x="1667" y="1976"/>
                  </a:lnTo>
                  <a:lnTo>
                    <a:pt x="1894" y="1619"/>
                  </a:lnTo>
                  <a:lnTo>
                    <a:pt x="2120" y="2334"/>
                  </a:lnTo>
                  <a:lnTo>
                    <a:pt x="2549" y="2524"/>
                  </a:lnTo>
                  <a:lnTo>
                    <a:pt x="2691" y="2524"/>
                  </a:lnTo>
                  <a:lnTo>
                    <a:pt x="2656" y="1976"/>
                  </a:lnTo>
                  <a:lnTo>
                    <a:pt x="3072" y="1786"/>
                  </a:lnTo>
                  <a:lnTo>
                    <a:pt x="3180" y="1453"/>
                  </a:lnTo>
                  <a:lnTo>
                    <a:pt x="2989" y="1095"/>
                  </a:lnTo>
                  <a:lnTo>
                    <a:pt x="2656" y="833"/>
                  </a:lnTo>
                  <a:lnTo>
                    <a:pt x="2739" y="405"/>
                  </a:lnTo>
                  <a:lnTo>
                    <a:pt x="2549" y="191"/>
                  </a:lnTo>
                  <a:lnTo>
                    <a:pt x="2191" y="95"/>
                  </a:lnTo>
                  <a:lnTo>
                    <a:pt x="1441"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58"/>
            <p:cNvSpPr/>
            <p:nvPr/>
          </p:nvSpPr>
          <p:spPr>
            <a:xfrm>
              <a:off x="2307425" y="2276900"/>
              <a:ext cx="349475" cy="332500"/>
            </a:xfrm>
            <a:custGeom>
              <a:avLst/>
              <a:gdLst/>
              <a:ahLst/>
              <a:cxnLst/>
              <a:rect l="l" t="t" r="r" b="b"/>
              <a:pathLst>
                <a:path w="13979" h="13300" extrusionOk="0">
                  <a:moveTo>
                    <a:pt x="6346" y="0"/>
                  </a:moveTo>
                  <a:lnTo>
                    <a:pt x="4929" y="36"/>
                  </a:lnTo>
                  <a:lnTo>
                    <a:pt x="5751" y="7692"/>
                  </a:lnTo>
                  <a:lnTo>
                    <a:pt x="6001" y="7906"/>
                  </a:lnTo>
                  <a:cubicBezTo>
                    <a:pt x="6001" y="7906"/>
                    <a:pt x="6037" y="8406"/>
                    <a:pt x="5918" y="8525"/>
                  </a:cubicBezTo>
                  <a:cubicBezTo>
                    <a:pt x="5852" y="8591"/>
                    <a:pt x="4499" y="8606"/>
                    <a:pt x="3310" y="8606"/>
                  </a:cubicBezTo>
                  <a:cubicBezTo>
                    <a:pt x="2359" y="8606"/>
                    <a:pt x="1512" y="8597"/>
                    <a:pt x="1512" y="8597"/>
                  </a:cubicBezTo>
                  <a:lnTo>
                    <a:pt x="1179" y="9061"/>
                  </a:lnTo>
                  <a:lnTo>
                    <a:pt x="858" y="8668"/>
                  </a:lnTo>
                  <a:lnTo>
                    <a:pt x="441" y="8668"/>
                  </a:lnTo>
                  <a:lnTo>
                    <a:pt x="477" y="9061"/>
                  </a:lnTo>
                  <a:lnTo>
                    <a:pt x="477" y="9359"/>
                  </a:lnTo>
                  <a:lnTo>
                    <a:pt x="0" y="9335"/>
                  </a:lnTo>
                  <a:lnTo>
                    <a:pt x="0" y="9335"/>
                  </a:lnTo>
                  <a:lnTo>
                    <a:pt x="322" y="9764"/>
                  </a:lnTo>
                  <a:lnTo>
                    <a:pt x="203" y="10466"/>
                  </a:lnTo>
                  <a:lnTo>
                    <a:pt x="738" y="10716"/>
                  </a:lnTo>
                  <a:lnTo>
                    <a:pt x="703" y="11299"/>
                  </a:lnTo>
                  <a:lnTo>
                    <a:pt x="691" y="11621"/>
                  </a:lnTo>
                  <a:lnTo>
                    <a:pt x="2382" y="11740"/>
                  </a:lnTo>
                  <a:lnTo>
                    <a:pt x="2620" y="11371"/>
                  </a:lnTo>
                  <a:lnTo>
                    <a:pt x="3322" y="11954"/>
                  </a:lnTo>
                  <a:lnTo>
                    <a:pt x="3084" y="12561"/>
                  </a:lnTo>
                  <a:lnTo>
                    <a:pt x="3620" y="12728"/>
                  </a:lnTo>
                  <a:lnTo>
                    <a:pt x="3667" y="13216"/>
                  </a:lnTo>
                  <a:lnTo>
                    <a:pt x="4287" y="13300"/>
                  </a:lnTo>
                  <a:lnTo>
                    <a:pt x="4941" y="12812"/>
                  </a:lnTo>
                  <a:lnTo>
                    <a:pt x="5275" y="13300"/>
                  </a:lnTo>
                  <a:lnTo>
                    <a:pt x="5858" y="13145"/>
                  </a:lnTo>
                  <a:lnTo>
                    <a:pt x="5858" y="13050"/>
                  </a:lnTo>
                  <a:lnTo>
                    <a:pt x="6013" y="12395"/>
                  </a:lnTo>
                  <a:lnTo>
                    <a:pt x="5811" y="11907"/>
                  </a:lnTo>
                  <a:lnTo>
                    <a:pt x="6418" y="11621"/>
                  </a:lnTo>
                  <a:lnTo>
                    <a:pt x="7049" y="10966"/>
                  </a:lnTo>
                  <a:lnTo>
                    <a:pt x="7704" y="10347"/>
                  </a:lnTo>
                  <a:lnTo>
                    <a:pt x="8168" y="9716"/>
                  </a:lnTo>
                  <a:lnTo>
                    <a:pt x="8739" y="9799"/>
                  </a:lnTo>
                  <a:lnTo>
                    <a:pt x="9978" y="8978"/>
                  </a:lnTo>
                  <a:lnTo>
                    <a:pt x="10656" y="8918"/>
                  </a:lnTo>
                  <a:lnTo>
                    <a:pt x="13442" y="8680"/>
                  </a:lnTo>
                  <a:lnTo>
                    <a:pt x="13978" y="7859"/>
                  </a:lnTo>
                  <a:lnTo>
                    <a:pt x="13954" y="5406"/>
                  </a:lnTo>
                  <a:lnTo>
                    <a:pt x="13121" y="5549"/>
                  </a:lnTo>
                  <a:lnTo>
                    <a:pt x="13121" y="4894"/>
                  </a:lnTo>
                  <a:lnTo>
                    <a:pt x="12133" y="4477"/>
                  </a:lnTo>
                  <a:lnTo>
                    <a:pt x="11156" y="3620"/>
                  </a:lnTo>
                  <a:lnTo>
                    <a:pt x="6537" y="119"/>
                  </a:lnTo>
                  <a:lnTo>
                    <a:pt x="634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58"/>
            <p:cNvSpPr/>
            <p:nvPr/>
          </p:nvSpPr>
          <p:spPr>
            <a:xfrm>
              <a:off x="2585125" y="2560850"/>
              <a:ext cx="66100" cy="136650"/>
            </a:xfrm>
            <a:custGeom>
              <a:avLst/>
              <a:gdLst/>
              <a:ahLst/>
              <a:cxnLst/>
              <a:rect l="l" t="t" r="r" b="b"/>
              <a:pathLst>
                <a:path w="2644" h="5466" extrusionOk="0">
                  <a:moveTo>
                    <a:pt x="1310" y="1"/>
                  </a:moveTo>
                  <a:lnTo>
                    <a:pt x="1263" y="584"/>
                  </a:lnTo>
                  <a:lnTo>
                    <a:pt x="608" y="822"/>
                  </a:lnTo>
                  <a:lnTo>
                    <a:pt x="144" y="1120"/>
                  </a:lnTo>
                  <a:lnTo>
                    <a:pt x="108" y="1239"/>
                  </a:lnTo>
                  <a:lnTo>
                    <a:pt x="1" y="1596"/>
                  </a:lnTo>
                  <a:lnTo>
                    <a:pt x="406" y="1989"/>
                  </a:lnTo>
                  <a:lnTo>
                    <a:pt x="775" y="2573"/>
                  </a:lnTo>
                  <a:lnTo>
                    <a:pt x="739" y="5466"/>
                  </a:lnTo>
                  <a:cubicBezTo>
                    <a:pt x="1037" y="5406"/>
                    <a:pt x="1322" y="5359"/>
                    <a:pt x="1596" y="5347"/>
                  </a:cubicBezTo>
                  <a:lnTo>
                    <a:pt x="1608" y="2847"/>
                  </a:lnTo>
                  <a:cubicBezTo>
                    <a:pt x="1608" y="2847"/>
                    <a:pt x="1834" y="2680"/>
                    <a:pt x="2001" y="2680"/>
                  </a:cubicBezTo>
                  <a:cubicBezTo>
                    <a:pt x="2156" y="2680"/>
                    <a:pt x="2323" y="2156"/>
                    <a:pt x="2489" y="1918"/>
                  </a:cubicBezTo>
                  <a:cubicBezTo>
                    <a:pt x="2644" y="1668"/>
                    <a:pt x="2549" y="977"/>
                    <a:pt x="2453" y="656"/>
                  </a:cubicBezTo>
                  <a:cubicBezTo>
                    <a:pt x="2442" y="596"/>
                    <a:pt x="2442" y="525"/>
                    <a:pt x="2442" y="465"/>
                  </a:cubicBezTo>
                  <a:lnTo>
                    <a:pt x="1751"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58"/>
            <p:cNvSpPr/>
            <p:nvPr/>
          </p:nvSpPr>
          <p:spPr>
            <a:xfrm>
              <a:off x="2372300" y="1799075"/>
              <a:ext cx="269125" cy="208100"/>
            </a:xfrm>
            <a:custGeom>
              <a:avLst/>
              <a:gdLst/>
              <a:ahLst/>
              <a:cxnLst/>
              <a:rect l="l" t="t" r="r" b="b"/>
              <a:pathLst>
                <a:path w="10765" h="8324" extrusionOk="0">
                  <a:moveTo>
                    <a:pt x="1699" y="0"/>
                  </a:moveTo>
                  <a:cubicBezTo>
                    <a:pt x="980" y="0"/>
                    <a:pt x="439" y="320"/>
                    <a:pt x="227" y="659"/>
                  </a:cubicBezTo>
                  <a:cubicBezTo>
                    <a:pt x="1" y="1052"/>
                    <a:pt x="322" y="1147"/>
                    <a:pt x="477" y="1314"/>
                  </a:cubicBezTo>
                  <a:cubicBezTo>
                    <a:pt x="537" y="1385"/>
                    <a:pt x="560" y="1599"/>
                    <a:pt x="584" y="1849"/>
                  </a:cubicBezTo>
                  <a:lnTo>
                    <a:pt x="882" y="1730"/>
                  </a:lnTo>
                  <a:lnTo>
                    <a:pt x="965" y="2135"/>
                  </a:lnTo>
                  <a:lnTo>
                    <a:pt x="2311" y="1945"/>
                  </a:lnTo>
                  <a:lnTo>
                    <a:pt x="2251" y="2266"/>
                  </a:lnTo>
                  <a:lnTo>
                    <a:pt x="2632" y="2302"/>
                  </a:lnTo>
                  <a:lnTo>
                    <a:pt x="2144" y="2909"/>
                  </a:lnTo>
                  <a:lnTo>
                    <a:pt x="1977" y="4445"/>
                  </a:lnTo>
                  <a:lnTo>
                    <a:pt x="1489" y="4516"/>
                  </a:lnTo>
                  <a:lnTo>
                    <a:pt x="1822" y="4838"/>
                  </a:lnTo>
                  <a:cubicBezTo>
                    <a:pt x="1822" y="4838"/>
                    <a:pt x="1787" y="5005"/>
                    <a:pt x="1846" y="5195"/>
                  </a:cubicBezTo>
                  <a:cubicBezTo>
                    <a:pt x="1906" y="5397"/>
                    <a:pt x="1715" y="5469"/>
                    <a:pt x="1715" y="5469"/>
                  </a:cubicBezTo>
                  <a:cubicBezTo>
                    <a:pt x="1715" y="5469"/>
                    <a:pt x="1715" y="6088"/>
                    <a:pt x="1656" y="6183"/>
                  </a:cubicBezTo>
                  <a:cubicBezTo>
                    <a:pt x="1620" y="6231"/>
                    <a:pt x="1584" y="6767"/>
                    <a:pt x="1561" y="7148"/>
                  </a:cubicBezTo>
                  <a:cubicBezTo>
                    <a:pt x="1918" y="7183"/>
                    <a:pt x="2358" y="7326"/>
                    <a:pt x="2596" y="7731"/>
                  </a:cubicBezTo>
                  <a:cubicBezTo>
                    <a:pt x="2739" y="7981"/>
                    <a:pt x="2906" y="8148"/>
                    <a:pt x="3073" y="8231"/>
                  </a:cubicBezTo>
                  <a:cubicBezTo>
                    <a:pt x="3163" y="8295"/>
                    <a:pt x="3251" y="8323"/>
                    <a:pt x="3326" y="8323"/>
                  </a:cubicBezTo>
                  <a:cubicBezTo>
                    <a:pt x="3419" y="8323"/>
                    <a:pt x="3492" y="8280"/>
                    <a:pt x="3525" y="8207"/>
                  </a:cubicBezTo>
                  <a:cubicBezTo>
                    <a:pt x="3644" y="7981"/>
                    <a:pt x="4454" y="7719"/>
                    <a:pt x="5299" y="7672"/>
                  </a:cubicBezTo>
                  <a:cubicBezTo>
                    <a:pt x="6144" y="7636"/>
                    <a:pt x="6406" y="7362"/>
                    <a:pt x="7276" y="6540"/>
                  </a:cubicBezTo>
                  <a:cubicBezTo>
                    <a:pt x="8169" y="5719"/>
                    <a:pt x="7954" y="5183"/>
                    <a:pt x="7776" y="4981"/>
                  </a:cubicBezTo>
                  <a:cubicBezTo>
                    <a:pt x="7597" y="4766"/>
                    <a:pt x="7907" y="4147"/>
                    <a:pt x="8395" y="3492"/>
                  </a:cubicBezTo>
                  <a:cubicBezTo>
                    <a:pt x="8883" y="2838"/>
                    <a:pt x="9323" y="2790"/>
                    <a:pt x="9645" y="2778"/>
                  </a:cubicBezTo>
                  <a:cubicBezTo>
                    <a:pt x="9978" y="2754"/>
                    <a:pt x="10597" y="2064"/>
                    <a:pt x="10597" y="2064"/>
                  </a:cubicBezTo>
                  <a:cubicBezTo>
                    <a:pt x="10764" y="1897"/>
                    <a:pt x="10728" y="1659"/>
                    <a:pt x="10716" y="1361"/>
                  </a:cubicBezTo>
                  <a:lnTo>
                    <a:pt x="10716" y="1361"/>
                  </a:lnTo>
                  <a:cubicBezTo>
                    <a:pt x="10322" y="1371"/>
                    <a:pt x="9802" y="1388"/>
                    <a:pt x="9567" y="1388"/>
                  </a:cubicBezTo>
                  <a:cubicBezTo>
                    <a:pt x="9512" y="1388"/>
                    <a:pt x="9473" y="1387"/>
                    <a:pt x="9454" y="1385"/>
                  </a:cubicBezTo>
                  <a:cubicBezTo>
                    <a:pt x="9276" y="1349"/>
                    <a:pt x="8931" y="1064"/>
                    <a:pt x="8931" y="1064"/>
                  </a:cubicBezTo>
                  <a:lnTo>
                    <a:pt x="8145" y="1111"/>
                  </a:lnTo>
                  <a:lnTo>
                    <a:pt x="6895" y="766"/>
                  </a:lnTo>
                  <a:cubicBezTo>
                    <a:pt x="6895" y="766"/>
                    <a:pt x="6490" y="409"/>
                    <a:pt x="6252" y="123"/>
                  </a:cubicBezTo>
                  <a:cubicBezTo>
                    <a:pt x="6144" y="218"/>
                    <a:pt x="6037" y="278"/>
                    <a:pt x="5978" y="278"/>
                  </a:cubicBezTo>
                  <a:cubicBezTo>
                    <a:pt x="5966" y="278"/>
                    <a:pt x="5952" y="278"/>
                    <a:pt x="5935" y="278"/>
                  </a:cubicBezTo>
                  <a:cubicBezTo>
                    <a:pt x="5456" y="278"/>
                    <a:pt x="2817" y="119"/>
                    <a:pt x="1977" y="16"/>
                  </a:cubicBezTo>
                  <a:cubicBezTo>
                    <a:pt x="1882" y="5"/>
                    <a:pt x="1789" y="0"/>
                    <a:pt x="1699" y="0"/>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58"/>
            <p:cNvSpPr/>
            <p:nvPr/>
          </p:nvSpPr>
          <p:spPr>
            <a:xfrm>
              <a:off x="2616675" y="1902450"/>
              <a:ext cx="30400" cy="18475"/>
            </a:xfrm>
            <a:custGeom>
              <a:avLst/>
              <a:gdLst/>
              <a:ahLst/>
              <a:cxnLst/>
              <a:rect l="l" t="t" r="r" b="b"/>
              <a:pathLst>
                <a:path w="1216" h="739" extrusionOk="0">
                  <a:moveTo>
                    <a:pt x="667" y="1"/>
                  </a:moveTo>
                  <a:cubicBezTo>
                    <a:pt x="412" y="1"/>
                    <a:pt x="168" y="228"/>
                    <a:pt x="168" y="239"/>
                  </a:cubicBezTo>
                  <a:cubicBezTo>
                    <a:pt x="1" y="405"/>
                    <a:pt x="322" y="739"/>
                    <a:pt x="763" y="739"/>
                  </a:cubicBezTo>
                  <a:cubicBezTo>
                    <a:pt x="1215" y="739"/>
                    <a:pt x="1049" y="72"/>
                    <a:pt x="763" y="12"/>
                  </a:cubicBezTo>
                  <a:cubicBezTo>
                    <a:pt x="731" y="4"/>
                    <a:pt x="699" y="1"/>
                    <a:pt x="66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58"/>
            <p:cNvSpPr/>
            <p:nvPr/>
          </p:nvSpPr>
          <p:spPr>
            <a:xfrm>
              <a:off x="2452675" y="2499850"/>
              <a:ext cx="165225" cy="123850"/>
            </a:xfrm>
            <a:custGeom>
              <a:avLst/>
              <a:gdLst/>
              <a:ahLst/>
              <a:cxnLst/>
              <a:rect l="l" t="t" r="r" b="b"/>
              <a:pathLst>
                <a:path w="6609" h="4954" extrusionOk="0">
                  <a:moveTo>
                    <a:pt x="4846" y="0"/>
                  </a:moveTo>
                  <a:lnTo>
                    <a:pt x="4168" y="60"/>
                  </a:lnTo>
                  <a:lnTo>
                    <a:pt x="2929" y="881"/>
                  </a:lnTo>
                  <a:lnTo>
                    <a:pt x="2358" y="798"/>
                  </a:lnTo>
                  <a:lnTo>
                    <a:pt x="1906" y="1429"/>
                  </a:lnTo>
                  <a:lnTo>
                    <a:pt x="1239" y="2036"/>
                  </a:lnTo>
                  <a:lnTo>
                    <a:pt x="632" y="2703"/>
                  </a:lnTo>
                  <a:lnTo>
                    <a:pt x="1" y="2989"/>
                  </a:lnTo>
                  <a:lnTo>
                    <a:pt x="215" y="3477"/>
                  </a:lnTo>
                  <a:lnTo>
                    <a:pt x="48" y="4132"/>
                  </a:lnTo>
                  <a:lnTo>
                    <a:pt x="48" y="4227"/>
                  </a:lnTo>
                  <a:lnTo>
                    <a:pt x="346" y="4132"/>
                  </a:lnTo>
                  <a:lnTo>
                    <a:pt x="632" y="4834"/>
                  </a:lnTo>
                  <a:lnTo>
                    <a:pt x="1536" y="4596"/>
                  </a:lnTo>
                  <a:lnTo>
                    <a:pt x="2239" y="4953"/>
                  </a:lnTo>
                  <a:lnTo>
                    <a:pt x="2263" y="3774"/>
                  </a:lnTo>
                  <a:lnTo>
                    <a:pt x="3513" y="3358"/>
                  </a:lnTo>
                  <a:lnTo>
                    <a:pt x="4703" y="3358"/>
                  </a:lnTo>
                  <a:lnTo>
                    <a:pt x="4692" y="3655"/>
                  </a:lnTo>
                  <a:lnTo>
                    <a:pt x="5406" y="3679"/>
                  </a:lnTo>
                  <a:lnTo>
                    <a:pt x="5442" y="3572"/>
                  </a:lnTo>
                  <a:lnTo>
                    <a:pt x="5894" y="3274"/>
                  </a:lnTo>
                  <a:lnTo>
                    <a:pt x="6561" y="3036"/>
                  </a:lnTo>
                  <a:lnTo>
                    <a:pt x="6608" y="2453"/>
                  </a:lnTo>
                  <a:lnTo>
                    <a:pt x="5727" y="1965"/>
                  </a:lnTo>
                  <a:lnTo>
                    <a:pt x="5704" y="1429"/>
                  </a:lnTo>
                  <a:lnTo>
                    <a:pt x="4918" y="1060"/>
                  </a:lnTo>
                  <a:lnTo>
                    <a:pt x="484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58"/>
            <p:cNvSpPr/>
            <p:nvPr/>
          </p:nvSpPr>
          <p:spPr>
            <a:xfrm>
              <a:off x="2570250" y="2591225"/>
              <a:ext cx="34250" cy="109850"/>
            </a:xfrm>
            <a:custGeom>
              <a:avLst/>
              <a:gdLst/>
              <a:ahLst/>
              <a:cxnLst/>
              <a:rect l="l" t="t" r="r" b="b"/>
              <a:pathLst>
                <a:path w="1370" h="4394" extrusionOk="0">
                  <a:moveTo>
                    <a:pt x="12" y="0"/>
                  </a:moveTo>
                  <a:lnTo>
                    <a:pt x="0" y="334"/>
                  </a:lnTo>
                  <a:lnTo>
                    <a:pt x="239" y="536"/>
                  </a:lnTo>
                  <a:lnTo>
                    <a:pt x="191" y="1370"/>
                  </a:lnTo>
                  <a:lnTo>
                    <a:pt x="429" y="1441"/>
                  </a:lnTo>
                  <a:lnTo>
                    <a:pt x="477" y="3632"/>
                  </a:lnTo>
                  <a:lnTo>
                    <a:pt x="882" y="4394"/>
                  </a:lnTo>
                  <a:cubicBezTo>
                    <a:pt x="1036" y="4346"/>
                    <a:pt x="1191" y="4322"/>
                    <a:pt x="1334" y="4287"/>
                  </a:cubicBezTo>
                  <a:lnTo>
                    <a:pt x="1370" y="1405"/>
                  </a:lnTo>
                  <a:lnTo>
                    <a:pt x="1001" y="822"/>
                  </a:lnTo>
                  <a:lnTo>
                    <a:pt x="608" y="417"/>
                  </a:lnTo>
                  <a:lnTo>
                    <a:pt x="727" y="36"/>
                  </a:lnTo>
                  <a:lnTo>
                    <a:pt x="12"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58"/>
            <p:cNvSpPr/>
            <p:nvPr/>
          </p:nvSpPr>
          <p:spPr>
            <a:xfrm>
              <a:off x="2497325" y="2584675"/>
              <a:ext cx="94075" cy="135450"/>
            </a:xfrm>
            <a:custGeom>
              <a:avLst/>
              <a:gdLst/>
              <a:ahLst/>
              <a:cxnLst/>
              <a:rect l="l" t="t" r="r" b="b"/>
              <a:pathLst>
                <a:path w="3763" h="5418" extrusionOk="0">
                  <a:moveTo>
                    <a:pt x="1703" y="0"/>
                  </a:moveTo>
                  <a:lnTo>
                    <a:pt x="465" y="405"/>
                  </a:lnTo>
                  <a:lnTo>
                    <a:pt x="429" y="1572"/>
                  </a:lnTo>
                  <a:lnTo>
                    <a:pt x="631" y="1679"/>
                  </a:lnTo>
                  <a:lnTo>
                    <a:pt x="882" y="2667"/>
                  </a:lnTo>
                  <a:lnTo>
                    <a:pt x="417" y="3358"/>
                  </a:lnTo>
                  <a:lnTo>
                    <a:pt x="0" y="3894"/>
                  </a:lnTo>
                  <a:lnTo>
                    <a:pt x="465" y="4596"/>
                  </a:lnTo>
                  <a:lnTo>
                    <a:pt x="489" y="5263"/>
                  </a:lnTo>
                  <a:cubicBezTo>
                    <a:pt x="1227" y="5323"/>
                    <a:pt x="1739" y="5418"/>
                    <a:pt x="1739" y="5418"/>
                  </a:cubicBezTo>
                  <a:cubicBezTo>
                    <a:pt x="2477" y="5061"/>
                    <a:pt x="3144" y="4822"/>
                    <a:pt x="3763" y="4656"/>
                  </a:cubicBezTo>
                  <a:lnTo>
                    <a:pt x="3370" y="3894"/>
                  </a:lnTo>
                  <a:lnTo>
                    <a:pt x="3322" y="1715"/>
                  </a:lnTo>
                  <a:lnTo>
                    <a:pt x="3084" y="1632"/>
                  </a:lnTo>
                  <a:lnTo>
                    <a:pt x="3132" y="798"/>
                  </a:lnTo>
                  <a:lnTo>
                    <a:pt x="2894" y="596"/>
                  </a:lnTo>
                  <a:lnTo>
                    <a:pt x="2906" y="262"/>
                  </a:lnTo>
                  <a:lnTo>
                    <a:pt x="2894"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58"/>
            <p:cNvSpPr/>
            <p:nvPr/>
          </p:nvSpPr>
          <p:spPr>
            <a:xfrm>
              <a:off x="2299675" y="2012825"/>
              <a:ext cx="250050" cy="202475"/>
            </a:xfrm>
            <a:custGeom>
              <a:avLst/>
              <a:gdLst/>
              <a:ahLst/>
              <a:cxnLst/>
              <a:rect l="l" t="t" r="r" b="b"/>
              <a:pathLst>
                <a:path w="10002" h="8099" extrusionOk="0">
                  <a:moveTo>
                    <a:pt x="5847" y="1"/>
                  </a:moveTo>
                  <a:cubicBezTo>
                    <a:pt x="5835" y="1"/>
                    <a:pt x="5823" y="1"/>
                    <a:pt x="5811" y="3"/>
                  </a:cubicBezTo>
                  <a:cubicBezTo>
                    <a:pt x="5394" y="38"/>
                    <a:pt x="5942" y="1515"/>
                    <a:pt x="4692" y="2062"/>
                  </a:cubicBezTo>
                  <a:cubicBezTo>
                    <a:pt x="2525" y="3015"/>
                    <a:pt x="2680" y="5122"/>
                    <a:pt x="2596" y="5908"/>
                  </a:cubicBezTo>
                  <a:cubicBezTo>
                    <a:pt x="2537" y="6515"/>
                    <a:pt x="882" y="7468"/>
                    <a:pt x="1" y="8099"/>
                  </a:cubicBezTo>
                  <a:lnTo>
                    <a:pt x="3394" y="8099"/>
                  </a:lnTo>
                  <a:lnTo>
                    <a:pt x="3382" y="7146"/>
                  </a:lnTo>
                  <a:lnTo>
                    <a:pt x="4704" y="6372"/>
                  </a:lnTo>
                  <a:lnTo>
                    <a:pt x="6037" y="6444"/>
                  </a:lnTo>
                  <a:lnTo>
                    <a:pt x="7192" y="5325"/>
                  </a:lnTo>
                  <a:lnTo>
                    <a:pt x="7775" y="5372"/>
                  </a:lnTo>
                  <a:lnTo>
                    <a:pt x="7811" y="4837"/>
                  </a:lnTo>
                  <a:lnTo>
                    <a:pt x="7394" y="4670"/>
                  </a:lnTo>
                  <a:lnTo>
                    <a:pt x="7394" y="3884"/>
                  </a:lnTo>
                  <a:lnTo>
                    <a:pt x="9704" y="3765"/>
                  </a:lnTo>
                  <a:lnTo>
                    <a:pt x="9704" y="3598"/>
                  </a:lnTo>
                  <a:lnTo>
                    <a:pt x="10002" y="3396"/>
                  </a:lnTo>
                  <a:lnTo>
                    <a:pt x="9276" y="2765"/>
                  </a:lnTo>
                  <a:lnTo>
                    <a:pt x="9347" y="1205"/>
                  </a:lnTo>
                  <a:cubicBezTo>
                    <a:pt x="9347" y="1205"/>
                    <a:pt x="9038" y="860"/>
                    <a:pt x="8692" y="622"/>
                  </a:cubicBezTo>
                  <a:cubicBezTo>
                    <a:pt x="8490" y="669"/>
                    <a:pt x="8299" y="693"/>
                    <a:pt x="8121" y="693"/>
                  </a:cubicBezTo>
                  <a:cubicBezTo>
                    <a:pt x="8081" y="695"/>
                    <a:pt x="8043" y="695"/>
                    <a:pt x="8005" y="695"/>
                  </a:cubicBezTo>
                  <a:cubicBezTo>
                    <a:pt x="6792" y="695"/>
                    <a:pt x="6238" y="1"/>
                    <a:pt x="5847" y="1"/>
                  </a:cubicBez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58"/>
            <p:cNvSpPr/>
            <p:nvPr/>
          </p:nvSpPr>
          <p:spPr>
            <a:xfrm>
              <a:off x="2387500" y="2598075"/>
              <a:ext cx="132175" cy="133375"/>
            </a:xfrm>
            <a:custGeom>
              <a:avLst/>
              <a:gdLst/>
              <a:ahLst/>
              <a:cxnLst/>
              <a:rect l="l" t="t" r="r" b="b"/>
              <a:pathLst>
                <a:path w="5287" h="5335" extrusionOk="0">
                  <a:moveTo>
                    <a:pt x="1726" y="0"/>
                  </a:moveTo>
                  <a:lnTo>
                    <a:pt x="1072" y="488"/>
                  </a:lnTo>
                  <a:lnTo>
                    <a:pt x="452" y="393"/>
                  </a:lnTo>
                  <a:lnTo>
                    <a:pt x="238" y="1096"/>
                  </a:lnTo>
                  <a:lnTo>
                    <a:pt x="738" y="1381"/>
                  </a:lnTo>
                  <a:lnTo>
                    <a:pt x="738" y="1917"/>
                  </a:lnTo>
                  <a:lnTo>
                    <a:pt x="405" y="2036"/>
                  </a:lnTo>
                  <a:lnTo>
                    <a:pt x="500" y="2572"/>
                  </a:lnTo>
                  <a:lnTo>
                    <a:pt x="119" y="2679"/>
                  </a:lnTo>
                  <a:lnTo>
                    <a:pt x="36" y="2691"/>
                  </a:lnTo>
                  <a:lnTo>
                    <a:pt x="333" y="3060"/>
                  </a:lnTo>
                  <a:lnTo>
                    <a:pt x="0" y="3513"/>
                  </a:lnTo>
                  <a:lnTo>
                    <a:pt x="953" y="4203"/>
                  </a:lnTo>
                  <a:lnTo>
                    <a:pt x="857" y="5334"/>
                  </a:lnTo>
                  <a:cubicBezTo>
                    <a:pt x="1072" y="5334"/>
                    <a:pt x="1286" y="5310"/>
                    <a:pt x="1453" y="5191"/>
                  </a:cubicBezTo>
                  <a:cubicBezTo>
                    <a:pt x="2082" y="4793"/>
                    <a:pt x="3080" y="4684"/>
                    <a:pt x="4001" y="4684"/>
                  </a:cubicBezTo>
                  <a:cubicBezTo>
                    <a:pt x="4318" y="4684"/>
                    <a:pt x="4625" y="4697"/>
                    <a:pt x="4905" y="4715"/>
                  </a:cubicBezTo>
                  <a:lnTo>
                    <a:pt x="4870" y="4048"/>
                  </a:lnTo>
                  <a:lnTo>
                    <a:pt x="4405" y="3346"/>
                  </a:lnTo>
                  <a:lnTo>
                    <a:pt x="4822" y="2810"/>
                  </a:lnTo>
                  <a:lnTo>
                    <a:pt x="5286" y="2108"/>
                  </a:lnTo>
                  <a:lnTo>
                    <a:pt x="5036" y="1131"/>
                  </a:lnTo>
                  <a:lnTo>
                    <a:pt x="4846" y="1024"/>
                  </a:lnTo>
                  <a:lnTo>
                    <a:pt x="4143" y="667"/>
                  </a:lnTo>
                  <a:lnTo>
                    <a:pt x="3239" y="905"/>
                  </a:lnTo>
                  <a:lnTo>
                    <a:pt x="2953" y="203"/>
                  </a:lnTo>
                  <a:lnTo>
                    <a:pt x="2655" y="298"/>
                  </a:lnTo>
                  <a:lnTo>
                    <a:pt x="2060" y="488"/>
                  </a:lnTo>
                  <a:lnTo>
                    <a:pt x="1726"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58"/>
            <p:cNvSpPr/>
            <p:nvPr/>
          </p:nvSpPr>
          <p:spPr>
            <a:xfrm>
              <a:off x="2211575" y="2228075"/>
              <a:ext cx="255400" cy="282800"/>
            </a:xfrm>
            <a:custGeom>
              <a:avLst/>
              <a:gdLst/>
              <a:ahLst/>
              <a:cxnLst/>
              <a:rect l="l" t="t" r="r" b="b"/>
              <a:pathLst>
                <a:path w="10216" h="11312" extrusionOk="0">
                  <a:moveTo>
                    <a:pt x="6954" y="1"/>
                  </a:moveTo>
                  <a:lnTo>
                    <a:pt x="6989" y="1156"/>
                  </a:lnTo>
                  <a:lnTo>
                    <a:pt x="4156" y="1191"/>
                  </a:lnTo>
                  <a:lnTo>
                    <a:pt x="4358" y="3454"/>
                  </a:lnTo>
                  <a:lnTo>
                    <a:pt x="3334" y="3918"/>
                  </a:lnTo>
                  <a:lnTo>
                    <a:pt x="3334" y="5359"/>
                  </a:lnTo>
                  <a:lnTo>
                    <a:pt x="0" y="5359"/>
                  </a:lnTo>
                  <a:cubicBezTo>
                    <a:pt x="48" y="5799"/>
                    <a:pt x="203" y="6418"/>
                    <a:pt x="524" y="7466"/>
                  </a:cubicBezTo>
                  <a:cubicBezTo>
                    <a:pt x="798" y="8418"/>
                    <a:pt x="715" y="9169"/>
                    <a:pt x="524" y="9752"/>
                  </a:cubicBezTo>
                  <a:lnTo>
                    <a:pt x="2322" y="9490"/>
                  </a:lnTo>
                  <a:lnTo>
                    <a:pt x="2525" y="10062"/>
                  </a:lnTo>
                  <a:lnTo>
                    <a:pt x="2989" y="10062"/>
                  </a:lnTo>
                  <a:lnTo>
                    <a:pt x="3870" y="11288"/>
                  </a:lnTo>
                  <a:lnTo>
                    <a:pt x="4346" y="11312"/>
                  </a:lnTo>
                  <a:lnTo>
                    <a:pt x="4346" y="11014"/>
                  </a:lnTo>
                  <a:lnTo>
                    <a:pt x="4299" y="10621"/>
                  </a:lnTo>
                  <a:lnTo>
                    <a:pt x="4715" y="10621"/>
                  </a:lnTo>
                  <a:lnTo>
                    <a:pt x="5049" y="11014"/>
                  </a:lnTo>
                  <a:lnTo>
                    <a:pt x="5370" y="10562"/>
                  </a:lnTo>
                  <a:cubicBezTo>
                    <a:pt x="5370" y="10562"/>
                    <a:pt x="5973" y="10567"/>
                    <a:pt x="6733" y="10567"/>
                  </a:cubicBezTo>
                  <a:cubicBezTo>
                    <a:pt x="7999" y="10567"/>
                    <a:pt x="9701" y="10553"/>
                    <a:pt x="9775" y="10478"/>
                  </a:cubicBezTo>
                  <a:cubicBezTo>
                    <a:pt x="9918" y="10347"/>
                    <a:pt x="9871" y="9859"/>
                    <a:pt x="9871" y="9859"/>
                  </a:cubicBezTo>
                  <a:lnTo>
                    <a:pt x="9621" y="9645"/>
                  </a:lnTo>
                  <a:lnTo>
                    <a:pt x="8799" y="1989"/>
                  </a:lnTo>
                  <a:lnTo>
                    <a:pt x="10216" y="1953"/>
                  </a:lnTo>
                  <a:lnTo>
                    <a:pt x="6954"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58"/>
            <p:cNvSpPr/>
            <p:nvPr/>
          </p:nvSpPr>
          <p:spPr>
            <a:xfrm>
              <a:off x="2343575" y="1419650"/>
              <a:ext cx="99900" cy="134100"/>
            </a:xfrm>
            <a:custGeom>
              <a:avLst/>
              <a:gdLst/>
              <a:ahLst/>
              <a:cxnLst/>
              <a:rect l="l" t="t" r="r" b="b"/>
              <a:pathLst>
                <a:path w="3996" h="5364" extrusionOk="0">
                  <a:moveTo>
                    <a:pt x="3114" y="0"/>
                  </a:moveTo>
                  <a:lnTo>
                    <a:pt x="3114" y="0"/>
                  </a:lnTo>
                  <a:cubicBezTo>
                    <a:pt x="2876" y="12"/>
                    <a:pt x="2650" y="72"/>
                    <a:pt x="2471" y="131"/>
                  </a:cubicBezTo>
                  <a:cubicBezTo>
                    <a:pt x="2221" y="215"/>
                    <a:pt x="2090" y="489"/>
                    <a:pt x="2174" y="751"/>
                  </a:cubicBezTo>
                  <a:cubicBezTo>
                    <a:pt x="2269" y="989"/>
                    <a:pt x="2269" y="1203"/>
                    <a:pt x="1698" y="1239"/>
                  </a:cubicBezTo>
                  <a:cubicBezTo>
                    <a:pt x="1524" y="1248"/>
                    <a:pt x="1370" y="1250"/>
                    <a:pt x="1236" y="1250"/>
                  </a:cubicBezTo>
                  <a:cubicBezTo>
                    <a:pt x="1089" y="1250"/>
                    <a:pt x="965" y="1247"/>
                    <a:pt x="865" y="1247"/>
                  </a:cubicBezTo>
                  <a:cubicBezTo>
                    <a:pt x="559" y="1247"/>
                    <a:pt x="464" y="1272"/>
                    <a:pt x="566" y="1477"/>
                  </a:cubicBezTo>
                  <a:cubicBezTo>
                    <a:pt x="733" y="1822"/>
                    <a:pt x="924" y="2834"/>
                    <a:pt x="864" y="3322"/>
                  </a:cubicBezTo>
                  <a:cubicBezTo>
                    <a:pt x="806" y="3795"/>
                    <a:pt x="0" y="5363"/>
                    <a:pt x="837" y="5363"/>
                  </a:cubicBezTo>
                  <a:cubicBezTo>
                    <a:pt x="864" y="5363"/>
                    <a:pt x="893" y="5362"/>
                    <a:pt x="924" y="5358"/>
                  </a:cubicBezTo>
                  <a:cubicBezTo>
                    <a:pt x="1924" y="5251"/>
                    <a:pt x="2841" y="4322"/>
                    <a:pt x="3293" y="4322"/>
                  </a:cubicBezTo>
                  <a:cubicBezTo>
                    <a:pt x="3733" y="4322"/>
                    <a:pt x="3995" y="3084"/>
                    <a:pt x="3876" y="2144"/>
                  </a:cubicBezTo>
                  <a:cubicBezTo>
                    <a:pt x="3841" y="2001"/>
                    <a:pt x="3876" y="1894"/>
                    <a:pt x="3900" y="1798"/>
                  </a:cubicBezTo>
                  <a:lnTo>
                    <a:pt x="3710" y="1739"/>
                  </a:lnTo>
                  <a:lnTo>
                    <a:pt x="3710" y="1727"/>
                  </a:lnTo>
                  <a:lnTo>
                    <a:pt x="3424" y="1727"/>
                  </a:lnTo>
                  <a:lnTo>
                    <a:pt x="3138" y="1143"/>
                  </a:lnTo>
                  <a:lnTo>
                    <a:pt x="2686" y="1608"/>
                  </a:lnTo>
                  <a:lnTo>
                    <a:pt x="2352" y="1310"/>
                  </a:lnTo>
                  <a:lnTo>
                    <a:pt x="2388" y="989"/>
                  </a:lnTo>
                  <a:lnTo>
                    <a:pt x="2781" y="584"/>
                  </a:lnTo>
                  <a:lnTo>
                    <a:pt x="311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58"/>
            <p:cNvSpPr/>
            <p:nvPr/>
          </p:nvSpPr>
          <p:spPr>
            <a:xfrm>
              <a:off x="2367550" y="1840825"/>
              <a:ext cx="70575" cy="138075"/>
            </a:xfrm>
            <a:custGeom>
              <a:avLst/>
              <a:gdLst/>
              <a:ahLst/>
              <a:cxnLst/>
              <a:rect l="l" t="t" r="r" b="b"/>
              <a:pathLst>
                <a:path w="2823" h="5523" extrusionOk="0">
                  <a:moveTo>
                    <a:pt x="1096" y="1"/>
                  </a:moveTo>
                  <a:lnTo>
                    <a:pt x="798" y="120"/>
                  </a:lnTo>
                  <a:cubicBezTo>
                    <a:pt x="822" y="501"/>
                    <a:pt x="834" y="965"/>
                    <a:pt x="881" y="1215"/>
                  </a:cubicBezTo>
                  <a:cubicBezTo>
                    <a:pt x="953" y="1620"/>
                    <a:pt x="369" y="2977"/>
                    <a:pt x="191" y="3275"/>
                  </a:cubicBezTo>
                  <a:cubicBezTo>
                    <a:pt x="0" y="3585"/>
                    <a:pt x="381" y="4335"/>
                    <a:pt x="536" y="4930"/>
                  </a:cubicBezTo>
                  <a:cubicBezTo>
                    <a:pt x="636" y="5391"/>
                    <a:pt x="866" y="5523"/>
                    <a:pt x="1091" y="5523"/>
                  </a:cubicBezTo>
                  <a:cubicBezTo>
                    <a:pt x="1162" y="5523"/>
                    <a:pt x="1232" y="5510"/>
                    <a:pt x="1298" y="5490"/>
                  </a:cubicBezTo>
                  <a:cubicBezTo>
                    <a:pt x="1359" y="5472"/>
                    <a:pt x="1471" y="5461"/>
                    <a:pt x="1602" y="5461"/>
                  </a:cubicBezTo>
                  <a:cubicBezTo>
                    <a:pt x="1649" y="5461"/>
                    <a:pt x="1699" y="5463"/>
                    <a:pt x="1751" y="5466"/>
                  </a:cubicBezTo>
                  <a:cubicBezTo>
                    <a:pt x="1774" y="5073"/>
                    <a:pt x="1810" y="4561"/>
                    <a:pt x="1846" y="4501"/>
                  </a:cubicBezTo>
                  <a:cubicBezTo>
                    <a:pt x="1905" y="4418"/>
                    <a:pt x="1905" y="3787"/>
                    <a:pt x="1905" y="3787"/>
                  </a:cubicBezTo>
                  <a:cubicBezTo>
                    <a:pt x="1905" y="3787"/>
                    <a:pt x="2096" y="3704"/>
                    <a:pt x="2036" y="3513"/>
                  </a:cubicBezTo>
                  <a:cubicBezTo>
                    <a:pt x="1977" y="3335"/>
                    <a:pt x="2012" y="3156"/>
                    <a:pt x="2012" y="3156"/>
                  </a:cubicBezTo>
                  <a:lnTo>
                    <a:pt x="1679" y="2834"/>
                  </a:lnTo>
                  <a:lnTo>
                    <a:pt x="2167" y="2751"/>
                  </a:lnTo>
                  <a:lnTo>
                    <a:pt x="2334" y="1227"/>
                  </a:lnTo>
                  <a:lnTo>
                    <a:pt x="2822" y="608"/>
                  </a:lnTo>
                  <a:lnTo>
                    <a:pt x="2465" y="537"/>
                  </a:lnTo>
                  <a:lnTo>
                    <a:pt x="2524" y="203"/>
                  </a:lnTo>
                  <a:lnTo>
                    <a:pt x="1191" y="406"/>
                  </a:lnTo>
                  <a:lnTo>
                    <a:pt x="1096" y="1"/>
                  </a:lnTo>
                  <a:close/>
                </a:path>
              </a:pathLst>
            </a:custGeom>
            <a:solidFill>
              <a:schemeClr val="lt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58"/>
            <p:cNvSpPr/>
            <p:nvPr/>
          </p:nvSpPr>
          <p:spPr>
            <a:xfrm>
              <a:off x="2426175" y="1286575"/>
              <a:ext cx="190850" cy="314875"/>
            </a:xfrm>
            <a:custGeom>
              <a:avLst/>
              <a:gdLst/>
              <a:ahLst/>
              <a:cxnLst/>
              <a:rect l="l" t="t" r="r" b="b"/>
              <a:pathLst>
                <a:path w="7634" h="12595" extrusionOk="0">
                  <a:moveTo>
                    <a:pt x="2698" y="0"/>
                  </a:moveTo>
                  <a:cubicBezTo>
                    <a:pt x="2233" y="0"/>
                    <a:pt x="1640" y="77"/>
                    <a:pt x="1430" y="109"/>
                  </a:cubicBezTo>
                  <a:cubicBezTo>
                    <a:pt x="1049" y="156"/>
                    <a:pt x="1346" y="728"/>
                    <a:pt x="1180" y="1121"/>
                  </a:cubicBezTo>
                  <a:cubicBezTo>
                    <a:pt x="1180" y="1121"/>
                    <a:pt x="1001" y="1502"/>
                    <a:pt x="882" y="1704"/>
                  </a:cubicBezTo>
                  <a:cubicBezTo>
                    <a:pt x="832" y="1794"/>
                    <a:pt x="782" y="1838"/>
                    <a:pt x="741" y="1838"/>
                  </a:cubicBezTo>
                  <a:cubicBezTo>
                    <a:pt x="686" y="1838"/>
                    <a:pt x="649" y="1755"/>
                    <a:pt x="656" y="1597"/>
                  </a:cubicBezTo>
                  <a:cubicBezTo>
                    <a:pt x="666" y="1524"/>
                    <a:pt x="645" y="1494"/>
                    <a:pt x="608" y="1494"/>
                  </a:cubicBezTo>
                  <a:cubicBezTo>
                    <a:pt x="508" y="1494"/>
                    <a:pt x="288" y="1703"/>
                    <a:pt x="168" y="1918"/>
                  </a:cubicBezTo>
                  <a:cubicBezTo>
                    <a:pt x="1" y="2192"/>
                    <a:pt x="656" y="2466"/>
                    <a:pt x="810" y="2549"/>
                  </a:cubicBezTo>
                  <a:cubicBezTo>
                    <a:pt x="953" y="2633"/>
                    <a:pt x="834" y="3002"/>
                    <a:pt x="632" y="3264"/>
                  </a:cubicBezTo>
                  <a:cubicBezTo>
                    <a:pt x="418" y="3538"/>
                    <a:pt x="429" y="3657"/>
                    <a:pt x="668" y="3657"/>
                  </a:cubicBezTo>
                  <a:cubicBezTo>
                    <a:pt x="870" y="3657"/>
                    <a:pt x="1144" y="3740"/>
                    <a:pt x="894" y="3907"/>
                  </a:cubicBezTo>
                  <a:cubicBezTo>
                    <a:pt x="656" y="4085"/>
                    <a:pt x="418" y="4371"/>
                    <a:pt x="537" y="4490"/>
                  </a:cubicBezTo>
                  <a:cubicBezTo>
                    <a:pt x="550" y="4504"/>
                    <a:pt x="573" y="4508"/>
                    <a:pt x="601" y="4508"/>
                  </a:cubicBezTo>
                  <a:cubicBezTo>
                    <a:pt x="657" y="4508"/>
                    <a:pt x="733" y="4490"/>
                    <a:pt x="798" y="4490"/>
                  </a:cubicBezTo>
                  <a:cubicBezTo>
                    <a:pt x="871" y="4490"/>
                    <a:pt x="930" y="4513"/>
                    <a:pt x="930" y="4609"/>
                  </a:cubicBezTo>
                  <a:cubicBezTo>
                    <a:pt x="930" y="4825"/>
                    <a:pt x="1016" y="5051"/>
                    <a:pt x="1127" y="5051"/>
                  </a:cubicBezTo>
                  <a:cubicBezTo>
                    <a:pt x="1133" y="5051"/>
                    <a:pt x="1138" y="5051"/>
                    <a:pt x="1144" y="5050"/>
                  </a:cubicBezTo>
                  <a:cubicBezTo>
                    <a:pt x="1322" y="5026"/>
                    <a:pt x="1442" y="4561"/>
                    <a:pt x="1668" y="4561"/>
                  </a:cubicBezTo>
                  <a:cubicBezTo>
                    <a:pt x="1894" y="4561"/>
                    <a:pt x="1727" y="5073"/>
                    <a:pt x="1596" y="5371"/>
                  </a:cubicBezTo>
                  <a:cubicBezTo>
                    <a:pt x="1465" y="5669"/>
                    <a:pt x="1739" y="5966"/>
                    <a:pt x="1823" y="5966"/>
                  </a:cubicBezTo>
                  <a:cubicBezTo>
                    <a:pt x="1894" y="5966"/>
                    <a:pt x="2620" y="5740"/>
                    <a:pt x="2858" y="5740"/>
                  </a:cubicBezTo>
                  <a:cubicBezTo>
                    <a:pt x="3108" y="5740"/>
                    <a:pt x="2787" y="6264"/>
                    <a:pt x="2668" y="6347"/>
                  </a:cubicBezTo>
                  <a:cubicBezTo>
                    <a:pt x="2561" y="6443"/>
                    <a:pt x="3085" y="6847"/>
                    <a:pt x="3085" y="6847"/>
                  </a:cubicBezTo>
                  <a:cubicBezTo>
                    <a:pt x="3382" y="7014"/>
                    <a:pt x="3275" y="7586"/>
                    <a:pt x="3156" y="7979"/>
                  </a:cubicBezTo>
                  <a:cubicBezTo>
                    <a:pt x="3112" y="8120"/>
                    <a:pt x="2990" y="8165"/>
                    <a:pt x="2839" y="8165"/>
                  </a:cubicBezTo>
                  <a:cubicBezTo>
                    <a:pt x="2585" y="8165"/>
                    <a:pt x="2248" y="8038"/>
                    <a:pt x="2061" y="8038"/>
                  </a:cubicBezTo>
                  <a:cubicBezTo>
                    <a:pt x="1763" y="8038"/>
                    <a:pt x="2025" y="8610"/>
                    <a:pt x="2275" y="8752"/>
                  </a:cubicBezTo>
                  <a:cubicBezTo>
                    <a:pt x="2513" y="8883"/>
                    <a:pt x="2215" y="9562"/>
                    <a:pt x="1918" y="9681"/>
                  </a:cubicBezTo>
                  <a:cubicBezTo>
                    <a:pt x="1620" y="9800"/>
                    <a:pt x="1477" y="10134"/>
                    <a:pt x="1501" y="10324"/>
                  </a:cubicBezTo>
                  <a:cubicBezTo>
                    <a:pt x="1537" y="10503"/>
                    <a:pt x="2144" y="10443"/>
                    <a:pt x="2275" y="10562"/>
                  </a:cubicBezTo>
                  <a:cubicBezTo>
                    <a:pt x="2430" y="10681"/>
                    <a:pt x="3108" y="10622"/>
                    <a:pt x="3406" y="10753"/>
                  </a:cubicBezTo>
                  <a:cubicBezTo>
                    <a:pt x="3704" y="10908"/>
                    <a:pt x="2775" y="11015"/>
                    <a:pt x="2311" y="11038"/>
                  </a:cubicBezTo>
                  <a:cubicBezTo>
                    <a:pt x="1834" y="11074"/>
                    <a:pt x="1311" y="12086"/>
                    <a:pt x="1072" y="12301"/>
                  </a:cubicBezTo>
                  <a:cubicBezTo>
                    <a:pt x="893" y="12463"/>
                    <a:pt x="1124" y="12594"/>
                    <a:pt x="1352" y="12594"/>
                  </a:cubicBezTo>
                  <a:cubicBezTo>
                    <a:pt x="1443" y="12594"/>
                    <a:pt x="1532" y="12574"/>
                    <a:pt x="1596" y="12527"/>
                  </a:cubicBezTo>
                  <a:cubicBezTo>
                    <a:pt x="1749" y="12414"/>
                    <a:pt x="1831" y="12340"/>
                    <a:pt x="2004" y="12340"/>
                  </a:cubicBezTo>
                  <a:cubicBezTo>
                    <a:pt x="2087" y="12340"/>
                    <a:pt x="2191" y="12357"/>
                    <a:pt x="2334" y="12396"/>
                  </a:cubicBezTo>
                  <a:cubicBezTo>
                    <a:pt x="2399" y="12413"/>
                    <a:pt x="2456" y="12421"/>
                    <a:pt x="2505" y="12421"/>
                  </a:cubicBezTo>
                  <a:cubicBezTo>
                    <a:pt x="2801" y="12421"/>
                    <a:pt x="2843" y="12142"/>
                    <a:pt x="2894" y="11908"/>
                  </a:cubicBezTo>
                  <a:cubicBezTo>
                    <a:pt x="2924" y="11762"/>
                    <a:pt x="3281" y="11719"/>
                    <a:pt x="3686" y="11719"/>
                  </a:cubicBezTo>
                  <a:cubicBezTo>
                    <a:pt x="4076" y="11719"/>
                    <a:pt x="4511" y="11759"/>
                    <a:pt x="4740" y="11789"/>
                  </a:cubicBezTo>
                  <a:cubicBezTo>
                    <a:pt x="4783" y="11794"/>
                    <a:pt x="4832" y="11797"/>
                    <a:pt x="4883" y="11797"/>
                  </a:cubicBezTo>
                  <a:cubicBezTo>
                    <a:pt x="5392" y="11797"/>
                    <a:pt x="6246" y="11539"/>
                    <a:pt x="6776" y="11193"/>
                  </a:cubicBezTo>
                  <a:cubicBezTo>
                    <a:pt x="7359" y="10800"/>
                    <a:pt x="6692" y="10908"/>
                    <a:pt x="6395" y="10777"/>
                  </a:cubicBezTo>
                  <a:cubicBezTo>
                    <a:pt x="6073" y="10622"/>
                    <a:pt x="6764" y="10193"/>
                    <a:pt x="7204" y="9705"/>
                  </a:cubicBezTo>
                  <a:cubicBezTo>
                    <a:pt x="7633" y="9218"/>
                    <a:pt x="7000" y="8573"/>
                    <a:pt x="6538" y="8573"/>
                  </a:cubicBezTo>
                  <a:cubicBezTo>
                    <a:pt x="6526" y="8573"/>
                    <a:pt x="6514" y="8573"/>
                    <a:pt x="6502" y="8574"/>
                  </a:cubicBezTo>
                  <a:cubicBezTo>
                    <a:pt x="6400" y="8579"/>
                    <a:pt x="6328" y="8583"/>
                    <a:pt x="6276" y="8583"/>
                  </a:cubicBezTo>
                  <a:cubicBezTo>
                    <a:pt x="6094" y="8583"/>
                    <a:pt x="6146" y="8534"/>
                    <a:pt x="6025" y="8312"/>
                  </a:cubicBezTo>
                  <a:cubicBezTo>
                    <a:pt x="5930" y="8062"/>
                    <a:pt x="5990" y="7764"/>
                    <a:pt x="5811" y="7657"/>
                  </a:cubicBezTo>
                  <a:cubicBezTo>
                    <a:pt x="5656" y="7538"/>
                    <a:pt x="5597" y="6633"/>
                    <a:pt x="5573" y="6526"/>
                  </a:cubicBezTo>
                  <a:cubicBezTo>
                    <a:pt x="5537" y="6407"/>
                    <a:pt x="4954" y="6205"/>
                    <a:pt x="4882" y="6085"/>
                  </a:cubicBezTo>
                  <a:cubicBezTo>
                    <a:pt x="4811" y="5966"/>
                    <a:pt x="3847" y="4919"/>
                    <a:pt x="3549" y="4752"/>
                  </a:cubicBezTo>
                  <a:cubicBezTo>
                    <a:pt x="3251" y="4597"/>
                    <a:pt x="3323" y="3954"/>
                    <a:pt x="3382" y="3621"/>
                  </a:cubicBezTo>
                  <a:cubicBezTo>
                    <a:pt x="3442" y="3299"/>
                    <a:pt x="4168" y="2109"/>
                    <a:pt x="4287" y="1704"/>
                  </a:cubicBezTo>
                  <a:cubicBezTo>
                    <a:pt x="4348" y="1467"/>
                    <a:pt x="4089" y="1396"/>
                    <a:pt x="3754" y="1396"/>
                  </a:cubicBezTo>
                  <a:cubicBezTo>
                    <a:pt x="3500" y="1396"/>
                    <a:pt x="3202" y="1437"/>
                    <a:pt x="2966" y="1478"/>
                  </a:cubicBezTo>
                  <a:cubicBezTo>
                    <a:pt x="2737" y="1527"/>
                    <a:pt x="2615" y="1552"/>
                    <a:pt x="2549" y="1552"/>
                  </a:cubicBezTo>
                  <a:cubicBezTo>
                    <a:pt x="2457" y="1552"/>
                    <a:pt x="2477" y="1504"/>
                    <a:pt x="2477" y="1406"/>
                  </a:cubicBezTo>
                  <a:cubicBezTo>
                    <a:pt x="2477" y="1228"/>
                    <a:pt x="3049" y="644"/>
                    <a:pt x="3287" y="251"/>
                  </a:cubicBezTo>
                  <a:cubicBezTo>
                    <a:pt x="3409" y="58"/>
                    <a:pt x="3101" y="0"/>
                    <a:pt x="26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58"/>
            <p:cNvSpPr/>
            <p:nvPr/>
          </p:nvSpPr>
          <p:spPr>
            <a:xfrm>
              <a:off x="2402675" y="1419675"/>
              <a:ext cx="60750" cy="44950"/>
            </a:xfrm>
            <a:custGeom>
              <a:avLst/>
              <a:gdLst/>
              <a:ahLst/>
              <a:cxnLst/>
              <a:rect l="l" t="t" r="r" b="b"/>
              <a:pathLst>
                <a:path w="2430" h="1798" extrusionOk="0">
                  <a:moveTo>
                    <a:pt x="966" y="0"/>
                  </a:moveTo>
                  <a:cubicBezTo>
                    <a:pt x="899" y="0"/>
                    <a:pt x="831" y="4"/>
                    <a:pt x="762" y="11"/>
                  </a:cubicBezTo>
                  <a:lnTo>
                    <a:pt x="441" y="595"/>
                  </a:lnTo>
                  <a:lnTo>
                    <a:pt x="36" y="1000"/>
                  </a:lnTo>
                  <a:lnTo>
                    <a:pt x="0" y="1321"/>
                  </a:lnTo>
                  <a:lnTo>
                    <a:pt x="334" y="1619"/>
                  </a:lnTo>
                  <a:lnTo>
                    <a:pt x="798" y="1154"/>
                  </a:lnTo>
                  <a:lnTo>
                    <a:pt x="1084" y="1738"/>
                  </a:lnTo>
                  <a:lnTo>
                    <a:pt x="1346" y="1738"/>
                  </a:lnTo>
                  <a:lnTo>
                    <a:pt x="1536" y="1797"/>
                  </a:lnTo>
                  <a:cubicBezTo>
                    <a:pt x="1715" y="1345"/>
                    <a:pt x="2429" y="1535"/>
                    <a:pt x="1643" y="309"/>
                  </a:cubicBezTo>
                  <a:cubicBezTo>
                    <a:pt x="1491" y="70"/>
                    <a:pt x="1238" y="0"/>
                    <a:pt x="9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58"/>
            <p:cNvSpPr/>
            <p:nvPr/>
          </p:nvSpPr>
          <p:spPr>
            <a:xfrm>
              <a:off x="2423200" y="1296825"/>
              <a:ext cx="19975" cy="24025"/>
            </a:xfrm>
            <a:custGeom>
              <a:avLst/>
              <a:gdLst/>
              <a:ahLst/>
              <a:cxnLst/>
              <a:rect l="l" t="t" r="r" b="b"/>
              <a:pathLst>
                <a:path w="799" h="961" extrusionOk="0">
                  <a:moveTo>
                    <a:pt x="435" y="0"/>
                  </a:moveTo>
                  <a:cubicBezTo>
                    <a:pt x="400" y="0"/>
                    <a:pt x="365" y="5"/>
                    <a:pt x="334" y="20"/>
                  </a:cubicBezTo>
                  <a:cubicBezTo>
                    <a:pt x="215" y="68"/>
                    <a:pt x="120" y="163"/>
                    <a:pt x="60" y="282"/>
                  </a:cubicBezTo>
                  <a:cubicBezTo>
                    <a:pt x="1" y="401"/>
                    <a:pt x="1" y="544"/>
                    <a:pt x="1" y="675"/>
                  </a:cubicBezTo>
                  <a:lnTo>
                    <a:pt x="1" y="782"/>
                  </a:lnTo>
                  <a:cubicBezTo>
                    <a:pt x="48" y="913"/>
                    <a:pt x="215" y="961"/>
                    <a:pt x="358" y="961"/>
                  </a:cubicBezTo>
                  <a:cubicBezTo>
                    <a:pt x="418" y="961"/>
                    <a:pt x="477" y="961"/>
                    <a:pt x="525" y="925"/>
                  </a:cubicBezTo>
                  <a:cubicBezTo>
                    <a:pt x="560" y="913"/>
                    <a:pt x="572" y="877"/>
                    <a:pt x="572" y="853"/>
                  </a:cubicBezTo>
                  <a:cubicBezTo>
                    <a:pt x="644" y="687"/>
                    <a:pt x="632" y="496"/>
                    <a:pt x="715" y="330"/>
                  </a:cubicBezTo>
                  <a:cubicBezTo>
                    <a:pt x="751" y="270"/>
                    <a:pt x="799" y="199"/>
                    <a:pt x="775" y="139"/>
                  </a:cubicBezTo>
                  <a:cubicBezTo>
                    <a:pt x="751" y="32"/>
                    <a:pt x="632" y="20"/>
                    <a:pt x="572" y="8"/>
                  </a:cubicBezTo>
                  <a:cubicBezTo>
                    <a:pt x="531" y="8"/>
                    <a:pt x="483" y="0"/>
                    <a:pt x="4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58"/>
            <p:cNvSpPr/>
            <p:nvPr/>
          </p:nvSpPr>
          <p:spPr>
            <a:xfrm>
              <a:off x="2409825" y="1323950"/>
              <a:ext cx="13100" cy="18225"/>
            </a:xfrm>
            <a:custGeom>
              <a:avLst/>
              <a:gdLst/>
              <a:ahLst/>
              <a:cxnLst/>
              <a:rect l="l" t="t" r="r" b="b"/>
              <a:pathLst>
                <a:path w="524" h="729" extrusionOk="0">
                  <a:moveTo>
                    <a:pt x="272" y="1"/>
                  </a:moveTo>
                  <a:cubicBezTo>
                    <a:pt x="175" y="1"/>
                    <a:pt x="114" y="120"/>
                    <a:pt x="71" y="173"/>
                  </a:cubicBezTo>
                  <a:cubicBezTo>
                    <a:pt x="0" y="304"/>
                    <a:pt x="0" y="507"/>
                    <a:pt x="71" y="650"/>
                  </a:cubicBezTo>
                  <a:cubicBezTo>
                    <a:pt x="100" y="696"/>
                    <a:pt x="164" y="728"/>
                    <a:pt x="220" y="728"/>
                  </a:cubicBezTo>
                  <a:cubicBezTo>
                    <a:pt x="235" y="728"/>
                    <a:pt x="249" y="726"/>
                    <a:pt x="262" y="721"/>
                  </a:cubicBezTo>
                  <a:cubicBezTo>
                    <a:pt x="286" y="709"/>
                    <a:pt x="310" y="661"/>
                    <a:pt x="333" y="614"/>
                  </a:cubicBezTo>
                  <a:cubicBezTo>
                    <a:pt x="393" y="495"/>
                    <a:pt x="524" y="316"/>
                    <a:pt x="512" y="185"/>
                  </a:cubicBezTo>
                  <a:cubicBezTo>
                    <a:pt x="512" y="185"/>
                    <a:pt x="452" y="54"/>
                    <a:pt x="310" y="7"/>
                  </a:cubicBezTo>
                  <a:cubicBezTo>
                    <a:pt x="297" y="3"/>
                    <a:pt x="284" y="1"/>
                    <a:pt x="2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58"/>
            <p:cNvSpPr/>
            <p:nvPr/>
          </p:nvSpPr>
          <p:spPr>
            <a:xfrm>
              <a:off x="2322900" y="2647475"/>
              <a:ext cx="89025" cy="84275"/>
            </a:xfrm>
            <a:custGeom>
              <a:avLst/>
              <a:gdLst/>
              <a:ahLst/>
              <a:cxnLst/>
              <a:rect l="l" t="t" r="r" b="b"/>
              <a:pathLst>
                <a:path w="3561" h="3371" extrusionOk="0">
                  <a:moveTo>
                    <a:pt x="1072" y="1"/>
                  </a:moveTo>
                  <a:lnTo>
                    <a:pt x="1036" y="417"/>
                  </a:lnTo>
                  <a:lnTo>
                    <a:pt x="0" y="1406"/>
                  </a:lnTo>
                  <a:cubicBezTo>
                    <a:pt x="1036" y="2322"/>
                    <a:pt x="2465" y="3334"/>
                    <a:pt x="3453" y="3370"/>
                  </a:cubicBezTo>
                  <a:lnTo>
                    <a:pt x="3560" y="2239"/>
                  </a:lnTo>
                  <a:lnTo>
                    <a:pt x="2620" y="1525"/>
                  </a:lnTo>
                  <a:lnTo>
                    <a:pt x="2941" y="1072"/>
                  </a:lnTo>
                  <a:lnTo>
                    <a:pt x="2644" y="703"/>
                  </a:lnTo>
                  <a:lnTo>
                    <a:pt x="2739" y="691"/>
                  </a:lnTo>
                  <a:lnTo>
                    <a:pt x="2489" y="536"/>
                  </a:lnTo>
                  <a:lnTo>
                    <a:pt x="2155" y="1025"/>
                  </a:lnTo>
                  <a:lnTo>
                    <a:pt x="1917" y="870"/>
                  </a:lnTo>
                  <a:lnTo>
                    <a:pt x="1739"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58"/>
            <p:cNvSpPr/>
            <p:nvPr/>
          </p:nvSpPr>
          <p:spPr>
            <a:xfrm>
              <a:off x="2250875" y="2554900"/>
              <a:ext cx="155400" cy="118200"/>
            </a:xfrm>
            <a:custGeom>
              <a:avLst/>
              <a:gdLst/>
              <a:ahLst/>
              <a:cxnLst/>
              <a:rect l="l" t="t" r="r" b="b"/>
              <a:pathLst>
                <a:path w="6216" h="4728" extrusionOk="0">
                  <a:moveTo>
                    <a:pt x="1131" y="1"/>
                  </a:moveTo>
                  <a:lnTo>
                    <a:pt x="1012" y="906"/>
                  </a:lnTo>
                  <a:lnTo>
                    <a:pt x="357" y="953"/>
                  </a:lnTo>
                  <a:lnTo>
                    <a:pt x="0" y="1394"/>
                  </a:lnTo>
                  <a:cubicBezTo>
                    <a:pt x="834" y="2013"/>
                    <a:pt x="1179" y="2608"/>
                    <a:pt x="1357" y="3085"/>
                  </a:cubicBezTo>
                  <a:lnTo>
                    <a:pt x="1691" y="3144"/>
                  </a:lnTo>
                  <a:lnTo>
                    <a:pt x="2762" y="2096"/>
                  </a:lnTo>
                  <a:lnTo>
                    <a:pt x="3572" y="2727"/>
                  </a:lnTo>
                  <a:lnTo>
                    <a:pt x="3953" y="3466"/>
                  </a:lnTo>
                  <a:lnTo>
                    <a:pt x="3929" y="3704"/>
                  </a:lnTo>
                  <a:lnTo>
                    <a:pt x="4608" y="3704"/>
                  </a:lnTo>
                  <a:lnTo>
                    <a:pt x="4786" y="4573"/>
                  </a:lnTo>
                  <a:lnTo>
                    <a:pt x="5025" y="4728"/>
                  </a:lnTo>
                  <a:lnTo>
                    <a:pt x="5346" y="4239"/>
                  </a:lnTo>
                  <a:lnTo>
                    <a:pt x="5608" y="4394"/>
                  </a:lnTo>
                  <a:lnTo>
                    <a:pt x="5977" y="4287"/>
                  </a:lnTo>
                  <a:lnTo>
                    <a:pt x="5882" y="3751"/>
                  </a:lnTo>
                  <a:lnTo>
                    <a:pt x="6215" y="3632"/>
                  </a:lnTo>
                  <a:lnTo>
                    <a:pt x="6215" y="3096"/>
                  </a:lnTo>
                  <a:lnTo>
                    <a:pt x="5703" y="2799"/>
                  </a:lnTo>
                  <a:lnTo>
                    <a:pt x="5917" y="2096"/>
                  </a:lnTo>
                  <a:lnTo>
                    <a:pt x="5870" y="1608"/>
                  </a:lnTo>
                  <a:lnTo>
                    <a:pt x="5334" y="1441"/>
                  </a:lnTo>
                  <a:lnTo>
                    <a:pt x="5572" y="834"/>
                  </a:lnTo>
                  <a:lnTo>
                    <a:pt x="4870" y="251"/>
                  </a:lnTo>
                  <a:lnTo>
                    <a:pt x="4632" y="620"/>
                  </a:lnTo>
                  <a:lnTo>
                    <a:pt x="2941" y="501"/>
                  </a:lnTo>
                  <a:lnTo>
                    <a:pt x="2953" y="179"/>
                  </a:lnTo>
                  <a:lnTo>
                    <a:pt x="1131"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58"/>
            <p:cNvSpPr/>
            <p:nvPr/>
          </p:nvSpPr>
          <p:spPr>
            <a:xfrm>
              <a:off x="2209500" y="2214400"/>
              <a:ext cx="176225" cy="147650"/>
            </a:xfrm>
            <a:custGeom>
              <a:avLst/>
              <a:gdLst/>
              <a:ahLst/>
              <a:cxnLst/>
              <a:rect l="l" t="t" r="r" b="b"/>
              <a:pathLst>
                <a:path w="7049" h="5906" extrusionOk="0">
                  <a:moveTo>
                    <a:pt x="3643" y="0"/>
                  </a:moveTo>
                  <a:cubicBezTo>
                    <a:pt x="3393" y="191"/>
                    <a:pt x="3215" y="345"/>
                    <a:pt x="3155" y="464"/>
                  </a:cubicBezTo>
                  <a:cubicBezTo>
                    <a:pt x="2893" y="953"/>
                    <a:pt x="750" y="3965"/>
                    <a:pt x="333" y="4703"/>
                  </a:cubicBezTo>
                  <a:cubicBezTo>
                    <a:pt x="95" y="5120"/>
                    <a:pt x="0" y="5370"/>
                    <a:pt x="60" y="5906"/>
                  </a:cubicBezTo>
                  <a:lnTo>
                    <a:pt x="3393" y="5906"/>
                  </a:lnTo>
                  <a:lnTo>
                    <a:pt x="3393" y="4465"/>
                  </a:lnTo>
                  <a:lnTo>
                    <a:pt x="4417" y="4001"/>
                  </a:lnTo>
                  <a:lnTo>
                    <a:pt x="4203" y="1738"/>
                  </a:lnTo>
                  <a:lnTo>
                    <a:pt x="7049" y="1703"/>
                  </a:lnTo>
                  <a:lnTo>
                    <a:pt x="7037" y="548"/>
                  </a:lnTo>
                  <a:lnTo>
                    <a:pt x="7025"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58"/>
            <p:cNvSpPr/>
            <p:nvPr/>
          </p:nvSpPr>
          <p:spPr>
            <a:xfrm>
              <a:off x="2284500" y="2607300"/>
              <a:ext cx="64925" cy="75625"/>
            </a:xfrm>
            <a:custGeom>
              <a:avLst/>
              <a:gdLst/>
              <a:ahLst/>
              <a:cxnLst/>
              <a:rect l="l" t="t" r="r" b="b"/>
              <a:pathLst>
                <a:path w="2597" h="3025" extrusionOk="0">
                  <a:moveTo>
                    <a:pt x="1405" y="0"/>
                  </a:moveTo>
                  <a:lnTo>
                    <a:pt x="334" y="1048"/>
                  </a:lnTo>
                  <a:lnTo>
                    <a:pt x="0" y="989"/>
                  </a:lnTo>
                  <a:lnTo>
                    <a:pt x="0" y="989"/>
                  </a:lnTo>
                  <a:cubicBezTo>
                    <a:pt x="108" y="1239"/>
                    <a:pt x="155" y="1465"/>
                    <a:pt x="215" y="1620"/>
                  </a:cubicBezTo>
                  <a:cubicBezTo>
                    <a:pt x="262" y="1798"/>
                    <a:pt x="810" y="2382"/>
                    <a:pt x="1513" y="3025"/>
                  </a:cubicBezTo>
                  <a:lnTo>
                    <a:pt x="2560" y="2036"/>
                  </a:lnTo>
                  <a:lnTo>
                    <a:pt x="2596" y="1620"/>
                  </a:lnTo>
                  <a:lnTo>
                    <a:pt x="2596" y="1370"/>
                  </a:lnTo>
                  <a:lnTo>
                    <a:pt x="2215" y="631"/>
                  </a:lnTo>
                  <a:lnTo>
                    <a:pt x="1405" y="0"/>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58"/>
            <p:cNvSpPr/>
            <p:nvPr/>
          </p:nvSpPr>
          <p:spPr>
            <a:xfrm>
              <a:off x="2203250" y="2465600"/>
              <a:ext cx="122650" cy="93800"/>
            </a:xfrm>
            <a:custGeom>
              <a:avLst/>
              <a:gdLst/>
              <a:ahLst/>
              <a:cxnLst/>
              <a:rect l="l" t="t" r="r" b="b"/>
              <a:pathLst>
                <a:path w="4906" h="3752" extrusionOk="0">
                  <a:moveTo>
                    <a:pt x="2643" y="1"/>
                  </a:moveTo>
                  <a:lnTo>
                    <a:pt x="834" y="263"/>
                  </a:lnTo>
                  <a:cubicBezTo>
                    <a:pt x="536" y="1132"/>
                    <a:pt x="0" y="1608"/>
                    <a:pt x="0" y="1727"/>
                  </a:cubicBezTo>
                  <a:cubicBezTo>
                    <a:pt x="0" y="1811"/>
                    <a:pt x="48" y="2144"/>
                    <a:pt x="167" y="2573"/>
                  </a:cubicBezTo>
                  <a:lnTo>
                    <a:pt x="750" y="2680"/>
                  </a:lnTo>
                  <a:lnTo>
                    <a:pt x="1726" y="2632"/>
                  </a:lnTo>
                  <a:lnTo>
                    <a:pt x="2310" y="2632"/>
                  </a:lnTo>
                  <a:lnTo>
                    <a:pt x="2774" y="2870"/>
                  </a:lnTo>
                  <a:lnTo>
                    <a:pt x="3143" y="2954"/>
                  </a:lnTo>
                  <a:lnTo>
                    <a:pt x="2655" y="3239"/>
                  </a:lnTo>
                  <a:lnTo>
                    <a:pt x="1953" y="2954"/>
                  </a:lnTo>
                  <a:lnTo>
                    <a:pt x="1381" y="2918"/>
                  </a:lnTo>
                  <a:lnTo>
                    <a:pt x="1334" y="3287"/>
                  </a:lnTo>
                  <a:lnTo>
                    <a:pt x="405" y="3228"/>
                  </a:lnTo>
                  <a:lnTo>
                    <a:pt x="405" y="3228"/>
                  </a:lnTo>
                  <a:cubicBezTo>
                    <a:pt x="488" y="3394"/>
                    <a:pt x="560" y="3549"/>
                    <a:pt x="667" y="3716"/>
                  </a:cubicBezTo>
                  <a:lnTo>
                    <a:pt x="3060" y="3573"/>
                  </a:lnTo>
                  <a:lnTo>
                    <a:pt x="4870" y="3751"/>
                  </a:lnTo>
                  <a:lnTo>
                    <a:pt x="4905" y="3168"/>
                  </a:lnTo>
                  <a:lnTo>
                    <a:pt x="4370" y="2918"/>
                  </a:lnTo>
                  <a:lnTo>
                    <a:pt x="4489" y="2216"/>
                  </a:lnTo>
                  <a:lnTo>
                    <a:pt x="4179" y="1787"/>
                  </a:lnTo>
                  <a:lnTo>
                    <a:pt x="3310" y="572"/>
                  </a:lnTo>
                  <a:lnTo>
                    <a:pt x="2846" y="572"/>
                  </a:lnTo>
                  <a:lnTo>
                    <a:pt x="2643"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58"/>
            <p:cNvSpPr/>
            <p:nvPr/>
          </p:nvSpPr>
          <p:spPr>
            <a:xfrm>
              <a:off x="2207100" y="2529600"/>
              <a:ext cx="74450" cy="18200"/>
            </a:xfrm>
            <a:custGeom>
              <a:avLst/>
              <a:gdLst/>
              <a:ahLst/>
              <a:cxnLst/>
              <a:rect l="l" t="t" r="r" b="b"/>
              <a:pathLst>
                <a:path w="2978" h="728" extrusionOk="0">
                  <a:moveTo>
                    <a:pt x="1" y="1"/>
                  </a:moveTo>
                  <a:lnTo>
                    <a:pt x="1" y="1"/>
                  </a:lnTo>
                  <a:cubicBezTo>
                    <a:pt x="48" y="203"/>
                    <a:pt x="120" y="429"/>
                    <a:pt x="239" y="668"/>
                  </a:cubicBezTo>
                  <a:lnTo>
                    <a:pt x="1168" y="727"/>
                  </a:lnTo>
                  <a:lnTo>
                    <a:pt x="1203" y="358"/>
                  </a:lnTo>
                  <a:lnTo>
                    <a:pt x="1787" y="406"/>
                  </a:lnTo>
                  <a:lnTo>
                    <a:pt x="2489" y="679"/>
                  </a:lnTo>
                  <a:lnTo>
                    <a:pt x="2977" y="406"/>
                  </a:lnTo>
                  <a:lnTo>
                    <a:pt x="2608" y="298"/>
                  </a:lnTo>
                  <a:lnTo>
                    <a:pt x="2144" y="60"/>
                  </a:lnTo>
                  <a:lnTo>
                    <a:pt x="1561" y="60"/>
                  </a:lnTo>
                  <a:lnTo>
                    <a:pt x="584" y="108"/>
                  </a:lnTo>
                  <a:lnTo>
                    <a:pt x="1"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58"/>
            <p:cNvSpPr/>
            <p:nvPr/>
          </p:nvSpPr>
          <p:spPr>
            <a:xfrm>
              <a:off x="2219900" y="2554900"/>
              <a:ext cx="59850" cy="34850"/>
            </a:xfrm>
            <a:custGeom>
              <a:avLst/>
              <a:gdLst/>
              <a:ahLst/>
              <a:cxnLst/>
              <a:rect l="l" t="t" r="r" b="b"/>
              <a:pathLst>
                <a:path w="2394" h="1394" extrusionOk="0">
                  <a:moveTo>
                    <a:pt x="2394" y="1"/>
                  </a:moveTo>
                  <a:lnTo>
                    <a:pt x="1" y="168"/>
                  </a:lnTo>
                  <a:cubicBezTo>
                    <a:pt x="251" y="560"/>
                    <a:pt x="572" y="953"/>
                    <a:pt x="1037" y="1251"/>
                  </a:cubicBezTo>
                  <a:cubicBezTo>
                    <a:pt x="1132" y="1299"/>
                    <a:pt x="1203" y="1334"/>
                    <a:pt x="1263" y="1394"/>
                  </a:cubicBezTo>
                  <a:lnTo>
                    <a:pt x="1620" y="953"/>
                  </a:lnTo>
                  <a:lnTo>
                    <a:pt x="2275" y="906"/>
                  </a:lnTo>
                  <a:lnTo>
                    <a:pt x="2394"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5" name="Google Shape;865;p58"/>
          <p:cNvSpPr/>
          <p:nvPr/>
        </p:nvSpPr>
        <p:spPr>
          <a:xfrm>
            <a:off x="7974588" y="1678150"/>
            <a:ext cx="195900" cy="195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58"/>
          <p:cNvSpPr/>
          <p:nvPr/>
        </p:nvSpPr>
        <p:spPr>
          <a:xfrm>
            <a:off x="7974588" y="2824875"/>
            <a:ext cx="195900" cy="195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67" name="Google Shape;867;p58"/>
          <p:cNvCxnSpPr>
            <a:endCxn id="752" idx="1"/>
          </p:cNvCxnSpPr>
          <p:nvPr/>
        </p:nvCxnSpPr>
        <p:spPr>
          <a:xfrm rot="10800000" flipH="1">
            <a:off x="1423822" y="1776100"/>
            <a:ext cx="3597900" cy="337500"/>
          </a:xfrm>
          <a:prstGeom prst="bentConnector3">
            <a:avLst>
              <a:gd name="adj1" fmla="val 50000"/>
            </a:avLst>
          </a:prstGeom>
          <a:noFill/>
          <a:ln w="9525" cap="flat" cmpd="sng">
            <a:solidFill>
              <a:schemeClr val="dk1"/>
            </a:solidFill>
            <a:prstDash val="solid"/>
            <a:round/>
            <a:headEnd type="none" w="med" len="med"/>
            <a:tailEnd type="none" w="med" len="med"/>
          </a:ln>
        </p:spPr>
      </p:cxnSp>
      <p:cxnSp>
        <p:nvCxnSpPr>
          <p:cNvPr id="868" name="Google Shape;868;p58"/>
          <p:cNvCxnSpPr>
            <a:endCxn id="758" idx="1"/>
          </p:cNvCxnSpPr>
          <p:nvPr/>
        </p:nvCxnSpPr>
        <p:spPr>
          <a:xfrm>
            <a:off x="2610175" y="2238525"/>
            <a:ext cx="2408700" cy="684300"/>
          </a:xfrm>
          <a:prstGeom prst="bentConnector3">
            <a:avLst>
              <a:gd name="adj1" fmla="val 50000"/>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59"/>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Gods of roman mythology</a:t>
            </a:r>
            <a:endParaRPr/>
          </a:p>
        </p:txBody>
      </p:sp>
      <p:sp>
        <p:nvSpPr>
          <p:cNvPr id="874" name="Google Shape;874;p59"/>
          <p:cNvSpPr txBox="1">
            <a:spLocks noGrp="1"/>
          </p:cNvSpPr>
          <p:nvPr>
            <p:ph type="subTitle" idx="1"/>
          </p:nvPr>
        </p:nvSpPr>
        <p:spPr>
          <a:xfrm>
            <a:off x="984925" y="1904625"/>
            <a:ext cx="21936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Diana</a:t>
            </a:r>
            <a:endParaRPr/>
          </a:p>
        </p:txBody>
      </p:sp>
      <p:sp>
        <p:nvSpPr>
          <p:cNvPr id="875" name="Google Shape;875;p59"/>
          <p:cNvSpPr txBox="1">
            <a:spLocks noGrp="1"/>
          </p:cNvSpPr>
          <p:nvPr>
            <p:ph type="subTitle" idx="2"/>
          </p:nvPr>
        </p:nvSpPr>
        <p:spPr>
          <a:xfrm>
            <a:off x="984925" y="2216325"/>
            <a:ext cx="2193600" cy="573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Mercury is the closest planet to the Sun</a:t>
            </a:r>
            <a:endParaRPr/>
          </a:p>
        </p:txBody>
      </p:sp>
      <p:sp>
        <p:nvSpPr>
          <p:cNvPr id="876" name="Google Shape;876;p59"/>
          <p:cNvSpPr txBox="1">
            <a:spLocks noGrp="1"/>
          </p:cNvSpPr>
          <p:nvPr>
            <p:ph type="subTitle" idx="3"/>
          </p:nvPr>
        </p:nvSpPr>
        <p:spPr>
          <a:xfrm>
            <a:off x="3466025" y="1904625"/>
            <a:ext cx="21936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Apollo</a:t>
            </a:r>
            <a:endParaRPr/>
          </a:p>
        </p:txBody>
      </p:sp>
      <p:sp>
        <p:nvSpPr>
          <p:cNvPr id="877" name="Google Shape;877;p59"/>
          <p:cNvSpPr txBox="1">
            <a:spLocks noGrp="1"/>
          </p:cNvSpPr>
          <p:nvPr>
            <p:ph type="subTitle" idx="4"/>
          </p:nvPr>
        </p:nvSpPr>
        <p:spPr>
          <a:xfrm>
            <a:off x="3466025" y="2216325"/>
            <a:ext cx="2193600" cy="573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Venus is the second planet from the Sun</a:t>
            </a:r>
            <a:endParaRPr/>
          </a:p>
        </p:txBody>
      </p:sp>
      <p:sp>
        <p:nvSpPr>
          <p:cNvPr id="878" name="Google Shape;878;p59"/>
          <p:cNvSpPr txBox="1">
            <a:spLocks noGrp="1"/>
          </p:cNvSpPr>
          <p:nvPr>
            <p:ph type="subTitle" idx="5"/>
          </p:nvPr>
        </p:nvSpPr>
        <p:spPr>
          <a:xfrm>
            <a:off x="5947125" y="1904625"/>
            <a:ext cx="21936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Juno</a:t>
            </a:r>
            <a:endParaRPr/>
          </a:p>
        </p:txBody>
      </p:sp>
      <p:sp>
        <p:nvSpPr>
          <p:cNvPr id="879" name="Google Shape;879;p59"/>
          <p:cNvSpPr txBox="1">
            <a:spLocks noGrp="1"/>
          </p:cNvSpPr>
          <p:nvPr>
            <p:ph type="subTitle" idx="6"/>
          </p:nvPr>
        </p:nvSpPr>
        <p:spPr>
          <a:xfrm>
            <a:off x="5947125" y="2216325"/>
            <a:ext cx="2193600" cy="573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Despite being red, Mars is a cold place</a:t>
            </a:r>
            <a:endParaRPr/>
          </a:p>
        </p:txBody>
      </p:sp>
      <p:sp>
        <p:nvSpPr>
          <p:cNvPr id="880" name="Google Shape;880;p59"/>
          <p:cNvSpPr txBox="1">
            <a:spLocks noGrp="1"/>
          </p:cNvSpPr>
          <p:nvPr>
            <p:ph type="subTitle" idx="7"/>
          </p:nvPr>
        </p:nvSpPr>
        <p:spPr>
          <a:xfrm>
            <a:off x="984925" y="3401125"/>
            <a:ext cx="21936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Bacchus</a:t>
            </a:r>
            <a:endParaRPr/>
          </a:p>
        </p:txBody>
      </p:sp>
      <p:sp>
        <p:nvSpPr>
          <p:cNvPr id="881" name="Google Shape;881;p59"/>
          <p:cNvSpPr txBox="1">
            <a:spLocks noGrp="1"/>
          </p:cNvSpPr>
          <p:nvPr>
            <p:ph type="subTitle" idx="8"/>
          </p:nvPr>
        </p:nvSpPr>
        <p:spPr>
          <a:xfrm>
            <a:off x="984925" y="3712825"/>
            <a:ext cx="2193600" cy="573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Saturn is a gas giant and has several rings</a:t>
            </a:r>
            <a:endParaRPr/>
          </a:p>
        </p:txBody>
      </p:sp>
      <p:sp>
        <p:nvSpPr>
          <p:cNvPr id="882" name="Google Shape;882;p59"/>
          <p:cNvSpPr txBox="1">
            <a:spLocks noGrp="1"/>
          </p:cNvSpPr>
          <p:nvPr>
            <p:ph type="subTitle" idx="9"/>
          </p:nvPr>
        </p:nvSpPr>
        <p:spPr>
          <a:xfrm>
            <a:off x="3466025" y="3401125"/>
            <a:ext cx="21936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Vesta</a:t>
            </a:r>
            <a:endParaRPr/>
          </a:p>
        </p:txBody>
      </p:sp>
      <p:sp>
        <p:nvSpPr>
          <p:cNvPr id="883" name="Google Shape;883;p59"/>
          <p:cNvSpPr txBox="1">
            <a:spLocks noGrp="1"/>
          </p:cNvSpPr>
          <p:nvPr>
            <p:ph type="subTitle" idx="13"/>
          </p:nvPr>
        </p:nvSpPr>
        <p:spPr>
          <a:xfrm>
            <a:off x="3466025" y="3712825"/>
            <a:ext cx="2193600" cy="573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Jupiter is the biggest planet in the Solar System</a:t>
            </a:r>
            <a:endParaRPr/>
          </a:p>
        </p:txBody>
      </p:sp>
      <p:sp>
        <p:nvSpPr>
          <p:cNvPr id="884" name="Google Shape;884;p59"/>
          <p:cNvSpPr txBox="1">
            <a:spLocks noGrp="1"/>
          </p:cNvSpPr>
          <p:nvPr>
            <p:ph type="subTitle" idx="14"/>
          </p:nvPr>
        </p:nvSpPr>
        <p:spPr>
          <a:xfrm>
            <a:off x="5947125" y="3401125"/>
            <a:ext cx="21936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Venus</a:t>
            </a:r>
            <a:endParaRPr/>
          </a:p>
        </p:txBody>
      </p:sp>
      <p:sp>
        <p:nvSpPr>
          <p:cNvPr id="885" name="Google Shape;885;p59"/>
          <p:cNvSpPr txBox="1">
            <a:spLocks noGrp="1"/>
          </p:cNvSpPr>
          <p:nvPr>
            <p:ph type="subTitle" idx="15"/>
          </p:nvPr>
        </p:nvSpPr>
        <p:spPr>
          <a:xfrm>
            <a:off x="5947125" y="3712825"/>
            <a:ext cx="2193600" cy="573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Neptune is the farthest planet from the Sun</a:t>
            </a:r>
            <a:endParaRPr/>
          </a:p>
        </p:txBody>
      </p:sp>
      <p:pic>
        <p:nvPicPr>
          <p:cNvPr id="886" name="Google Shape;886;p59"/>
          <p:cNvPicPr preferRelativeResize="0"/>
          <p:nvPr/>
        </p:nvPicPr>
        <p:blipFill rotWithShape="1">
          <a:blip r:embed="rId3">
            <a:alphaModFix/>
          </a:blip>
          <a:srcRect l="27280" t="12041" r="28253" b="21059"/>
          <a:stretch/>
        </p:blipFill>
        <p:spPr>
          <a:xfrm rot="-7344049" flipH="1">
            <a:off x="7906572" y="2417508"/>
            <a:ext cx="2749078" cy="2326483"/>
          </a:xfrm>
          <a:prstGeom prst="rect">
            <a:avLst/>
          </a:prstGeom>
          <a:noFill/>
          <a:ln>
            <a:noFill/>
          </a:ln>
          <a:effectLst>
            <a:outerShdw blurRad="57150" dist="28575" dir="6900000" algn="bl" rotWithShape="0">
              <a:srgbClr val="000000">
                <a:alpha val="38000"/>
              </a:srgbClr>
            </a:outerShdw>
          </a:effectLst>
        </p:spPr>
      </p:pic>
      <p:pic>
        <p:nvPicPr>
          <p:cNvPr id="887" name="Google Shape;887;p59"/>
          <p:cNvPicPr preferRelativeResize="0"/>
          <p:nvPr/>
        </p:nvPicPr>
        <p:blipFill rotWithShape="1">
          <a:blip r:embed="rId4">
            <a:alphaModFix/>
          </a:blip>
          <a:srcRect l="22820" t="35125" r="60837" b="21928"/>
          <a:stretch/>
        </p:blipFill>
        <p:spPr>
          <a:xfrm rot="-3935046">
            <a:off x="5531078" y="3915455"/>
            <a:ext cx="1272375" cy="1880948"/>
          </a:xfrm>
          <a:prstGeom prst="rect">
            <a:avLst/>
          </a:prstGeom>
          <a:noFill/>
          <a:ln>
            <a:noFill/>
          </a:ln>
          <a:effectLst>
            <a:outerShdw blurRad="57150" dist="19050" dir="6840000" algn="bl" rotWithShape="0">
              <a:srgbClr val="000000">
                <a:alpha val="37000"/>
              </a:srgbClr>
            </a:outerShdw>
          </a:effectLst>
        </p:spPr>
      </p:pic>
      <p:sp>
        <p:nvSpPr>
          <p:cNvPr id="888" name="Google Shape;888;p59"/>
          <p:cNvSpPr/>
          <p:nvPr/>
        </p:nvSpPr>
        <p:spPr>
          <a:xfrm>
            <a:off x="1846825" y="1395700"/>
            <a:ext cx="469800" cy="469800"/>
          </a:xfrm>
          <a:prstGeom prst="ellipse">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59"/>
          <p:cNvSpPr/>
          <p:nvPr/>
        </p:nvSpPr>
        <p:spPr>
          <a:xfrm>
            <a:off x="4341400" y="1395700"/>
            <a:ext cx="469800" cy="469800"/>
          </a:xfrm>
          <a:prstGeom prst="ellipse">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59"/>
          <p:cNvSpPr/>
          <p:nvPr/>
        </p:nvSpPr>
        <p:spPr>
          <a:xfrm>
            <a:off x="6777175" y="1395700"/>
            <a:ext cx="469800" cy="469800"/>
          </a:xfrm>
          <a:prstGeom prst="ellipse">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59"/>
          <p:cNvSpPr/>
          <p:nvPr/>
        </p:nvSpPr>
        <p:spPr>
          <a:xfrm>
            <a:off x="1846825" y="2903175"/>
            <a:ext cx="469800" cy="469800"/>
          </a:xfrm>
          <a:prstGeom prst="ellipse">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59"/>
          <p:cNvSpPr/>
          <p:nvPr/>
        </p:nvSpPr>
        <p:spPr>
          <a:xfrm>
            <a:off x="4337100" y="2898875"/>
            <a:ext cx="469800" cy="469800"/>
          </a:xfrm>
          <a:prstGeom prst="ellipse">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59"/>
          <p:cNvSpPr/>
          <p:nvPr/>
        </p:nvSpPr>
        <p:spPr>
          <a:xfrm>
            <a:off x="6777175" y="2898875"/>
            <a:ext cx="469800" cy="469800"/>
          </a:xfrm>
          <a:prstGeom prst="ellipse">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94" name="Google Shape;894;p59"/>
          <p:cNvGrpSpPr/>
          <p:nvPr/>
        </p:nvGrpSpPr>
        <p:grpSpPr>
          <a:xfrm>
            <a:off x="6882129" y="1493449"/>
            <a:ext cx="259895" cy="274326"/>
            <a:chOff x="7548967" y="1978927"/>
            <a:chExt cx="333285" cy="349950"/>
          </a:xfrm>
        </p:grpSpPr>
        <p:sp>
          <p:nvSpPr>
            <p:cNvPr id="895" name="Google Shape;895;p59"/>
            <p:cNvSpPr/>
            <p:nvPr/>
          </p:nvSpPr>
          <p:spPr>
            <a:xfrm>
              <a:off x="7548967" y="1978927"/>
              <a:ext cx="333285" cy="234816"/>
            </a:xfrm>
            <a:custGeom>
              <a:avLst/>
              <a:gdLst/>
              <a:ahLst/>
              <a:cxnLst/>
              <a:rect l="l" t="t" r="r" b="b"/>
              <a:pathLst>
                <a:path w="10479" h="7383" extrusionOk="0">
                  <a:moveTo>
                    <a:pt x="8978" y="286"/>
                  </a:moveTo>
                  <a:cubicBezTo>
                    <a:pt x="9633" y="298"/>
                    <a:pt x="10145" y="834"/>
                    <a:pt x="10145" y="1489"/>
                  </a:cubicBezTo>
                  <a:cubicBezTo>
                    <a:pt x="10121" y="2168"/>
                    <a:pt x="9585" y="2727"/>
                    <a:pt x="8931" y="2727"/>
                  </a:cubicBezTo>
                  <a:cubicBezTo>
                    <a:pt x="8300" y="2727"/>
                    <a:pt x="7799" y="2251"/>
                    <a:pt x="7740" y="1656"/>
                  </a:cubicBezTo>
                  <a:lnTo>
                    <a:pt x="7740" y="1596"/>
                  </a:lnTo>
                  <a:lnTo>
                    <a:pt x="7740" y="1572"/>
                  </a:lnTo>
                  <a:lnTo>
                    <a:pt x="7740" y="1513"/>
                  </a:lnTo>
                  <a:cubicBezTo>
                    <a:pt x="7740" y="1429"/>
                    <a:pt x="7668" y="1358"/>
                    <a:pt x="7573" y="1358"/>
                  </a:cubicBezTo>
                  <a:lnTo>
                    <a:pt x="2882" y="1358"/>
                  </a:lnTo>
                  <a:cubicBezTo>
                    <a:pt x="2799" y="1358"/>
                    <a:pt x="2727" y="1429"/>
                    <a:pt x="2727" y="1513"/>
                  </a:cubicBezTo>
                  <a:lnTo>
                    <a:pt x="2727" y="1596"/>
                  </a:lnTo>
                  <a:lnTo>
                    <a:pt x="2727" y="1608"/>
                  </a:lnTo>
                  <a:lnTo>
                    <a:pt x="2727" y="1656"/>
                  </a:lnTo>
                  <a:lnTo>
                    <a:pt x="2727" y="1679"/>
                  </a:lnTo>
                  <a:lnTo>
                    <a:pt x="2727" y="1727"/>
                  </a:lnTo>
                  <a:lnTo>
                    <a:pt x="2727" y="1739"/>
                  </a:lnTo>
                  <a:cubicBezTo>
                    <a:pt x="2727" y="1751"/>
                    <a:pt x="2727" y="1775"/>
                    <a:pt x="2704" y="1799"/>
                  </a:cubicBezTo>
                  <a:lnTo>
                    <a:pt x="2704" y="1810"/>
                  </a:lnTo>
                  <a:cubicBezTo>
                    <a:pt x="2704" y="1834"/>
                    <a:pt x="2692" y="1858"/>
                    <a:pt x="2692" y="1870"/>
                  </a:cubicBezTo>
                  <a:cubicBezTo>
                    <a:pt x="2692" y="1894"/>
                    <a:pt x="2692" y="1894"/>
                    <a:pt x="2680" y="1906"/>
                  </a:cubicBezTo>
                  <a:cubicBezTo>
                    <a:pt x="2680" y="1918"/>
                    <a:pt x="2668" y="1930"/>
                    <a:pt x="2668" y="1930"/>
                  </a:cubicBezTo>
                  <a:cubicBezTo>
                    <a:pt x="2668" y="1953"/>
                    <a:pt x="2644" y="1953"/>
                    <a:pt x="2644" y="1965"/>
                  </a:cubicBezTo>
                  <a:cubicBezTo>
                    <a:pt x="2644" y="1977"/>
                    <a:pt x="2632" y="1977"/>
                    <a:pt x="2632" y="1989"/>
                  </a:cubicBezTo>
                  <a:cubicBezTo>
                    <a:pt x="2632" y="2013"/>
                    <a:pt x="2620" y="2025"/>
                    <a:pt x="2620" y="2025"/>
                  </a:cubicBezTo>
                  <a:cubicBezTo>
                    <a:pt x="2620" y="2025"/>
                    <a:pt x="2620" y="2037"/>
                    <a:pt x="2608" y="2037"/>
                  </a:cubicBezTo>
                  <a:cubicBezTo>
                    <a:pt x="2573" y="2084"/>
                    <a:pt x="2561" y="2132"/>
                    <a:pt x="2525" y="2168"/>
                  </a:cubicBezTo>
                  <a:cubicBezTo>
                    <a:pt x="2513" y="2191"/>
                    <a:pt x="2513" y="2203"/>
                    <a:pt x="2501" y="2215"/>
                  </a:cubicBezTo>
                  <a:cubicBezTo>
                    <a:pt x="2454" y="2275"/>
                    <a:pt x="2406" y="2334"/>
                    <a:pt x="2346" y="2382"/>
                  </a:cubicBezTo>
                  <a:cubicBezTo>
                    <a:pt x="2334" y="2394"/>
                    <a:pt x="2323" y="2394"/>
                    <a:pt x="2311" y="2406"/>
                  </a:cubicBezTo>
                  <a:lnTo>
                    <a:pt x="2287" y="2430"/>
                  </a:lnTo>
                  <a:cubicBezTo>
                    <a:pt x="2084" y="2584"/>
                    <a:pt x="1811" y="2692"/>
                    <a:pt x="1537" y="2692"/>
                  </a:cubicBezTo>
                  <a:cubicBezTo>
                    <a:pt x="882" y="2692"/>
                    <a:pt x="322" y="2156"/>
                    <a:pt x="322" y="1489"/>
                  </a:cubicBezTo>
                  <a:cubicBezTo>
                    <a:pt x="322" y="822"/>
                    <a:pt x="858" y="286"/>
                    <a:pt x="1537" y="286"/>
                  </a:cubicBezTo>
                  <a:close/>
                  <a:moveTo>
                    <a:pt x="7395" y="1668"/>
                  </a:moveTo>
                  <a:cubicBezTo>
                    <a:pt x="7442" y="2049"/>
                    <a:pt x="7633" y="2406"/>
                    <a:pt x="7930" y="2668"/>
                  </a:cubicBezTo>
                  <a:cubicBezTo>
                    <a:pt x="7823" y="2763"/>
                    <a:pt x="7692" y="2799"/>
                    <a:pt x="7549" y="2799"/>
                  </a:cubicBezTo>
                  <a:lnTo>
                    <a:pt x="2858" y="2799"/>
                  </a:lnTo>
                  <a:cubicBezTo>
                    <a:pt x="2727" y="2787"/>
                    <a:pt x="2608" y="2739"/>
                    <a:pt x="2501" y="2668"/>
                  </a:cubicBezTo>
                  <a:cubicBezTo>
                    <a:pt x="2739" y="2453"/>
                    <a:pt x="2906" y="2191"/>
                    <a:pt x="2977" y="1894"/>
                  </a:cubicBezTo>
                  <a:lnTo>
                    <a:pt x="2977" y="1870"/>
                  </a:lnTo>
                  <a:cubicBezTo>
                    <a:pt x="2977" y="1858"/>
                    <a:pt x="2989" y="1846"/>
                    <a:pt x="2989" y="1810"/>
                  </a:cubicBezTo>
                  <a:cubicBezTo>
                    <a:pt x="3001" y="1775"/>
                    <a:pt x="3001" y="1727"/>
                    <a:pt x="3001" y="1668"/>
                  </a:cubicBezTo>
                  <a:close/>
                  <a:moveTo>
                    <a:pt x="1513" y="1"/>
                  </a:moveTo>
                  <a:cubicBezTo>
                    <a:pt x="680" y="1"/>
                    <a:pt x="1" y="679"/>
                    <a:pt x="1" y="1513"/>
                  </a:cubicBezTo>
                  <a:cubicBezTo>
                    <a:pt x="1" y="2346"/>
                    <a:pt x="680" y="3037"/>
                    <a:pt x="1513" y="3037"/>
                  </a:cubicBezTo>
                  <a:cubicBezTo>
                    <a:pt x="1787" y="3037"/>
                    <a:pt x="2025" y="2977"/>
                    <a:pt x="2251" y="2858"/>
                  </a:cubicBezTo>
                  <a:cubicBezTo>
                    <a:pt x="2370" y="2977"/>
                    <a:pt x="2525" y="3049"/>
                    <a:pt x="2692" y="3096"/>
                  </a:cubicBezTo>
                  <a:lnTo>
                    <a:pt x="2692" y="7216"/>
                  </a:lnTo>
                  <a:cubicBezTo>
                    <a:pt x="2692" y="7311"/>
                    <a:pt x="2763" y="7383"/>
                    <a:pt x="2858" y="7383"/>
                  </a:cubicBezTo>
                  <a:cubicBezTo>
                    <a:pt x="2942" y="7383"/>
                    <a:pt x="3025" y="7311"/>
                    <a:pt x="3025" y="7216"/>
                  </a:cubicBezTo>
                  <a:lnTo>
                    <a:pt x="3025" y="3120"/>
                  </a:lnTo>
                  <a:lnTo>
                    <a:pt x="7454" y="3120"/>
                  </a:lnTo>
                  <a:lnTo>
                    <a:pt x="7454" y="3882"/>
                  </a:lnTo>
                  <a:cubicBezTo>
                    <a:pt x="7454" y="3977"/>
                    <a:pt x="7526" y="4049"/>
                    <a:pt x="7621" y="4049"/>
                  </a:cubicBezTo>
                  <a:cubicBezTo>
                    <a:pt x="7704" y="4049"/>
                    <a:pt x="7776" y="3977"/>
                    <a:pt x="7776" y="3882"/>
                  </a:cubicBezTo>
                  <a:lnTo>
                    <a:pt x="7776" y="3108"/>
                  </a:lnTo>
                  <a:cubicBezTo>
                    <a:pt x="7966" y="3084"/>
                    <a:pt x="8121" y="2989"/>
                    <a:pt x="8264" y="2870"/>
                  </a:cubicBezTo>
                  <a:cubicBezTo>
                    <a:pt x="8466" y="2977"/>
                    <a:pt x="8704" y="3037"/>
                    <a:pt x="8954" y="3037"/>
                  </a:cubicBezTo>
                  <a:cubicBezTo>
                    <a:pt x="9788" y="3037"/>
                    <a:pt x="10478" y="2346"/>
                    <a:pt x="10478" y="1513"/>
                  </a:cubicBezTo>
                  <a:cubicBezTo>
                    <a:pt x="10443" y="1120"/>
                    <a:pt x="10300" y="727"/>
                    <a:pt x="10014" y="441"/>
                  </a:cubicBezTo>
                  <a:cubicBezTo>
                    <a:pt x="9728" y="167"/>
                    <a:pt x="9359" y="1"/>
                    <a:pt x="897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59"/>
            <p:cNvSpPr/>
            <p:nvPr/>
          </p:nvSpPr>
          <p:spPr>
            <a:xfrm>
              <a:off x="7570562" y="2001667"/>
              <a:ext cx="51142" cy="51142"/>
            </a:xfrm>
            <a:custGeom>
              <a:avLst/>
              <a:gdLst/>
              <a:ahLst/>
              <a:cxnLst/>
              <a:rect l="l" t="t" r="r" b="b"/>
              <a:pathLst>
                <a:path w="1608" h="1608" extrusionOk="0">
                  <a:moveTo>
                    <a:pt x="810" y="322"/>
                  </a:moveTo>
                  <a:cubicBezTo>
                    <a:pt x="1072" y="322"/>
                    <a:pt x="1286" y="536"/>
                    <a:pt x="1286" y="798"/>
                  </a:cubicBezTo>
                  <a:cubicBezTo>
                    <a:pt x="1286" y="1060"/>
                    <a:pt x="1072" y="1274"/>
                    <a:pt x="810" y="1274"/>
                  </a:cubicBezTo>
                  <a:cubicBezTo>
                    <a:pt x="536" y="1274"/>
                    <a:pt x="334" y="1072"/>
                    <a:pt x="334" y="798"/>
                  </a:cubicBezTo>
                  <a:cubicBezTo>
                    <a:pt x="334" y="536"/>
                    <a:pt x="536" y="322"/>
                    <a:pt x="810" y="322"/>
                  </a:cubicBezTo>
                  <a:close/>
                  <a:moveTo>
                    <a:pt x="810" y="0"/>
                  </a:moveTo>
                  <a:cubicBezTo>
                    <a:pt x="358" y="0"/>
                    <a:pt x="1" y="357"/>
                    <a:pt x="1" y="798"/>
                  </a:cubicBezTo>
                  <a:cubicBezTo>
                    <a:pt x="1" y="1250"/>
                    <a:pt x="358" y="1607"/>
                    <a:pt x="810" y="1607"/>
                  </a:cubicBezTo>
                  <a:cubicBezTo>
                    <a:pt x="1251" y="1607"/>
                    <a:pt x="1608" y="1250"/>
                    <a:pt x="1608" y="798"/>
                  </a:cubicBezTo>
                  <a:cubicBezTo>
                    <a:pt x="1608" y="357"/>
                    <a:pt x="1251" y="0"/>
                    <a:pt x="8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59"/>
            <p:cNvSpPr/>
            <p:nvPr/>
          </p:nvSpPr>
          <p:spPr>
            <a:xfrm>
              <a:off x="7807986" y="2001667"/>
              <a:ext cx="51174" cy="51142"/>
            </a:xfrm>
            <a:custGeom>
              <a:avLst/>
              <a:gdLst/>
              <a:ahLst/>
              <a:cxnLst/>
              <a:rect l="l" t="t" r="r" b="b"/>
              <a:pathLst>
                <a:path w="1609" h="1608" extrusionOk="0">
                  <a:moveTo>
                    <a:pt x="798" y="322"/>
                  </a:moveTo>
                  <a:cubicBezTo>
                    <a:pt x="1072" y="322"/>
                    <a:pt x="1275" y="536"/>
                    <a:pt x="1275" y="798"/>
                  </a:cubicBezTo>
                  <a:cubicBezTo>
                    <a:pt x="1275" y="1060"/>
                    <a:pt x="1072" y="1274"/>
                    <a:pt x="798" y="1274"/>
                  </a:cubicBezTo>
                  <a:cubicBezTo>
                    <a:pt x="537" y="1274"/>
                    <a:pt x="322" y="1072"/>
                    <a:pt x="322" y="798"/>
                  </a:cubicBezTo>
                  <a:cubicBezTo>
                    <a:pt x="322" y="536"/>
                    <a:pt x="537" y="322"/>
                    <a:pt x="798" y="322"/>
                  </a:cubicBezTo>
                  <a:close/>
                  <a:moveTo>
                    <a:pt x="798" y="0"/>
                  </a:moveTo>
                  <a:cubicBezTo>
                    <a:pt x="358" y="0"/>
                    <a:pt x="1" y="357"/>
                    <a:pt x="1" y="798"/>
                  </a:cubicBezTo>
                  <a:cubicBezTo>
                    <a:pt x="1" y="1250"/>
                    <a:pt x="358" y="1607"/>
                    <a:pt x="798" y="1607"/>
                  </a:cubicBezTo>
                  <a:cubicBezTo>
                    <a:pt x="1251" y="1607"/>
                    <a:pt x="1608" y="1250"/>
                    <a:pt x="1608" y="798"/>
                  </a:cubicBezTo>
                  <a:cubicBezTo>
                    <a:pt x="1608" y="357"/>
                    <a:pt x="1251" y="0"/>
                    <a:pt x="7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59"/>
            <p:cNvSpPr/>
            <p:nvPr/>
          </p:nvSpPr>
          <p:spPr>
            <a:xfrm>
              <a:off x="7570180" y="2121699"/>
              <a:ext cx="288980" cy="207178"/>
            </a:xfrm>
            <a:custGeom>
              <a:avLst/>
              <a:gdLst/>
              <a:ahLst/>
              <a:cxnLst/>
              <a:rect l="l" t="t" r="r" b="b"/>
              <a:pathLst>
                <a:path w="9086" h="6514" extrusionOk="0">
                  <a:moveTo>
                    <a:pt x="7513" y="4549"/>
                  </a:moveTo>
                  <a:cubicBezTo>
                    <a:pt x="7633" y="4549"/>
                    <a:pt x="7740" y="4644"/>
                    <a:pt x="7740" y="4763"/>
                  </a:cubicBezTo>
                  <a:lnTo>
                    <a:pt x="7740" y="5203"/>
                  </a:lnTo>
                  <a:lnTo>
                    <a:pt x="1358" y="5203"/>
                  </a:lnTo>
                  <a:lnTo>
                    <a:pt x="1358" y="4763"/>
                  </a:lnTo>
                  <a:cubicBezTo>
                    <a:pt x="1358" y="4644"/>
                    <a:pt x="1465" y="4549"/>
                    <a:pt x="1584" y="4549"/>
                  </a:cubicBezTo>
                  <a:close/>
                  <a:moveTo>
                    <a:pt x="8323" y="5513"/>
                  </a:moveTo>
                  <a:cubicBezTo>
                    <a:pt x="8561" y="5513"/>
                    <a:pt x="8764" y="5703"/>
                    <a:pt x="8764" y="5953"/>
                  </a:cubicBezTo>
                  <a:lnTo>
                    <a:pt x="8764" y="6180"/>
                  </a:lnTo>
                  <a:lnTo>
                    <a:pt x="346" y="6180"/>
                  </a:lnTo>
                  <a:lnTo>
                    <a:pt x="346" y="5953"/>
                  </a:lnTo>
                  <a:cubicBezTo>
                    <a:pt x="346" y="5715"/>
                    <a:pt x="536" y="5513"/>
                    <a:pt x="786" y="5513"/>
                  </a:cubicBezTo>
                  <a:close/>
                  <a:moveTo>
                    <a:pt x="6918" y="0"/>
                  </a:moveTo>
                  <a:cubicBezTo>
                    <a:pt x="6835" y="0"/>
                    <a:pt x="6763" y="84"/>
                    <a:pt x="6763" y="167"/>
                  </a:cubicBezTo>
                  <a:lnTo>
                    <a:pt x="6763" y="4215"/>
                  </a:lnTo>
                  <a:lnTo>
                    <a:pt x="2322" y="4215"/>
                  </a:lnTo>
                  <a:lnTo>
                    <a:pt x="2322" y="3501"/>
                  </a:lnTo>
                  <a:cubicBezTo>
                    <a:pt x="2322" y="3417"/>
                    <a:pt x="2251" y="3334"/>
                    <a:pt x="2156" y="3334"/>
                  </a:cubicBezTo>
                  <a:cubicBezTo>
                    <a:pt x="2072" y="3334"/>
                    <a:pt x="2001" y="3417"/>
                    <a:pt x="2001" y="3501"/>
                  </a:cubicBezTo>
                  <a:lnTo>
                    <a:pt x="2001" y="4215"/>
                  </a:lnTo>
                  <a:lnTo>
                    <a:pt x="1560" y="4215"/>
                  </a:lnTo>
                  <a:cubicBezTo>
                    <a:pt x="1263" y="4215"/>
                    <a:pt x="1013" y="4465"/>
                    <a:pt x="1013" y="4763"/>
                  </a:cubicBezTo>
                  <a:lnTo>
                    <a:pt x="1013" y="5203"/>
                  </a:lnTo>
                  <a:lnTo>
                    <a:pt x="763" y="5203"/>
                  </a:lnTo>
                  <a:cubicBezTo>
                    <a:pt x="346" y="5203"/>
                    <a:pt x="1" y="5537"/>
                    <a:pt x="1" y="5953"/>
                  </a:cubicBezTo>
                  <a:lnTo>
                    <a:pt x="1" y="6346"/>
                  </a:lnTo>
                  <a:cubicBezTo>
                    <a:pt x="1" y="6430"/>
                    <a:pt x="72" y="6513"/>
                    <a:pt x="167" y="6513"/>
                  </a:cubicBezTo>
                  <a:lnTo>
                    <a:pt x="8906" y="6513"/>
                  </a:lnTo>
                  <a:cubicBezTo>
                    <a:pt x="8990" y="6513"/>
                    <a:pt x="9061" y="6430"/>
                    <a:pt x="9061" y="6346"/>
                  </a:cubicBezTo>
                  <a:lnTo>
                    <a:pt x="9061" y="5953"/>
                  </a:lnTo>
                  <a:cubicBezTo>
                    <a:pt x="9085" y="5537"/>
                    <a:pt x="8740" y="5203"/>
                    <a:pt x="8323" y="5203"/>
                  </a:cubicBezTo>
                  <a:lnTo>
                    <a:pt x="8073" y="5203"/>
                  </a:lnTo>
                  <a:lnTo>
                    <a:pt x="8073" y="4763"/>
                  </a:lnTo>
                  <a:cubicBezTo>
                    <a:pt x="8073" y="4465"/>
                    <a:pt x="7811" y="4215"/>
                    <a:pt x="7513" y="4215"/>
                  </a:cubicBezTo>
                  <a:lnTo>
                    <a:pt x="7085" y="4215"/>
                  </a:lnTo>
                  <a:lnTo>
                    <a:pt x="7085" y="167"/>
                  </a:lnTo>
                  <a:cubicBezTo>
                    <a:pt x="7085" y="84"/>
                    <a:pt x="7013" y="0"/>
                    <a:pt x="69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59"/>
            <p:cNvSpPr/>
            <p:nvPr/>
          </p:nvSpPr>
          <p:spPr>
            <a:xfrm>
              <a:off x="7658408" y="2088368"/>
              <a:ext cx="30342" cy="154922"/>
            </a:xfrm>
            <a:custGeom>
              <a:avLst/>
              <a:gdLst/>
              <a:ahLst/>
              <a:cxnLst/>
              <a:rect l="l" t="t" r="r" b="b"/>
              <a:pathLst>
                <a:path w="954" h="4871" extrusionOk="0">
                  <a:moveTo>
                    <a:pt x="453" y="310"/>
                  </a:moveTo>
                  <a:cubicBezTo>
                    <a:pt x="537" y="310"/>
                    <a:pt x="608" y="370"/>
                    <a:pt x="608" y="453"/>
                  </a:cubicBezTo>
                  <a:lnTo>
                    <a:pt x="608" y="4382"/>
                  </a:lnTo>
                  <a:cubicBezTo>
                    <a:pt x="608" y="4465"/>
                    <a:pt x="548" y="4537"/>
                    <a:pt x="453" y="4537"/>
                  </a:cubicBezTo>
                  <a:cubicBezTo>
                    <a:pt x="382" y="4537"/>
                    <a:pt x="310" y="4477"/>
                    <a:pt x="310" y="4382"/>
                  </a:cubicBezTo>
                  <a:lnTo>
                    <a:pt x="310" y="453"/>
                  </a:lnTo>
                  <a:cubicBezTo>
                    <a:pt x="310" y="382"/>
                    <a:pt x="370" y="310"/>
                    <a:pt x="453" y="310"/>
                  </a:cubicBezTo>
                  <a:close/>
                  <a:moveTo>
                    <a:pt x="477" y="1"/>
                  </a:moveTo>
                  <a:cubicBezTo>
                    <a:pt x="215" y="1"/>
                    <a:pt x="1" y="203"/>
                    <a:pt x="1" y="477"/>
                  </a:cubicBezTo>
                  <a:lnTo>
                    <a:pt x="1" y="4394"/>
                  </a:lnTo>
                  <a:cubicBezTo>
                    <a:pt x="1" y="4656"/>
                    <a:pt x="203" y="4870"/>
                    <a:pt x="477" y="4870"/>
                  </a:cubicBezTo>
                  <a:cubicBezTo>
                    <a:pt x="727" y="4870"/>
                    <a:pt x="953" y="4668"/>
                    <a:pt x="953" y="4394"/>
                  </a:cubicBezTo>
                  <a:lnTo>
                    <a:pt x="953" y="477"/>
                  </a:lnTo>
                  <a:cubicBezTo>
                    <a:pt x="929" y="203"/>
                    <a:pt x="727" y="1"/>
                    <a:pt x="4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59"/>
            <p:cNvSpPr/>
            <p:nvPr/>
          </p:nvSpPr>
          <p:spPr>
            <a:xfrm>
              <a:off x="7700072" y="2088368"/>
              <a:ext cx="30310" cy="154922"/>
            </a:xfrm>
            <a:custGeom>
              <a:avLst/>
              <a:gdLst/>
              <a:ahLst/>
              <a:cxnLst/>
              <a:rect l="l" t="t" r="r" b="b"/>
              <a:pathLst>
                <a:path w="953" h="4871" extrusionOk="0">
                  <a:moveTo>
                    <a:pt x="453" y="310"/>
                  </a:moveTo>
                  <a:cubicBezTo>
                    <a:pt x="548" y="310"/>
                    <a:pt x="608" y="370"/>
                    <a:pt x="608" y="453"/>
                  </a:cubicBezTo>
                  <a:lnTo>
                    <a:pt x="608" y="4382"/>
                  </a:lnTo>
                  <a:cubicBezTo>
                    <a:pt x="608" y="4465"/>
                    <a:pt x="548" y="4537"/>
                    <a:pt x="453" y="4537"/>
                  </a:cubicBezTo>
                  <a:cubicBezTo>
                    <a:pt x="381" y="4537"/>
                    <a:pt x="310" y="4477"/>
                    <a:pt x="310" y="4382"/>
                  </a:cubicBezTo>
                  <a:lnTo>
                    <a:pt x="310" y="453"/>
                  </a:lnTo>
                  <a:cubicBezTo>
                    <a:pt x="310" y="382"/>
                    <a:pt x="370" y="310"/>
                    <a:pt x="453" y="310"/>
                  </a:cubicBezTo>
                  <a:close/>
                  <a:moveTo>
                    <a:pt x="477" y="1"/>
                  </a:moveTo>
                  <a:cubicBezTo>
                    <a:pt x="215" y="1"/>
                    <a:pt x="0" y="203"/>
                    <a:pt x="0" y="477"/>
                  </a:cubicBezTo>
                  <a:lnTo>
                    <a:pt x="0" y="4394"/>
                  </a:lnTo>
                  <a:cubicBezTo>
                    <a:pt x="0" y="4656"/>
                    <a:pt x="203" y="4870"/>
                    <a:pt x="477" y="4870"/>
                  </a:cubicBezTo>
                  <a:cubicBezTo>
                    <a:pt x="727" y="4870"/>
                    <a:pt x="953" y="4668"/>
                    <a:pt x="953" y="4394"/>
                  </a:cubicBezTo>
                  <a:lnTo>
                    <a:pt x="953" y="477"/>
                  </a:lnTo>
                  <a:cubicBezTo>
                    <a:pt x="929" y="203"/>
                    <a:pt x="727" y="1"/>
                    <a:pt x="47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59"/>
            <p:cNvSpPr/>
            <p:nvPr/>
          </p:nvSpPr>
          <p:spPr>
            <a:xfrm>
              <a:off x="7741737" y="2088368"/>
              <a:ext cx="30310" cy="154922"/>
            </a:xfrm>
            <a:custGeom>
              <a:avLst/>
              <a:gdLst/>
              <a:ahLst/>
              <a:cxnLst/>
              <a:rect l="l" t="t" r="r" b="b"/>
              <a:pathLst>
                <a:path w="953" h="4871" extrusionOk="0">
                  <a:moveTo>
                    <a:pt x="453" y="310"/>
                  </a:moveTo>
                  <a:cubicBezTo>
                    <a:pt x="536" y="310"/>
                    <a:pt x="607" y="370"/>
                    <a:pt x="607" y="453"/>
                  </a:cubicBezTo>
                  <a:lnTo>
                    <a:pt x="607" y="4382"/>
                  </a:lnTo>
                  <a:cubicBezTo>
                    <a:pt x="607" y="4465"/>
                    <a:pt x="548" y="4537"/>
                    <a:pt x="453" y="4537"/>
                  </a:cubicBezTo>
                  <a:cubicBezTo>
                    <a:pt x="381" y="4537"/>
                    <a:pt x="310" y="4477"/>
                    <a:pt x="310" y="4382"/>
                  </a:cubicBezTo>
                  <a:lnTo>
                    <a:pt x="310" y="453"/>
                  </a:lnTo>
                  <a:cubicBezTo>
                    <a:pt x="310" y="382"/>
                    <a:pt x="369" y="310"/>
                    <a:pt x="453" y="310"/>
                  </a:cubicBezTo>
                  <a:close/>
                  <a:moveTo>
                    <a:pt x="476" y="1"/>
                  </a:moveTo>
                  <a:cubicBezTo>
                    <a:pt x="214" y="1"/>
                    <a:pt x="0" y="203"/>
                    <a:pt x="0" y="477"/>
                  </a:cubicBezTo>
                  <a:lnTo>
                    <a:pt x="0" y="4394"/>
                  </a:lnTo>
                  <a:cubicBezTo>
                    <a:pt x="0" y="4656"/>
                    <a:pt x="203" y="4870"/>
                    <a:pt x="476" y="4870"/>
                  </a:cubicBezTo>
                  <a:cubicBezTo>
                    <a:pt x="726" y="4870"/>
                    <a:pt x="953" y="4668"/>
                    <a:pt x="953" y="4394"/>
                  </a:cubicBezTo>
                  <a:lnTo>
                    <a:pt x="953" y="477"/>
                  </a:lnTo>
                  <a:cubicBezTo>
                    <a:pt x="929" y="203"/>
                    <a:pt x="726" y="1"/>
                    <a:pt x="47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2" name="Google Shape;902;p59"/>
          <p:cNvSpPr/>
          <p:nvPr/>
        </p:nvSpPr>
        <p:spPr>
          <a:xfrm>
            <a:off x="1944574" y="1483322"/>
            <a:ext cx="274319" cy="274309"/>
          </a:xfrm>
          <a:custGeom>
            <a:avLst/>
            <a:gdLst/>
            <a:ahLst/>
            <a:cxnLst/>
            <a:rect l="l" t="t" r="r" b="b"/>
            <a:pathLst>
              <a:path w="10193" h="10204" extrusionOk="0">
                <a:moveTo>
                  <a:pt x="5096" y="286"/>
                </a:moveTo>
                <a:lnTo>
                  <a:pt x="8668" y="2369"/>
                </a:lnTo>
                <a:lnTo>
                  <a:pt x="8061" y="2369"/>
                </a:lnTo>
                <a:lnTo>
                  <a:pt x="5215" y="726"/>
                </a:lnTo>
                <a:cubicBezTo>
                  <a:pt x="5180" y="703"/>
                  <a:pt x="5138" y="691"/>
                  <a:pt x="5096" y="691"/>
                </a:cubicBezTo>
                <a:cubicBezTo>
                  <a:pt x="5054" y="691"/>
                  <a:pt x="5013" y="703"/>
                  <a:pt x="4977" y="726"/>
                </a:cubicBezTo>
                <a:lnTo>
                  <a:pt x="4215" y="1155"/>
                </a:lnTo>
                <a:cubicBezTo>
                  <a:pt x="4144" y="1191"/>
                  <a:pt x="4132" y="1286"/>
                  <a:pt x="4156" y="1357"/>
                </a:cubicBezTo>
                <a:cubicBezTo>
                  <a:pt x="4188" y="1407"/>
                  <a:pt x="4238" y="1433"/>
                  <a:pt x="4294" y="1433"/>
                </a:cubicBezTo>
                <a:cubicBezTo>
                  <a:pt x="4318" y="1433"/>
                  <a:pt x="4344" y="1428"/>
                  <a:pt x="4370" y="1417"/>
                </a:cubicBezTo>
                <a:lnTo>
                  <a:pt x="5096" y="1000"/>
                </a:lnTo>
                <a:lnTo>
                  <a:pt x="7466" y="2381"/>
                </a:lnTo>
                <a:lnTo>
                  <a:pt x="2715" y="2381"/>
                </a:lnTo>
                <a:lnTo>
                  <a:pt x="3775" y="1774"/>
                </a:lnTo>
                <a:cubicBezTo>
                  <a:pt x="3846" y="1727"/>
                  <a:pt x="3858" y="1643"/>
                  <a:pt x="3834" y="1572"/>
                </a:cubicBezTo>
                <a:cubicBezTo>
                  <a:pt x="3803" y="1517"/>
                  <a:pt x="3751" y="1493"/>
                  <a:pt x="3699" y="1493"/>
                </a:cubicBezTo>
                <a:cubicBezTo>
                  <a:pt x="3672" y="1493"/>
                  <a:pt x="3644" y="1500"/>
                  <a:pt x="3620" y="1512"/>
                </a:cubicBezTo>
                <a:lnTo>
                  <a:pt x="2132" y="2369"/>
                </a:lnTo>
                <a:lnTo>
                  <a:pt x="1524" y="2369"/>
                </a:lnTo>
                <a:lnTo>
                  <a:pt x="5096" y="286"/>
                </a:lnTo>
                <a:close/>
                <a:moveTo>
                  <a:pt x="9156" y="2667"/>
                </a:moveTo>
                <a:lnTo>
                  <a:pt x="9156" y="3382"/>
                </a:lnTo>
                <a:lnTo>
                  <a:pt x="1000" y="3382"/>
                </a:lnTo>
                <a:lnTo>
                  <a:pt x="1000" y="2667"/>
                </a:lnTo>
                <a:close/>
                <a:moveTo>
                  <a:pt x="5894" y="3679"/>
                </a:moveTo>
                <a:cubicBezTo>
                  <a:pt x="5918" y="3679"/>
                  <a:pt x="5953" y="3703"/>
                  <a:pt x="5989" y="3727"/>
                </a:cubicBezTo>
                <a:cubicBezTo>
                  <a:pt x="6013" y="3763"/>
                  <a:pt x="6025" y="3798"/>
                  <a:pt x="6025" y="3834"/>
                </a:cubicBezTo>
                <a:cubicBezTo>
                  <a:pt x="6025" y="3905"/>
                  <a:pt x="5953" y="3965"/>
                  <a:pt x="5882" y="3965"/>
                </a:cubicBezTo>
                <a:cubicBezTo>
                  <a:pt x="5834" y="3965"/>
                  <a:pt x="5811" y="3953"/>
                  <a:pt x="5775" y="3917"/>
                </a:cubicBezTo>
                <a:cubicBezTo>
                  <a:pt x="5738" y="3880"/>
                  <a:pt x="5696" y="3861"/>
                  <a:pt x="5652" y="3861"/>
                </a:cubicBezTo>
                <a:cubicBezTo>
                  <a:pt x="5626" y="3861"/>
                  <a:pt x="5599" y="3868"/>
                  <a:pt x="5572" y="3882"/>
                </a:cubicBezTo>
                <a:cubicBezTo>
                  <a:pt x="5489" y="3905"/>
                  <a:pt x="5453" y="3977"/>
                  <a:pt x="5453" y="4060"/>
                </a:cubicBezTo>
                <a:lnTo>
                  <a:pt x="5453" y="8192"/>
                </a:lnTo>
                <a:lnTo>
                  <a:pt x="4870" y="8192"/>
                </a:lnTo>
                <a:lnTo>
                  <a:pt x="4870" y="4060"/>
                </a:lnTo>
                <a:cubicBezTo>
                  <a:pt x="4870" y="3977"/>
                  <a:pt x="4822" y="3905"/>
                  <a:pt x="4751" y="3882"/>
                </a:cubicBezTo>
                <a:cubicBezTo>
                  <a:pt x="4724" y="3868"/>
                  <a:pt x="4694" y="3861"/>
                  <a:pt x="4664" y="3861"/>
                </a:cubicBezTo>
                <a:cubicBezTo>
                  <a:pt x="4615" y="3861"/>
                  <a:pt x="4566" y="3880"/>
                  <a:pt x="4537" y="3917"/>
                </a:cubicBezTo>
                <a:cubicBezTo>
                  <a:pt x="4513" y="3953"/>
                  <a:pt x="4477" y="3965"/>
                  <a:pt x="4441" y="3965"/>
                </a:cubicBezTo>
                <a:cubicBezTo>
                  <a:pt x="4394" y="3965"/>
                  <a:pt x="4358" y="3953"/>
                  <a:pt x="4334" y="3917"/>
                </a:cubicBezTo>
                <a:cubicBezTo>
                  <a:pt x="4298" y="3893"/>
                  <a:pt x="4287" y="3846"/>
                  <a:pt x="4287" y="3822"/>
                </a:cubicBezTo>
                <a:cubicBezTo>
                  <a:pt x="4287" y="3739"/>
                  <a:pt x="4358" y="3679"/>
                  <a:pt x="4441" y="3679"/>
                </a:cubicBezTo>
                <a:close/>
                <a:moveTo>
                  <a:pt x="2798" y="3703"/>
                </a:moveTo>
                <a:cubicBezTo>
                  <a:pt x="2846" y="3703"/>
                  <a:pt x="2870" y="3715"/>
                  <a:pt x="2905" y="3739"/>
                </a:cubicBezTo>
                <a:cubicBezTo>
                  <a:pt x="2941" y="3774"/>
                  <a:pt x="2953" y="3810"/>
                  <a:pt x="2953" y="3846"/>
                </a:cubicBezTo>
                <a:cubicBezTo>
                  <a:pt x="2953" y="3917"/>
                  <a:pt x="2870" y="3977"/>
                  <a:pt x="2798" y="3977"/>
                </a:cubicBezTo>
                <a:cubicBezTo>
                  <a:pt x="2751" y="3977"/>
                  <a:pt x="2727" y="3965"/>
                  <a:pt x="2691" y="3941"/>
                </a:cubicBezTo>
                <a:cubicBezTo>
                  <a:pt x="2651" y="3901"/>
                  <a:pt x="2605" y="3877"/>
                  <a:pt x="2557" y="3877"/>
                </a:cubicBezTo>
                <a:cubicBezTo>
                  <a:pt x="2534" y="3877"/>
                  <a:pt x="2512" y="3882"/>
                  <a:pt x="2489" y="3893"/>
                </a:cubicBezTo>
                <a:cubicBezTo>
                  <a:pt x="2417" y="3917"/>
                  <a:pt x="2370" y="4001"/>
                  <a:pt x="2370" y="4072"/>
                </a:cubicBezTo>
                <a:lnTo>
                  <a:pt x="2370" y="8204"/>
                </a:lnTo>
                <a:lnTo>
                  <a:pt x="1786" y="8204"/>
                </a:lnTo>
                <a:lnTo>
                  <a:pt x="1786" y="4072"/>
                </a:lnTo>
                <a:cubicBezTo>
                  <a:pt x="1786" y="4001"/>
                  <a:pt x="1739" y="3917"/>
                  <a:pt x="1667" y="3893"/>
                </a:cubicBezTo>
                <a:cubicBezTo>
                  <a:pt x="1644" y="3882"/>
                  <a:pt x="1620" y="3877"/>
                  <a:pt x="1596" y="3877"/>
                </a:cubicBezTo>
                <a:cubicBezTo>
                  <a:pt x="1545" y="3877"/>
                  <a:pt x="1493" y="3901"/>
                  <a:pt x="1453" y="3941"/>
                </a:cubicBezTo>
                <a:cubicBezTo>
                  <a:pt x="1417" y="3965"/>
                  <a:pt x="1381" y="3977"/>
                  <a:pt x="1346" y="3977"/>
                </a:cubicBezTo>
                <a:cubicBezTo>
                  <a:pt x="1298" y="3977"/>
                  <a:pt x="1262" y="3965"/>
                  <a:pt x="1239" y="3941"/>
                </a:cubicBezTo>
                <a:cubicBezTo>
                  <a:pt x="1203" y="3905"/>
                  <a:pt x="1191" y="3858"/>
                  <a:pt x="1191" y="3834"/>
                </a:cubicBezTo>
                <a:cubicBezTo>
                  <a:pt x="1191" y="3763"/>
                  <a:pt x="1262" y="3703"/>
                  <a:pt x="1346" y="3703"/>
                </a:cubicBezTo>
                <a:close/>
                <a:moveTo>
                  <a:pt x="2501" y="8501"/>
                </a:moveTo>
                <a:lnTo>
                  <a:pt x="2501" y="8668"/>
                </a:lnTo>
                <a:lnTo>
                  <a:pt x="1655" y="8668"/>
                </a:lnTo>
                <a:lnTo>
                  <a:pt x="1655" y="8501"/>
                </a:lnTo>
                <a:close/>
                <a:moveTo>
                  <a:pt x="3965" y="3703"/>
                </a:moveTo>
                <a:cubicBezTo>
                  <a:pt x="3953" y="3739"/>
                  <a:pt x="3953" y="3774"/>
                  <a:pt x="3929" y="3822"/>
                </a:cubicBezTo>
                <a:cubicBezTo>
                  <a:pt x="3929" y="3941"/>
                  <a:pt x="3977" y="4060"/>
                  <a:pt x="4048" y="4144"/>
                </a:cubicBezTo>
                <a:cubicBezTo>
                  <a:pt x="4144" y="4239"/>
                  <a:pt x="4239" y="4274"/>
                  <a:pt x="4382" y="4274"/>
                </a:cubicBezTo>
                <a:cubicBezTo>
                  <a:pt x="4429" y="4274"/>
                  <a:pt x="4489" y="4263"/>
                  <a:pt x="4525" y="4251"/>
                </a:cubicBezTo>
                <a:lnTo>
                  <a:pt x="4525" y="8239"/>
                </a:lnTo>
                <a:cubicBezTo>
                  <a:pt x="4453" y="8275"/>
                  <a:pt x="4394" y="8370"/>
                  <a:pt x="4394" y="8465"/>
                </a:cubicBezTo>
                <a:lnTo>
                  <a:pt x="4394" y="8668"/>
                </a:lnTo>
                <a:lnTo>
                  <a:pt x="2786" y="8668"/>
                </a:lnTo>
                <a:lnTo>
                  <a:pt x="2786" y="8465"/>
                </a:lnTo>
                <a:cubicBezTo>
                  <a:pt x="2798" y="8370"/>
                  <a:pt x="2751" y="8287"/>
                  <a:pt x="2667" y="8239"/>
                </a:cubicBezTo>
                <a:lnTo>
                  <a:pt x="2667" y="4251"/>
                </a:lnTo>
                <a:cubicBezTo>
                  <a:pt x="2715" y="4263"/>
                  <a:pt x="2774" y="4274"/>
                  <a:pt x="2822" y="4274"/>
                </a:cubicBezTo>
                <a:cubicBezTo>
                  <a:pt x="3048" y="4274"/>
                  <a:pt x="3251" y="4084"/>
                  <a:pt x="3251" y="3858"/>
                </a:cubicBezTo>
                <a:cubicBezTo>
                  <a:pt x="3251" y="3798"/>
                  <a:pt x="3251" y="3739"/>
                  <a:pt x="3215" y="3703"/>
                </a:cubicBezTo>
                <a:close/>
                <a:moveTo>
                  <a:pt x="5572" y="8501"/>
                </a:moveTo>
                <a:lnTo>
                  <a:pt x="5572" y="8668"/>
                </a:lnTo>
                <a:lnTo>
                  <a:pt x="4727" y="8668"/>
                </a:lnTo>
                <a:lnTo>
                  <a:pt x="4727" y="8501"/>
                </a:lnTo>
                <a:close/>
                <a:moveTo>
                  <a:pt x="8620" y="8501"/>
                </a:moveTo>
                <a:lnTo>
                  <a:pt x="8620" y="8668"/>
                </a:lnTo>
                <a:lnTo>
                  <a:pt x="7775" y="8668"/>
                </a:lnTo>
                <a:lnTo>
                  <a:pt x="7775" y="8501"/>
                </a:lnTo>
                <a:close/>
                <a:moveTo>
                  <a:pt x="8930" y="3703"/>
                </a:moveTo>
                <a:cubicBezTo>
                  <a:pt x="8978" y="3703"/>
                  <a:pt x="9001" y="3715"/>
                  <a:pt x="9037" y="3739"/>
                </a:cubicBezTo>
                <a:cubicBezTo>
                  <a:pt x="9061" y="3774"/>
                  <a:pt x="9085" y="3822"/>
                  <a:pt x="9085" y="3846"/>
                </a:cubicBezTo>
                <a:cubicBezTo>
                  <a:pt x="9073" y="3917"/>
                  <a:pt x="9001" y="3977"/>
                  <a:pt x="8930" y="3977"/>
                </a:cubicBezTo>
                <a:cubicBezTo>
                  <a:pt x="8894" y="3977"/>
                  <a:pt x="8859" y="3965"/>
                  <a:pt x="8823" y="3941"/>
                </a:cubicBezTo>
                <a:cubicBezTo>
                  <a:pt x="8782" y="3901"/>
                  <a:pt x="8736" y="3877"/>
                  <a:pt x="8689" y="3877"/>
                </a:cubicBezTo>
                <a:cubicBezTo>
                  <a:pt x="8666" y="3877"/>
                  <a:pt x="8643" y="3882"/>
                  <a:pt x="8620" y="3893"/>
                </a:cubicBezTo>
                <a:cubicBezTo>
                  <a:pt x="8549" y="3917"/>
                  <a:pt x="8501" y="4001"/>
                  <a:pt x="8501" y="4072"/>
                </a:cubicBezTo>
                <a:lnTo>
                  <a:pt x="8501" y="8204"/>
                </a:lnTo>
                <a:lnTo>
                  <a:pt x="7918" y="8204"/>
                </a:lnTo>
                <a:lnTo>
                  <a:pt x="7918" y="6715"/>
                </a:lnTo>
                <a:cubicBezTo>
                  <a:pt x="7918" y="6632"/>
                  <a:pt x="7858" y="6572"/>
                  <a:pt x="7775" y="6572"/>
                </a:cubicBezTo>
                <a:cubicBezTo>
                  <a:pt x="7680" y="6572"/>
                  <a:pt x="7620" y="6632"/>
                  <a:pt x="7620" y="6715"/>
                </a:cubicBezTo>
                <a:lnTo>
                  <a:pt x="7620" y="8251"/>
                </a:lnTo>
                <a:cubicBezTo>
                  <a:pt x="7549" y="8299"/>
                  <a:pt x="7489" y="8382"/>
                  <a:pt x="7489" y="8477"/>
                </a:cubicBezTo>
                <a:lnTo>
                  <a:pt x="7489" y="8680"/>
                </a:lnTo>
                <a:lnTo>
                  <a:pt x="5882" y="8680"/>
                </a:lnTo>
                <a:lnTo>
                  <a:pt x="5882" y="8477"/>
                </a:lnTo>
                <a:cubicBezTo>
                  <a:pt x="5882" y="8370"/>
                  <a:pt x="5822" y="8299"/>
                  <a:pt x="5751" y="8251"/>
                </a:cubicBezTo>
                <a:lnTo>
                  <a:pt x="5751" y="4263"/>
                </a:lnTo>
                <a:cubicBezTo>
                  <a:pt x="5787" y="4274"/>
                  <a:pt x="5846" y="4298"/>
                  <a:pt x="5894" y="4298"/>
                </a:cubicBezTo>
                <a:cubicBezTo>
                  <a:pt x="6132" y="4298"/>
                  <a:pt x="6323" y="4096"/>
                  <a:pt x="6323" y="3882"/>
                </a:cubicBezTo>
                <a:cubicBezTo>
                  <a:pt x="6323" y="3822"/>
                  <a:pt x="6323" y="3763"/>
                  <a:pt x="6299" y="3715"/>
                </a:cubicBezTo>
                <a:lnTo>
                  <a:pt x="7037" y="3715"/>
                </a:lnTo>
                <a:cubicBezTo>
                  <a:pt x="7025" y="3763"/>
                  <a:pt x="7025" y="3786"/>
                  <a:pt x="7013" y="3834"/>
                </a:cubicBezTo>
                <a:cubicBezTo>
                  <a:pt x="7013" y="3953"/>
                  <a:pt x="7061" y="4072"/>
                  <a:pt x="7132" y="4155"/>
                </a:cubicBezTo>
                <a:cubicBezTo>
                  <a:pt x="7215" y="4251"/>
                  <a:pt x="7323" y="4298"/>
                  <a:pt x="7454" y="4298"/>
                </a:cubicBezTo>
                <a:cubicBezTo>
                  <a:pt x="7501" y="4298"/>
                  <a:pt x="7561" y="4274"/>
                  <a:pt x="7608" y="4263"/>
                </a:cubicBezTo>
                <a:lnTo>
                  <a:pt x="7608" y="5989"/>
                </a:lnTo>
                <a:cubicBezTo>
                  <a:pt x="7608" y="6084"/>
                  <a:pt x="7668" y="6144"/>
                  <a:pt x="7751" y="6144"/>
                </a:cubicBezTo>
                <a:cubicBezTo>
                  <a:pt x="7847" y="6144"/>
                  <a:pt x="7906" y="6084"/>
                  <a:pt x="7906" y="5989"/>
                </a:cubicBezTo>
                <a:lnTo>
                  <a:pt x="7906" y="4072"/>
                </a:lnTo>
                <a:cubicBezTo>
                  <a:pt x="7906" y="4001"/>
                  <a:pt x="7858" y="3917"/>
                  <a:pt x="7787" y="3893"/>
                </a:cubicBezTo>
                <a:cubicBezTo>
                  <a:pt x="7764" y="3882"/>
                  <a:pt x="7739" y="3877"/>
                  <a:pt x="7713" y="3877"/>
                </a:cubicBezTo>
                <a:cubicBezTo>
                  <a:pt x="7659" y="3877"/>
                  <a:pt x="7605" y="3901"/>
                  <a:pt x="7573" y="3941"/>
                </a:cubicBezTo>
                <a:cubicBezTo>
                  <a:pt x="7549" y="3965"/>
                  <a:pt x="7513" y="3977"/>
                  <a:pt x="7477" y="3977"/>
                </a:cubicBezTo>
                <a:cubicBezTo>
                  <a:pt x="7430" y="3977"/>
                  <a:pt x="7394" y="3965"/>
                  <a:pt x="7370" y="3941"/>
                </a:cubicBezTo>
                <a:cubicBezTo>
                  <a:pt x="7335" y="3905"/>
                  <a:pt x="7323" y="3858"/>
                  <a:pt x="7323" y="3834"/>
                </a:cubicBezTo>
                <a:cubicBezTo>
                  <a:pt x="7323" y="3763"/>
                  <a:pt x="7394" y="3703"/>
                  <a:pt x="7477" y="3703"/>
                </a:cubicBezTo>
                <a:close/>
                <a:moveTo>
                  <a:pt x="8990" y="8954"/>
                </a:moveTo>
                <a:cubicBezTo>
                  <a:pt x="9073" y="8954"/>
                  <a:pt x="9132" y="9013"/>
                  <a:pt x="9132" y="9085"/>
                </a:cubicBezTo>
                <a:lnTo>
                  <a:pt x="9132" y="9263"/>
                </a:lnTo>
                <a:lnTo>
                  <a:pt x="4263" y="9263"/>
                </a:lnTo>
                <a:cubicBezTo>
                  <a:pt x="4167" y="9263"/>
                  <a:pt x="4108" y="9323"/>
                  <a:pt x="4108" y="9418"/>
                </a:cubicBezTo>
                <a:cubicBezTo>
                  <a:pt x="4108" y="9501"/>
                  <a:pt x="4167" y="9561"/>
                  <a:pt x="4263" y="9561"/>
                </a:cubicBezTo>
                <a:lnTo>
                  <a:pt x="9311" y="9561"/>
                </a:lnTo>
                <a:cubicBezTo>
                  <a:pt x="9382" y="9561"/>
                  <a:pt x="9454" y="9620"/>
                  <a:pt x="9454" y="9716"/>
                </a:cubicBezTo>
                <a:lnTo>
                  <a:pt x="9454" y="9870"/>
                </a:lnTo>
                <a:lnTo>
                  <a:pt x="738" y="9870"/>
                </a:lnTo>
                <a:lnTo>
                  <a:pt x="738" y="9716"/>
                </a:lnTo>
                <a:cubicBezTo>
                  <a:pt x="738" y="9632"/>
                  <a:pt x="798" y="9561"/>
                  <a:pt x="881" y="9561"/>
                </a:cubicBezTo>
                <a:lnTo>
                  <a:pt x="3513" y="9561"/>
                </a:lnTo>
                <a:cubicBezTo>
                  <a:pt x="3608" y="9561"/>
                  <a:pt x="3667" y="9501"/>
                  <a:pt x="3667" y="9418"/>
                </a:cubicBezTo>
                <a:cubicBezTo>
                  <a:pt x="3667" y="9323"/>
                  <a:pt x="3608" y="9263"/>
                  <a:pt x="3513" y="9263"/>
                </a:cubicBezTo>
                <a:lnTo>
                  <a:pt x="1048" y="9263"/>
                </a:lnTo>
                <a:lnTo>
                  <a:pt x="1048" y="9085"/>
                </a:lnTo>
                <a:cubicBezTo>
                  <a:pt x="1048" y="9013"/>
                  <a:pt x="1108" y="8954"/>
                  <a:pt x="1179" y="8954"/>
                </a:cubicBezTo>
                <a:close/>
                <a:moveTo>
                  <a:pt x="5096" y="0"/>
                </a:moveTo>
                <a:cubicBezTo>
                  <a:pt x="5052" y="0"/>
                  <a:pt x="5007" y="12"/>
                  <a:pt x="4965" y="36"/>
                </a:cubicBezTo>
                <a:lnTo>
                  <a:pt x="858" y="2429"/>
                </a:lnTo>
                <a:cubicBezTo>
                  <a:pt x="834" y="2453"/>
                  <a:pt x="822" y="2453"/>
                  <a:pt x="822" y="2465"/>
                </a:cubicBezTo>
                <a:cubicBezTo>
                  <a:pt x="762" y="2524"/>
                  <a:pt x="715" y="2596"/>
                  <a:pt x="715" y="2691"/>
                </a:cubicBezTo>
                <a:lnTo>
                  <a:pt x="715" y="3429"/>
                </a:lnTo>
                <a:cubicBezTo>
                  <a:pt x="715" y="3560"/>
                  <a:pt x="822" y="3679"/>
                  <a:pt x="941" y="3715"/>
                </a:cubicBezTo>
                <a:cubicBezTo>
                  <a:pt x="929" y="3763"/>
                  <a:pt x="917" y="3798"/>
                  <a:pt x="917" y="3846"/>
                </a:cubicBezTo>
                <a:cubicBezTo>
                  <a:pt x="917" y="3965"/>
                  <a:pt x="953" y="4084"/>
                  <a:pt x="1036" y="4179"/>
                </a:cubicBezTo>
                <a:cubicBezTo>
                  <a:pt x="1119" y="4263"/>
                  <a:pt x="1227" y="4310"/>
                  <a:pt x="1358" y="4310"/>
                </a:cubicBezTo>
                <a:cubicBezTo>
                  <a:pt x="1405" y="4310"/>
                  <a:pt x="1465" y="4298"/>
                  <a:pt x="1512" y="4274"/>
                </a:cubicBezTo>
                <a:lnTo>
                  <a:pt x="1512" y="8263"/>
                </a:lnTo>
                <a:cubicBezTo>
                  <a:pt x="1429" y="8311"/>
                  <a:pt x="1370" y="8406"/>
                  <a:pt x="1370" y="8489"/>
                </a:cubicBezTo>
                <a:lnTo>
                  <a:pt x="1370" y="8704"/>
                </a:lnTo>
                <a:lnTo>
                  <a:pt x="1191" y="8704"/>
                </a:lnTo>
                <a:cubicBezTo>
                  <a:pt x="953" y="8704"/>
                  <a:pt x="762" y="8894"/>
                  <a:pt x="762" y="9132"/>
                </a:cubicBezTo>
                <a:lnTo>
                  <a:pt x="762" y="9323"/>
                </a:lnTo>
                <a:cubicBezTo>
                  <a:pt x="584" y="9382"/>
                  <a:pt x="453" y="9549"/>
                  <a:pt x="453" y="9739"/>
                </a:cubicBezTo>
                <a:lnTo>
                  <a:pt x="453" y="9906"/>
                </a:lnTo>
                <a:lnTo>
                  <a:pt x="155" y="9906"/>
                </a:lnTo>
                <a:cubicBezTo>
                  <a:pt x="60" y="9906"/>
                  <a:pt x="0" y="9966"/>
                  <a:pt x="0" y="10049"/>
                </a:cubicBezTo>
                <a:cubicBezTo>
                  <a:pt x="0" y="10144"/>
                  <a:pt x="60" y="10204"/>
                  <a:pt x="155" y="10204"/>
                </a:cubicBezTo>
                <a:lnTo>
                  <a:pt x="10049" y="10204"/>
                </a:lnTo>
                <a:cubicBezTo>
                  <a:pt x="10133" y="10204"/>
                  <a:pt x="10192" y="10144"/>
                  <a:pt x="10192" y="10049"/>
                </a:cubicBezTo>
                <a:cubicBezTo>
                  <a:pt x="10180" y="9954"/>
                  <a:pt x="10109" y="9870"/>
                  <a:pt x="10037" y="9870"/>
                </a:cubicBezTo>
                <a:lnTo>
                  <a:pt x="9740" y="9870"/>
                </a:lnTo>
                <a:lnTo>
                  <a:pt x="9740" y="9716"/>
                </a:lnTo>
                <a:cubicBezTo>
                  <a:pt x="9740" y="9513"/>
                  <a:pt x="9597" y="9335"/>
                  <a:pt x="9430" y="9299"/>
                </a:cubicBezTo>
                <a:lnTo>
                  <a:pt x="9430" y="9097"/>
                </a:lnTo>
                <a:cubicBezTo>
                  <a:pt x="9430" y="8858"/>
                  <a:pt x="9228" y="8668"/>
                  <a:pt x="8990" y="8668"/>
                </a:cubicBezTo>
                <a:lnTo>
                  <a:pt x="8918" y="8668"/>
                </a:lnTo>
                <a:lnTo>
                  <a:pt x="8918" y="8465"/>
                </a:lnTo>
                <a:cubicBezTo>
                  <a:pt x="8918" y="8358"/>
                  <a:pt x="8859" y="8287"/>
                  <a:pt x="8787" y="8239"/>
                </a:cubicBezTo>
                <a:lnTo>
                  <a:pt x="8787" y="4251"/>
                </a:lnTo>
                <a:cubicBezTo>
                  <a:pt x="8823" y="4263"/>
                  <a:pt x="8894" y="4274"/>
                  <a:pt x="8930" y="4274"/>
                </a:cubicBezTo>
                <a:cubicBezTo>
                  <a:pt x="9168" y="4274"/>
                  <a:pt x="9371" y="4084"/>
                  <a:pt x="9371" y="3858"/>
                </a:cubicBezTo>
                <a:cubicBezTo>
                  <a:pt x="9371" y="3786"/>
                  <a:pt x="9347" y="3715"/>
                  <a:pt x="9323" y="3655"/>
                </a:cubicBezTo>
                <a:cubicBezTo>
                  <a:pt x="9394" y="3608"/>
                  <a:pt x="9454" y="3524"/>
                  <a:pt x="9454" y="3417"/>
                </a:cubicBezTo>
                <a:lnTo>
                  <a:pt x="9454" y="2667"/>
                </a:lnTo>
                <a:cubicBezTo>
                  <a:pt x="9454" y="2572"/>
                  <a:pt x="9394" y="2465"/>
                  <a:pt x="9311" y="2417"/>
                </a:cubicBezTo>
                <a:lnTo>
                  <a:pt x="5227" y="36"/>
                </a:lnTo>
                <a:cubicBezTo>
                  <a:pt x="5185" y="12"/>
                  <a:pt x="5141" y="0"/>
                  <a:pt x="50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03" name="Google Shape;903;p59"/>
          <p:cNvGrpSpPr/>
          <p:nvPr/>
        </p:nvGrpSpPr>
        <p:grpSpPr>
          <a:xfrm>
            <a:off x="4433427" y="1506185"/>
            <a:ext cx="285739" cy="228595"/>
            <a:chOff x="7973468" y="3382322"/>
            <a:chExt cx="352590" cy="287072"/>
          </a:xfrm>
        </p:grpSpPr>
        <p:sp>
          <p:nvSpPr>
            <p:cNvPr id="904" name="Google Shape;904;p59"/>
            <p:cNvSpPr/>
            <p:nvPr/>
          </p:nvSpPr>
          <p:spPr>
            <a:xfrm>
              <a:off x="7973468" y="3382322"/>
              <a:ext cx="352590" cy="287072"/>
            </a:xfrm>
            <a:custGeom>
              <a:avLst/>
              <a:gdLst/>
              <a:ahLst/>
              <a:cxnLst/>
              <a:rect l="l" t="t" r="r" b="b"/>
              <a:pathLst>
                <a:path w="11086" h="9026" extrusionOk="0">
                  <a:moveTo>
                    <a:pt x="5370" y="334"/>
                  </a:moveTo>
                  <a:lnTo>
                    <a:pt x="5370" y="7001"/>
                  </a:lnTo>
                  <a:lnTo>
                    <a:pt x="941" y="7001"/>
                  </a:lnTo>
                  <a:lnTo>
                    <a:pt x="941" y="334"/>
                  </a:lnTo>
                  <a:close/>
                  <a:moveTo>
                    <a:pt x="5370" y="7323"/>
                  </a:moveTo>
                  <a:lnTo>
                    <a:pt x="5370" y="7656"/>
                  </a:lnTo>
                  <a:lnTo>
                    <a:pt x="941" y="7656"/>
                  </a:lnTo>
                  <a:lnTo>
                    <a:pt x="941" y="7323"/>
                  </a:lnTo>
                  <a:close/>
                  <a:moveTo>
                    <a:pt x="10133" y="7323"/>
                  </a:moveTo>
                  <a:lnTo>
                    <a:pt x="10133" y="7656"/>
                  </a:lnTo>
                  <a:lnTo>
                    <a:pt x="5704" y="7656"/>
                  </a:lnTo>
                  <a:lnTo>
                    <a:pt x="5704" y="7323"/>
                  </a:lnTo>
                  <a:close/>
                  <a:moveTo>
                    <a:pt x="5835" y="7977"/>
                  </a:moveTo>
                  <a:lnTo>
                    <a:pt x="5835" y="8680"/>
                  </a:lnTo>
                  <a:lnTo>
                    <a:pt x="5240" y="8692"/>
                  </a:lnTo>
                  <a:cubicBezTo>
                    <a:pt x="5240" y="8692"/>
                    <a:pt x="5228" y="8692"/>
                    <a:pt x="5228" y="8680"/>
                  </a:cubicBezTo>
                  <a:lnTo>
                    <a:pt x="5228" y="7977"/>
                  </a:lnTo>
                  <a:close/>
                  <a:moveTo>
                    <a:pt x="775" y="0"/>
                  </a:moveTo>
                  <a:cubicBezTo>
                    <a:pt x="691" y="0"/>
                    <a:pt x="608" y="72"/>
                    <a:pt x="608" y="167"/>
                  </a:cubicBezTo>
                  <a:lnTo>
                    <a:pt x="608" y="536"/>
                  </a:lnTo>
                  <a:lnTo>
                    <a:pt x="465" y="536"/>
                  </a:lnTo>
                  <a:cubicBezTo>
                    <a:pt x="215" y="536"/>
                    <a:pt x="1" y="738"/>
                    <a:pt x="1" y="1000"/>
                  </a:cubicBezTo>
                  <a:lnTo>
                    <a:pt x="1" y="1715"/>
                  </a:lnTo>
                  <a:cubicBezTo>
                    <a:pt x="1" y="1798"/>
                    <a:pt x="72" y="1881"/>
                    <a:pt x="167" y="1881"/>
                  </a:cubicBezTo>
                  <a:cubicBezTo>
                    <a:pt x="251" y="1881"/>
                    <a:pt x="334" y="1798"/>
                    <a:pt x="334" y="1715"/>
                  </a:cubicBezTo>
                  <a:lnTo>
                    <a:pt x="334" y="1000"/>
                  </a:lnTo>
                  <a:cubicBezTo>
                    <a:pt x="334" y="929"/>
                    <a:pt x="394" y="869"/>
                    <a:pt x="465" y="869"/>
                  </a:cubicBezTo>
                  <a:lnTo>
                    <a:pt x="608" y="869"/>
                  </a:lnTo>
                  <a:lnTo>
                    <a:pt x="608" y="7799"/>
                  </a:lnTo>
                  <a:cubicBezTo>
                    <a:pt x="608" y="7894"/>
                    <a:pt x="691" y="7965"/>
                    <a:pt x="775" y="7965"/>
                  </a:cubicBezTo>
                  <a:lnTo>
                    <a:pt x="4918" y="7965"/>
                  </a:lnTo>
                  <a:lnTo>
                    <a:pt x="4918" y="8335"/>
                  </a:lnTo>
                  <a:lnTo>
                    <a:pt x="465" y="8335"/>
                  </a:lnTo>
                  <a:cubicBezTo>
                    <a:pt x="394" y="8335"/>
                    <a:pt x="334" y="8275"/>
                    <a:pt x="334" y="8204"/>
                  </a:cubicBezTo>
                  <a:lnTo>
                    <a:pt x="334" y="2429"/>
                  </a:lnTo>
                  <a:cubicBezTo>
                    <a:pt x="334" y="2334"/>
                    <a:pt x="251" y="2262"/>
                    <a:pt x="167" y="2262"/>
                  </a:cubicBezTo>
                  <a:cubicBezTo>
                    <a:pt x="72" y="2262"/>
                    <a:pt x="1" y="2334"/>
                    <a:pt x="1" y="2429"/>
                  </a:cubicBezTo>
                  <a:lnTo>
                    <a:pt x="1" y="8204"/>
                  </a:lnTo>
                  <a:cubicBezTo>
                    <a:pt x="1" y="8454"/>
                    <a:pt x="215" y="8668"/>
                    <a:pt x="465" y="8668"/>
                  </a:cubicBezTo>
                  <a:lnTo>
                    <a:pt x="4918" y="8668"/>
                  </a:lnTo>
                  <a:lnTo>
                    <a:pt x="4918" y="8680"/>
                  </a:lnTo>
                  <a:cubicBezTo>
                    <a:pt x="4918" y="8858"/>
                    <a:pt x="5061" y="9025"/>
                    <a:pt x="5251" y="9025"/>
                  </a:cubicBezTo>
                  <a:lnTo>
                    <a:pt x="5835" y="9025"/>
                  </a:lnTo>
                  <a:cubicBezTo>
                    <a:pt x="6013" y="9025"/>
                    <a:pt x="6180" y="8870"/>
                    <a:pt x="6180" y="8680"/>
                  </a:cubicBezTo>
                  <a:lnTo>
                    <a:pt x="6180" y="8668"/>
                  </a:lnTo>
                  <a:lnTo>
                    <a:pt x="10633" y="8668"/>
                  </a:lnTo>
                  <a:cubicBezTo>
                    <a:pt x="10883" y="8668"/>
                    <a:pt x="11085" y="8454"/>
                    <a:pt x="11085" y="8204"/>
                  </a:cubicBezTo>
                  <a:lnTo>
                    <a:pt x="11085" y="1012"/>
                  </a:lnTo>
                  <a:cubicBezTo>
                    <a:pt x="11074" y="762"/>
                    <a:pt x="10871" y="548"/>
                    <a:pt x="10609" y="548"/>
                  </a:cubicBezTo>
                  <a:lnTo>
                    <a:pt x="10466" y="548"/>
                  </a:lnTo>
                  <a:lnTo>
                    <a:pt x="10466" y="179"/>
                  </a:lnTo>
                  <a:cubicBezTo>
                    <a:pt x="10466" y="95"/>
                    <a:pt x="10395" y="12"/>
                    <a:pt x="10300" y="12"/>
                  </a:cubicBezTo>
                  <a:lnTo>
                    <a:pt x="9692" y="12"/>
                  </a:lnTo>
                  <a:cubicBezTo>
                    <a:pt x="9597" y="12"/>
                    <a:pt x="9526" y="95"/>
                    <a:pt x="9526" y="179"/>
                  </a:cubicBezTo>
                  <a:cubicBezTo>
                    <a:pt x="9526" y="274"/>
                    <a:pt x="9597" y="345"/>
                    <a:pt x="9692" y="345"/>
                  </a:cubicBezTo>
                  <a:lnTo>
                    <a:pt x="10133" y="345"/>
                  </a:lnTo>
                  <a:lnTo>
                    <a:pt x="10133" y="5894"/>
                  </a:lnTo>
                  <a:cubicBezTo>
                    <a:pt x="10133" y="5989"/>
                    <a:pt x="10216" y="6060"/>
                    <a:pt x="10300" y="6060"/>
                  </a:cubicBezTo>
                  <a:cubicBezTo>
                    <a:pt x="10395" y="6060"/>
                    <a:pt x="10466" y="5989"/>
                    <a:pt x="10466" y="5894"/>
                  </a:cubicBezTo>
                  <a:lnTo>
                    <a:pt x="10466" y="881"/>
                  </a:lnTo>
                  <a:lnTo>
                    <a:pt x="10609" y="881"/>
                  </a:lnTo>
                  <a:cubicBezTo>
                    <a:pt x="10693" y="881"/>
                    <a:pt x="10752" y="941"/>
                    <a:pt x="10752" y="1012"/>
                  </a:cubicBezTo>
                  <a:lnTo>
                    <a:pt x="10752" y="8204"/>
                  </a:lnTo>
                  <a:cubicBezTo>
                    <a:pt x="10752" y="8275"/>
                    <a:pt x="10693" y="8335"/>
                    <a:pt x="10609" y="8335"/>
                  </a:cubicBezTo>
                  <a:lnTo>
                    <a:pt x="6168" y="8335"/>
                  </a:lnTo>
                  <a:lnTo>
                    <a:pt x="6168" y="7965"/>
                  </a:lnTo>
                  <a:lnTo>
                    <a:pt x="10300" y="7965"/>
                  </a:lnTo>
                  <a:cubicBezTo>
                    <a:pt x="10395" y="7965"/>
                    <a:pt x="10466" y="7882"/>
                    <a:pt x="10466" y="7799"/>
                  </a:cubicBezTo>
                  <a:lnTo>
                    <a:pt x="10466" y="6584"/>
                  </a:lnTo>
                  <a:cubicBezTo>
                    <a:pt x="10466" y="6489"/>
                    <a:pt x="10395" y="6418"/>
                    <a:pt x="10300" y="6418"/>
                  </a:cubicBezTo>
                  <a:cubicBezTo>
                    <a:pt x="10216" y="6418"/>
                    <a:pt x="10133" y="6489"/>
                    <a:pt x="10133" y="6584"/>
                  </a:cubicBezTo>
                  <a:lnTo>
                    <a:pt x="10133" y="7001"/>
                  </a:lnTo>
                  <a:lnTo>
                    <a:pt x="5704" y="7001"/>
                  </a:lnTo>
                  <a:lnTo>
                    <a:pt x="5704" y="334"/>
                  </a:lnTo>
                  <a:lnTo>
                    <a:pt x="9002" y="334"/>
                  </a:lnTo>
                  <a:cubicBezTo>
                    <a:pt x="9097" y="334"/>
                    <a:pt x="9169" y="250"/>
                    <a:pt x="9169" y="167"/>
                  </a:cubicBezTo>
                  <a:cubicBezTo>
                    <a:pt x="9169" y="72"/>
                    <a:pt x="9097" y="0"/>
                    <a:pt x="90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59"/>
            <p:cNvSpPr/>
            <p:nvPr/>
          </p:nvSpPr>
          <p:spPr>
            <a:xfrm>
              <a:off x="8051486" y="3417149"/>
              <a:ext cx="73883" cy="10623"/>
            </a:xfrm>
            <a:custGeom>
              <a:avLst/>
              <a:gdLst/>
              <a:ahLst/>
              <a:cxnLst/>
              <a:rect l="l" t="t" r="r" b="b"/>
              <a:pathLst>
                <a:path w="2323" h="334" extrusionOk="0">
                  <a:moveTo>
                    <a:pt x="167" y="1"/>
                  </a:moveTo>
                  <a:cubicBezTo>
                    <a:pt x="84" y="1"/>
                    <a:pt x="0" y="84"/>
                    <a:pt x="0" y="167"/>
                  </a:cubicBezTo>
                  <a:cubicBezTo>
                    <a:pt x="0" y="262"/>
                    <a:pt x="84" y="334"/>
                    <a:pt x="167" y="334"/>
                  </a:cubicBezTo>
                  <a:lnTo>
                    <a:pt x="2167" y="334"/>
                  </a:lnTo>
                  <a:cubicBezTo>
                    <a:pt x="2251" y="334"/>
                    <a:pt x="2322" y="262"/>
                    <a:pt x="2322" y="167"/>
                  </a:cubicBezTo>
                  <a:cubicBezTo>
                    <a:pt x="2322" y="84"/>
                    <a:pt x="2251" y="1"/>
                    <a:pt x="21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59"/>
            <p:cNvSpPr/>
            <p:nvPr/>
          </p:nvSpPr>
          <p:spPr>
            <a:xfrm>
              <a:off x="8022702" y="3437981"/>
              <a:ext cx="102667" cy="10623"/>
            </a:xfrm>
            <a:custGeom>
              <a:avLst/>
              <a:gdLst/>
              <a:ahLst/>
              <a:cxnLst/>
              <a:rect l="l" t="t" r="r" b="b"/>
              <a:pathLst>
                <a:path w="3228" h="334" extrusionOk="0">
                  <a:moveTo>
                    <a:pt x="167" y="0"/>
                  </a:moveTo>
                  <a:cubicBezTo>
                    <a:pt x="72" y="0"/>
                    <a:pt x="1" y="84"/>
                    <a:pt x="1" y="167"/>
                  </a:cubicBezTo>
                  <a:cubicBezTo>
                    <a:pt x="12" y="262"/>
                    <a:pt x="72" y="334"/>
                    <a:pt x="167" y="334"/>
                  </a:cubicBezTo>
                  <a:lnTo>
                    <a:pt x="3072" y="334"/>
                  </a:lnTo>
                  <a:cubicBezTo>
                    <a:pt x="3156" y="334"/>
                    <a:pt x="3227" y="262"/>
                    <a:pt x="3227" y="167"/>
                  </a:cubicBezTo>
                  <a:cubicBezTo>
                    <a:pt x="3227" y="84"/>
                    <a:pt x="3156" y="0"/>
                    <a:pt x="30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59"/>
            <p:cNvSpPr/>
            <p:nvPr/>
          </p:nvSpPr>
          <p:spPr>
            <a:xfrm>
              <a:off x="8022702" y="3458432"/>
              <a:ext cx="102667" cy="10623"/>
            </a:xfrm>
            <a:custGeom>
              <a:avLst/>
              <a:gdLst/>
              <a:ahLst/>
              <a:cxnLst/>
              <a:rect l="l" t="t" r="r" b="b"/>
              <a:pathLst>
                <a:path w="3228" h="334" extrusionOk="0">
                  <a:moveTo>
                    <a:pt x="167" y="0"/>
                  </a:moveTo>
                  <a:cubicBezTo>
                    <a:pt x="72" y="0"/>
                    <a:pt x="1" y="84"/>
                    <a:pt x="1" y="167"/>
                  </a:cubicBezTo>
                  <a:cubicBezTo>
                    <a:pt x="12" y="274"/>
                    <a:pt x="72" y="334"/>
                    <a:pt x="167" y="334"/>
                  </a:cubicBezTo>
                  <a:lnTo>
                    <a:pt x="3072" y="334"/>
                  </a:lnTo>
                  <a:cubicBezTo>
                    <a:pt x="3156" y="334"/>
                    <a:pt x="3227" y="262"/>
                    <a:pt x="3227" y="167"/>
                  </a:cubicBezTo>
                  <a:cubicBezTo>
                    <a:pt x="3227" y="84"/>
                    <a:pt x="3156" y="0"/>
                    <a:pt x="307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59"/>
            <p:cNvSpPr/>
            <p:nvPr/>
          </p:nvSpPr>
          <p:spPr>
            <a:xfrm>
              <a:off x="8022702" y="3479264"/>
              <a:ext cx="81071" cy="10623"/>
            </a:xfrm>
            <a:custGeom>
              <a:avLst/>
              <a:gdLst/>
              <a:ahLst/>
              <a:cxnLst/>
              <a:rect l="l" t="t" r="r" b="b"/>
              <a:pathLst>
                <a:path w="2549" h="334" extrusionOk="0">
                  <a:moveTo>
                    <a:pt x="167" y="0"/>
                  </a:moveTo>
                  <a:cubicBezTo>
                    <a:pt x="72" y="0"/>
                    <a:pt x="1" y="84"/>
                    <a:pt x="1" y="167"/>
                  </a:cubicBezTo>
                  <a:cubicBezTo>
                    <a:pt x="12" y="262"/>
                    <a:pt x="72" y="334"/>
                    <a:pt x="167" y="334"/>
                  </a:cubicBezTo>
                  <a:lnTo>
                    <a:pt x="2382" y="334"/>
                  </a:lnTo>
                  <a:cubicBezTo>
                    <a:pt x="2477" y="334"/>
                    <a:pt x="2549" y="262"/>
                    <a:pt x="2549" y="167"/>
                  </a:cubicBezTo>
                  <a:cubicBezTo>
                    <a:pt x="2549" y="84"/>
                    <a:pt x="2477" y="0"/>
                    <a:pt x="23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59"/>
            <p:cNvSpPr/>
            <p:nvPr/>
          </p:nvSpPr>
          <p:spPr>
            <a:xfrm>
              <a:off x="8051486" y="3520515"/>
              <a:ext cx="73883" cy="10655"/>
            </a:xfrm>
            <a:custGeom>
              <a:avLst/>
              <a:gdLst/>
              <a:ahLst/>
              <a:cxnLst/>
              <a:rect l="l" t="t" r="r" b="b"/>
              <a:pathLst>
                <a:path w="2323" h="335" extrusionOk="0">
                  <a:moveTo>
                    <a:pt x="167" y="1"/>
                  </a:moveTo>
                  <a:cubicBezTo>
                    <a:pt x="84" y="1"/>
                    <a:pt x="0" y="72"/>
                    <a:pt x="0" y="168"/>
                  </a:cubicBezTo>
                  <a:cubicBezTo>
                    <a:pt x="0" y="251"/>
                    <a:pt x="84" y="334"/>
                    <a:pt x="167" y="334"/>
                  </a:cubicBezTo>
                  <a:lnTo>
                    <a:pt x="2167" y="334"/>
                  </a:lnTo>
                  <a:cubicBezTo>
                    <a:pt x="2251" y="334"/>
                    <a:pt x="2322" y="251"/>
                    <a:pt x="2322" y="168"/>
                  </a:cubicBezTo>
                  <a:cubicBezTo>
                    <a:pt x="2322" y="72"/>
                    <a:pt x="2251" y="1"/>
                    <a:pt x="21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59"/>
            <p:cNvSpPr/>
            <p:nvPr/>
          </p:nvSpPr>
          <p:spPr>
            <a:xfrm>
              <a:off x="8022702" y="3540966"/>
              <a:ext cx="102667" cy="10273"/>
            </a:xfrm>
            <a:custGeom>
              <a:avLst/>
              <a:gdLst/>
              <a:ahLst/>
              <a:cxnLst/>
              <a:rect l="l" t="t" r="r" b="b"/>
              <a:pathLst>
                <a:path w="3228" h="323" extrusionOk="0">
                  <a:moveTo>
                    <a:pt x="167" y="1"/>
                  </a:moveTo>
                  <a:cubicBezTo>
                    <a:pt x="72" y="1"/>
                    <a:pt x="1" y="72"/>
                    <a:pt x="1" y="168"/>
                  </a:cubicBezTo>
                  <a:cubicBezTo>
                    <a:pt x="12" y="263"/>
                    <a:pt x="72" y="322"/>
                    <a:pt x="167" y="322"/>
                  </a:cubicBezTo>
                  <a:lnTo>
                    <a:pt x="3072" y="322"/>
                  </a:lnTo>
                  <a:cubicBezTo>
                    <a:pt x="3156" y="322"/>
                    <a:pt x="3227" y="251"/>
                    <a:pt x="3227" y="168"/>
                  </a:cubicBezTo>
                  <a:cubicBezTo>
                    <a:pt x="3227" y="72"/>
                    <a:pt x="3156" y="1"/>
                    <a:pt x="30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59"/>
            <p:cNvSpPr/>
            <p:nvPr/>
          </p:nvSpPr>
          <p:spPr>
            <a:xfrm>
              <a:off x="8022702" y="3561798"/>
              <a:ext cx="49266" cy="10273"/>
            </a:xfrm>
            <a:custGeom>
              <a:avLst/>
              <a:gdLst/>
              <a:ahLst/>
              <a:cxnLst/>
              <a:rect l="l" t="t" r="r" b="b"/>
              <a:pathLst>
                <a:path w="1549" h="323" extrusionOk="0">
                  <a:moveTo>
                    <a:pt x="167" y="1"/>
                  </a:moveTo>
                  <a:cubicBezTo>
                    <a:pt x="72" y="1"/>
                    <a:pt x="1" y="72"/>
                    <a:pt x="1" y="167"/>
                  </a:cubicBezTo>
                  <a:cubicBezTo>
                    <a:pt x="12" y="251"/>
                    <a:pt x="72" y="322"/>
                    <a:pt x="167" y="322"/>
                  </a:cubicBezTo>
                  <a:lnTo>
                    <a:pt x="1382" y="322"/>
                  </a:lnTo>
                  <a:cubicBezTo>
                    <a:pt x="1477" y="322"/>
                    <a:pt x="1548" y="251"/>
                    <a:pt x="1548" y="167"/>
                  </a:cubicBezTo>
                  <a:cubicBezTo>
                    <a:pt x="1548" y="72"/>
                    <a:pt x="1477" y="1"/>
                    <a:pt x="1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59"/>
            <p:cNvSpPr/>
            <p:nvPr/>
          </p:nvSpPr>
          <p:spPr>
            <a:xfrm>
              <a:off x="8200683" y="3486452"/>
              <a:ext cx="73883" cy="10623"/>
            </a:xfrm>
            <a:custGeom>
              <a:avLst/>
              <a:gdLst/>
              <a:ahLst/>
              <a:cxnLst/>
              <a:rect l="l" t="t" r="r" b="b"/>
              <a:pathLst>
                <a:path w="2323" h="334" extrusionOk="0">
                  <a:moveTo>
                    <a:pt x="167" y="0"/>
                  </a:moveTo>
                  <a:cubicBezTo>
                    <a:pt x="72" y="0"/>
                    <a:pt x="1" y="72"/>
                    <a:pt x="1" y="167"/>
                  </a:cubicBezTo>
                  <a:cubicBezTo>
                    <a:pt x="1" y="250"/>
                    <a:pt x="72" y="334"/>
                    <a:pt x="167" y="334"/>
                  </a:cubicBezTo>
                  <a:lnTo>
                    <a:pt x="2156" y="334"/>
                  </a:lnTo>
                  <a:cubicBezTo>
                    <a:pt x="2251" y="334"/>
                    <a:pt x="2322" y="250"/>
                    <a:pt x="2322" y="167"/>
                  </a:cubicBezTo>
                  <a:cubicBezTo>
                    <a:pt x="2322" y="72"/>
                    <a:pt x="2251" y="0"/>
                    <a:pt x="215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59"/>
            <p:cNvSpPr/>
            <p:nvPr/>
          </p:nvSpPr>
          <p:spPr>
            <a:xfrm>
              <a:off x="8171899" y="3506902"/>
              <a:ext cx="102667" cy="10241"/>
            </a:xfrm>
            <a:custGeom>
              <a:avLst/>
              <a:gdLst/>
              <a:ahLst/>
              <a:cxnLst/>
              <a:rect l="l" t="t" r="r" b="b"/>
              <a:pathLst>
                <a:path w="3228" h="322" extrusionOk="0">
                  <a:moveTo>
                    <a:pt x="167" y="0"/>
                  </a:moveTo>
                  <a:cubicBezTo>
                    <a:pt x="72" y="0"/>
                    <a:pt x="1" y="72"/>
                    <a:pt x="1" y="167"/>
                  </a:cubicBezTo>
                  <a:cubicBezTo>
                    <a:pt x="1" y="250"/>
                    <a:pt x="72" y="322"/>
                    <a:pt x="167" y="322"/>
                  </a:cubicBezTo>
                  <a:lnTo>
                    <a:pt x="3061" y="322"/>
                  </a:lnTo>
                  <a:cubicBezTo>
                    <a:pt x="3156" y="322"/>
                    <a:pt x="3227" y="250"/>
                    <a:pt x="3227" y="167"/>
                  </a:cubicBezTo>
                  <a:cubicBezTo>
                    <a:pt x="3227" y="72"/>
                    <a:pt x="3156" y="0"/>
                    <a:pt x="306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59"/>
            <p:cNvSpPr/>
            <p:nvPr/>
          </p:nvSpPr>
          <p:spPr>
            <a:xfrm>
              <a:off x="8171899" y="3527735"/>
              <a:ext cx="49266" cy="10241"/>
            </a:xfrm>
            <a:custGeom>
              <a:avLst/>
              <a:gdLst/>
              <a:ahLst/>
              <a:cxnLst/>
              <a:rect l="l" t="t" r="r" b="b"/>
              <a:pathLst>
                <a:path w="1549" h="322" extrusionOk="0">
                  <a:moveTo>
                    <a:pt x="167" y="0"/>
                  </a:moveTo>
                  <a:cubicBezTo>
                    <a:pt x="72" y="0"/>
                    <a:pt x="1" y="72"/>
                    <a:pt x="1" y="167"/>
                  </a:cubicBezTo>
                  <a:cubicBezTo>
                    <a:pt x="1" y="250"/>
                    <a:pt x="72" y="322"/>
                    <a:pt x="167" y="322"/>
                  </a:cubicBezTo>
                  <a:lnTo>
                    <a:pt x="1382" y="322"/>
                  </a:lnTo>
                  <a:cubicBezTo>
                    <a:pt x="1477" y="322"/>
                    <a:pt x="1548" y="250"/>
                    <a:pt x="1548" y="167"/>
                  </a:cubicBezTo>
                  <a:cubicBezTo>
                    <a:pt x="1548" y="72"/>
                    <a:pt x="1477" y="0"/>
                    <a:pt x="13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59"/>
            <p:cNvSpPr/>
            <p:nvPr/>
          </p:nvSpPr>
          <p:spPr>
            <a:xfrm>
              <a:off x="8174189" y="3417149"/>
              <a:ext cx="102635" cy="45099"/>
            </a:xfrm>
            <a:custGeom>
              <a:avLst/>
              <a:gdLst/>
              <a:ahLst/>
              <a:cxnLst/>
              <a:rect l="l" t="t" r="r" b="b"/>
              <a:pathLst>
                <a:path w="3227" h="1418" extrusionOk="0">
                  <a:moveTo>
                    <a:pt x="2905" y="334"/>
                  </a:moveTo>
                  <a:lnTo>
                    <a:pt x="2905" y="1096"/>
                  </a:lnTo>
                  <a:lnTo>
                    <a:pt x="333" y="1096"/>
                  </a:lnTo>
                  <a:lnTo>
                    <a:pt x="333" y="334"/>
                  </a:lnTo>
                  <a:close/>
                  <a:moveTo>
                    <a:pt x="167" y="1"/>
                  </a:moveTo>
                  <a:cubicBezTo>
                    <a:pt x="72" y="12"/>
                    <a:pt x="0" y="84"/>
                    <a:pt x="0" y="167"/>
                  </a:cubicBezTo>
                  <a:lnTo>
                    <a:pt x="0" y="1251"/>
                  </a:lnTo>
                  <a:cubicBezTo>
                    <a:pt x="0" y="1346"/>
                    <a:pt x="72" y="1417"/>
                    <a:pt x="167" y="1417"/>
                  </a:cubicBezTo>
                  <a:lnTo>
                    <a:pt x="3072" y="1417"/>
                  </a:lnTo>
                  <a:cubicBezTo>
                    <a:pt x="3155" y="1417"/>
                    <a:pt x="3227" y="1346"/>
                    <a:pt x="3227" y="1251"/>
                  </a:cubicBezTo>
                  <a:lnTo>
                    <a:pt x="3227" y="167"/>
                  </a:lnTo>
                  <a:cubicBezTo>
                    <a:pt x="3227" y="84"/>
                    <a:pt x="3155" y="1"/>
                    <a:pt x="30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6" name="Google Shape;916;p59"/>
          <p:cNvGrpSpPr/>
          <p:nvPr/>
        </p:nvGrpSpPr>
        <p:grpSpPr>
          <a:xfrm>
            <a:off x="4496883" y="3000907"/>
            <a:ext cx="158821" cy="274327"/>
            <a:chOff x="2487439" y="4280740"/>
            <a:chExt cx="198775" cy="348972"/>
          </a:xfrm>
        </p:grpSpPr>
        <p:sp>
          <p:nvSpPr>
            <p:cNvPr id="917" name="Google Shape;917;p59"/>
            <p:cNvSpPr/>
            <p:nvPr/>
          </p:nvSpPr>
          <p:spPr>
            <a:xfrm>
              <a:off x="2487439" y="4280740"/>
              <a:ext cx="198775" cy="348972"/>
            </a:xfrm>
            <a:custGeom>
              <a:avLst/>
              <a:gdLst/>
              <a:ahLst/>
              <a:cxnLst/>
              <a:rect l="l" t="t" r="r" b="b"/>
              <a:pathLst>
                <a:path w="6240" h="10955" extrusionOk="0">
                  <a:moveTo>
                    <a:pt x="5644" y="358"/>
                  </a:moveTo>
                  <a:lnTo>
                    <a:pt x="5644" y="2870"/>
                  </a:lnTo>
                  <a:cubicBezTo>
                    <a:pt x="5644" y="4001"/>
                    <a:pt x="4882" y="5013"/>
                    <a:pt x="3787" y="5311"/>
                  </a:cubicBezTo>
                  <a:cubicBezTo>
                    <a:pt x="3716" y="5323"/>
                    <a:pt x="3656" y="5406"/>
                    <a:pt x="3656" y="5478"/>
                  </a:cubicBezTo>
                  <a:cubicBezTo>
                    <a:pt x="3656" y="5549"/>
                    <a:pt x="3716" y="5621"/>
                    <a:pt x="3787" y="5644"/>
                  </a:cubicBezTo>
                  <a:cubicBezTo>
                    <a:pt x="4882" y="5942"/>
                    <a:pt x="5644" y="6954"/>
                    <a:pt x="5644" y="8085"/>
                  </a:cubicBezTo>
                  <a:lnTo>
                    <a:pt x="5644" y="10597"/>
                  </a:lnTo>
                  <a:lnTo>
                    <a:pt x="584" y="10597"/>
                  </a:lnTo>
                  <a:lnTo>
                    <a:pt x="584" y="8085"/>
                  </a:lnTo>
                  <a:cubicBezTo>
                    <a:pt x="584" y="6954"/>
                    <a:pt x="1346" y="5942"/>
                    <a:pt x="2442" y="5644"/>
                  </a:cubicBezTo>
                  <a:cubicBezTo>
                    <a:pt x="2525" y="5621"/>
                    <a:pt x="2573" y="5549"/>
                    <a:pt x="2573" y="5478"/>
                  </a:cubicBezTo>
                  <a:cubicBezTo>
                    <a:pt x="2573" y="5406"/>
                    <a:pt x="2525" y="5323"/>
                    <a:pt x="2442" y="5311"/>
                  </a:cubicBezTo>
                  <a:cubicBezTo>
                    <a:pt x="1346" y="5013"/>
                    <a:pt x="584" y="4001"/>
                    <a:pt x="584" y="2870"/>
                  </a:cubicBezTo>
                  <a:lnTo>
                    <a:pt x="584" y="358"/>
                  </a:lnTo>
                  <a:close/>
                  <a:moveTo>
                    <a:pt x="179" y="1"/>
                  </a:moveTo>
                  <a:cubicBezTo>
                    <a:pt x="84" y="1"/>
                    <a:pt x="1" y="72"/>
                    <a:pt x="1" y="179"/>
                  </a:cubicBezTo>
                  <a:cubicBezTo>
                    <a:pt x="1" y="287"/>
                    <a:pt x="84" y="358"/>
                    <a:pt x="179" y="358"/>
                  </a:cubicBezTo>
                  <a:lnTo>
                    <a:pt x="239" y="358"/>
                  </a:lnTo>
                  <a:lnTo>
                    <a:pt x="239" y="2870"/>
                  </a:lnTo>
                  <a:cubicBezTo>
                    <a:pt x="239" y="4001"/>
                    <a:pt x="894" y="5013"/>
                    <a:pt x="1894" y="5478"/>
                  </a:cubicBezTo>
                  <a:cubicBezTo>
                    <a:pt x="894" y="5942"/>
                    <a:pt x="239" y="6966"/>
                    <a:pt x="239" y="8085"/>
                  </a:cubicBezTo>
                  <a:lnTo>
                    <a:pt x="239" y="10597"/>
                  </a:lnTo>
                  <a:lnTo>
                    <a:pt x="179" y="10597"/>
                  </a:lnTo>
                  <a:cubicBezTo>
                    <a:pt x="84" y="10597"/>
                    <a:pt x="1" y="10669"/>
                    <a:pt x="1" y="10776"/>
                  </a:cubicBezTo>
                  <a:cubicBezTo>
                    <a:pt x="1" y="10883"/>
                    <a:pt x="84" y="10955"/>
                    <a:pt x="179" y="10955"/>
                  </a:cubicBezTo>
                  <a:lnTo>
                    <a:pt x="6061" y="10955"/>
                  </a:lnTo>
                  <a:cubicBezTo>
                    <a:pt x="6168" y="10955"/>
                    <a:pt x="6240" y="10883"/>
                    <a:pt x="6240" y="10776"/>
                  </a:cubicBezTo>
                  <a:cubicBezTo>
                    <a:pt x="6240" y="10669"/>
                    <a:pt x="6144" y="10597"/>
                    <a:pt x="6061" y="10597"/>
                  </a:cubicBezTo>
                  <a:lnTo>
                    <a:pt x="6002" y="10597"/>
                  </a:lnTo>
                  <a:lnTo>
                    <a:pt x="6002" y="8085"/>
                  </a:lnTo>
                  <a:cubicBezTo>
                    <a:pt x="6002" y="6954"/>
                    <a:pt x="5347" y="5942"/>
                    <a:pt x="4347" y="5478"/>
                  </a:cubicBezTo>
                  <a:cubicBezTo>
                    <a:pt x="5347" y="5013"/>
                    <a:pt x="6002" y="3989"/>
                    <a:pt x="6002" y="2870"/>
                  </a:cubicBezTo>
                  <a:lnTo>
                    <a:pt x="6002" y="358"/>
                  </a:lnTo>
                  <a:lnTo>
                    <a:pt x="6061" y="358"/>
                  </a:lnTo>
                  <a:cubicBezTo>
                    <a:pt x="6168" y="358"/>
                    <a:pt x="6240" y="287"/>
                    <a:pt x="6240" y="179"/>
                  </a:cubicBezTo>
                  <a:cubicBezTo>
                    <a:pt x="6240" y="72"/>
                    <a:pt x="6168" y="1"/>
                    <a:pt x="606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59"/>
            <p:cNvSpPr/>
            <p:nvPr/>
          </p:nvSpPr>
          <p:spPr>
            <a:xfrm>
              <a:off x="2516267" y="4511784"/>
              <a:ext cx="139620" cy="95565"/>
            </a:xfrm>
            <a:custGeom>
              <a:avLst/>
              <a:gdLst/>
              <a:ahLst/>
              <a:cxnLst/>
              <a:rect l="l" t="t" r="r" b="b"/>
              <a:pathLst>
                <a:path w="4383" h="3000" extrusionOk="0">
                  <a:moveTo>
                    <a:pt x="1670" y="0"/>
                  </a:moveTo>
                  <a:cubicBezTo>
                    <a:pt x="1650" y="0"/>
                    <a:pt x="1629" y="4"/>
                    <a:pt x="1608" y="11"/>
                  </a:cubicBezTo>
                  <a:cubicBezTo>
                    <a:pt x="679" y="261"/>
                    <a:pt x="1" y="1130"/>
                    <a:pt x="1" y="2106"/>
                  </a:cubicBezTo>
                  <a:lnTo>
                    <a:pt x="1" y="2821"/>
                  </a:lnTo>
                  <a:cubicBezTo>
                    <a:pt x="1" y="2928"/>
                    <a:pt x="84" y="2999"/>
                    <a:pt x="179" y="2999"/>
                  </a:cubicBezTo>
                  <a:lnTo>
                    <a:pt x="4192" y="2999"/>
                  </a:lnTo>
                  <a:cubicBezTo>
                    <a:pt x="4299" y="2999"/>
                    <a:pt x="4370" y="2928"/>
                    <a:pt x="4370" y="2821"/>
                  </a:cubicBezTo>
                  <a:lnTo>
                    <a:pt x="4370" y="2106"/>
                  </a:lnTo>
                  <a:cubicBezTo>
                    <a:pt x="4382" y="1130"/>
                    <a:pt x="3727" y="261"/>
                    <a:pt x="2787" y="11"/>
                  </a:cubicBezTo>
                  <a:cubicBezTo>
                    <a:pt x="2770" y="4"/>
                    <a:pt x="2752" y="0"/>
                    <a:pt x="2735" y="0"/>
                  </a:cubicBezTo>
                  <a:cubicBezTo>
                    <a:pt x="2663" y="0"/>
                    <a:pt x="2589" y="54"/>
                    <a:pt x="2560" y="130"/>
                  </a:cubicBezTo>
                  <a:cubicBezTo>
                    <a:pt x="2537" y="213"/>
                    <a:pt x="2596" y="320"/>
                    <a:pt x="2680" y="356"/>
                  </a:cubicBezTo>
                  <a:cubicBezTo>
                    <a:pt x="3477" y="570"/>
                    <a:pt x="4025" y="1285"/>
                    <a:pt x="4025" y="2106"/>
                  </a:cubicBezTo>
                  <a:lnTo>
                    <a:pt x="4025" y="2642"/>
                  </a:lnTo>
                  <a:lnTo>
                    <a:pt x="382" y="2642"/>
                  </a:lnTo>
                  <a:lnTo>
                    <a:pt x="382" y="2106"/>
                  </a:lnTo>
                  <a:cubicBezTo>
                    <a:pt x="382" y="1285"/>
                    <a:pt x="929" y="558"/>
                    <a:pt x="1715" y="356"/>
                  </a:cubicBezTo>
                  <a:cubicBezTo>
                    <a:pt x="1810" y="320"/>
                    <a:pt x="1870" y="237"/>
                    <a:pt x="1834" y="130"/>
                  </a:cubicBezTo>
                  <a:cubicBezTo>
                    <a:pt x="1815" y="54"/>
                    <a:pt x="1750" y="0"/>
                    <a:pt x="167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59"/>
            <p:cNvSpPr/>
            <p:nvPr/>
          </p:nvSpPr>
          <p:spPr>
            <a:xfrm>
              <a:off x="2518911" y="4385065"/>
              <a:ext cx="134683" cy="105090"/>
            </a:xfrm>
            <a:custGeom>
              <a:avLst/>
              <a:gdLst/>
              <a:ahLst/>
              <a:cxnLst/>
              <a:rect l="l" t="t" r="r" b="b"/>
              <a:pathLst>
                <a:path w="4228" h="3299" extrusionOk="0">
                  <a:moveTo>
                    <a:pt x="191" y="0"/>
                  </a:moveTo>
                  <a:cubicBezTo>
                    <a:pt x="132" y="0"/>
                    <a:pt x="84" y="24"/>
                    <a:pt x="49" y="72"/>
                  </a:cubicBezTo>
                  <a:cubicBezTo>
                    <a:pt x="13" y="119"/>
                    <a:pt x="1" y="179"/>
                    <a:pt x="13" y="238"/>
                  </a:cubicBezTo>
                  <a:cubicBezTo>
                    <a:pt x="239" y="953"/>
                    <a:pt x="799" y="1512"/>
                    <a:pt x="1513" y="1691"/>
                  </a:cubicBezTo>
                  <a:cubicBezTo>
                    <a:pt x="1632" y="1727"/>
                    <a:pt x="1751" y="1750"/>
                    <a:pt x="1918" y="1774"/>
                  </a:cubicBezTo>
                  <a:lnTo>
                    <a:pt x="1954" y="3120"/>
                  </a:lnTo>
                  <a:cubicBezTo>
                    <a:pt x="1954" y="3227"/>
                    <a:pt x="2025" y="3298"/>
                    <a:pt x="2132" y="3298"/>
                  </a:cubicBezTo>
                  <a:cubicBezTo>
                    <a:pt x="2227" y="3298"/>
                    <a:pt x="2311" y="3227"/>
                    <a:pt x="2311" y="3120"/>
                  </a:cubicBezTo>
                  <a:lnTo>
                    <a:pt x="2311" y="1774"/>
                  </a:lnTo>
                  <a:cubicBezTo>
                    <a:pt x="2466" y="1750"/>
                    <a:pt x="2585" y="1727"/>
                    <a:pt x="2704" y="1691"/>
                  </a:cubicBezTo>
                  <a:cubicBezTo>
                    <a:pt x="3418" y="1512"/>
                    <a:pt x="4001" y="953"/>
                    <a:pt x="4216" y="238"/>
                  </a:cubicBezTo>
                  <a:cubicBezTo>
                    <a:pt x="4228" y="179"/>
                    <a:pt x="4216" y="119"/>
                    <a:pt x="4180" y="72"/>
                  </a:cubicBezTo>
                  <a:cubicBezTo>
                    <a:pt x="4156" y="24"/>
                    <a:pt x="4097" y="0"/>
                    <a:pt x="4037" y="0"/>
                  </a:cubicBezTo>
                  <a:lnTo>
                    <a:pt x="2454" y="0"/>
                  </a:lnTo>
                  <a:cubicBezTo>
                    <a:pt x="2347" y="0"/>
                    <a:pt x="2275" y="72"/>
                    <a:pt x="2275" y="179"/>
                  </a:cubicBezTo>
                  <a:cubicBezTo>
                    <a:pt x="2275" y="286"/>
                    <a:pt x="2347" y="357"/>
                    <a:pt x="2454" y="357"/>
                  </a:cubicBezTo>
                  <a:lnTo>
                    <a:pt x="3775" y="357"/>
                  </a:lnTo>
                  <a:cubicBezTo>
                    <a:pt x="3561" y="845"/>
                    <a:pt x="3120" y="1215"/>
                    <a:pt x="2608" y="1357"/>
                  </a:cubicBezTo>
                  <a:cubicBezTo>
                    <a:pt x="2501" y="1381"/>
                    <a:pt x="2335" y="1429"/>
                    <a:pt x="2108" y="1429"/>
                  </a:cubicBezTo>
                  <a:cubicBezTo>
                    <a:pt x="1894" y="1429"/>
                    <a:pt x="1739" y="1381"/>
                    <a:pt x="1620" y="1357"/>
                  </a:cubicBezTo>
                  <a:cubicBezTo>
                    <a:pt x="1096" y="1215"/>
                    <a:pt x="668" y="845"/>
                    <a:pt x="442" y="357"/>
                  </a:cubicBezTo>
                  <a:lnTo>
                    <a:pt x="1775" y="357"/>
                  </a:lnTo>
                  <a:cubicBezTo>
                    <a:pt x="1870" y="357"/>
                    <a:pt x="1954" y="286"/>
                    <a:pt x="1954" y="179"/>
                  </a:cubicBezTo>
                  <a:cubicBezTo>
                    <a:pt x="1954" y="72"/>
                    <a:pt x="1870" y="0"/>
                    <a:pt x="177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59"/>
            <p:cNvSpPr/>
            <p:nvPr/>
          </p:nvSpPr>
          <p:spPr>
            <a:xfrm>
              <a:off x="2580742" y="4501113"/>
              <a:ext cx="11786" cy="13315"/>
            </a:xfrm>
            <a:custGeom>
              <a:avLst/>
              <a:gdLst/>
              <a:ahLst/>
              <a:cxnLst/>
              <a:rect l="l" t="t" r="r" b="b"/>
              <a:pathLst>
                <a:path w="370" h="418" extrusionOk="0">
                  <a:moveTo>
                    <a:pt x="191" y="0"/>
                  </a:moveTo>
                  <a:cubicBezTo>
                    <a:pt x="84" y="0"/>
                    <a:pt x="1" y="72"/>
                    <a:pt x="1" y="179"/>
                  </a:cubicBezTo>
                  <a:lnTo>
                    <a:pt x="1" y="239"/>
                  </a:lnTo>
                  <a:cubicBezTo>
                    <a:pt x="1" y="346"/>
                    <a:pt x="84" y="417"/>
                    <a:pt x="191" y="417"/>
                  </a:cubicBezTo>
                  <a:cubicBezTo>
                    <a:pt x="286" y="417"/>
                    <a:pt x="370" y="346"/>
                    <a:pt x="370" y="239"/>
                  </a:cubicBezTo>
                  <a:lnTo>
                    <a:pt x="370" y="179"/>
                  </a:lnTo>
                  <a:cubicBezTo>
                    <a:pt x="370" y="96"/>
                    <a:pt x="286" y="0"/>
                    <a:pt x="1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1" name="Google Shape;921;p59"/>
          <p:cNvGrpSpPr/>
          <p:nvPr/>
        </p:nvGrpSpPr>
        <p:grpSpPr>
          <a:xfrm>
            <a:off x="6877649" y="3010067"/>
            <a:ext cx="268842" cy="256026"/>
            <a:chOff x="3513010" y="3816134"/>
            <a:chExt cx="362223" cy="361108"/>
          </a:xfrm>
        </p:grpSpPr>
        <p:sp>
          <p:nvSpPr>
            <p:cNvPr id="922" name="Google Shape;922;p59"/>
            <p:cNvSpPr/>
            <p:nvPr/>
          </p:nvSpPr>
          <p:spPr>
            <a:xfrm>
              <a:off x="3513010" y="3816134"/>
              <a:ext cx="362223" cy="361108"/>
            </a:xfrm>
            <a:custGeom>
              <a:avLst/>
              <a:gdLst/>
              <a:ahLst/>
              <a:cxnLst/>
              <a:rect l="l" t="t" r="r" b="b"/>
              <a:pathLst>
                <a:path w="11371" h="11336" extrusionOk="0">
                  <a:moveTo>
                    <a:pt x="1381" y="346"/>
                  </a:moveTo>
                  <a:cubicBezTo>
                    <a:pt x="1846" y="358"/>
                    <a:pt x="2262" y="715"/>
                    <a:pt x="2358" y="1191"/>
                  </a:cubicBezTo>
                  <a:lnTo>
                    <a:pt x="1881" y="1191"/>
                  </a:lnTo>
                  <a:cubicBezTo>
                    <a:pt x="1786" y="1191"/>
                    <a:pt x="1715" y="1263"/>
                    <a:pt x="1715" y="1358"/>
                  </a:cubicBezTo>
                  <a:cubicBezTo>
                    <a:pt x="1715" y="1727"/>
                    <a:pt x="1417" y="2025"/>
                    <a:pt x="1048" y="2025"/>
                  </a:cubicBezTo>
                  <a:cubicBezTo>
                    <a:pt x="667" y="2025"/>
                    <a:pt x="369" y="1727"/>
                    <a:pt x="369" y="1358"/>
                  </a:cubicBezTo>
                  <a:cubicBezTo>
                    <a:pt x="369" y="798"/>
                    <a:pt x="822" y="346"/>
                    <a:pt x="1381" y="346"/>
                  </a:cubicBezTo>
                  <a:close/>
                  <a:moveTo>
                    <a:pt x="2358" y="1537"/>
                  </a:moveTo>
                  <a:lnTo>
                    <a:pt x="2358" y="2037"/>
                  </a:lnTo>
                  <a:lnTo>
                    <a:pt x="1774" y="2037"/>
                  </a:lnTo>
                  <a:cubicBezTo>
                    <a:pt x="1893" y="1906"/>
                    <a:pt x="1977" y="1727"/>
                    <a:pt x="2012" y="1537"/>
                  </a:cubicBezTo>
                  <a:close/>
                  <a:moveTo>
                    <a:pt x="9109" y="4489"/>
                  </a:moveTo>
                  <a:lnTo>
                    <a:pt x="9109" y="4489"/>
                  </a:lnTo>
                  <a:cubicBezTo>
                    <a:pt x="8739" y="5049"/>
                    <a:pt x="8287" y="5585"/>
                    <a:pt x="7787" y="6085"/>
                  </a:cubicBezTo>
                  <a:cubicBezTo>
                    <a:pt x="7275" y="6597"/>
                    <a:pt x="6739" y="7037"/>
                    <a:pt x="6192" y="7406"/>
                  </a:cubicBezTo>
                  <a:cubicBezTo>
                    <a:pt x="6584" y="6859"/>
                    <a:pt x="7013" y="6323"/>
                    <a:pt x="7513" y="5823"/>
                  </a:cubicBezTo>
                  <a:cubicBezTo>
                    <a:pt x="8025" y="5311"/>
                    <a:pt x="8561" y="4870"/>
                    <a:pt x="9109" y="4489"/>
                  </a:cubicBezTo>
                  <a:close/>
                  <a:moveTo>
                    <a:pt x="4036" y="9359"/>
                  </a:moveTo>
                  <a:cubicBezTo>
                    <a:pt x="4346" y="9359"/>
                    <a:pt x="4620" y="9573"/>
                    <a:pt x="4691" y="9871"/>
                  </a:cubicBezTo>
                  <a:lnTo>
                    <a:pt x="3382" y="9871"/>
                  </a:lnTo>
                  <a:cubicBezTo>
                    <a:pt x="3453" y="9573"/>
                    <a:pt x="3727" y="9359"/>
                    <a:pt x="4036" y="9359"/>
                  </a:cubicBezTo>
                  <a:close/>
                  <a:moveTo>
                    <a:pt x="10359" y="9359"/>
                  </a:moveTo>
                  <a:cubicBezTo>
                    <a:pt x="10728" y="9359"/>
                    <a:pt x="11025" y="9657"/>
                    <a:pt x="11025" y="10026"/>
                  </a:cubicBezTo>
                  <a:cubicBezTo>
                    <a:pt x="11025" y="10597"/>
                    <a:pt x="10585" y="11038"/>
                    <a:pt x="10037" y="11038"/>
                  </a:cubicBezTo>
                  <a:lnTo>
                    <a:pt x="4584" y="11038"/>
                  </a:lnTo>
                  <a:cubicBezTo>
                    <a:pt x="4870" y="10788"/>
                    <a:pt x="5037" y="10431"/>
                    <a:pt x="5037" y="10026"/>
                  </a:cubicBezTo>
                  <a:cubicBezTo>
                    <a:pt x="5037" y="9776"/>
                    <a:pt x="4929" y="9538"/>
                    <a:pt x="4775" y="9359"/>
                  </a:cubicBezTo>
                  <a:close/>
                  <a:moveTo>
                    <a:pt x="1346" y="1"/>
                  </a:moveTo>
                  <a:cubicBezTo>
                    <a:pt x="596" y="1"/>
                    <a:pt x="0" y="596"/>
                    <a:pt x="0" y="1334"/>
                  </a:cubicBezTo>
                  <a:cubicBezTo>
                    <a:pt x="0" y="1906"/>
                    <a:pt x="465" y="2346"/>
                    <a:pt x="1012" y="2346"/>
                  </a:cubicBezTo>
                  <a:lnTo>
                    <a:pt x="2358" y="2346"/>
                  </a:lnTo>
                  <a:lnTo>
                    <a:pt x="2358" y="7514"/>
                  </a:lnTo>
                  <a:cubicBezTo>
                    <a:pt x="2358" y="7609"/>
                    <a:pt x="2429" y="7680"/>
                    <a:pt x="2512" y="7680"/>
                  </a:cubicBezTo>
                  <a:cubicBezTo>
                    <a:pt x="2608" y="7680"/>
                    <a:pt x="2679" y="7609"/>
                    <a:pt x="2679" y="7514"/>
                  </a:cubicBezTo>
                  <a:lnTo>
                    <a:pt x="2679" y="1334"/>
                  </a:lnTo>
                  <a:cubicBezTo>
                    <a:pt x="2679" y="929"/>
                    <a:pt x="2501" y="572"/>
                    <a:pt x="2239" y="322"/>
                  </a:cubicBezTo>
                  <a:lnTo>
                    <a:pt x="7680" y="322"/>
                  </a:lnTo>
                  <a:cubicBezTo>
                    <a:pt x="8227" y="322"/>
                    <a:pt x="8680" y="775"/>
                    <a:pt x="8680" y="1334"/>
                  </a:cubicBezTo>
                  <a:lnTo>
                    <a:pt x="8680" y="2870"/>
                  </a:lnTo>
                  <a:cubicBezTo>
                    <a:pt x="8192" y="3108"/>
                    <a:pt x="7739" y="3430"/>
                    <a:pt x="7358" y="3811"/>
                  </a:cubicBezTo>
                  <a:cubicBezTo>
                    <a:pt x="6549" y="4608"/>
                    <a:pt x="6537" y="5192"/>
                    <a:pt x="6525" y="6144"/>
                  </a:cubicBezTo>
                  <a:lnTo>
                    <a:pt x="6525" y="6394"/>
                  </a:lnTo>
                  <a:cubicBezTo>
                    <a:pt x="6132" y="6859"/>
                    <a:pt x="5811" y="7347"/>
                    <a:pt x="5513" y="7847"/>
                  </a:cubicBezTo>
                  <a:cubicBezTo>
                    <a:pt x="5465" y="7907"/>
                    <a:pt x="5477" y="7990"/>
                    <a:pt x="5537" y="8049"/>
                  </a:cubicBezTo>
                  <a:cubicBezTo>
                    <a:pt x="5572" y="8085"/>
                    <a:pt x="5608" y="8097"/>
                    <a:pt x="5656" y="8097"/>
                  </a:cubicBezTo>
                  <a:cubicBezTo>
                    <a:pt x="5691" y="8097"/>
                    <a:pt x="5715" y="8097"/>
                    <a:pt x="5751" y="8061"/>
                  </a:cubicBezTo>
                  <a:cubicBezTo>
                    <a:pt x="6251" y="7776"/>
                    <a:pt x="6727" y="7442"/>
                    <a:pt x="7192" y="7049"/>
                  </a:cubicBezTo>
                  <a:lnTo>
                    <a:pt x="7442" y="7049"/>
                  </a:lnTo>
                  <a:cubicBezTo>
                    <a:pt x="7930" y="7037"/>
                    <a:pt x="8323" y="7037"/>
                    <a:pt x="8692" y="6918"/>
                  </a:cubicBezTo>
                  <a:lnTo>
                    <a:pt x="8692" y="9002"/>
                  </a:lnTo>
                  <a:lnTo>
                    <a:pt x="4036" y="9002"/>
                  </a:lnTo>
                  <a:cubicBezTo>
                    <a:pt x="3465" y="9002"/>
                    <a:pt x="3024" y="9466"/>
                    <a:pt x="3024" y="10014"/>
                  </a:cubicBezTo>
                  <a:cubicBezTo>
                    <a:pt x="3024" y="10097"/>
                    <a:pt x="3096" y="10181"/>
                    <a:pt x="3191" y="10181"/>
                  </a:cubicBezTo>
                  <a:lnTo>
                    <a:pt x="4691" y="10181"/>
                  </a:lnTo>
                  <a:cubicBezTo>
                    <a:pt x="4620" y="10657"/>
                    <a:pt x="4203" y="11014"/>
                    <a:pt x="3691" y="11014"/>
                  </a:cubicBezTo>
                  <a:cubicBezTo>
                    <a:pt x="3144" y="11014"/>
                    <a:pt x="2679" y="10562"/>
                    <a:pt x="2679" y="10002"/>
                  </a:cubicBezTo>
                  <a:lnTo>
                    <a:pt x="2679" y="8168"/>
                  </a:lnTo>
                  <a:cubicBezTo>
                    <a:pt x="2679" y="8085"/>
                    <a:pt x="2608" y="8002"/>
                    <a:pt x="2512" y="8002"/>
                  </a:cubicBezTo>
                  <a:cubicBezTo>
                    <a:pt x="2429" y="8002"/>
                    <a:pt x="2358" y="8085"/>
                    <a:pt x="2358" y="8168"/>
                  </a:cubicBezTo>
                  <a:lnTo>
                    <a:pt x="2358" y="10002"/>
                  </a:lnTo>
                  <a:cubicBezTo>
                    <a:pt x="2358" y="10740"/>
                    <a:pt x="2953" y="11335"/>
                    <a:pt x="3691" y="11335"/>
                  </a:cubicBezTo>
                  <a:lnTo>
                    <a:pt x="10013" y="11335"/>
                  </a:lnTo>
                  <a:cubicBezTo>
                    <a:pt x="10764" y="11335"/>
                    <a:pt x="11359" y="10740"/>
                    <a:pt x="11359" y="10002"/>
                  </a:cubicBezTo>
                  <a:cubicBezTo>
                    <a:pt x="11371" y="9478"/>
                    <a:pt x="10930" y="9038"/>
                    <a:pt x="10359" y="9038"/>
                  </a:cubicBezTo>
                  <a:lnTo>
                    <a:pt x="9025" y="9038"/>
                  </a:lnTo>
                  <a:lnTo>
                    <a:pt x="9025" y="6811"/>
                  </a:lnTo>
                  <a:cubicBezTo>
                    <a:pt x="9263" y="6692"/>
                    <a:pt x="9513" y="6513"/>
                    <a:pt x="9775" y="6252"/>
                  </a:cubicBezTo>
                  <a:cubicBezTo>
                    <a:pt x="10013" y="6013"/>
                    <a:pt x="10228" y="5763"/>
                    <a:pt x="10406" y="5478"/>
                  </a:cubicBezTo>
                  <a:cubicBezTo>
                    <a:pt x="10430" y="5430"/>
                    <a:pt x="10430" y="5370"/>
                    <a:pt x="10418" y="5311"/>
                  </a:cubicBezTo>
                  <a:cubicBezTo>
                    <a:pt x="10394" y="5251"/>
                    <a:pt x="10347" y="5228"/>
                    <a:pt x="10299" y="5204"/>
                  </a:cubicBezTo>
                  <a:lnTo>
                    <a:pt x="9894" y="5132"/>
                  </a:lnTo>
                  <a:cubicBezTo>
                    <a:pt x="10728" y="4489"/>
                    <a:pt x="11264" y="3525"/>
                    <a:pt x="11323" y="2465"/>
                  </a:cubicBezTo>
                  <a:lnTo>
                    <a:pt x="11323" y="2453"/>
                  </a:lnTo>
                  <a:cubicBezTo>
                    <a:pt x="11323" y="2406"/>
                    <a:pt x="11311" y="2358"/>
                    <a:pt x="11287" y="2322"/>
                  </a:cubicBezTo>
                  <a:cubicBezTo>
                    <a:pt x="11252" y="2287"/>
                    <a:pt x="11204" y="2275"/>
                    <a:pt x="11145" y="2275"/>
                  </a:cubicBezTo>
                  <a:cubicBezTo>
                    <a:pt x="10764" y="2311"/>
                    <a:pt x="10394" y="2346"/>
                    <a:pt x="10037" y="2430"/>
                  </a:cubicBezTo>
                  <a:cubicBezTo>
                    <a:pt x="9942" y="2442"/>
                    <a:pt x="9882" y="2525"/>
                    <a:pt x="9894" y="2620"/>
                  </a:cubicBezTo>
                  <a:cubicBezTo>
                    <a:pt x="9916" y="2696"/>
                    <a:pt x="9988" y="2753"/>
                    <a:pt x="10073" y="2753"/>
                  </a:cubicBezTo>
                  <a:cubicBezTo>
                    <a:pt x="10080" y="2753"/>
                    <a:pt x="10089" y="2752"/>
                    <a:pt x="10097" y="2751"/>
                  </a:cubicBezTo>
                  <a:cubicBezTo>
                    <a:pt x="10371" y="2692"/>
                    <a:pt x="10656" y="2644"/>
                    <a:pt x="10966" y="2620"/>
                  </a:cubicBezTo>
                  <a:lnTo>
                    <a:pt x="10966" y="2620"/>
                  </a:lnTo>
                  <a:cubicBezTo>
                    <a:pt x="10847" y="3632"/>
                    <a:pt x="10275" y="4537"/>
                    <a:pt x="9382" y="5073"/>
                  </a:cubicBezTo>
                  <a:lnTo>
                    <a:pt x="9359" y="5085"/>
                  </a:lnTo>
                  <a:cubicBezTo>
                    <a:pt x="9299" y="5120"/>
                    <a:pt x="9275" y="5192"/>
                    <a:pt x="9287" y="5263"/>
                  </a:cubicBezTo>
                  <a:cubicBezTo>
                    <a:pt x="9299" y="5347"/>
                    <a:pt x="9359" y="5382"/>
                    <a:pt x="9418" y="5406"/>
                  </a:cubicBezTo>
                  <a:lnTo>
                    <a:pt x="9978" y="5490"/>
                  </a:lnTo>
                  <a:cubicBezTo>
                    <a:pt x="9835" y="5668"/>
                    <a:pt x="9692" y="5847"/>
                    <a:pt x="9525" y="6002"/>
                  </a:cubicBezTo>
                  <a:cubicBezTo>
                    <a:pt x="8870" y="6656"/>
                    <a:pt x="8406" y="6716"/>
                    <a:pt x="7573" y="6728"/>
                  </a:cubicBezTo>
                  <a:cubicBezTo>
                    <a:pt x="7727" y="6597"/>
                    <a:pt x="7870" y="6454"/>
                    <a:pt x="8013" y="6311"/>
                  </a:cubicBezTo>
                  <a:cubicBezTo>
                    <a:pt x="8728" y="5597"/>
                    <a:pt x="9299" y="4835"/>
                    <a:pt x="9775" y="4037"/>
                  </a:cubicBezTo>
                  <a:cubicBezTo>
                    <a:pt x="9823" y="3977"/>
                    <a:pt x="9811" y="3882"/>
                    <a:pt x="9751" y="3823"/>
                  </a:cubicBezTo>
                  <a:cubicBezTo>
                    <a:pt x="9718" y="3789"/>
                    <a:pt x="9681" y="3774"/>
                    <a:pt x="9639" y="3774"/>
                  </a:cubicBezTo>
                  <a:cubicBezTo>
                    <a:pt x="9608" y="3774"/>
                    <a:pt x="9574" y="3783"/>
                    <a:pt x="9537" y="3799"/>
                  </a:cubicBezTo>
                  <a:cubicBezTo>
                    <a:pt x="8739" y="4251"/>
                    <a:pt x="7966" y="4847"/>
                    <a:pt x="7263" y="5561"/>
                  </a:cubicBezTo>
                  <a:cubicBezTo>
                    <a:pt x="7120" y="5716"/>
                    <a:pt x="6977" y="5847"/>
                    <a:pt x="6846" y="6002"/>
                  </a:cubicBezTo>
                  <a:cubicBezTo>
                    <a:pt x="6882" y="5168"/>
                    <a:pt x="6918" y="4704"/>
                    <a:pt x="7573" y="4049"/>
                  </a:cubicBezTo>
                  <a:cubicBezTo>
                    <a:pt x="8085" y="3537"/>
                    <a:pt x="8728" y="3156"/>
                    <a:pt x="9454" y="2906"/>
                  </a:cubicBezTo>
                  <a:cubicBezTo>
                    <a:pt x="9537" y="2870"/>
                    <a:pt x="9585" y="2787"/>
                    <a:pt x="9561" y="2692"/>
                  </a:cubicBezTo>
                  <a:cubicBezTo>
                    <a:pt x="9531" y="2623"/>
                    <a:pt x="9470" y="2578"/>
                    <a:pt x="9395" y="2578"/>
                  </a:cubicBezTo>
                  <a:cubicBezTo>
                    <a:pt x="9379" y="2578"/>
                    <a:pt x="9363" y="2580"/>
                    <a:pt x="9347" y="2584"/>
                  </a:cubicBezTo>
                  <a:cubicBezTo>
                    <a:pt x="9228" y="2632"/>
                    <a:pt x="9109" y="2680"/>
                    <a:pt x="9001" y="2715"/>
                  </a:cubicBezTo>
                  <a:lnTo>
                    <a:pt x="9001" y="1334"/>
                  </a:lnTo>
                  <a:cubicBezTo>
                    <a:pt x="9001" y="596"/>
                    <a:pt x="8406" y="1"/>
                    <a:pt x="766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59"/>
            <p:cNvSpPr/>
            <p:nvPr/>
          </p:nvSpPr>
          <p:spPr>
            <a:xfrm>
              <a:off x="3618450" y="3879112"/>
              <a:ext cx="157045" cy="24688"/>
            </a:xfrm>
            <a:custGeom>
              <a:avLst/>
              <a:gdLst/>
              <a:ahLst/>
              <a:cxnLst/>
              <a:rect l="l" t="t" r="r" b="b"/>
              <a:pathLst>
                <a:path w="4930" h="775" extrusionOk="0">
                  <a:moveTo>
                    <a:pt x="155" y="0"/>
                  </a:moveTo>
                  <a:cubicBezTo>
                    <a:pt x="72" y="0"/>
                    <a:pt x="0" y="72"/>
                    <a:pt x="0" y="167"/>
                  </a:cubicBezTo>
                  <a:cubicBezTo>
                    <a:pt x="0" y="250"/>
                    <a:pt x="72" y="334"/>
                    <a:pt x="155" y="334"/>
                  </a:cubicBezTo>
                  <a:cubicBezTo>
                    <a:pt x="322" y="334"/>
                    <a:pt x="381" y="405"/>
                    <a:pt x="500" y="512"/>
                  </a:cubicBezTo>
                  <a:cubicBezTo>
                    <a:pt x="619" y="631"/>
                    <a:pt x="786" y="774"/>
                    <a:pt x="1084" y="774"/>
                  </a:cubicBezTo>
                  <a:cubicBezTo>
                    <a:pt x="1381" y="774"/>
                    <a:pt x="1524" y="631"/>
                    <a:pt x="1667" y="512"/>
                  </a:cubicBezTo>
                  <a:cubicBezTo>
                    <a:pt x="1762" y="405"/>
                    <a:pt x="1846" y="334"/>
                    <a:pt x="2000" y="334"/>
                  </a:cubicBezTo>
                  <a:cubicBezTo>
                    <a:pt x="2167" y="334"/>
                    <a:pt x="2227" y="405"/>
                    <a:pt x="2346" y="512"/>
                  </a:cubicBezTo>
                  <a:cubicBezTo>
                    <a:pt x="2465" y="631"/>
                    <a:pt x="2631" y="774"/>
                    <a:pt x="2929" y="774"/>
                  </a:cubicBezTo>
                  <a:cubicBezTo>
                    <a:pt x="3227" y="774"/>
                    <a:pt x="3370" y="631"/>
                    <a:pt x="3501" y="512"/>
                  </a:cubicBezTo>
                  <a:cubicBezTo>
                    <a:pt x="3608" y="405"/>
                    <a:pt x="3679" y="334"/>
                    <a:pt x="3846" y="334"/>
                  </a:cubicBezTo>
                  <a:cubicBezTo>
                    <a:pt x="4013" y="334"/>
                    <a:pt x="4072" y="405"/>
                    <a:pt x="4191" y="512"/>
                  </a:cubicBezTo>
                  <a:cubicBezTo>
                    <a:pt x="4310" y="631"/>
                    <a:pt x="4477" y="774"/>
                    <a:pt x="4775" y="774"/>
                  </a:cubicBezTo>
                  <a:cubicBezTo>
                    <a:pt x="4858" y="774"/>
                    <a:pt x="4929" y="703"/>
                    <a:pt x="4929" y="607"/>
                  </a:cubicBezTo>
                  <a:cubicBezTo>
                    <a:pt x="4929" y="524"/>
                    <a:pt x="4858" y="453"/>
                    <a:pt x="4775" y="453"/>
                  </a:cubicBezTo>
                  <a:cubicBezTo>
                    <a:pt x="4608" y="453"/>
                    <a:pt x="4548" y="369"/>
                    <a:pt x="4429" y="274"/>
                  </a:cubicBezTo>
                  <a:cubicBezTo>
                    <a:pt x="4310" y="155"/>
                    <a:pt x="4144" y="0"/>
                    <a:pt x="3846" y="0"/>
                  </a:cubicBezTo>
                  <a:cubicBezTo>
                    <a:pt x="3548" y="0"/>
                    <a:pt x="3405" y="155"/>
                    <a:pt x="3263" y="274"/>
                  </a:cubicBezTo>
                  <a:cubicBezTo>
                    <a:pt x="3167" y="369"/>
                    <a:pt x="3084" y="453"/>
                    <a:pt x="2929" y="453"/>
                  </a:cubicBezTo>
                  <a:cubicBezTo>
                    <a:pt x="2762" y="453"/>
                    <a:pt x="2703" y="369"/>
                    <a:pt x="2584" y="274"/>
                  </a:cubicBezTo>
                  <a:cubicBezTo>
                    <a:pt x="2465" y="155"/>
                    <a:pt x="2298" y="0"/>
                    <a:pt x="2000" y="0"/>
                  </a:cubicBezTo>
                  <a:cubicBezTo>
                    <a:pt x="1703" y="0"/>
                    <a:pt x="1560" y="155"/>
                    <a:pt x="1417" y="274"/>
                  </a:cubicBezTo>
                  <a:cubicBezTo>
                    <a:pt x="1322" y="369"/>
                    <a:pt x="1238" y="453"/>
                    <a:pt x="1084" y="453"/>
                  </a:cubicBezTo>
                  <a:cubicBezTo>
                    <a:pt x="917" y="453"/>
                    <a:pt x="857" y="369"/>
                    <a:pt x="738" y="274"/>
                  </a:cubicBezTo>
                  <a:cubicBezTo>
                    <a:pt x="619" y="155"/>
                    <a:pt x="453" y="0"/>
                    <a:pt x="15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59"/>
            <p:cNvSpPr/>
            <p:nvPr/>
          </p:nvSpPr>
          <p:spPr>
            <a:xfrm>
              <a:off x="3618450" y="3921192"/>
              <a:ext cx="127834" cy="24688"/>
            </a:xfrm>
            <a:custGeom>
              <a:avLst/>
              <a:gdLst/>
              <a:ahLst/>
              <a:cxnLst/>
              <a:rect l="l" t="t" r="r" b="b"/>
              <a:pathLst>
                <a:path w="4013" h="775" extrusionOk="0">
                  <a:moveTo>
                    <a:pt x="155" y="1"/>
                  </a:moveTo>
                  <a:cubicBezTo>
                    <a:pt x="72" y="1"/>
                    <a:pt x="0" y="84"/>
                    <a:pt x="0" y="167"/>
                  </a:cubicBezTo>
                  <a:cubicBezTo>
                    <a:pt x="0" y="263"/>
                    <a:pt x="72" y="334"/>
                    <a:pt x="155" y="334"/>
                  </a:cubicBezTo>
                  <a:cubicBezTo>
                    <a:pt x="322" y="334"/>
                    <a:pt x="381" y="406"/>
                    <a:pt x="500" y="513"/>
                  </a:cubicBezTo>
                  <a:cubicBezTo>
                    <a:pt x="619" y="632"/>
                    <a:pt x="786" y="775"/>
                    <a:pt x="1084" y="775"/>
                  </a:cubicBezTo>
                  <a:cubicBezTo>
                    <a:pt x="1381" y="775"/>
                    <a:pt x="1524" y="632"/>
                    <a:pt x="1667" y="513"/>
                  </a:cubicBezTo>
                  <a:cubicBezTo>
                    <a:pt x="1762" y="406"/>
                    <a:pt x="1846" y="334"/>
                    <a:pt x="2000" y="334"/>
                  </a:cubicBezTo>
                  <a:cubicBezTo>
                    <a:pt x="2167" y="334"/>
                    <a:pt x="2227" y="406"/>
                    <a:pt x="2346" y="513"/>
                  </a:cubicBezTo>
                  <a:cubicBezTo>
                    <a:pt x="2465" y="632"/>
                    <a:pt x="2631" y="775"/>
                    <a:pt x="2929" y="775"/>
                  </a:cubicBezTo>
                  <a:cubicBezTo>
                    <a:pt x="3227" y="775"/>
                    <a:pt x="3370" y="632"/>
                    <a:pt x="3501" y="513"/>
                  </a:cubicBezTo>
                  <a:cubicBezTo>
                    <a:pt x="3608" y="406"/>
                    <a:pt x="3679" y="334"/>
                    <a:pt x="3846" y="334"/>
                  </a:cubicBezTo>
                  <a:cubicBezTo>
                    <a:pt x="3941" y="334"/>
                    <a:pt x="4013" y="263"/>
                    <a:pt x="4013" y="167"/>
                  </a:cubicBezTo>
                  <a:cubicBezTo>
                    <a:pt x="4013" y="84"/>
                    <a:pt x="3941" y="1"/>
                    <a:pt x="3846" y="1"/>
                  </a:cubicBezTo>
                  <a:cubicBezTo>
                    <a:pt x="3548" y="1"/>
                    <a:pt x="3405" y="156"/>
                    <a:pt x="3263" y="275"/>
                  </a:cubicBezTo>
                  <a:cubicBezTo>
                    <a:pt x="3167" y="382"/>
                    <a:pt x="3084" y="453"/>
                    <a:pt x="2929" y="453"/>
                  </a:cubicBezTo>
                  <a:cubicBezTo>
                    <a:pt x="2762" y="453"/>
                    <a:pt x="2703" y="382"/>
                    <a:pt x="2584" y="275"/>
                  </a:cubicBezTo>
                  <a:cubicBezTo>
                    <a:pt x="2465" y="156"/>
                    <a:pt x="2298" y="1"/>
                    <a:pt x="2000" y="1"/>
                  </a:cubicBezTo>
                  <a:cubicBezTo>
                    <a:pt x="1703" y="1"/>
                    <a:pt x="1560" y="156"/>
                    <a:pt x="1417" y="275"/>
                  </a:cubicBezTo>
                  <a:cubicBezTo>
                    <a:pt x="1322" y="382"/>
                    <a:pt x="1238" y="453"/>
                    <a:pt x="1084" y="453"/>
                  </a:cubicBezTo>
                  <a:cubicBezTo>
                    <a:pt x="917" y="453"/>
                    <a:pt x="857" y="382"/>
                    <a:pt x="738" y="275"/>
                  </a:cubicBezTo>
                  <a:cubicBezTo>
                    <a:pt x="619" y="156"/>
                    <a:pt x="453" y="1"/>
                    <a:pt x="1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59"/>
            <p:cNvSpPr/>
            <p:nvPr/>
          </p:nvSpPr>
          <p:spPr>
            <a:xfrm>
              <a:off x="3617304" y="3962922"/>
              <a:ext cx="98655" cy="24688"/>
            </a:xfrm>
            <a:custGeom>
              <a:avLst/>
              <a:gdLst/>
              <a:ahLst/>
              <a:cxnLst/>
              <a:rect l="l" t="t" r="r" b="b"/>
              <a:pathLst>
                <a:path w="3097" h="775" extrusionOk="0">
                  <a:moveTo>
                    <a:pt x="167" y="0"/>
                  </a:moveTo>
                  <a:cubicBezTo>
                    <a:pt x="72" y="0"/>
                    <a:pt x="0" y="84"/>
                    <a:pt x="0" y="167"/>
                  </a:cubicBezTo>
                  <a:cubicBezTo>
                    <a:pt x="0" y="262"/>
                    <a:pt x="72" y="334"/>
                    <a:pt x="167" y="334"/>
                  </a:cubicBezTo>
                  <a:cubicBezTo>
                    <a:pt x="334" y="334"/>
                    <a:pt x="393" y="405"/>
                    <a:pt x="512" y="512"/>
                  </a:cubicBezTo>
                  <a:cubicBezTo>
                    <a:pt x="632" y="632"/>
                    <a:pt x="786" y="774"/>
                    <a:pt x="1084" y="774"/>
                  </a:cubicBezTo>
                  <a:cubicBezTo>
                    <a:pt x="1382" y="774"/>
                    <a:pt x="1536" y="632"/>
                    <a:pt x="1667" y="512"/>
                  </a:cubicBezTo>
                  <a:cubicBezTo>
                    <a:pt x="1775" y="405"/>
                    <a:pt x="1846" y="334"/>
                    <a:pt x="2013" y="334"/>
                  </a:cubicBezTo>
                  <a:cubicBezTo>
                    <a:pt x="2179" y="334"/>
                    <a:pt x="2239" y="405"/>
                    <a:pt x="2358" y="512"/>
                  </a:cubicBezTo>
                  <a:cubicBezTo>
                    <a:pt x="2477" y="632"/>
                    <a:pt x="2632" y="774"/>
                    <a:pt x="2929" y="774"/>
                  </a:cubicBezTo>
                  <a:cubicBezTo>
                    <a:pt x="3025" y="774"/>
                    <a:pt x="3096" y="703"/>
                    <a:pt x="3096" y="620"/>
                  </a:cubicBezTo>
                  <a:cubicBezTo>
                    <a:pt x="3096" y="524"/>
                    <a:pt x="3025" y="453"/>
                    <a:pt x="2929" y="453"/>
                  </a:cubicBezTo>
                  <a:cubicBezTo>
                    <a:pt x="2775" y="441"/>
                    <a:pt x="2691" y="381"/>
                    <a:pt x="2596" y="274"/>
                  </a:cubicBezTo>
                  <a:cubicBezTo>
                    <a:pt x="2477" y="155"/>
                    <a:pt x="2310" y="0"/>
                    <a:pt x="2013" y="0"/>
                  </a:cubicBezTo>
                  <a:cubicBezTo>
                    <a:pt x="1715" y="0"/>
                    <a:pt x="1560" y="155"/>
                    <a:pt x="1429" y="274"/>
                  </a:cubicBezTo>
                  <a:cubicBezTo>
                    <a:pt x="1322" y="381"/>
                    <a:pt x="1251" y="453"/>
                    <a:pt x="1084" y="453"/>
                  </a:cubicBezTo>
                  <a:cubicBezTo>
                    <a:pt x="929" y="453"/>
                    <a:pt x="870" y="381"/>
                    <a:pt x="751" y="274"/>
                  </a:cubicBezTo>
                  <a:cubicBezTo>
                    <a:pt x="632" y="155"/>
                    <a:pt x="465" y="0"/>
                    <a:pt x="1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59"/>
          <p:cNvGrpSpPr/>
          <p:nvPr/>
        </p:nvGrpSpPr>
        <p:grpSpPr>
          <a:xfrm>
            <a:off x="1978861" y="3000920"/>
            <a:ext cx="205745" cy="274317"/>
            <a:chOff x="1805901" y="1960358"/>
            <a:chExt cx="284847" cy="373627"/>
          </a:xfrm>
        </p:grpSpPr>
        <p:sp>
          <p:nvSpPr>
            <p:cNvPr id="927" name="Google Shape;927;p59"/>
            <p:cNvSpPr/>
            <p:nvPr/>
          </p:nvSpPr>
          <p:spPr>
            <a:xfrm>
              <a:off x="1805901" y="1960358"/>
              <a:ext cx="284847" cy="373627"/>
            </a:xfrm>
            <a:custGeom>
              <a:avLst/>
              <a:gdLst/>
              <a:ahLst/>
              <a:cxnLst/>
              <a:rect l="l" t="t" r="r" b="b"/>
              <a:pathLst>
                <a:path w="8942" h="11729" extrusionOk="0">
                  <a:moveTo>
                    <a:pt x="8525" y="9395"/>
                  </a:moveTo>
                  <a:lnTo>
                    <a:pt x="8525" y="9764"/>
                  </a:lnTo>
                  <a:lnTo>
                    <a:pt x="3358" y="9764"/>
                  </a:lnTo>
                  <a:cubicBezTo>
                    <a:pt x="3239" y="9764"/>
                    <a:pt x="3155" y="9859"/>
                    <a:pt x="3155" y="9978"/>
                  </a:cubicBezTo>
                  <a:cubicBezTo>
                    <a:pt x="3155" y="10097"/>
                    <a:pt x="3239" y="10180"/>
                    <a:pt x="3358" y="10180"/>
                  </a:cubicBezTo>
                  <a:lnTo>
                    <a:pt x="8525" y="10180"/>
                  </a:lnTo>
                  <a:lnTo>
                    <a:pt x="8525" y="10490"/>
                  </a:lnTo>
                  <a:lnTo>
                    <a:pt x="6775" y="10490"/>
                  </a:lnTo>
                  <a:cubicBezTo>
                    <a:pt x="6656" y="10490"/>
                    <a:pt x="6561" y="10585"/>
                    <a:pt x="6561" y="10704"/>
                  </a:cubicBezTo>
                  <a:cubicBezTo>
                    <a:pt x="6561" y="10823"/>
                    <a:pt x="6656" y="10907"/>
                    <a:pt x="6775" y="10907"/>
                  </a:cubicBezTo>
                  <a:lnTo>
                    <a:pt x="8525" y="10907"/>
                  </a:lnTo>
                  <a:lnTo>
                    <a:pt x="8525" y="11264"/>
                  </a:lnTo>
                  <a:lnTo>
                    <a:pt x="1381" y="11264"/>
                  </a:lnTo>
                  <a:cubicBezTo>
                    <a:pt x="857" y="11264"/>
                    <a:pt x="441" y="10847"/>
                    <a:pt x="441" y="10335"/>
                  </a:cubicBezTo>
                  <a:cubicBezTo>
                    <a:pt x="441" y="10073"/>
                    <a:pt x="548" y="9835"/>
                    <a:pt x="715" y="9657"/>
                  </a:cubicBezTo>
                  <a:cubicBezTo>
                    <a:pt x="893" y="9478"/>
                    <a:pt x="1131" y="9395"/>
                    <a:pt x="1381" y="9395"/>
                  </a:cubicBezTo>
                  <a:close/>
                  <a:moveTo>
                    <a:pt x="1369" y="1"/>
                  </a:moveTo>
                  <a:cubicBezTo>
                    <a:pt x="619" y="1"/>
                    <a:pt x="0" y="620"/>
                    <a:pt x="0" y="1370"/>
                  </a:cubicBezTo>
                  <a:lnTo>
                    <a:pt x="0" y="10359"/>
                  </a:lnTo>
                  <a:cubicBezTo>
                    <a:pt x="0" y="11109"/>
                    <a:pt x="607" y="11728"/>
                    <a:pt x="1369" y="11728"/>
                  </a:cubicBezTo>
                  <a:lnTo>
                    <a:pt x="8739" y="11728"/>
                  </a:lnTo>
                  <a:cubicBezTo>
                    <a:pt x="8858" y="11728"/>
                    <a:pt x="8942" y="11645"/>
                    <a:pt x="8942" y="11526"/>
                  </a:cubicBezTo>
                  <a:lnTo>
                    <a:pt x="8942" y="2191"/>
                  </a:lnTo>
                  <a:cubicBezTo>
                    <a:pt x="8942" y="2072"/>
                    <a:pt x="8858" y="1989"/>
                    <a:pt x="8739" y="1989"/>
                  </a:cubicBezTo>
                  <a:cubicBezTo>
                    <a:pt x="8620" y="1989"/>
                    <a:pt x="8525" y="2072"/>
                    <a:pt x="8525" y="2191"/>
                  </a:cubicBezTo>
                  <a:lnTo>
                    <a:pt x="8525" y="8990"/>
                  </a:lnTo>
                  <a:lnTo>
                    <a:pt x="1596" y="8990"/>
                  </a:lnTo>
                  <a:lnTo>
                    <a:pt x="1596" y="7787"/>
                  </a:lnTo>
                  <a:cubicBezTo>
                    <a:pt x="1596" y="7668"/>
                    <a:pt x="1500" y="7585"/>
                    <a:pt x="1381" y="7585"/>
                  </a:cubicBezTo>
                  <a:cubicBezTo>
                    <a:pt x="1262" y="7585"/>
                    <a:pt x="1179" y="7668"/>
                    <a:pt x="1179" y="7787"/>
                  </a:cubicBezTo>
                  <a:lnTo>
                    <a:pt x="1179" y="9002"/>
                  </a:lnTo>
                  <a:cubicBezTo>
                    <a:pt x="905" y="9049"/>
                    <a:pt x="655" y="9168"/>
                    <a:pt x="441" y="9359"/>
                  </a:cubicBezTo>
                  <a:lnTo>
                    <a:pt x="441" y="1370"/>
                  </a:lnTo>
                  <a:cubicBezTo>
                    <a:pt x="441" y="929"/>
                    <a:pt x="762" y="548"/>
                    <a:pt x="1179" y="465"/>
                  </a:cubicBezTo>
                  <a:lnTo>
                    <a:pt x="1179" y="7109"/>
                  </a:lnTo>
                  <a:cubicBezTo>
                    <a:pt x="1179" y="7228"/>
                    <a:pt x="1262" y="7311"/>
                    <a:pt x="1381" y="7311"/>
                  </a:cubicBezTo>
                  <a:cubicBezTo>
                    <a:pt x="1500" y="7311"/>
                    <a:pt x="1596" y="7216"/>
                    <a:pt x="1596" y="7109"/>
                  </a:cubicBezTo>
                  <a:lnTo>
                    <a:pt x="1596" y="441"/>
                  </a:lnTo>
                  <a:lnTo>
                    <a:pt x="8525" y="441"/>
                  </a:lnTo>
                  <a:lnTo>
                    <a:pt x="8525" y="1489"/>
                  </a:lnTo>
                  <a:cubicBezTo>
                    <a:pt x="8525" y="1608"/>
                    <a:pt x="8620" y="1703"/>
                    <a:pt x="8739" y="1703"/>
                  </a:cubicBezTo>
                  <a:cubicBezTo>
                    <a:pt x="8847" y="1703"/>
                    <a:pt x="8942" y="1608"/>
                    <a:pt x="8942" y="1489"/>
                  </a:cubicBezTo>
                  <a:lnTo>
                    <a:pt x="8942" y="215"/>
                  </a:lnTo>
                  <a:cubicBezTo>
                    <a:pt x="8942" y="96"/>
                    <a:pt x="8847" y="1"/>
                    <a:pt x="8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59"/>
            <p:cNvSpPr/>
            <p:nvPr/>
          </p:nvSpPr>
          <p:spPr>
            <a:xfrm>
              <a:off x="1841929" y="2295249"/>
              <a:ext cx="165773" cy="13315"/>
            </a:xfrm>
            <a:custGeom>
              <a:avLst/>
              <a:gdLst/>
              <a:ahLst/>
              <a:cxnLst/>
              <a:rect l="l" t="t" r="r" b="b"/>
              <a:pathLst>
                <a:path w="5204" h="418" extrusionOk="0">
                  <a:moveTo>
                    <a:pt x="203" y="1"/>
                  </a:moveTo>
                  <a:cubicBezTo>
                    <a:pt x="84" y="1"/>
                    <a:pt x="0" y="84"/>
                    <a:pt x="0" y="203"/>
                  </a:cubicBezTo>
                  <a:cubicBezTo>
                    <a:pt x="0" y="322"/>
                    <a:pt x="84" y="418"/>
                    <a:pt x="203" y="418"/>
                  </a:cubicBezTo>
                  <a:lnTo>
                    <a:pt x="5001" y="418"/>
                  </a:lnTo>
                  <a:cubicBezTo>
                    <a:pt x="5120" y="418"/>
                    <a:pt x="5203" y="322"/>
                    <a:pt x="5203" y="203"/>
                  </a:cubicBezTo>
                  <a:cubicBezTo>
                    <a:pt x="5203" y="84"/>
                    <a:pt x="5120" y="1"/>
                    <a:pt x="50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p60"/>
          <p:cNvSpPr txBox="1">
            <a:spLocks noGrp="1"/>
          </p:cNvSpPr>
          <p:nvPr>
            <p:ph type="title"/>
          </p:nvPr>
        </p:nvSpPr>
        <p:spPr>
          <a:xfrm rot="-536">
            <a:off x="713226" y="448887"/>
            <a:ext cx="7699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Cultural Legacy</a:t>
            </a:r>
            <a:endParaRPr/>
          </a:p>
        </p:txBody>
      </p:sp>
      <p:cxnSp>
        <p:nvCxnSpPr>
          <p:cNvPr id="934" name="Google Shape;934;p60"/>
          <p:cNvCxnSpPr/>
          <p:nvPr/>
        </p:nvCxnSpPr>
        <p:spPr>
          <a:xfrm>
            <a:off x="718875" y="2350725"/>
            <a:ext cx="7702200" cy="0"/>
          </a:xfrm>
          <a:prstGeom prst="straightConnector1">
            <a:avLst/>
          </a:prstGeom>
          <a:noFill/>
          <a:ln w="9525" cap="flat" cmpd="sng">
            <a:solidFill>
              <a:schemeClr val="lt2"/>
            </a:solidFill>
            <a:prstDash val="solid"/>
            <a:round/>
            <a:headEnd type="none" w="med" len="med"/>
            <a:tailEnd type="none" w="med" len="med"/>
          </a:ln>
        </p:spPr>
      </p:cxnSp>
      <p:sp>
        <p:nvSpPr>
          <p:cNvPr id="935" name="Google Shape;935;p60"/>
          <p:cNvSpPr/>
          <p:nvPr/>
        </p:nvSpPr>
        <p:spPr>
          <a:xfrm>
            <a:off x="8412425" y="1054275"/>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36" name="Google Shape;936;p60"/>
          <p:cNvPicPr preferRelativeResize="0"/>
          <p:nvPr/>
        </p:nvPicPr>
        <p:blipFill rotWithShape="1">
          <a:blip r:embed="rId3">
            <a:alphaModFix/>
          </a:blip>
          <a:srcRect l="27280" t="12041" r="28253" b="21059"/>
          <a:stretch/>
        </p:blipFill>
        <p:spPr>
          <a:xfrm rot="-1166610">
            <a:off x="6811012" y="-1334366"/>
            <a:ext cx="2925807" cy="2476031"/>
          </a:xfrm>
          <a:prstGeom prst="rect">
            <a:avLst/>
          </a:prstGeom>
          <a:noFill/>
          <a:ln>
            <a:noFill/>
          </a:ln>
          <a:effectLst>
            <a:outerShdw blurRad="57150" dist="28575" dir="6900000" algn="bl" rotWithShape="0">
              <a:srgbClr val="000000">
                <a:alpha val="38000"/>
              </a:srgbClr>
            </a:outerShdw>
          </a:effectLst>
        </p:spPr>
      </p:pic>
      <p:sp>
        <p:nvSpPr>
          <p:cNvPr id="937" name="Google Shape;937;p60"/>
          <p:cNvSpPr txBox="1">
            <a:spLocks noGrp="1"/>
          </p:cNvSpPr>
          <p:nvPr>
            <p:ph type="subTitle" idx="4294967295"/>
          </p:nvPr>
        </p:nvSpPr>
        <p:spPr>
          <a:xfrm>
            <a:off x="789725" y="2555350"/>
            <a:ext cx="24135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accent1"/>
                </a:solidFill>
                <a:latin typeface="Cinzel Decorative"/>
                <a:ea typeface="Cinzel Decorative"/>
                <a:cs typeface="Cinzel Decorative"/>
                <a:sym typeface="Cinzel Decorative"/>
              </a:rPr>
              <a:t>Architecture</a:t>
            </a:r>
            <a:endParaRPr b="1">
              <a:solidFill>
                <a:schemeClr val="accent1"/>
              </a:solidFill>
              <a:latin typeface="Cinzel Decorative"/>
              <a:ea typeface="Cinzel Decorative"/>
              <a:cs typeface="Cinzel Decorative"/>
              <a:sym typeface="Cinzel Decorative"/>
            </a:endParaRPr>
          </a:p>
        </p:txBody>
      </p:sp>
      <p:sp>
        <p:nvSpPr>
          <p:cNvPr id="938" name="Google Shape;938;p60"/>
          <p:cNvSpPr txBox="1">
            <a:spLocks noGrp="1"/>
          </p:cNvSpPr>
          <p:nvPr>
            <p:ph type="subTitle" idx="4294967295"/>
          </p:nvPr>
        </p:nvSpPr>
        <p:spPr>
          <a:xfrm>
            <a:off x="3356075" y="2555350"/>
            <a:ext cx="24135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accent1"/>
                </a:solidFill>
                <a:latin typeface="Cinzel Decorative"/>
                <a:ea typeface="Cinzel Decorative"/>
                <a:cs typeface="Cinzel Decorative"/>
                <a:sym typeface="Cinzel Decorative"/>
              </a:rPr>
              <a:t>Entertainment</a:t>
            </a:r>
            <a:endParaRPr b="1">
              <a:solidFill>
                <a:schemeClr val="accent1"/>
              </a:solidFill>
              <a:latin typeface="Cinzel Decorative"/>
              <a:ea typeface="Cinzel Decorative"/>
              <a:cs typeface="Cinzel Decorative"/>
              <a:sym typeface="Cinzel Decorative"/>
            </a:endParaRPr>
          </a:p>
        </p:txBody>
      </p:sp>
      <p:sp>
        <p:nvSpPr>
          <p:cNvPr id="939" name="Google Shape;939;p60"/>
          <p:cNvSpPr txBox="1">
            <a:spLocks noGrp="1"/>
          </p:cNvSpPr>
          <p:nvPr>
            <p:ph type="subTitle" idx="4294967295"/>
          </p:nvPr>
        </p:nvSpPr>
        <p:spPr>
          <a:xfrm>
            <a:off x="956600" y="2943250"/>
            <a:ext cx="2129400" cy="11283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chemeClr val="accent1"/>
              </a:buClr>
              <a:buSzPts val="1400"/>
              <a:buChar char="●"/>
            </a:pPr>
            <a:r>
              <a:rPr lang="en" sz="1400"/>
              <a:t>Arches</a:t>
            </a:r>
            <a:endParaRPr sz="1400"/>
          </a:p>
          <a:p>
            <a:pPr marL="457200" lvl="0" indent="-317500" algn="l" rtl="0">
              <a:spcBef>
                <a:spcPts val="0"/>
              </a:spcBef>
              <a:spcAft>
                <a:spcPts val="0"/>
              </a:spcAft>
              <a:buClr>
                <a:schemeClr val="accent1"/>
              </a:buClr>
              <a:buSzPts val="1400"/>
              <a:buChar char="●"/>
            </a:pPr>
            <a:r>
              <a:rPr lang="en" sz="1400"/>
              <a:t>Domes</a:t>
            </a:r>
            <a:endParaRPr sz="1400"/>
          </a:p>
          <a:p>
            <a:pPr marL="457200" lvl="0" indent="-317500" algn="l" rtl="0">
              <a:spcBef>
                <a:spcPts val="0"/>
              </a:spcBef>
              <a:spcAft>
                <a:spcPts val="0"/>
              </a:spcAft>
              <a:buClr>
                <a:schemeClr val="accent1"/>
              </a:buClr>
              <a:buSzPts val="1400"/>
              <a:buChar char="●"/>
            </a:pPr>
            <a:r>
              <a:rPr lang="en" sz="1400"/>
              <a:t>Colosseum</a:t>
            </a:r>
            <a:endParaRPr sz="1400"/>
          </a:p>
        </p:txBody>
      </p:sp>
      <p:sp>
        <p:nvSpPr>
          <p:cNvPr id="940" name="Google Shape;940;p60"/>
          <p:cNvSpPr txBox="1">
            <a:spLocks noGrp="1"/>
          </p:cNvSpPr>
          <p:nvPr>
            <p:ph type="subTitle" idx="4294967295"/>
          </p:nvPr>
        </p:nvSpPr>
        <p:spPr>
          <a:xfrm>
            <a:off x="3507300" y="2943250"/>
            <a:ext cx="2129400" cy="11283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chemeClr val="accent1"/>
              </a:buClr>
              <a:buSzPts val="1400"/>
              <a:buChar char="●"/>
            </a:pPr>
            <a:r>
              <a:rPr lang="en" sz="1400"/>
              <a:t>Gladiators</a:t>
            </a:r>
            <a:endParaRPr sz="1400"/>
          </a:p>
          <a:p>
            <a:pPr marL="457200" lvl="0" indent="-317500" algn="l" rtl="0">
              <a:spcBef>
                <a:spcPts val="0"/>
              </a:spcBef>
              <a:spcAft>
                <a:spcPts val="0"/>
              </a:spcAft>
              <a:buClr>
                <a:schemeClr val="accent1"/>
              </a:buClr>
              <a:buSzPts val="1400"/>
              <a:buChar char="●"/>
            </a:pPr>
            <a:r>
              <a:rPr lang="en" sz="1400"/>
              <a:t>Theaters</a:t>
            </a:r>
            <a:endParaRPr sz="1400"/>
          </a:p>
          <a:p>
            <a:pPr marL="457200" lvl="0" indent="-317500" algn="l" rtl="0">
              <a:spcBef>
                <a:spcPts val="0"/>
              </a:spcBef>
              <a:spcAft>
                <a:spcPts val="0"/>
              </a:spcAft>
              <a:buClr>
                <a:schemeClr val="accent1"/>
              </a:buClr>
              <a:buSzPts val="1400"/>
              <a:buChar char="●"/>
            </a:pPr>
            <a:r>
              <a:rPr lang="en" sz="1400"/>
              <a:t>Horse races</a:t>
            </a:r>
            <a:endParaRPr sz="1400"/>
          </a:p>
        </p:txBody>
      </p:sp>
      <p:sp>
        <p:nvSpPr>
          <p:cNvPr id="941" name="Google Shape;941;p60"/>
          <p:cNvSpPr txBox="1">
            <a:spLocks noGrp="1"/>
          </p:cNvSpPr>
          <p:nvPr>
            <p:ph type="subTitle" idx="4294967295"/>
          </p:nvPr>
        </p:nvSpPr>
        <p:spPr>
          <a:xfrm>
            <a:off x="5940775" y="2555350"/>
            <a:ext cx="24135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chemeClr val="accent1"/>
                </a:solidFill>
                <a:latin typeface="Cinzel Decorative"/>
                <a:ea typeface="Cinzel Decorative"/>
                <a:cs typeface="Cinzel Decorative"/>
                <a:sym typeface="Cinzel Decorative"/>
              </a:rPr>
              <a:t>Art</a:t>
            </a:r>
            <a:endParaRPr b="1">
              <a:solidFill>
                <a:schemeClr val="accent1"/>
              </a:solidFill>
              <a:latin typeface="Cinzel Decorative"/>
              <a:ea typeface="Cinzel Decorative"/>
              <a:cs typeface="Cinzel Decorative"/>
              <a:sym typeface="Cinzel Decorative"/>
            </a:endParaRPr>
          </a:p>
        </p:txBody>
      </p:sp>
      <p:sp>
        <p:nvSpPr>
          <p:cNvPr id="942" name="Google Shape;942;p60"/>
          <p:cNvSpPr txBox="1">
            <a:spLocks noGrp="1"/>
          </p:cNvSpPr>
          <p:nvPr>
            <p:ph type="subTitle" idx="4294967295"/>
          </p:nvPr>
        </p:nvSpPr>
        <p:spPr>
          <a:xfrm>
            <a:off x="6082825" y="2943250"/>
            <a:ext cx="2129400" cy="11283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chemeClr val="accent1"/>
              </a:buClr>
              <a:buSzPts val="1400"/>
              <a:buChar char="●"/>
            </a:pPr>
            <a:r>
              <a:rPr lang="en" sz="1400"/>
              <a:t>Mosaics</a:t>
            </a:r>
            <a:endParaRPr sz="1400"/>
          </a:p>
          <a:p>
            <a:pPr marL="457200" lvl="0" indent="-317500" algn="l" rtl="0">
              <a:spcBef>
                <a:spcPts val="0"/>
              </a:spcBef>
              <a:spcAft>
                <a:spcPts val="0"/>
              </a:spcAft>
              <a:buClr>
                <a:schemeClr val="accent1"/>
              </a:buClr>
              <a:buSzPts val="1400"/>
              <a:buChar char="●"/>
            </a:pPr>
            <a:r>
              <a:rPr lang="en" sz="1400"/>
              <a:t>Paintings</a:t>
            </a:r>
            <a:endParaRPr sz="1400"/>
          </a:p>
          <a:p>
            <a:pPr marL="457200" lvl="0" indent="-317500" algn="l" rtl="0">
              <a:spcBef>
                <a:spcPts val="0"/>
              </a:spcBef>
              <a:spcAft>
                <a:spcPts val="0"/>
              </a:spcAft>
              <a:buClr>
                <a:schemeClr val="accent1"/>
              </a:buClr>
              <a:buSzPts val="1400"/>
              <a:buChar char="●"/>
            </a:pPr>
            <a:r>
              <a:rPr lang="en" sz="1400"/>
              <a:t>Sculptures</a:t>
            </a:r>
            <a:endParaRPr sz="1400"/>
          </a:p>
        </p:txBody>
      </p:sp>
      <p:sp>
        <p:nvSpPr>
          <p:cNvPr id="943" name="Google Shape;943;p60"/>
          <p:cNvSpPr/>
          <p:nvPr/>
        </p:nvSpPr>
        <p:spPr>
          <a:xfrm>
            <a:off x="1703825" y="1581825"/>
            <a:ext cx="585300" cy="585300"/>
          </a:xfrm>
          <a:prstGeom prst="ellipse">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60"/>
          <p:cNvSpPr/>
          <p:nvPr/>
        </p:nvSpPr>
        <p:spPr>
          <a:xfrm>
            <a:off x="4270175" y="1581825"/>
            <a:ext cx="585300" cy="585300"/>
          </a:xfrm>
          <a:prstGeom prst="ellipse">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60"/>
          <p:cNvSpPr/>
          <p:nvPr/>
        </p:nvSpPr>
        <p:spPr>
          <a:xfrm>
            <a:off x="6854875" y="1581825"/>
            <a:ext cx="585300" cy="585300"/>
          </a:xfrm>
          <a:prstGeom prst="ellipse">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46" name="Google Shape;946;p60"/>
          <p:cNvCxnSpPr>
            <a:stCxn id="943" idx="4"/>
            <a:endCxn id="937" idx="0"/>
          </p:cNvCxnSpPr>
          <p:nvPr/>
        </p:nvCxnSpPr>
        <p:spPr>
          <a:xfrm>
            <a:off x="1996475" y="2167125"/>
            <a:ext cx="0" cy="388200"/>
          </a:xfrm>
          <a:prstGeom prst="straightConnector1">
            <a:avLst/>
          </a:prstGeom>
          <a:noFill/>
          <a:ln w="9525" cap="flat" cmpd="sng">
            <a:solidFill>
              <a:schemeClr val="lt2"/>
            </a:solidFill>
            <a:prstDash val="solid"/>
            <a:round/>
            <a:headEnd type="none" w="med" len="med"/>
            <a:tailEnd type="none" w="med" len="med"/>
          </a:ln>
        </p:spPr>
      </p:cxnSp>
      <p:cxnSp>
        <p:nvCxnSpPr>
          <p:cNvPr id="947" name="Google Shape;947;p60"/>
          <p:cNvCxnSpPr>
            <a:stCxn id="944" idx="4"/>
            <a:endCxn id="938" idx="0"/>
          </p:cNvCxnSpPr>
          <p:nvPr/>
        </p:nvCxnSpPr>
        <p:spPr>
          <a:xfrm>
            <a:off x="4562825" y="2167125"/>
            <a:ext cx="0" cy="388200"/>
          </a:xfrm>
          <a:prstGeom prst="straightConnector1">
            <a:avLst/>
          </a:prstGeom>
          <a:noFill/>
          <a:ln w="9525" cap="flat" cmpd="sng">
            <a:solidFill>
              <a:schemeClr val="lt2"/>
            </a:solidFill>
            <a:prstDash val="solid"/>
            <a:round/>
            <a:headEnd type="none" w="med" len="med"/>
            <a:tailEnd type="none" w="med" len="med"/>
          </a:ln>
        </p:spPr>
      </p:cxnSp>
      <p:cxnSp>
        <p:nvCxnSpPr>
          <p:cNvPr id="948" name="Google Shape;948;p60"/>
          <p:cNvCxnSpPr>
            <a:stCxn id="945" idx="4"/>
            <a:endCxn id="941" idx="0"/>
          </p:cNvCxnSpPr>
          <p:nvPr/>
        </p:nvCxnSpPr>
        <p:spPr>
          <a:xfrm>
            <a:off x="7147525" y="2167125"/>
            <a:ext cx="0" cy="388200"/>
          </a:xfrm>
          <a:prstGeom prst="straightConnector1">
            <a:avLst/>
          </a:prstGeom>
          <a:noFill/>
          <a:ln w="9525" cap="flat" cmpd="sng">
            <a:solidFill>
              <a:schemeClr val="lt2"/>
            </a:solidFill>
            <a:prstDash val="solid"/>
            <a:round/>
            <a:headEnd type="none" w="med" len="med"/>
            <a:tailEnd type="none" w="med" len="med"/>
          </a:ln>
        </p:spPr>
      </p:cxnSp>
      <p:pic>
        <p:nvPicPr>
          <p:cNvPr id="949" name="Google Shape;949;p60"/>
          <p:cNvPicPr preferRelativeResize="0"/>
          <p:nvPr/>
        </p:nvPicPr>
        <p:blipFill rotWithShape="1">
          <a:blip r:embed="rId4">
            <a:alphaModFix/>
          </a:blip>
          <a:srcRect l="22820" t="35125" r="60837" b="21928"/>
          <a:stretch/>
        </p:blipFill>
        <p:spPr>
          <a:xfrm rot="3921072">
            <a:off x="-72237" y="-33663"/>
            <a:ext cx="1377072" cy="2035725"/>
          </a:xfrm>
          <a:prstGeom prst="rect">
            <a:avLst/>
          </a:prstGeom>
          <a:noFill/>
          <a:ln>
            <a:noFill/>
          </a:ln>
          <a:effectLst>
            <a:outerShdw blurRad="57150" dist="19050" dir="6840000" algn="bl" rotWithShape="0">
              <a:srgbClr val="000000">
                <a:alpha val="37000"/>
              </a:srgbClr>
            </a:outerShdw>
          </a:effectLst>
        </p:spPr>
      </p:pic>
      <p:sp>
        <p:nvSpPr>
          <p:cNvPr id="950" name="Google Shape;950;p60"/>
          <p:cNvSpPr/>
          <p:nvPr/>
        </p:nvSpPr>
        <p:spPr>
          <a:xfrm>
            <a:off x="7040846" y="1714462"/>
            <a:ext cx="213366" cy="320032"/>
          </a:xfrm>
          <a:custGeom>
            <a:avLst/>
            <a:gdLst/>
            <a:ahLst/>
            <a:cxnLst/>
            <a:rect l="l" t="t" r="r" b="b"/>
            <a:pathLst>
              <a:path w="7061" h="10960" extrusionOk="0">
                <a:moveTo>
                  <a:pt x="3906" y="5316"/>
                </a:moveTo>
                <a:cubicBezTo>
                  <a:pt x="4072" y="5316"/>
                  <a:pt x="4191" y="5447"/>
                  <a:pt x="4191" y="5602"/>
                </a:cubicBezTo>
                <a:cubicBezTo>
                  <a:pt x="4191" y="5757"/>
                  <a:pt x="4060" y="5876"/>
                  <a:pt x="3906" y="5876"/>
                </a:cubicBezTo>
                <a:lnTo>
                  <a:pt x="3370" y="5876"/>
                </a:lnTo>
                <a:cubicBezTo>
                  <a:pt x="3215" y="5876"/>
                  <a:pt x="3096" y="5745"/>
                  <a:pt x="3096" y="5602"/>
                </a:cubicBezTo>
                <a:cubicBezTo>
                  <a:pt x="3096" y="5435"/>
                  <a:pt x="3227" y="5316"/>
                  <a:pt x="3370" y="5316"/>
                </a:cubicBezTo>
                <a:close/>
                <a:moveTo>
                  <a:pt x="5370" y="8459"/>
                </a:moveTo>
                <a:cubicBezTo>
                  <a:pt x="5430" y="8471"/>
                  <a:pt x="5489" y="8519"/>
                  <a:pt x="5489" y="8578"/>
                </a:cubicBezTo>
                <a:lnTo>
                  <a:pt x="5489" y="9317"/>
                </a:lnTo>
                <a:cubicBezTo>
                  <a:pt x="5489" y="9376"/>
                  <a:pt x="5430" y="9436"/>
                  <a:pt x="5370" y="9436"/>
                </a:cubicBezTo>
                <a:lnTo>
                  <a:pt x="1929" y="9436"/>
                </a:lnTo>
                <a:cubicBezTo>
                  <a:pt x="1870" y="9436"/>
                  <a:pt x="1810" y="9376"/>
                  <a:pt x="1810" y="9317"/>
                </a:cubicBezTo>
                <a:lnTo>
                  <a:pt x="1810" y="8578"/>
                </a:lnTo>
                <a:cubicBezTo>
                  <a:pt x="1810" y="8519"/>
                  <a:pt x="1870" y="8459"/>
                  <a:pt x="1929" y="8459"/>
                </a:cubicBezTo>
                <a:close/>
                <a:moveTo>
                  <a:pt x="3645" y="0"/>
                </a:moveTo>
                <a:cubicBezTo>
                  <a:pt x="3527" y="0"/>
                  <a:pt x="3411" y="54"/>
                  <a:pt x="3346" y="161"/>
                </a:cubicBezTo>
                <a:lnTo>
                  <a:pt x="191" y="4792"/>
                </a:lnTo>
                <a:cubicBezTo>
                  <a:pt x="0" y="5078"/>
                  <a:pt x="36" y="5447"/>
                  <a:pt x="262" y="5685"/>
                </a:cubicBezTo>
                <a:lnTo>
                  <a:pt x="1762" y="7209"/>
                </a:lnTo>
                <a:cubicBezTo>
                  <a:pt x="1822" y="7269"/>
                  <a:pt x="1858" y="7340"/>
                  <a:pt x="1858" y="7412"/>
                </a:cubicBezTo>
                <a:lnTo>
                  <a:pt x="1858" y="8078"/>
                </a:lnTo>
                <a:cubicBezTo>
                  <a:pt x="1620" y="8114"/>
                  <a:pt x="1429" y="8317"/>
                  <a:pt x="1429" y="8578"/>
                </a:cubicBezTo>
                <a:lnTo>
                  <a:pt x="1429" y="9317"/>
                </a:lnTo>
                <a:cubicBezTo>
                  <a:pt x="1429" y="9602"/>
                  <a:pt x="1643" y="9829"/>
                  <a:pt x="1929" y="9829"/>
                </a:cubicBezTo>
                <a:lnTo>
                  <a:pt x="2155" y="9829"/>
                </a:lnTo>
                <a:lnTo>
                  <a:pt x="2155" y="10472"/>
                </a:lnTo>
                <a:cubicBezTo>
                  <a:pt x="2155" y="10734"/>
                  <a:pt x="2358" y="10960"/>
                  <a:pt x="2632" y="10960"/>
                </a:cubicBezTo>
                <a:lnTo>
                  <a:pt x="3179" y="10960"/>
                </a:lnTo>
                <a:cubicBezTo>
                  <a:pt x="3286" y="10960"/>
                  <a:pt x="3370" y="10864"/>
                  <a:pt x="3370" y="10757"/>
                </a:cubicBezTo>
                <a:cubicBezTo>
                  <a:pt x="3370" y="10662"/>
                  <a:pt x="3286" y="10567"/>
                  <a:pt x="3179" y="10567"/>
                </a:cubicBezTo>
                <a:lnTo>
                  <a:pt x="2632" y="10567"/>
                </a:lnTo>
                <a:cubicBezTo>
                  <a:pt x="2584" y="10567"/>
                  <a:pt x="2536" y="10519"/>
                  <a:pt x="2536" y="10483"/>
                </a:cubicBezTo>
                <a:lnTo>
                  <a:pt x="2536" y="9829"/>
                </a:lnTo>
                <a:lnTo>
                  <a:pt x="4763" y="9829"/>
                </a:lnTo>
                <a:lnTo>
                  <a:pt x="4763" y="10483"/>
                </a:lnTo>
                <a:cubicBezTo>
                  <a:pt x="4763" y="10519"/>
                  <a:pt x="4715" y="10567"/>
                  <a:pt x="4668" y="10567"/>
                </a:cubicBezTo>
                <a:lnTo>
                  <a:pt x="4072" y="10567"/>
                </a:lnTo>
                <a:cubicBezTo>
                  <a:pt x="3965" y="10567"/>
                  <a:pt x="3882" y="10662"/>
                  <a:pt x="3882" y="10757"/>
                </a:cubicBezTo>
                <a:cubicBezTo>
                  <a:pt x="3882" y="10864"/>
                  <a:pt x="3965" y="10960"/>
                  <a:pt x="4072" y="10960"/>
                </a:cubicBezTo>
                <a:lnTo>
                  <a:pt x="4668" y="10960"/>
                </a:lnTo>
                <a:cubicBezTo>
                  <a:pt x="4918" y="10960"/>
                  <a:pt x="5144" y="10745"/>
                  <a:pt x="5144" y="10472"/>
                </a:cubicBezTo>
                <a:lnTo>
                  <a:pt x="5144" y="9829"/>
                </a:lnTo>
                <a:lnTo>
                  <a:pt x="5370" y="9829"/>
                </a:lnTo>
                <a:cubicBezTo>
                  <a:pt x="5656" y="9829"/>
                  <a:pt x="5870" y="9602"/>
                  <a:pt x="5870" y="9317"/>
                </a:cubicBezTo>
                <a:lnTo>
                  <a:pt x="5870" y="8578"/>
                </a:lnTo>
                <a:cubicBezTo>
                  <a:pt x="5870" y="8317"/>
                  <a:pt x="5680" y="8114"/>
                  <a:pt x="5441" y="8078"/>
                </a:cubicBezTo>
                <a:lnTo>
                  <a:pt x="5441" y="7412"/>
                </a:lnTo>
                <a:cubicBezTo>
                  <a:pt x="5441" y="7340"/>
                  <a:pt x="5477" y="7269"/>
                  <a:pt x="5537" y="7209"/>
                </a:cubicBezTo>
                <a:lnTo>
                  <a:pt x="6977" y="5745"/>
                </a:lnTo>
                <a:cubicBezTo>
                  <a:pt x="7049" y="5673"/>
                  <a:pt x="7049" y="5554"/>
                  <a:pt x="6977" y="5483"/>
                </a:cubicBezTo>
                <a:cubicBezTo>
                  <a:pt x="6942" y="5441"/>
                  <a:pt x="6894" y="5420"/>
                  <a:pt x="6845" y="5420"/>
                </a:cubicBezTo>
                <a:cubicBezTo>
                  <a:pt x="6796" y="5420"/>
                  <a:pt x="6745" y="5441"/>
                  <a:pt x="6703" y="5483"/>
                </a:cubicBezTo>
                <a:lnTo>
                  <a:pt x="5263" y="6935"/>
                </a:lnTo>
                <a:cubicBezTo>
                  <a:pt x="5132" y="7066"/>
                  <a:pt x="5072" y="7233"/>
                  <a:pt x="5072" y="7412"/>
                </a:cubicBezTo>
                <a:lnTo>
                  <a:pt x="5072" y="8067"/>
                </a:lnTo>
                <a:lnTo>
                  <a:pt x="2262" y="8067"/>
                </a:lnTo>
                <a:lnTo>
                  <a:pt x="2262" y="7412"/>
                </a:lnTo>
                <a:cubicBezTo>
                  <a:pt x="2262" y="7233"/>
                  <a:pt x="2179" y="7054"/>
                  <a:pt x="2060" y="6935"/>
                </a:cubicBezTo>
                <a:lnTo>
                  <a:pt x="560" y="5423"/>
                </a:lnTo>
                <a:cubicBezTo>
                  <a:pt x="453" y="5316"/>
                  <a:pt x="441" y="5138"/>
                  <a:pt x="536" y="5019"/>
                </a:cubicBezTo>
                <a:lnTo>
                  <a:pt x="3477" y="685"/>
                </a:lnTo>
                <a:lnTo>
                  <a:pt x="3477" y="4923"/>
                </a:lnTo>
                <a:lnTo>
                  <a:pt x="3405" y="4923"/>
                </a:lnTo>
                <a:cubicBezTo>
                  <a:pt x="3036" y="4923"/>
                  <a:pt x="2739" y="5221"/>
                  <a:pt x="2739" y="5602"/>
                </a:cubicBezTo>
                <a:cubicBezTo>
                  <a:pt x="2739" y="5971"/>
                  <a:pt x="3036" y="6269"/>
                  <a:pt x="3405" y="6269"/>
                </a:cubicBezTo>
                <a:lnTo>
                  <a:pt x="3941" y="6269"/>
                </a:lnTo>
                <a:cubicBezTo>
                  <a:pt x="4310" y="6269"/>
                  <a:pt x="4608" y="5971"/>
                  <a:pt x="4608" y="5602"/>
                </a:cubicBezTo>
                <a:cubicBezTo>
                  <a:pt x="4608" y="5221"/>
                  <a:pt x="4310" y="4923"/>
                  <a:pt x="3941" y="4923"/>
                </a:cubicBezTo>
                <a:lnTo>
                  <a:pt x="3870" y="4923"/>
                </a:lnTo>
                <a:lnTo>
                  <a:pt x="3870" y="685"/>
                </a:lnTo>
                <a:lnTo>
                  <a:pt x="6692" y="4840"/>
                </a:lnTo>
                <a:cubicBezTo>
                  <a:pt x="6727" y="4889"/>
                  <a:pt x="6783" y="4918"/>
                  <a:pt x="6843" y="4918"/>
                </a:cubicBezTo>
                <a:cubicBezTo>
                  <a:pt x="6884" y="4918"/>
                  <a:pt x="6927" y="4905"/>
                  <a:pt x="6965" y="4876"/>
                </a:cubicBezTo>
                <a:cubicBezTo>
                  <a:pt x="7049" y="4816"/>
                  <a:pt x="7061" y="4697"/>
                  <a:pt x="7001" y="4614"/>
                </a:cubicBezTo>
                <a:lnTo>
                  <a:pt x="3953" y="161"/>
                </a:lnTo>
                <a:cubicBezTo>
                  <a:pt x="3882" y="54"/>
                  <a:pt x="3763" y="0"/>
                  <a:pt x="364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1" name="Google Shape;951;p60"/>
          <p:cNvGrpSpPr/>
          <p:nvPr/>
        </p:nvGrpSpPr>
        <p:grpSpPr>
          <a:xfrm>
            <a:off x="1793781" y="1714462"/>
            <a:ext cx="405397" cy="320035"/>
            <a:chOff x="3044965" y="2435220"/>
            <a:chExt cx="400194" cy="324316"/>
          </a:xfrm>
        </p:grpSpPr>
        <p:sp>
          <p:nvSpPr>
            <p:cNvPr id="952" name="Google Shape;952;p60"/>
            <p:cNvSpPr/>
            <p:nvPr/>
          </p:nvSpPr>
          <p:spPr>
            <a:xfrm>
              <a:off x="3105649" y="2649413"/>
              <a:ext cx="68329" cy="66864"/>
            </a:xfrm>
            <a:custGeom>
              <a:avLst/>
              <a:gdLst/>
              <a:ahLst/>
              <a:cxnLst/>
              <a:rect l="l" t="t" r="r" b="b"/>
              <a:pathLst>
                <a:path w="2145" h="2099" extrusionOk="0">
                  <a:moveTo>
                    <a:pt x="1924" y="0"/>
                  </a:moveTo>
                  <a:cubicBezTo>
                    <a:pt x="1867" y="0"/>
                    <a:pt x="1811" y="21"/>
                    <a:pt x="1775" y="63"/>
                  </a:cubicBezTo>
                  <a:lnTo>
                    <a:pt x="84" y="1753"/>
                  </a:lnTo>
                  <a:cubicBezTo>
                    <a:pt x="1" y="1825"/>
                    <a:pt x="1" y="1956"/>
                    <a:pt x="84" y="2039"/>
                  </a:cubicBezTo>
                  <a:cubicBezTo>
                    <a:pt x="120" y="2087"/>
                    <a:pt x="168" y="2099"/>
                    <a:pt x="227" y="2099"/>
                  </a:cubicBezTo>
                  <a:cubicBezTo>
                    <a:pt x="275" y="2099"/>
                    <a:pt x="334" y="2075"/>
                    <a:pt x="382" y="2039"/>
                  </a:cubicBezTo>
                  <a:lnTo>
                    <a:pt x="2073" y="337"/>
                  </a:lnTo>
                  <a:cubicBezTo>
                    <a:pt x="2144" y="265"/>
                    <a:pt x="2144" y="134"/>
                    <a:pt x="2073" y="63"/>
                  </a:cubicBezTo>
                  <a:cubicBezTo>
                    <a:pt x="2037" y="21"/>
                    <a:pt x="1980" y="0"/>
                    <a:pt x="192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60"/>
            <p:cNvSpPr/>
            <p:nvPr/>
          </p:nvSpPr>
          <p:spPr>
            <a:xfrm>
              <a:off x="3297193" y="2649413"/>
              <a:ext cx="68297" cy="66864"/>
            </a:xfrm>
            <a:custGeom>
              <a:avLst/>
              <a:gdLst/>
              <a:ahLst/>
              <a:cxnLst/>
              <a:rect l="l" t="t" r="r" b="b"/>
              <a:pathLst>
                <a:path w="2144" h="2099" extrusionOk="0">
                  <a:moveTo>
                    <a:pt x="1919" y="0"/>
                  </a:moveTo>
                  <a:cubicBezTo>
                    <a:pt x="1864" y="0"/>
                    <a:pt x="1810" y="21"/>
                    <a:pt x="1775" y="63"/>
                  </a:cubicBezTo>
                  <a:lnTo>
                    <a:pt x="84" y="1753"/>
                  </a:lnTo>
                  <a:cubicBezTo>
                    <a:pt x="1" y="1825"/>
                    <a:pt x="1" y="1956"/>
                    <a:pt x="84" y="2039"/>
                  </a:cubicBezTo>
                  <a:cubicBezTo>
                    <a:pt x="120" y="2087"/>
                    <a:pt x="167" y="2099"/>
                    <a:pt x="227" y="2099"/>
                  </a:cubicBezTo>
                  <a:cubicBezTo>
                    <a:pt x="286" y="2099"/>
                    <a:pt x="334" y="2075"/>
                    <a:pt x="382" y="2039"/>
                  </a:cubicBezTo>
                  <a:lnTo>
                    <a:pt x="2072" y="337"/>
                  </a:lnTo>
                  <a:cubicBezTo>
                    <a:pt x="2144" y="265"/>
                    <a:pt x="2144" y="134"/>
                    <a:pt x="2072" y="63"/>
                  </a:cubicBezTo>
                  <a:cubicBezTo>
                    <a:pt x="2031" y="21"/>
                    <a:pt x="1974" y="0"/>
                    <a:pt x="19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60"/>
            <p:cNvSpPr/>
            <p:nvPr/>
          </p:nvSpPr>
          <p:spPr>
            <a:xfrm>
              <a:off x="3044965" y="2435220"/>
              <a:ext cx="400194" cy="324316"/>
            </a:xfrm>
            <a:custGeom>
              <a:avLst/>
              <a:gdLst/>
              <a:ahLst/>
              <a:cxnLst/>
              <a:rect l="l" t="t" r="r" b="b"/>
              <a:pathLst>
                <a:path w="12563" h="10181" extrusionOk="0">
                  <a:moveTo>
                    <a:pt x="822" y="7358"/>
                  </a:moveTo>
                  <a:cubicBezTo>
                    <a:pt x="787" y="7465"/>
                    <a:pt x="787" y="7573"/>
                    <a:pt x="787" y="7680"/>
                  </a:cubicBezTo>
                  <a:cubicBezTo>
                    <a:pt x="787" y="7751"/>
                    <a:pt x="787" y="7823"/>
                    <a:pt x="811" y="7918"/>
                  </a:cubicBezTo>
                  <a:lnTo>
                    <a:pt x="632" y="7918"/>
                  </a:lnTo>
                  <a:cubicBezTo>
                    <a:pt x="525" y="7918"/>
                    <a:pt x="418" y="7823"/>
                    <a:pt x="418" y="7704"/>
                  </a:cubicBezTo>
                  <a:lnTo>
                    <a:pt x="418" y="7573"/>
                  </a:lnTo>
                  <a:cubicBezTo>
                    <a:pt x="418" y="7465"/>
                    <a:pt x="513" y="7358"/>
                    <a:pt x="632" y="7358"/>
                  </a:cubicBezTo>
                  <a:close/>
                  <a:moveTo>
                    <a:pt x="11955" y="7358"/>
                  </a:moveTo>
                  <a:cubicBezTo>
                    <a:pt x="12062" y="7358"/>
                    <a:pt x="12157" y="7454"/>
                    <a:pt x="12157" y="7573"/>
                  </a:cubicBezTo>
                  <a:lnTo>
                    <a:pt x="12169" y="7704"/>
                  </a:lnTo>
                  <a:cubicBezTo>
                    <a:pt x="12169" y="7811"/>
                    <a:pt x="12074" y="7918"/>
                    <a:pt x="11955" y="7918"/>
                  </a:cubicBezTo>
                  <a:lnTo>
                    <a:pt x="11776" y="7918"/>
                  </a:lnTo>
                  <a:cubicBezTo>
                    <a:pt x="11776" y="7835"/>
                    <a:pt x="11788" y="7763"/>
                    <a:pt x="11788" y="7668"/>
                  </a:cubicBezTo>
                  <a:cubicBezTo>
                    <a:pt x="11788" y="7573"/>
                    <a:pt x="11776" y="7465"/>
                    <a:pt x="11764" y="7358"/>
                  </a:cubicBezTo>
                  <a:close/>
                  <a:moveTo>
                    <a:pt x="3299" y="6263"/>
                  </a:moveTo>
                  <a:cubicBezTo>
                    <a:pt x="3918" y="6263"/>
                    <a:pt x="4466" y="6441"/>
                    <a:pt x="4859" y="6739"/>
                  </a:cubicBezTo>
                  <a:lnTo>
                    <a:pt x="4442" y="7156"/>
                  </a:lnTo>
                  <a:cubicBezTo>
                    <a:pt x="4371" y="7227"/>
                    <a:pt x="4371" y="7358"/>
                    <a:pt x="4442" y="7442"/>
                  </a:cubicBezTo>
                  <a:cubicBezTo>
                    <a:pt x="4490" y="7477"/>
                    <a:pt x="4525" y="7501"/>
                    <a:pt x="4585" y="7501"/>
                  </a:cubicBezTo>
                  <a:cubicBezTo>
                    <a:pt x="4644" y="7501"/>
                    <a:pt x="4692" y="7477"/>
                    <a:pt x="4740" y="7442"/>
                  </a:cubicBezTo>
                  <a:lnTo>
                    <a:pt x="5156" y="7025"/>
                  </a:lnTo>
                  <a:cubicBezTo>
                    <a:pt x="5299" y="7215"/>
                    <a:pt x="5394" y="7442"/>
                    <a:pt x="5394" y="7692"/>
                  </a:cubicBezTo>
                  <a:cubicBezTo>
                    <a:pt x="5383" y="8835"/>
                    <a:pt x="4442" y="9775"/>
                    <a:pt x="3275" y="9775"/>
                  </a:cubicBezTo>
                  <a:cubicBezTo>
                    <a:pt x="3013" y="9775"/>
                    <a:pt x="2763" y="9728"/>
                    <a:pt x="2525" y="9620"/>
                  </a:cubicBezTo>
                  <a:lnTo>
                    <a:pt x="4156" y="7989"/>
                  </a:lnTo>
                  <a:cubicBezTo>
                    <a:pt x="4228" y="7918"/>
                    <a:pt x="4228" y="7775"/>
                    <a:pt x="4156" y="7704"/>
                  </a:cubicBezTo>
                  <a:cubicBezTo>
                    <a:pt x="4121" y="7668"/>
                    <a:pt x="4070" y="7650"/>
                    <a:pt x="4018" y="7650"/>
                  </a:cubicBezTo>
                  <a:cubicBezTo>
                    <a:pt x="3966" y="7650"/>
                    <a:pt x="3912" y="7668"/>
                    <a:pt x="3870" y="7704"/>
                  </a:cubicBezTo>
                  <a:lnTo>
                    <a:pt x="2144" y="9430"/>
                  </a:lnTo>
                  <a:cubicBezTo>
                    <a:pt x="1573" y="9061"/>
                    <a:pt x="1192" y="8406"/>
                    <a:pt x="1192" y="7680"/>
                  </a:cubicBezTo>
                  <a:cubicBezTo>
                    <a:pt x="1192" y="6882"/>
                    <a:pt x="2132" y="6263"/>
                    <a:pt x="3299" y="6263"/>
                  </a:cubicBezTo>
                  <a:close/>
                  <a:moveTo>
                    <a:pt x="9324" y="6275"/>
                  </a:moveTo>
                  <a:cubicBezTo>
                    <a:pt x="9943" y="6275"/>
                    <a:pt x="10502" y="6453"/>
                    <a:pt x="10883" y="6751"/>
                  </a:cubicBezTo>
                  <a:lnTo>
                    <a:pt x="10467" y="7168"/>
                  </a:lnTo>
                  <a:cubicBezTo>
                    <a:pt x="10395" y="7239"/>
                    <a:pt x="10395" y="7370"/>
                    <a:pt x="10467" y="7454"/>
                  </a:cubicBezTo>
                  <a:cubicBezTo>
                    <a:pt x="10514" y="7489"/>
                    <a:pt x="10562" y="7513"/>
                    <a:pt x="10621" y="7513"/>
                  </a:cubicBezTo>
                  <a:cubicBezTo>
                    <a:pt x="10657" y="7513"/>
                    <a:pt x="10717" y="7489"/>
                    <a:pt x="10764" y="7454"/>
                  </a:cubicBezTo>
                  <a:lnTo>
                    <a:pt x="11181" y="7037"/>
                  </a:lnTo>
                  <a:cubicBezTo>
                    <a:pt x="11336" y="7227"/>
                    <a:pt x="11419" y="7454"/>
                    <a:pt x="11419" y="7704"/>
                  </a:cubicBezTo>
                  <a:cubicBezTo>
                    <a:pt x="11407" y="8835"/>
                    <a:pt x="10467" y="9775"/>
                    <a:pt x="9312" y="9775"/>
                  </a:cubicBezTo>
                  <a:cubicBezTo>
                    <a:pt x="9038" y="9775"/>
                    <a:pt x="8788" y="9728"/>
                    <a:pt x="8550" y="9620"/>
                  </a:cubicBezTo>
                  <a:lnTo>
                    <a:pt x="10181" y="7989"/>
                  </a:lnTo>
                  <a:cubicBezTo>
                    <a:pt x="10264" y="7918"/>
                    <a:pt x="10264" y="7775"/>
                    <a:pt x="10181" y="7704"/>
                  </a:cubicBezTo>
                  <a:cubicBezTo>
                    <a:pt x="10145" y="7668"/>
                    <a:pt x="10094" y="7650"/>
                    <a:pt x="10044" y="7650"/>
                  </a:cubicBezTo>
                  <a:cubicBezTo>
                    <a:pt x="9993" y="7650"/>
                    <a:pt x="9943" y="7668"/>
                    <a:pt x="9907" y="7704"/>
                  </a:cubicBezTo>
                  <a:lnTo>
                    <a:pt x="8181" y="9442"/>
                  </a:lnTo>
                  <a:cubicBezTo>
                    <a:pt x="7597" y="9073"/>
                    <a:pt x="7228" y="8418"/>
                    <a:pt x="7228" y="7692"/>
                  </a:cubicBezTo>
                  <a:cubicBezTo>
                    <a:pt x="7228" y="6894"/>
                    <a:pt x="8157" y="6275"/>
                    <a:pt x="9324" y="6275"/>
                  </a:cubicBezTo>
                  <a:close/>
                  <a:moveTo>
                    <a:pt x="2751" y="0"/>
                  </a:moveTo>
                  <a:cubicBezTo>
                    <a:pt x="2239" y="0"/>
                    <a:pt x="1787" y="345"/>
                    <a:pt x="1656" y="857"/>
                  </a:cubicBezTo>
                  <a:lnTo>
                    <a:pt x="13" y="7418"/>
                  </a:lnTo>
                  <a:cubicBezTo>
                    <a:pt x="1" y="7465"/>
                    <a:pt x="1" y="7513"/>
                    <a:pt x="1" y="7573"/>
                  </a:cubicBezTo>
                  <a:lnTo>
                    <a:pt x="1" y="7704"/>
                  </a:lnTo>
                  <a:cubicBezTo>
                    <a:pt x="1" y="8037"/>
                    <a:pt x="275" y="8311"/>
                    <a:pt x="608" y="8311"/>
                  </a:cubicBezTo>
                  <a:lnTo>
                    <a:pt x="846" y="8311"/>
                  </a:lnTo>
                  <a:cubicBezTo>
                    <a:pt x="1037" y="8989"/>
                    <a:pt x="1465" y="9537"/>
                    <a:pt x="2037" y="9859"/>
                  </a:cubicBezTo>
                  <a:cubicBezTo>
                    <a:pt x="2061" y="9859"/>
                    <a:pt x="2061" y="9882"/>
                    <a:pt x="2073" y="9882"/>
                  </a:cubicBezTo>
                  <a:cubicBezTo>
                    <a:pt x="2430" y="10073"/>
                    <a:pt x="2835" y="10180"/>
                    <a:pt x="3263" y="10180"/>
                  </a:cubicBezTo>
                  <a:cubicBezTo>
                    <a:pt x="4609" y="10180"/>
                    <a:pt x="5704" y="9108"/>
                    <a:pt x="5764" y="7763"/>
                  </a:cubicBezTo>
                  <a:cubicBezTo>
                    <a:pt x="5918" y="7656"/>
                    <a:pt x="6097" y="7596"/>
                    <a:pt x="6287" y="7596"/>
                  </a:cubicBezTo>
                  <a:cubicBezTo>
                    <a:pt x="6478" y="7596"/>
                    <a:pt x="6657" y="7656"/>
                    <a:pt x="6811" y="7763"/>
                  </a:cubicBezTo>
                  <a:cubicBezTo>
                    <a:pt x="6835" y="8656"/>
                    <a:pt x="7347" y="9430"/>
                    <a:pt x="8085" y="9847"/>
                  </a:cubicBezTo>
                  <a:cubicBezTo>
                    <a:pt x="8097" y="9847"/>
                    <a:pt x="8097" y="9859"/>
                    <a:pt x="8121" y="9859"/>
                  </a:cubicBezTo>
                  <a:cubicBezTo>
                    <a:pt x="8478" y="10061"/>
                    <a:pt x="8871" y="10156"/>
                    <a:pt x="9312" y="10156"/>
                  </a:cubicBezTo>
                  <a:cubicBezTo>
                    <a:pt x="10467" y="10156"/>
                    <a:pt x="11455" y="9370"/>
                    <a:pt x="11717" y="8299"/>
                  </a:cubicBezTo>
                  <a:lnTo>
                    <a:pt x="11955" y="8299"/>
                  </a:lnTo>
                  <a:cubicBezTo>
                    <a:pt x="12288" y="8299"/>
                    <a:pt x="12562" y="8037"/>
                    <a:pt x="12562" y="7692"/>
                  </a:cubicBezTo>
                  <a:lnTo>
                    <a:pt x="12562" y="7561"/>
                  </a:lnTo>
                  <a:cubicBezTo>
                    <a:pt x="12562" y="7525"/>
                    <a:pt x="12562" y="7465"/>
                    <a:pt x="12550" y="7418"/>
                  </a:cubicBezTo>
                  <a:lnTo>
                    <a:pt x="10919" y="857"/>
                  </a:lnTo>
                  <a:cubicBezTo>
                    <a:pt x="10800" y="357"/>
                    <a:pt x="10336" y="0"/>
                    <a:pt x="9812" y="0"/>
                  </a:cubicBezTo>
                  <a:cubicBezTo>
                    <a:pt x="9705" y="0"/>
                    <a:pt x="9621" y="84"/>
                    <a:pt x="9621" y="191"/>
                  </a:cubicBezTo>
                  <a:cubicBezTo>
                    <a:pt x="9621" y="298"/>
                    <a:pt x="9705" y="381"/>
                    <a:pt x="9812" y="381"/>
                  </a:cubicBezTo>
                  <a:cubicBezTo>
                    <a:pt x="10157" y="381"/>
                    <a:pt x="10443" y="607"/>
                    <a:pt x="10526" y="929"/>
                  </a:cubicBezTo>
                  <a:lnTo>
                    <a:pt x="12014" y="6942"/>
                  </a:lnTo>
                  <a:lnTo>
                    <a:pt x="11598" y="6942"/>
                  </a:lnTo>
                  <a:cubicBezTo>
                    <a:pt x="11467" y="6727"/>
                    <a:pt x="11288" y="6525"/>
                    <a:pt x="11038" y="6346"/>
                  </a:cubicBezTo>
                  <a:cubicBezTo>
                    <a:pt x="10574" y="6025"/>
                    <a:pt x="9943" y="5846"/>
                    <a:pt x="9288" y="5846"/>
                  </a:cubicBezTo>
                  <a:cubicBezTo>
                    <a:pt x="8633" y="5846"/>
                    <a:pt x="8026" y="6025"/>
                    <a:pt x="7550" y="6346"/>
                  </a:cubicBezTo>
                  <a:cubicBezTo>
                    <a:pt x="7180" y="6620"/>
                    <a:pt x="6918" y="6942"/>
                    <a:pt x="6835" y="7299"/>
                  </a:cubicBezTo>
                  <a:cubicBezTo>
                    <a:pt x="6668" y="7215"/>
                    <a:pt x="6478" y="7168"/>
                    <a:pt x="6287" y="7168"/>
                  </a:cubicBezTo>
                  <a:cubicBezTo>
                    <a:pt x="6097" y="7168"/>
                    <a:pt x="5895" y="7215"/>
                    <a:pt x="5728" y="7299"/>
                  </a:cubicBezTo>
                  <a:cubicBezTo>
                    <a:pt x="5645" y="6942"/>
                    <a:pt x="5394" y="6596"/>
                    <a:pt x="5025" y="6346"/>
                  </a:cubicBezTo>
                  <a:cubicBezTo>
                    <a:pt x="4561" y="6025"/>
                    <a:pt x="3930" y="5846"/>
                    <a:pt x="3275" y="5846"/>
                  </a:cubicBezTo>
                  <a:cubicBezTo>
                    <a:pt x="2620" y="5846"/>
                    <a:pt x="2013" y="6025"/>
                    <a:pt x="1537" y="6346"/>
                  </a:cubicBezTo>
                  <a:cubicBezTo>
                    <a:pt x="1299" y="6525"/>
                    <a:pt x="1108" y="6727"/>
                    <a:pt x="965" y="6942"/>
                  </a:cubicBezTo>
                  <a:lnTo>
                    <a:pt x="549" y="6942"/>
                  </a:lnTo>
                  <a:lnTo>
                    <a:pt x="2037" y="929"/>
                  </a:lnTo>
                  <a:cubicBezTo>
                    <a:pt x="2120" y="607"/>
                    <a:pt x="2418" y="381"/>
                    <a:pt x="2751" y="381"/>
                  </a:cubicBezTo>
                  <a:cubicBezTo>
                    <a:pt x="2858" y="381"/>
                    <a:pt x="2954" y="298"/>
                    <a:pt x="2954" y="191"/>
                  </a:cubicBezTo>
                  <a:cubicBezTo>
                    <a:pt x="2954" y="84"/>
                    <a:pt x="2858" y="0"/>
                    <a:pt x="27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5" name="Google Shape;955;p60"/>
          <p:cNvSpPr/>
          <p:nvPr/>
        </p:nvSpPr>
        <p:spPr>
          <a:xfrm>
            <a:off x="4411980" y="1714454"/>
            <a:ext cx="320041" cy="320045"/>
          </a:xfrm>
          <a:custGeom>
            <a:avLst/>
            <a:gdLst/>
            <a:ahLst/>
            <a:cxnLst/>
            <a:rect l="l" t="t" r="r" b="b"/>
            <a:pathLst>
              <a:path w="11658" h="11689" extrusionOk="0">
                <a:moveTo>
                  <a:pt x="10514" y="382"/>
                </a:moveTo>
                <a:cubicBezTo>
                  <a:pt x="10657" y="382"/>
                  <a:pt x="10812" y="441"/>
                  <a:pt x="10907" y="548"/>
                </a:cubicBezTo>
                <a:lnTo>
                  <a:pt x="11181" y="810"/>
                </a:lnTo>
                <a:cubicBezTo>
                  <a:pt x="11288" y="917"/>
                  <a:pt x="11348" y="1072"/>
                  <a:pt x="11348" y="1215"/>
                </a:cubicBezTo>
                <a:cubicBezTo>
                  <a:pt x="11348" y="1370"/>
                  <a:pt x="11288" y="1513"/>
                  <a:pt x="11181" y="1620"/>
                </a:cubicBezTo>
                <a:lnTo>
                  <a:pt x="10240" y="2560"/>
                </a:lnTo>
                <a:lnTo>
                  <a:pt x="9169" y="1489"/>
                </a:lnTo>
                <a:lnTo>
                  <a:pt x="10109" y="548"/>
                </a:lnTo>
                <a:cubicBezTo>
                  <a:pt x="10217" y="441"/>
                  <a:pt x="10359" y="382"/>
                  <a:pt x="10514" y="382"/>
                </a:cubicBezTo>
                <a:close/>
                <a:moveTo>
                  <a:pt x="8919" y="1715"/>
                </a:moveTo>
                <a:lnTo>
                  <a:pt x="9990" y="2799"/>
                </a:lnTo>
                <a:lnTo>
                  <a:pt x="6954" y="5823"/>
                </a:lnTo>
                <a:lnTo>
                  <a:pt x="5883" y="4751"/>
                </a:lnTo>
                <a:lnTo>
                  <a:pt x="8919" y="1715"/>
                </a:lnTo>
                <a:close/>
                <a:moveTo>
                  <a:pt x="1966" y="8668"/>
                </a:moveTo>
                <a:lnTo>
                  <a:pt x="3037" y="9740"/>
                </a:lnTo>
                <a:lnTo>
                  <a:pt x="2370" y="10419"/>
                </a:lnTo>
                <a:cubicBezTo>
                  <a:pt x="2335" y="10454"/>
                  <a:pt x="2281" y="10472"/>
                  <a:pt x="2227" y="10472"/>
                </a:cubicBezTo>
                <a:cubicBezTo>
                  <a:pt x="2174" y="10472"/>
                  <a:pt x="2120" y="10454"/>
                  <a:pt x="2085" y="10419"/>
                </a:cubicBezTo>
                <a:lnTo>
                  <a:pt x="1299" y="9621"/>
                </a:lnTo>
                <a:cubicBezTo>
                  <a:pt x="1215" y="9549"/>
                  <a:pt x="1215" y="9418"/>
                  <a:pt x="1299" y="9347"/>
                </a:cubicBezTo>
                <a:lnTo>
                  <a:pt x="1966" y="8668"/>
                </a:lnTo>
                <a:close/>
                <a:moveTo>
                  <a:pt x="1311" y="10133"/>
                </a:moveTo>
                <a:lnTo>
                  <a:pt x="1596" y="10407"/>
                </a:lnTo>
                <a:lnTo>
                  <a:pt x="1061" y="10942"/>
                </a:lnTo>
                <a:cubicBezTo>
                  <a:pt x="1019" y="10984"/>
                  <a:pt x="965" y="11005"/>
                  <a:pt x="913" y="11005"/>
                </a:cubicBezTo>
                <a:cubicBezTo>
                  <a:pt x="861" y="11005"/>
                  <a:pt x="811" y="10984"/>
                  <a:pt x="775" y="10942"/>
                </a:cubicBezTo>
                <a:cubicBezTo>
                  <a:pt x="703" y="10859"/>
                  <a:pt x="703" y="10740"/>
                  <a:pt x="775" y="10669"/>
                </a:cubicBezTo>
                <a:lnTo>
                  <a:pt x="1311" y="10133"/>
                </a:lnTo>
                <a:close/>
                <a:moveTo>
                  <a:pt x="10467" y="1"/>
                </a:moveTo>
                <a:cubicBezTo>
                  <a:pt x="10228" y="1"/>
                  <a:pt x="9990" y="84"/>
                  <a:pt x="9812" y="263"/>
                </a:cubicBezTo>
                <a:lnTo>
                  <a:pt x="8871" y="1203"/>
                </a:lnTo>
                <a:lnTo>
                  <a:pt x="8728" y="1048"/>
                </a:lnTo>
                <a:cubicBezTo>
                  <a:pt x="8687" y="1013"/>
                  <a:pt x="8642" y="995"/>
                  <a:pt x="8597" y="995"/>
                </a:cubicBezTo>
                <a:cubicBezTo>
                  <a:pt x="8553" y="995"/>
                  <a:pt x="8508" y="1013"/>
                  <a:pt x="8466" y="1048"/>
                </a:cubicBezTo>
                <a:cubicBezTo>
                  <a:pt x="8395" y="1120"/>
                  <a:pt x="8395" y="1227"/>
                  <a:pt x="8466" y="1310"/>
                </a:cubicBezTo>
                <a:lnTo>
                  <a:pt x="8621" y="1453"/>
                </a:lnTo>
                <a:lnTo>
                  <a:pt x="5037" y="5037"/>
                </a:lnTo>
                <a:cubicBezTo>
                  <a:pt x="4954" y="5120"/>
                  <a:pt x="4954" y="5216"/>
                  <a:pt x="5037" y="5299"/>
                </a:cubicBezTo>
                <a:cubicBezTo>
                  <a:pt x="5073" y="5335"/>
                  <a:pt x="5118" y="5352"/>
                  <a:pt x="5162" y="5352"/>
                </a:cubicBezTo>
                <a:cubicBezTo>
                  <a:pt x="5207" y="5352"/>
                  <a:pt x="5252" y="5335"/>
                  <a:pt x="5287" y="5299"/>
                </a:cubicBezTo>
                <a:lnTo>
                  <a:pt x="5597" y="4977"/>
                </a:lnTo>
                <a:lnTo>
                  <a:pt x="6668" y="6049"/>
                </a:lnTo>
                <a:cubicBezTo>
                  <a:pt x="6299" y="6525"/>
                  <a:pt x="6073" y="6978"/>
                  <a:pt x="5883" y="7382"/>
                </a:cubicBezTo>
                <a:cubicBezTo>
                  <a:pt x="5430" y="8287"/>
                  <a:pt x="5097" y="9002"/>
                  <a:pt x="3275" y="9526"/>
                </a:cubicBezTo>
                <a:lnTo>
                  <a:pt x="2156" y="8406"/>
                </a:lnTo>
                <a:lnTo>
                  <a:pt x="4597" y="5966"/>
                </a:lnTo>
                <a:cubicBezTo>
                  <a:pt x="4680" y="5894"/>
                  <a:pt x="4680" y="5787"/>
                  <a:pt x="4597" y="5716"/>
                </a:cubicBezTo>
                <a:cubicBezTo>
                  <a:pt x="4561" y="5674"/>
                  <a:pt x="4516" y="5653"/>
                  <a:pt x="4472" y="5653"/>
                </a:cubicBezTo>
                <a:cubicBezTo>
                  <a:pt x="4427" y="5653"/>
                  <a:pt x="4382" y="5674"/>
                  <a:pt x="4347" y="5716"/>
                </a:cubicBezTo>
                <a:lnTo>
                  <a:pt x="989" y="9073"/>
                </a:lnTo>
                <a:cubicBezTo>
                  <a:pt x="775" y="9287"/>
                  <a:pt x="775" y="9645"/>
                  <a:pt x="989" y="9847"/>
                </a:cubicBezTo>
                <a:lnTo>
                  <a:pt x="1001" y="9859"/>
                </a:lnTo>
                <a:lnTo>
                  <a:pt x="465" y="10395"/>
                </a:lnTo>
                <a:cubicBezTo>
                  <a:pt x="299" y="10561"/>
                  <a:pt x="251" y="10811"/>
                  <a:pt x="358" y="11026"/>
                </a:cubicBezTo>
                <a:lnTo>
                  <a:pt x="1" y="11383"/>
                </a:lnTo>
                <a:cubicBezTo>
                  <a:pt x="1" y="11454"/>
                  <a:pt x="1" y="11562"/>
                  <a:pt x="61" y="11633"/>
                </a:cubicBezTo>
                <a:cubicBezTo>
                  <a:pt x="92" y="11670"/>
                  <a:pt x="139" y="11688"/>
                  <a:pt x="187" y="11688"/>
                </a:cubicBezTo>
                <a:cubicBezTo>
                  <a:pt x="232" y="11688"/>
                  <a:pt x="276" y="11673"/>
                  <a:pt x="311" y="11645"/>
                </a:cubicBezTo>
                <a:lnTo>
                  <a:pt x="668" y="11288"/>
                </a:lnTo>
                <a:cubicBezTo>
                  <a:pt x="745" y="11326"/>
                  <a:pt x="827" y="11345"/>
                  <a:pt x="908" y="11345"/>
                </a:cubicBezTo>
                <a:cubicBezTo>
                  <a:pt x="1052" y="11345"/>
                  <a:pt x="1192" y="11287"/>
                  <a:pt x="1299" y="11181"/>
                </a:cubicBezTo>
                <a:lnTo>
                  <a:pt x="1835" y="10645"/>
                </a:lnTo>
                <a:cubicBezTo>
                  <a:pt x="1942" y="10752"/>
                  <a:pt x="2073" y="10811"/>
                  <a:pt x="2204" y="10811"/>
                </a:cubicBezTo>
                <a:cubicBezTo>
                  <a:pt x="2358" y="10811"/>
                  <a:pt x="2501" y="10752"/>
                  <a:pt x="2608" y="10645"/>
                </a:cubicBezTo>
                <a:lnTo>
                  <a:pt x="3370" y="9895"/>
                </a:lnTo>
                <a:cubicBezTo>
                  <a:pt x="5371" y="9335"/>
                  <a:pt x="5776" y="8502"/>
                  <a:pt x="6240" y="7549"/>
                </a:cubicBezTo>
                <a:cubicBezTo>
                  <a:pt x="6442" y="7121"/>
                  <a:pt x="6668" y="6656"/>
                  <a:pt x="7073" y="6180"/>
                </a:cubicBezTo>
                <a:lnTo>
                  <a:pt x="10228" y="3025"/>
                </a:lnTo>
                <a:lnTo>
                  <a:pt x="10526" y="3322"/>
                </a:lnTo>
                <a:lnTo>
                  <a:pt x="8407" y="5442"/>
                </a:lnTo>
                <a:cubicBezTo>
                  <a:pt x="8347" y="5501"/>
                  <a:pt x="8335" y="5608"/>
                  <a:pt x="8395" y="5680"/>
                </a:cubicBezTo>
                <a:cubicBezTo>
                  <a:pt x="8426" y="5717"/>
                  <a:pt x="8473" y="5735"/>
                  <a:pt x="8522" y="5735"/>
                </a:cubicBezTo>
                <a:cubicBezTo>
                  <a:pt x="8566" y="5735"/>
                  <a:pt x="8611" y="5720"/>
                  <a:pt x="8645" y="5692"/>
                </a:cubicBezTo>
                <a:lnTo>
                  <a:pt x="10883" y="3465"/>
                </a:lnTo>
                <a:cubicBezTo>
                  <a:pt x="10955" y="3382"/>
                  <a:pt x="10955" y="3287"/>
                  <a:pt x="10883" y="3203"/>
                </a:cubicBezTo>
                <a:lnTo>
                  <a:pt x="10455" y="2775"/>
                </a:lnTo>
                <a:lnTo>
                  <a:pt x="11383" y="1834"/>
                </a:lnTo>
                <a:cubicBezTo>
                  <a:pt x="11562" y="1656"/>
                  <a:pt x="11657" y="1441"/>
                  <a:pt x="11657" y="1179"/>
                </a:cubicBezTo>
                <a:cubicBezTo>
                  <a:pt x="11657" y="929"/>
                  <a:pt x="11562" y="703"/>
                  <a:pt x="11383" y="524"/>
                </a:cubicBezTo>
                <a:lnTo>
                  <a:pt x="11121" y="263"/>
                </a:lnTo>
                <a:cubicBezTo>
                  <a:pt x="10943" y="84"/>
                  <a:pt x="10717" y="1"/>
                  <a:pt x="1046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pic>
        <p:nvPicPr>
          <p:cNvPr id="960" name="Google Shape;960;p61"/>
          <p:cNvPicPr preferRelativeResize="0"/>
          <p:nvPr/>
        </p:nvPicPr>
        <p:blipFill rotWithShape="1">
          <a:blip r:embed="rId3">
            <a:alphaModFix/>
          </a:blip>
          <a:srcRect l="41277" t="17794" r="39777" b="17593"/>
          <a:stretch/>
        </p:blipFill>
        <p:spPr>
          <a:xfrm rot="7690407">
            <a:off x="5066813" y="3200900"/>
            <a:ext cx="1732350" cy="3323200"/>
          </a:xfrm>
          <a:prstGeom prst="rect">
            <a:avLst/>
          </a:prstGeom>
          <a:noFill/>
          <a:ln>
            <a:noFill/>
          </a:ln>
          <a:effectLst>
            <a:outerShdw blurRad="57150" dist="28575" dir="6900000" algn="bl" rotWithShape="0">
              <a:srgbClr val="000000">
                <a:alpha val="36000"/>
              </a:srgbClr>
            </a:outerShdw>
          </a:effectLst>
        </p:spPr>
      </p:pic>
      <p:sp>
        <p:nvSpPr>
          <p:cNvPr id="961" name="Google Shape;961;p61"/>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Discussion</a:t>
            </a:r>
            <a:endParaRPr/>
          </a:p>
        </p:txBody>
      </p:sp>
      <p:sp>
        <p:nvSpPr>
          <p:cNvPr id="962" name="Google Shape;962;p61"/>
          <p:cNvSpPr txBox="1"/>
          <p:nvPr/>
        </p:nvSpPr>
        <p:spPr>
          <a:xfrm>
            <a:off x="787125" y="1738450"/>
            <a:ext cx="4144500" cy="277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latin typeface="Amiri"/>
                <a:ea typeface="Amiri"/>
                <a:cs typeface="Amiri"/>
                <a:sym typeface="Amiri"/>
              </a:rPr>
              <a:t>Despite being red, Mars is actually a cold place. It's full of iron oxide dust, which gives the planet its reddish cast. Earth is the third planet from the Sun and the only one that harbors life in the Solar System. This is where we all live:</a:t>
            </a:r>
            <a:endParaRPr>
              <a:solidFill>
                <a:schemeClr val="dk1"/>
              </a:solidFill>
              <a:latin typeface="Amiri"/>
              <a:ea typeface="Amiri"/>
              <a:cs typeface="Amiri"/>
              <a:sym typeface="Amiri"/>
            </a:endParaRPr>
          </a:p>
          <a:p>
            <a:pPr marL="457200" lvl="0" indent="-317500" algn="l" rtl="0">
              <a:spcBef>
                <a:spcPts val="1000"/>
              </a:spcBef>
              <a:spcAft>
                <a:spcPts val="0"/>
              </a:spcAft>
              <a:buClr>
                <a:schemeClr val="accent1"/>
              </a:buClr>
              <a:buSzPts val="1400"/>
              <a:buFont typeface="Amiri"/>
              <a:buChar char="●"/>
            </a:pPr>
            <a:r>
              <a:rPr lang="en">
                <a:solidFill>
                  <a:schemeClr val="dk1"/>
                </a:solidFill>
                <a:latin typeface="Amiri"/>
                <a:ea typeface="Amiri"/>
                <a:cs typeface="Amiri"/>
                <a:sym typeface="Amiri"/>
              </a:rPr>
              <a:t>Ceres is located in the main asteroid belt</a:t>
            </a:r>
            <a:endParaRPr>
              <a:solidFill>
                <a:schemeClr val="dk1"/>
              </a:solidFill>
              <a:latin typeface="Amiri"/>
              <a:ea typeface="Amiri"/>
              <a:cs typeface="Amiri"/>
              <a:sym typeface="Amiri"/>
            </a:endParaRPr>
          </a:p>
          <a:p>
            <a:pPr marL="457200" lvl="0" indent="-317500" algn="l" rtl="0">
              <a:spcBef>
                <a:spcPts val="1000"/>
              </a:spcBef>
              <a:spcAft>
                <a:spcPts val="0"/>
              </a:spcAft>
              <a:buClr>
                <a:schemeClr val="accent1"/>
              </a:buClr>
              <a:buSzPts val="1400"/>
              <a:buFont typeface="Amiri"/>
              <a:buChar char="●"/>
            </a:pPr>
            <a:r>
              <a:rPr lang="en">
                <a:solidFill>
                  <a:schemeClr val="dk1"/>
                </a:solidFill>
                <a:latin typeface="Amiri"/>
                <a:ea typeface="Amiri"/>
                <a:cs typeface="Amiri"/>
                <a:sym typeface="Amiri"/>
              </a:rPr>
              <a:t>The Moon is Earth’s natural satellite</a:t>
            </a:r>
            <a:endParaRPr>
              <a:solidFill>
                <a:schemeClr val="dk1"/>
              </a:solidFill>
              <a:latin typeface="Amiri"/>
              <a:ea typeface="Amiri"/>
              <a:cs typeface="Amiri"/>
              <a:sym typeface="Amiri"/>
            </a:endParaRPr>
          </a:p>
          <a:p>
            <a:pPr marL="457200" lvl="0" indent="-317500" algn="l" rtl="0">
              <a:spcBef>
                <a:spcPts val="1000"/>
              </a:spcBef>
              <a:spcAft>
                <a:spcPts val="0"/>
              </a:spcAft>
              <a:buClr>
                <a:schemeClr val="accent1"/>
              </a:buClr>
              <a:buSzPts val="1400"/>
              <a:buFont typeface="Amiri"/>
              <a:buChar char="●"/>
            </a:pPr>
            <a:r>
              <a:rPr lang="en">
                <a:solidFill>
                  <a:schemeClr val="dk1"/>
                </a:solidFill>
                <a:latin typeface="Amiri"/>
                <a:ea typeface="Amiri"/>
                <a:cs typeface="Amiri"/>
                <a:sym typeface="Amiri"/>
              </a:rPr>
              <a:t>Neptune is very far away from us</a:t>
            </a:r>
            <a:endParaRPr>
              <a:solidFill>
                <a:schemeClr val="dk1"/>
              </a:solidFill>
              <a:latin typeface="Amiri"/>
              <a:ea typeface="Amiri"/>
              <a:cs typeface="Amiri"/>
              <a:sym typeface="Amiri"/>
            </a:endParaRPr>
          </a:p>
          <a:p>
            <a:pPr marL="457200" lvl="0" indent="-317500" algn="l" rtl="0">
              <a:spcBef>
                <a:spcPts val="1000"/>
              </a:spcBef>
              <a:spcAft>
                <a:spcPts val="0"/>
              </a:spcAft>
              <a:buClr>
                <a:schemeClr val="accent1"/>
              </a:buClr>
              <a:buSzPts val="1400"/>
              <a:buFont typeface="Amiri"/>
              <a:buChar char="●"/>
            </a:pPr>
            <a:r>
              <a:rPr lang="en">
                <a:solidFill>
                  <a:schemeClr val="dk1"/>
                </a:solidFill>
                <a:latin typeface="Amiri"/>
                <a:ea typeface="Amiri"/>
                <a:cs typeface="Amiri"/>
                <a:sym typeface="Amiri"/>
              </a:rPr>
              <a:t>Pluto now considered a dwarf planet</a:t>
            </a:r>
            <a:endParaRPr>
              <a:solidFill>
                <a:schemeClr val="dk1"/>
              </a:solidFill>
              <a:latin typeface="Amiri"/>
              <a:ea typeface="Amiri"/>
              <a:cs typeface="Amiri"/>
              <a:sym typeface="Amiri"/>
            </a:endParaRPr>
          </a:p>
          <a:p>
            <a:pPr marL="0" lvl="0" indent="0" algn="l" rtl="0">
              <a:spcBef>
                <a:spcPts val="1000"/>
              </a:spcBef>
              <a:spcAft>
                <a:spcPts val="0"/>
              </a:spcAft>
              <a:buNone/>
            </a:pPr>
            <a:endParaRPr>
              <a:solidFill>
                <a:schemeClr val="dk1"/>
              </a:solidFill>
              <a:latin typeface="Amiri"/>
              <a:ea typeface="Amiri"/>
              <a:cs typeface="Amiri"/>
              <a:sym typeface="Amiri"/>
            </a:endParaRPr>
          </a:p>
          <a:p>
            <a:pPr marL="0" lvl="0" indent="0" algn="l" rtl="0">
              <a:spcBef>
                <a:spcPts val="0"/>
              </a:spcBef>
              <a:spcAft>
                <a:spcPts val="0"/>
              </a:spcAft>
              <a:buNone/>
            </a:pPr>
            <a:endParaRPr>
              <a:solidFill>
                <a:schemeClr val="dk1"/>
              </a:solidFill>
              <a:latin typeface="Amiri"/>
              <a:ea typeface="Amiri"/>
              <a:cs typeface="Amiri"/>
              <a:sym typeface="Amiri"/>
            </a:endParaRPr>
          </a:p>
        </p:txBody>
      </p:sp>
      <p:sp>
        <p:nvSpPr>
          <p:cNvPr id="963" name="Google Shape;963;p61"/>
          <p:cNvSpPr txBox="1"/>
          <p:nvPr/>
        </p:nvSpPr>
        <p:spPr>
          <a:xfrm>
            <a:off x="787125" y="1389850"/>
            <a:ext cx="4144500" cy="348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a:buNone/>
            </a:pPr>
            <a:r>
              <a:rPr lang="en" sz="1800" b="1">
                <a:solidFill>
                  <a:schemeClr val="accent1"/>
                </a:solidFill>
                <a:latin typeface="Cinzel Decorative"/>
                <a:ea typeface="Cinzel Decorative"/>
                <a:cs typeface="Cinzel Decorative"/>
                <a:sym typeface="Cinzel Decorative"/>
              </a:rPr>
              <a:t>Mars</a:t>
            </a:r>
            <a:endParaRPr sz="1800" b="1">
              <a:solidFill>
                <a:schemeClr val="accent1"/>
              </a:solidFill>
              <a:latin typeface="Cinzel Decorative"/>
              <a:ea typeface="Cinzel Decorative"/>
              <a:cs typeface="Cinzel Decorative"/>
              <a:sym typeface="Cinzel Decorative"/>
            </a:endParaRPr>
          </a:p>
        </p:txBody>
      </p:sp>
      <p:sp>
        <p:nvSpPr>
          <p:cNvPr id="964" name="Google Shape;964;p61"/>
          <p:cNvSpPr/>
          <p:nvPr/>
        </p:nvSpPr>
        <p:spPr>
          <a:xfrm>
            <a:off x="7816225" y="1803843"/>
            <a:ext cx="522300" cy="522300"/>
          </a:xfrm>
          <a:prstGeom prst="ellipse">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0" b="1">
              <a:solidFill>
                <a:schemeClr val="accent1"/>
              </a:solidFill>
              <a:latin typeface="Cinzel Decorative"/>
              <a:ea typeface="Cinzel Decorative"/>
              <a:cs typeface="Cinzel Decorative"/>
              <a:sym typeface="Cinzel Decorative"/>
            </a:endParaRPr>
          </a:p>
        </p:txBody>
      </p:sp>
      <p:sp>
        <p:nvSpPr>
          <p:cNvPr id="965" name="Google Shape;965;p61"/>
          <p:cNvSpPr/>
          <p:nvPr/>
        </p:nvSpPr>
        <p:spPr>
          <a:xfrm>
            <a:off x="7816233" y="3444794"/>
            <a:ext cx="522300" cy="522300"/>
          </a:xfrm>
          <a:prstGeom prst="ellipse">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sz="2000" b="1">
              <a:solidFill>
                <a:schemeClr val="accent1"/>
              </a:solidFill>
              <a:latin typeface="Cinzel Decorative"/>
              <a:ea typeface="Cinzel Decorative"/>
              <a:cs typeface="Cinzel Decorative"/>
              <a:sym typeface="Cinzel Decorative"/>
            </a:endParaRPr>
          </a:p>
        </p:txBody>
      </p:sp>
      <p:sp>
        <p:nvSpPr>
          <p:cNvPr id="966" name="Google Shape;966;p61"/>
          <p:cNvSpPr txBox="1"/>
          <p:nvPr/>
        </p:nvSpPr>
        <p:spPr>
          <a:xfrm>
            <a:off x="5227925" y="1389850"/>
            <a:ext cx="2511000" cy="348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100"/>
              <a:buFont typeface="Arial"/>
              <a:buNone/>
            </a:pPr>
            <a:r>
              <a:rPr lang="en" sz="1800" b="1">
                <a:solidFill>
                  <a:schemeClr val="accent1"/>
                </a:solidFill>
                <a:latin typeface="Cinzel Decorative"/>
                <a:ea typeface="Cinzel Decorative"/>
                <a:cs typeface="Cinzel Decorative"/>
                <a:sym typeface="Cinzel Decorative"/>
              </a:rPr>
              <a:t>Greek gods</a:t>
            </a:r>
            <a:endParaRPr sz="1800" b="1">
              <a:solidFill>
                <a:schemeClr val="accent1"/>
              </a:solidFill>
              <a:latin typeface="Cinzel Decorative"/>
              <a:ea typeface="Cinzel Decorative"/>
              <a:cs typeface="Cinzel Decorative"/>
              <a:sym typeface="Cinzel Decorative"/>
            </a:endParaRPr>
          </a:p>
        </p:txBody>
      </p:sp>
      <p:sp>
        <p:nvSpPr>
          <p:cNvPr id="967" name="Google Shape;967;p61"/>
          <p:cNvSpPr txBox="1"/>
          <p:nvPr/>
        </p:nvSpPr>
        <p:spPr>
          <a:xfrm>
            <a:off x="5227925" y="1668675"/>
            <a:ext cx="2511000" cy="9312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Amiri"/>
                <a:ea typeface="Amiri"/>
                <a:cs typeface="Amiri"/>
                <a:sym typeface="Amiri"/>
              </a:rPr>
              <a:t>Mercury is the closest planet to the Sun and the smallest one in the Solar System—it’s only a bit larger than the Moon</a:t>
            </a:r>
            <a:endParaRPr>
              <a:solidFill>
                <a:schemeClr val="dk1"/>
              </a:solidFill>
              <a:latin typeface="Amiri"/>
              <a:ea typeface="Amiri"/>
              <a:cs typeface="Amiri"/>
              <a:sym typeface="Amiri"/>
            </a:endParaRPr>
          </a:p>
          <a:p>
            <a:pPr marL="0" lvl="0" indent="0" algn="r" rtl="0">
              <a:spcBef>
                <a:spcPts val="0"/>
              </a:spcBef>
              <a:spcAft>
                <a:spcPts val="0"/>
              </a:spcAft>
              <a:buNone/>
            </a:pPr>
            <a:endParaRPr>
              <a:solidFill>
                <a:schemeClr val="dk1"/>
              </a:solidFill>
              <a:latin typeface="Amiri"/>
              <a:ea typeface="Amiri"/>
              <a:cs typeface="Amiri"/>
              <a:sym typeface="Amiri"/>
            </a:endParaRPr>
          </a:p>
        </p:txBody>
      </p:sp>
      <p:sp>
        <p:nvSpPr>
          <p:cNvPr id="968" name="Google Shape;968;p61"/>
          <p:cNvSpPr txBox="1"/>
          <p:nvPr/>
        </p:nvSpPr>
        <p:spPr>
          <a:xfrm>
            <a:off x="5227925" y="3030801"/>
            <a:ext cx="2511000" cy="348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None/>
            </a:pPr>
            <a:r>
              <a:rPr lang="en" sz="1800" b="1">
                <a:solidFill>
                  <a:schemeClr val="accent1"/>
                </a:solidFill>
                <a:latin typeface="Cinzel Decorative"/>
                <a:ea typeface="Cinzel Decorative"/>
                <a:cs typeface="Cinzel Decorative"/>
                <a:sym typeface="Cinzel Decorative"/>
              </a:rPr>
              <a:t>Roman gods</a:t>
            </a:r>
            <a:endParaRPr sz="1800" b="1">
              <a:solidFill>
                <a:schemeClr val="accent1"/>
              </a:solidFill>
              <a:latin typeface="Cinzel Decorative"/>
              <a:ea typeface="Cinzel Decorative"/>
              <a:cs typeface="Cinzel Decorative"/>
              <a:sym typeface="Cinzel Decorative"/>
            </a:endParaRPr>
          </a:p>
        </p:txBody>
      </p:sp>
      <p:sp>
        <p:nvSpPr>
          <p:cNvPr id="969" name="Google Shape;969;p61"/>
          <p:cNvSpPr txBox="1"/>
          <p:nvPr/>
        </p:nvSpPr>
        <p:spPr>
          <a:xfrm>
            <a:off x="5227925" y="3309647"/>
            <a:ext cx="2511000" cy="9312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chemeClr val="dk1"/>
                </a:solidFill>
                <a:latin typeface="Amiri"/>
                <a:ea typeface="Amiri"/>
                <a:cs typeface="Amiri"/>
                <a:sym typeface="Amiri"/>
              </a:rPr>
              <a:t>Venus has a beautiful name and is the second planet from the Sun. It’s terribly hot—even hotter than Mercury</a:t>
            </a:r>
            <a:endParaRPr>
              <a:solidFill>
                <a:schemeClr val="dk1"/>
              </a:solidFill>
              <a:latin typeface="Amiri"/>
              <a:ea typeface="Amiri"/>
              <a:cs typeface="Amiri"/>
              <a:sym typeface="Amiri"/>
            </a:endParaRPr>
          </a:p>
        </p:txBody>
      </p:sp>
      <p:grpSp>
        <p:nvGrpSpPr>
          <p:cNvPr id="970" name="Google Shape;970;p61"/>
          <p:cNvGrpSpPr/>
          <p:nvPr/>
        </p:nvGrpSpPr>
        <p:grpSpPr>
          <a:xfrm>
            <a:off x="7935106" y="3545935"/>
            <a:ext cx="245368" cy="320049"/>
            <a:chOff x="1805901" y="1960358"/>
            <a:chExt cx="284847" cy="373627"/>
          </a:xfrm>
        </p:grpSpPr>
        <p:sp>
          <p:nvSpPr>
            <p:cNvPr id="971" name="Google Shape;971;p61"/>
            <p:cNvSpPr/>
            <p:nvPr/>
          </p:nvSpPr>
          <p:spPr>
            <a:xfrm>
              <a:off x="1805901" y="1960358"/>
              <a:ext cx="284847" cy="373627"/>
            </a:xfrm>
            <a:custGeom>
              <a:avLst/>
              <a:gdLst/>
              <a:ahLst/>
              <a:cxnLst/>
              <a:rect l="l" t="t" r="r" b="b"/>
              <a:pathLst>
                <a:path w="8942" h="11729" extrusionOk="0">
                  <a:moveTo>
                    <a:pt x="8525" y="9395"/>
                  </a:moveTo>
                  <a:lnTo>
                    <a:pt x="8525" y="9764"/>
                  </a:lnTo>
                  <a:lnTo>
                    <a:pt x="3358" y="9764"/>
                  </a:lnTo>
                  <a:cubicBezTo>
                    <a:pt x="3239" y="9764"/>
                    <a:pt x="3155" y="9859"/>
                    <a:pt x="3155" y="9978"/>
                  </a:cubicBezTo>
                  <a:cubicBezTo>
                    <a:pt x="3155" y="10097"/>
                    <a:pt x="3239" y="10180"/>
                    <a:pt x="3358" y="10180"/>
                  </a:cubicBezTo>
                  <a:lnTo>
                    <a:pt x="8525" y="10180"/>
                  </a:lnTo>
                  <a:lnTo>
                    <a:pt x="8525" y="10490"/>
                  </a:lnTo>
                  <a:lnTo>
                    <a:pt x="6775" y="10490"/>
                  </a:lnTo>
                  <a:cubicBezTo>
                    <a:pt x="6656" y="10490"/>
                    <a:pt x="6561" y="10585"/>
                    <a:pt x="6561" y="10704"/>
                  </a:cubicBezTo>
                  <a:cubicBezTo>
                    <a:pt x="6561" y="10823"/>
                    <a:pt x="6656" y="10907"/>
                    <a:pt x="6775" y="10907"/>
                  </a:cubicBezTo>
                  <a:lnTo>
                    <a:pt x="8525" y="10907"/>
                  </a:lnTo>
                  <a:lnTo>
                    <a:pt x="8525" y="11264"/>
                  </a:lnTo>
                  <a:lnTo>
                    <a:pt x="1381" y="11264"/>
                  </a:lnTo>
                  <a:cubicBezTo>
                    <a:pt x="857" y="11264"/>
                    <a:pt x="441" y="10847"/>
                    <a:pt x="441" y="10335"/>
                  </a:cubicBezTo>
                  <a:cubicBezTo>
                    <a:pt x="441" y="10073"/>
                    <a:pt x="548" y="9835"/>
                    <a:pt x="715" y="9657"/>
                  </a:cubicBezTo>
                  <a:cubicBezTo>
                    <a:pt x="893" y="9478"/>
                    <a:pt x="1131" y="9395"/>
                    <a:pt x="1381" y="9395"/>
                  </a:cubicBezTo>
                  <a:close/>
                  <a:moveTo>
                    <a:pt x="1369" y="1"/>
                  </a:moveTo>
                  <a:cubicBezTo>
                    <a:pt x="619" y="1"/>
                    <a:pt x="0" y="620"/>
                    <a:pt x="0" y="1370"/>
                  </a:cubicBezTo>
                  <a:lnTo>
                    <a:pt x="0" y="10359"/>
                  </a:lnTo>
                  <a:cubicBezTo>
                    <a:pt x="0" y="11109"/>
                    <a:pt x="607" y="11728"/>
                    <a:pt x="1369" y="11728"/>
                  </a:cubicBezTo>
                  <a:lnTo>
                    <a:pt x="8739" y="11728"/>
                  </a:lnTo>
                  <a:cubicBezTo>
                    <a:pt x="8858" y="11728"/>
                    <a:pt x="8942" y="11645"/>
                    <a:pt x="8942" y="11526"/>
                  </a:cubicBezTo>
                  <a:lnTo>
                    <a:pt x="8942" y="2191"/>
                  </a:lnTo>
                  <a:cubicBezTo>
                    <a:pt x="8942" y="2072"/>
                    <a:pt x="8858" y="1989"/>
                    <a:pt x="8739" y="1989"/>
                  </a:cubicBezTo>
                  <a:cubicBezTo>
                    <a:pt x="8620" y="1989"/>
                    <a:pt x="8525" y="2072"/>
                    <a:pt x="8525" y="2191"/>
                  </a:cubicBezTo>
                  <a:lnTo>
                    <a:pt x="8525" y="8990"/>
                  </a:lnTo>
                  <a:lnTo>
                    <a:pt x="1596" y="8990"/>
                  </a:lnTo>
                  <a:lnTo>
                    <a:pt x="1596" y="7787"/>
                  </a:lnTo>
                  <a:cubicBezTo>
                    <a:pt x="1596" y="7668"/>
                    <a:pt x="1500" y="7585"/>
                    <a:pt x="1381" y="7585"/>
                  </a:cubicBezTo>
                  <a:cubicBezTo>
                    <a:pt x="1262" y="7585"/>
                    <a:pt x="1179" y="7668"/>
                    <a:pt x="1179" y="7787"/>
                  </a:cubicBezTo>
                  <a:lnTo>
                    <a:pt x="1179" y="9002"/>
                  </a:lnTo>
                  <a:cubicBezTo>
                    <a:pt x="905" y="9049"/>
                    <a:pt x="655" y="9168"/>
                    <a:pt x="441" y="9359"/>
                  </a:cubicBezTo>
                  <a:lnTo>
                    <a:pt x="441" y="1370"/>
                  </a:lnTo>
                  <a:cubicBezTo>
                    <a:pt x="441" y="929"/>
                    <a:pt x="762" y="548"/>
                    <a:pt x="1179" y="465"/>
                  </a:cubicBezTo>
                  <a:lnTo>
                    <a:pt x="1179" y="7109"/>
                  </a:lnTo>
                  <a:cubicBezTo>
                    <a:pt x="1179" y="7228"/>
                    <a:pt x="1262" y="7311"/>
                    <a:pt x="1381" y="7311"/>
                  </a:cubicBezTo>
                  <a:cubicBezTo>
                    <a:pt x="1500" y="7311"/>
                    <a:pt x="1596" y="7216"/>
                    <a:pt x="1596" y="7109"/>
                  </a:cubicBezTo>
                  <a:lnTo>
                    <a:pt x="1596" y="441"/>
                  </a:lnTo>
                  <a:lnTo>
                    <a:pt x="8525" y="441"/>
                  </a:lnTo>
                  <a:lnTo>
                    <a:pt x="8525" y="1489"/>
                  </a:lnTo>
                  <a:cubicBezTo>
                    <a:pt x="8525" y="1608"/>
                    <a:pt x="8620" y="1703"/>
                    <a:pt x="8739" y="1703"/>
                  </a:cubicBezTo>
                  <a:cubicBezTo>
                    <a:pt x="8847" y="1703"/>
                    <a:pt x="8942" y="1608"/>
                    <a:pt x="8942" y="1489"/>
                  </a:cubicBezTo>
                  <a:lnTo>
                    <a:pt x="8942" y="215"/>
                  </a:lnTo>
                  <a:cubicBezTo>
                    <a:pt x="8942" y="96"/>
                    <a:pt x="8847" y="1"/>
                    <a:pt x="873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61"/>
            <p:cNvSpPr/>
            <p:nvPr/>
          </p:nvSpPr>
          <p:spPr>
            <a:xfrm>
              <a:off x="1841929" y="2295249"/>
              <a:ext cx="165773" cy="13315"/>
            </a:xfrm>
            <a:custGeom>
              <a:avLst/>
              <a:gdLst/>
              <a:ahLst/>
              <a:cxnLst/>
              <a:rect l="l" t="t" r="r" b="b"/>
              <a:pathLst>
                <a:path w="5204" h="418" extrusionOk="0">
                  <a:moveTo>
                    <a:pt x="203" y="1"/>
                  </a:moveTo>
                  <a:cubicBezTo>
                    <a:pt x="84" y="1"/>
                    <a:pt x="0" y="84"/>
                    <a:pt x="0" y="203"/>
                  </a:cubicBezTo>
                  <a:cubicBezTo>
                    <a:pt x="0" y="322"/>
                    <a:pt x="84" y="418"/>
                    <a:pt x="203" y="418"/>
                  </a:cubicBezTo>
                  <a:lnTo>
                    <a:pt x="5001" y="418"/>
                  </a:lnTo>
                  <a:cubicBezTo>
                    <a:pt x="5120" y="418"/>
                    <a:pt x="5203" y="322"/>
                    <a:pt x="5203" y="203"/>
                  </a:cubicBezTo>
                  <a:cubicBezTo>
                    <a:pt x="5203" y="84"/>
                    <a:pt x="5120" y="1"/>
                    <a:pt x="500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3" name="Google Shape;973;p61"/>
          <p:cNvSpPr/>
          <p:nvPr/>
        </p:nvSpPr>
        <p:spPr>
          <a:xfrm>
            <a:off x="7922689" y="1882128"/>
            <a:ext cx="309364" cy="320049"/>
          </a:xfrm>
          <a:custGeom>
            <a:avLst/>
            <a:gdLst/>
            <a:ahLst/>
            <a:cxnLst/>
            <a:rect l="l" t="t" r="r" b="b"/>
            <a:pathLst>
              <a:path w="10895" h="11216" extrusionOk="0">
                <a:moveTo>
                  <a:pt x="5454" y="322"/>
                </a:moveTo>
                <a:cubicBezTo>
                  <a:pt x="5740" y="322"/>
                  <a:pt x="5954" y="548"/>
                  <a:pt x="5954" y="834"/>
                </a:cubicBezTo>
                <a:cubicBezTo>
                  <a:pt x="5954" y="1012"/>
                  <a:pt x="5871" y="1155"/>
                  <a:pt x="5716" y="1250"/>
                </a:cubicBezTo>
                <a:lnTo>
                  <a:pt x="5704" y="1262"/>
                </a:lnTo>
                <a:lnTo>
                  <a:pt x="5692" y="1262"/>
                </a:lnTo>
                <a:cubicBezTo>
                  <a:pt x="5680" y="1262"/>
                  <a:pt x="5680" y="1274"/>
                  <a:pt x="5656" y="1274"/>
                </a:cubicBezTo>
                <a:lnTo>
                  <a:pt x="5644" y="1274"/>
                </a:lnTo>
                <a:cubicBezTo>
                  <a:pt x="5644" y="1274"/>
                  <a:pt x="5632" y="1274"/>
                  <a:pt x="5632" y="1298"/>
                </a:cubicBezTo>
                <a:lnTo>
                  <a:pt x="5621" y="1298"/>
                </a:lnTo>
                <a:cubicBezTo>
                  <a:pt x="5597" y="1298"/>
                  <a:pt x="5597" y="1298"/>
                  <a:pt x="5585" y="1310"/>
                </a:cubicBezTo>
                <a:lnTo>
                  <a:pt x="5263" y="1310"/>
                </a:lnTo>
                <a:cubicBezTo>
                  <a:pt x="5240" y="1310"/>
                  <a:pt x="5240" y="1310"/>
                  <a:pt x="5228" y="1298"/>
                </a:cubicBezTo>
                <a:lnTo>
                  <a:pt x="5216" y="1298"/>
                </a:lnTo>
                <a:cubicBezTo>
                  <a:pt x="5216" y="1298"/>
                  <a:pt x="5204" y="1298"/>
                  <a:pt x="5204" y="1274"/>
                </a:cubicBezTo>
                <a:lnTo>
                  <a:pt x="5180" y="1274"/>
                </a:lnTo>
                <a:cubicBezTo>
                  <a:pt x="5168" y="1274"/>
                  <a:pt x="5168" y="1262"/>
                  <a:pt x="5156" y="1262"/>
                </a:cubicBezTo>
                <a:lnTo>
                  <a:pt x="5144" y="1262"/>
                </a:lnTo>
                <a:cubicBezTo>
                  <a:pt x="5144" y="1262"/>
                  <a:pt x="5120" y="1262"/>
                  <a:pt x="5120" y="1250"/>
                </a:cubicBezTo>
                <a:cubicBezTo>
                  <a:pt x="4989" y="1155"/>
                  <a:pt x="4882" y="1012"/>
                  <a:pt x="4882" y="834"/>
                </a:cubicBezTo>
                <a:cubicBezTo>
                  <a:pt x="4942" y="548"/>
                  <a:pt x="5168" y="322"/>
                  <a:pt x="5454" y="322"/>
                </a:cubicBezTo>
                <a:close/>
                <a:moveTo>
                  <a:pt x="5644" y="1631"/>
                </a:moveTo>
                <a:lnTo>
                  <a:pt x="5644" y="1834"/>
                </a:lnTo>
                <a:lnTo>
                  <a:pt x="5240" y="1834"/>
                </a:lnTo>
                <a:lnTo>
                  <a:pt x="5240" y="1631"/>
                </a:lnTo>
                <a:lnTo>
                  <a:pt x="5263" y="1631"/>
                </a:lnTo>
                <a:cubicBezTo>
                  <a:pt x="5275" y="1631"/>
                  <a:pt x="5287" y="1631"/>
                  <a:pt x="5287" y="1655"/>
                </a:cubicBezTo>
                <a:lnTo>
                  <a:pt x="5632" y="1655"/>
                </a:lnTo>
                <a:cubicBezTo>
                  <a:pt x="5621" y="1631"/>
                  <a:pt x="5632" y="1631"/>
                  <a:pt x="5644" y="1631"/>
                </a:cubicBezTo>
                <a:close/>
                <a:moveTo>
                  <a:pt x="7002" y="2143"/>
                </a:moveTo>
                <a:cubicBezTo>
                  <a:pt x="7418" y="2143"/>
                  <a:pt x="7799" y="2310"/>
                  <a:pt x="8085" y="2584"/>
                </a:cubicBezTo>
                <a:cubicBezTo>
                  <a:pt x="8335" y="2858"/>
                  <a:pt x="8680" y="3001"/>
                  <a:pt x="9050" y="3001"/>
                </a:cubicBezTo>
                <a:lnTo>
                  <a:pt x="10514" y="3001"/>
                </a:lnTo>
                <a:lnTo>
                  <a:pt x="10514" y="3334"/>
                </a:lnTo>
                <a:lnTo>
                  <a:pt x="9050" y="3334"/>
                </a:lnTo>
                <a:lnTo>
                  <a:pt x="9050" y="3346"/>
                </a:lnTo>
                <a:cubicBezTo>
                  <a:pt x="8597" y="3346"/>
                  <a:pt x="8180" y="3167"/>
                  <a:pt x="7859" y="2846"/>
                </a:cubicBezTo>
                <a:cubicBezTo>
                  <a:pt x="7645" y="2608"/>
                  <a:pt x="7323" y="2465"/>
                  <a:pt x="7002" y="2465"/>
                </a:cubicBezTo>
                <a:lnTo>
                  <a:pt x="3942" y="2465"/>
                </a:lnTo>
                <a:cubicBezTo>
                  <a:pt x="3573" y="2465"/>
                  <a:pt x="3227" y="2620"/>
                  <a:pt x="2977" y="2882"/>
                </a:cubicBezTo>
                <a:cubicBezTo>
                  <a:pt x="2715" y="3167"/>
                  <a:pt x="2311" y="3334"/>
                  <a:pt x="1894" y="3334"/>
                </a:cubicBezTo>
                <a:lnTo>
                  <a:pt x="370" y="3334"/>
                </a:lnTo>
                <a:lnTo>
                  <a:pt x="370" y="3001"/>
                </a:lnTo>
                <a:lnTo>
                  <a:pt x="1834" y="3001"/>
                </a:lnTo>
                <a:cubicBezTo>
                  <a:pt x="2203" y="3001"/>
                  <a:pt x="2549" y="2858"/>
                  <a:pt x="2799" y="2584"/>
                </a:cubicBezTo>
                <a:cubicBezTo>
                  <a:pt x="3073" y="2310"/>
                  <a:pt x="3477" y="2143"/>
                  <a:pt x="3894" y="2143"/>
                </a:cubicBezTo>
                <a:close/>
                <a:moveTo>
                  <a:pt x="1525" y="3894"/>
                </a:moveTo>
                <a:lnTo>
                  <a:pt x="2644" y="6382"/>
                </a:lnTo>
                <a:lnTo>
                  <a:pt x="406" y="6382"/>
                </a:lnTo>
                <a:lnTo>
                  <a:pt x="1525" y="3894"/>
                </a:lnTo>
                <a:close/>
                <a:moveTo>
                  <a:pt x="9371" y="3894"/>
                </a:moveTo>
                <a:lnTo>
                  <a:pt x="10478" y="6382"/>
                </a:lnTo>
                <a:lnTo>
                  <a:pt x="8252" y="6382"/>
                </a:lnTo>
                <a:lnTo>
                  <a:pt x="9371" y="3894"/>
                </a:lnTo>
                <a:close/>
                <a:moveTo>
                  <a:pt x="2739" y="6692"/>
                </a:moveTo>
                <a:cubicBezTo>
                  <a:pt x="2727" y="7335"/>
                  <a:pt x="2227" y="7847"/>
                  <a:pt x="1596" y="7847"/>
                </a:cubicBezTo>
                <a:lnTo>
                  <a:pt x="1477" y="7847"/>
                </a:lnTo>
                <a:cubicBezTo>
                  <a:pt x="858" y="7847"/>
                  <a:pt x="334" y="7335"/>
                  <a:pt x="334" y="6692"/>
                </a:cubicBezTo>
                <a:close/>
                <a:moveTo>
                  <a:pt x="10574" y="6692"/>
                </a:moveTo>
                <a:cubicBezTo>
                  <a:pt x="10574" y="7335"/>
                  <a:pt x="10050" y="7847"/>
                  <a:pt x="9431" y="7847"/>
                </a:cubicBezTo>
                <a:lnTo>
                  <a:pt x="9300" y="7847"/>
                </a:lnTo>
                <a:cubicBezTo>
                  <a:pt x="8680" y="7847"/>
                  <a:pt x="8157" y="7335"/>
                  <a:pt x="8157" y="6692"/>
                </a:cubicBezTo>
                <a:close/>
                <a:moveTo>
                  <a:pt x="7645" y="9585"/>
                </a:moveTo>
                <a:cubicBezTo>
                  <a:pt x="7728" y="9585"/>
                  <a:pt x="7811" y="9656"/>
                  <a:pt x="7811" y="9763"/>
                </a:cubicBezTo>
                <a:lnTo>
                  <a:pt x="7811" y="10049"/>
                </a:lnTo>
                <a:lnTo>
                  <a:pt x="4418" y="10049"/>
                </a:lnTo>
                <a:cubicBezTo>
                  <a:pt x="4335" y="10049"/>
                  <a:pt x="4263" y="10121"/>
                  <a:pt x="4263" y="10204"/>
                </a:cubicBezTo>
                <a:cubicBezTo>
                  <a:pt x="4263" y="10299"/>
                  <a:pt x="4335" y="10371"/>
                  <a:pt x="4418" y="10371"/>
                </a:cubicBezTo>
                <a:lnTo>
                  <a:pt x="8407" y="10371"/>
                </a:lnTo>
                <a:cubicBezTo>
                  <a:pt x="8514" y="10371"/>
                  <a:pt x="8585" y="10442"/>
                  <a:pt x="8585" y="10549"/>
                </a:cubicBezTo>
                <a:lnTo>
                  <a:pt x="8585" y="10906"/>
                </a:lnTo>
                <a:lnTo>
                  <a:pt x="2275" y="10906"/>
                </a:lnTo>
                <a:lnTo>
                  <a:pt x="2275" y="10549"/>
                </a:lnTo>
                <a:cubicBezTo>
                  <a:pt x="2275" y="10442"/>
                  <a:pt x="2358" y="10371"/>
                  <a:pt x="2453" y="10371"/>
                </a:cubicBezTo>
                <a:lnTo>
                  <a:pt x="3382" y="10371"/>
                </a:lnTo>
                <a:cubicBezTo>
                  <a:pt x="3465" y="10371"/>
                  <a:pt x="3549" y="10299"/>
                  <a:pt x="3549" y="10204"/>
                </a:cubicBezTo>
                <a:cubicBezTo>
                  <a:pt x="3549" y="10121"/>
                  <a:pt x="3465" y="10049"/>
                  <a:pt x="3382" y="10049"/>
                </a:cubicBezTo>
                <a:lnTo>
                  <a:pt x="3073" y="10049"/>
                </a:lnTo>
                <a:lnTo>
                  <a:pt x="3073" y="9763"/>
                </a:lnTo>
                <a:cubicBezTo>
                  <a:pt x="3073" y="9668"/>
                  <a:pt x="3144" y="9585"/>
                  <a:pt x="3251" y="9585"/>
                </a:cubicBezTo>
                <a:close/>
                <a:moveTo>
                  <a:pt x="5454" y="0"/>
                </a:moveTo>
                <a:cubicBezTo>
                  <a:pt x="4989" y="0"/>
                  <a:pt x="4632" y="369"/>
                  <a:pt x="4632" y="822"/>
                </a:cubicBezTo>
                <a:cubicBezTo>
                  <a:pt x="4632" y="1072"/>
                  <a:pt x="4751" y="1298"/>
                  <a:pt x="4930" y="1453"/>
                </a:cubicBezTo>
                <a:lnTo>
                  <a:pt x="4930" y="1810"/>
                </a:lnTo>
                <a:lnTo>
                  <a:pt x="3894" y="1810"/>
                </a:lnTo>
                <a:cubicBezTo>
                  <a:pt x="3382" y="1810"/>
                  <a:pt x="2906" y="2024"/>
                  <a:pt x="2584" y="2370"/>
                </a:cubicBezTo>
                <a:cubicBezTo>
                  <a:pt x="2382" y="2572"/>
                  <a:pt x="2120" y="2691"/>
                  <a:pt x="1834" y="2691"/>
                </a:cubicBezTo>
                <a:lnTo>
                  <a:pt x="346" y="2691"/>
                </a:lnTo>
                <a:cubicBezTo>
                  <a:pt x="179" y="2691"/>
                  <a:pt x="48" y="2822"/>
                  <a:pt x="48" y="2989"/>
                </a:cubicBezTo>
                <a:lnTo>
                  <a:pt x="48" y="3382"/>
                </a:lnTo>
                <a:cubicBezTo>
                  <a:pt x="48" y="3536"/>
                  <a:pt x="179" y="3679"/>
                  <a:pt x="346" y="3679"/>
                </a:cubicBezTo>
                <a:lnTo>
                  <a:pt x="1263" y="3679"/>
                </a:lnTo>
                <a:lnTo>
                  <a:pt x="1" y="6477"/>
                </a:lnTo>
                <a:lnTo>
                  <a:pt x="1" y="6489"/>
                </a:lnTo>
                <a:lnTo>
                  <a:pt x="1" y="6501"/>
                </a:lnTo>
                <a:lnTo>
                  <a:pt x="1" y="6513"/>
                </a:lnTo>
                <a:lnTo>
                  <a:pt x="1" y="6537"/>
                </a:lnTo>
                <a:lnTo>
                  <a:pt x="1" y="6692"/>
                </a:lnTo>
                <a:cubicBezTo>
                  <a:pt x="1" y="7501"/>
                  <a:pt x="656" y="8168"/>
                  <a:pt x="1477" y="8168"/>
                </a:cubicBezTo>
                <a:lnTo>
                  <a:pt x="1596" y="8168"/>
                </a:lnTo>
                <a:cubicBezTo>
                  <a:pt x="2406" y="8168"/>
                  <a:pt x="3073" y="7513"/>
                  <a:pt x="3073" y="6692"/>
                </a:cubicBezTo>
                <a:lnTo>
                  <a:pt x="3073" y="6537"/>
                </a:lnTo>
                <a:lnTo>
                  <a:pt x="3073" y="6513"/>
                </a:lnTo>
                <a:lnTo>
                  <a:pt x="3073" y="6501"/>
                </a:lnTo>
                <a:lnTo>
                  <a:pt x="3073" y="6489"/>
                </a:lnTo>
                <a:lnTo>
                  <a:pt x="3073" y="6477"/>
                </a:lnTo>
                <a:lnTo>
                  <a:pt x="1811" y="3679"/>
                </a:lnTo>
                <a:lnTo>
                  <a:pt x="1930" y="3679"/>
                </a:lnTo>
                <a:cubicBezTo>
                  <a:pt x="2430" y="3679"/>
                  <a:pt x="2906" y="3465"/>
                  <a:pt x="3239" y="3120"/>
                </a:cubicBezTo>
                <a:cubicBezTo>
                  <a:pt x="3430" y="2917"/>
                  <a:pt x="3692" y="2798"/>
                  <a:pt x="3977" y="2798"/>
                </a:cubicBezTo>
                <a:lnTo>
                  <a:pt x="4942" y="2798"/>
                </a:lnTo>
                <a:lnTo>
                  <a:pt x="4942" y="9251"/>
                </a:lnTo>
                <a:lnTo>
                  <a:pt x="3275" y="9251"/>
                </a:lnTo>
                <a:cubicBezTo>
                  <a:pt x="3013" y="9251"/>
                  <a:pt x="2787" y="9478"/>
                  <a:pt x="2787" y="9752"/>
                </a:cubicBezTo>
                <a:lnTo>
                  <a:pt x="2787" y="10025"/>
                </a:lnTo>
                <a:lnTo>
                  <a:pt x="2501" y="10025"/>
                </a:lnTo>
                <a:cubicBezTo>
                  <a:pt x="2227" y="10025"/>
                  <a:pt x="2001" y="10252"/>
                  <a:pt x="2001" y="10537"/>
                </a:cubicBezTo>
                <a:lnTo>
                  <a:pt x="2001" y="11061"/>
                </a:lnTo>
                <a:cubicBezTo>
                  <a:pt x="2001" y="11145"/>
                  <a:pt x="2072" y="11216"/>
                  <a:pt x="2168" y="11216"/>
                </a:cubicBezTo>
                <a:lnTo>
                  <a:pt x="8799" y="11216"/>
                </a:lnTo>
                <a:cubicBezTo>
                  <a:pt x="8895" y="11216"/>
                  <a:pt x="8966" y="11145"/>
                  <a:pt x="8966" y="11061"/>
                </a:cubicBezTo>
                <a:lnTo>
                  <a:pt x="8966" y="10537"/>
                </a:lnTo>
                <a:cubicBezTo>
                  <a:pt x="8966" y="10252"/>
                  <a:pt x="8740" y="10025"/>
                  <a:pt x="8454" y="10025"/>
                </a:cubicBezTo>
                <a:lnTo>
                  <a:pt x="8180" y="10025"/>
                </a:lnTo>
                <a:lnTo>
                  <a:pt x="8180" y="9752"/>
                </a:lnTo>
                <a:cubicBezTo>
                  <a:pt x="8180" y="9478"/>
                  <a:pt x="7954" y="9251"/>
                  <a:pt x="7680" y="9251"/>
                </a:cubicBezTo>
                <a:lnTo>
                  <a:pt x="5978" y="9251"/>
                </a:lnTo>
                <a:lnTo>
                  <a:pt x="5978" y="4572"/>
                </a:lnTo>
                <a:cubicBezTo>
                  <a:pt x="5978" y="4477"/>
                  <a:pt x="5894" y="4406"/>
                  <a:pt x="5811" y="4406"/>
                </a:cubicBezTo>
                <a:cubicBezTo>
                  <a:pt x="5716" y="4406"/>
                  <a:pt x="5644" y="4477"/>
                  <a:pt x="5644" y="4572"/>
                </a:cubicBezTo>
                <a:lnTo>
                  <a:pt x="5644" y="9251"/>
                </a:lnTo>
                <a:lnTo>
                  <a:pt x="5240" y="9251"/>
                </a:lnTo>
                <a:lnTo>
                  <a:pt x="5240" y="2798"/>
                </a:lnTo>
                <a:lnTo>
                  <a:pt x="5644" y="2798"/>
                </a:lnTo>
                <a:lnTo>
                  <a:pt x="5644" y="3536"/>
                </a:lnTo>
                <a:cubicBezTo>
                  <a:pt x="5644" y="3632"/>
                  <a:pt x="5716" y="3703"/>
                  <a:pt x="5811" y="3703"/>
                </a:cubicBezTo>
                <a:cubicBezTo>
                  <a:pt x="5894" y="3703"/>
                  <a:pt x="5978" y="3632"/>
                  <a:pt x="5978" y="3536"/>
                </a:cubicBezTo>
                <a:lnTo>
                  <a:pt x="5978" y="2798"/>
                </a:lnTo>
                <a:lnTo>
                  <a:pt x="7002" y="2798"/>
                </a:lnTo>
                <a:cubicBezTo>
                  <a:pt x="7240" y="2798"/>
                  <a:pt x="7466" y="2905"/>
                  <a:pt x="7621" y="3060"/>
                </a:cubicBezTo>
                <a:cubicBezTo>
                  <a:pt x="8002" y="3453"/>
                  <a:pt x="8502" y="3679"/>
                  <a:pt x="9050" y="3679"/>
                </a:cubicBezTo>
                <a:lnTo>
                  <a:pt x="9097" y="3679"/>
                </a:lnTo>
                <a:lnTo>
                  <a:pt x="7835" y="6477"/>
                </a:lnTo>
                <a:lnTo>
                  <a:pt x="7835" y="6489"/>
                </a:lnTo>
                <a:lnTo>
                  <a:pt x="7835" y="6501"/>
                </a:lnTo>
                <a:lnTo>
                  <a:pt x="7835" y="6513"/>
                </a:lnTo>
                <a:lnTo>
                  <a:pt x="7835" y="6537"/>
                </a:lnTo>
                <a:lnTo>
                  <a:pt x="7835" y="6692"/>
                </a:lnTo>
                <a:cubicBezTo>
                  <a:pt x="7835" y="7501"/>
                  <a:pt x="8490" y="8168"/>
                  <a:pt x="9311" y="8168"/>
                </a:cubicBezTo>
                <a:lnTo>
                  <a:pt x="9431" y="8168"/>
                </a:lnTo>
                <a:cubicBezTo>
                  <a:pt x="10228" y="8168"/>
                  <a:pt x="10895" y="7513"/>
                  <a:pt x="10895" y="6692"/>
                </a:cubicBezTo>
                <a:lnTo>
                  <a:pt x="10895" y="6537"/>
                </a:lnTo>
                <a:lnTo>
                  <a:pt x="10895" y="6513"/>
                </a:lnTo>
                <a:lnTo>
                  <a:pt x="10895" y="6501"/>
                </a:lnTo>
                <a:lnTo>
                  <a:pt x="10895" y="6489"/>
                </a:lnTo>
                <a:lnTo>
                  <a:pt x="10895" y="6465"/>
                </a:lnTo>
                <a:lnTo>
                  <a:pt x="9633" y="3667"/>
                </a:lnTo>
                <a:lnTo>
                  <a:pt x="10562" y="3667"/>
                </a:lnTo>
                <a:cubicBezTo>
                  <a:pt x="10716" y="3667"/>
                  <a:pt x="10859" y="3536"/>
                  <a:pt x="10859" y="3370"/>
                </a:cubicBezTo>
                <a:lnTo>
                  <a:pt x="10859" y="2989"/>
                </a:lnTo>
                <a:cubicBezTo>
                  <a:pt x="10859" y="2822"/>
                  <a:pt x="10716" y="2691"/>
                  <a:pt x="10562" y="2691"/>
                </a:cubicBezTo>
                <a:lnTo>
                  <a:pt x="9073" y="2691"/>
                </a:lnTo>
                <a:cubicBezTo>
                  <a:pt x="8788" y="2691"/>
                  <a:pt x="8514" y="2572"/>
                  <a:pt x="8323" y="2370"/>
                </a:cubicBezTo>
                <a:cubicBezTo>
                  <a:pt x="8002" y="2012"/>
                  <a:pt x="7502" y="1810"/>
                  <a:pt x="7014" y="1810"/>
                </a:cubicBezTo>
                <a:lnTo>
                  <a:pt x="5978" y="1810"/>
                </a:lnTo>
                <a:lnTo>
                  <a:pt x="5978" y="1453"/>
                </a:lnTo>
                <a:cubicBezTo>
                  <a:pt x="6156" y="1310"/>
                  <a:pt x="6275" y="1072"/>
                  <a:pt x="6275" y="822"/>
                </a:cubicBezTo>
                <a:cubicBezTo>
                  <a:pt x="6275" y="358"/>
                  <a:pt x="5894" y="0"/>
                  <a:pt x="54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p62"/>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Conclusions</a:t>
            </a:r>
            <a:endParaRPr/>
          </a:p>
        </p:txBody>
      </p:sp>
      <p:sp>
        <p:nvSpPr>
          <p:cNvPr id="979" name="Google Shape;979;p62"/>
          <p:cNvSpPr txBox="1">
            <a:spLocks noGrp="1"/>
          </p:cNvSpPr>
          <p:nvPr>
            <p:ph type="subTitle" idx="1"/>
          </p:nvPr>
        </p:nvSpPr>
        <p:spPr>
          <a:xfrm>
            <a:off x="1777750" y="1447425"/>
            <a:ext cx="23280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Mars</a:t>
            </a:r>
            <a:endParaRPr/>
          </a:p>
        </p:txBody>
      </p:sp>
      <p:sp>
        <p:nvSpPr>
          <p:cNvPr id="980" name="Google Shape;980;p62"/>
          <p:cNvSpPr txBox="1">
            <a:spLocks noGrp="1"/>
          </p:cNvSpPr>
          <p:nvPr>
            <p:ph type="subTitle" idx="2"/>
          </p:nvPr>
        </p:nvSpPr>
        <p:spPr>
          <a:xfrm>
            <a:off x="5019900" y="1447425"/>
            <a:ext cx="23280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Venus</a:t>
            </a:r>
            <a:endParaRPr/>
          </a:p>
        </p:txBody>
      </p:sp>
      <p:sp>
        <p:nvSpPr>
          <p:cNvPr id="981" name="Google Shape;981;p62"/>
          <p:cNvSpPr txBox="1">
            <a:spLocks noGrp="1"/>
          </p:cNvSpPr>
          <p:nvPr>
            <p:ph type="subTitle" idx="3"/>
          </p:nvPr>
        </p:nvSpPr>
        <p:spPr>
          <a:xfrm>
            <a:off x="1777750" y="1835325"/>
            <a:ext cx="2328000" cy="838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Despite being red, Mars is actually a cold place. It’s full of iron oxide dust</a:t>
            </a:r>
            <a:endParaRPr/>
          </a:p>
        </p:txBody>
      </p:sp>
      <p:sp>
        <p:nvSpPr>
          <p:cNvPr id="982" name="Google Shape;982;p62"/>
          <p:cNvSpPr txBox="1">
            <a:spLocks noGrp="1"/>
          </p:cNvSpPr>
          <p:nvPr>
            <p:ph type="subTitle" idx="4"/>
          </p:nvPr>
        </p:nvSpPr>
        <p:spPr>
          <a:xfrm>
            <a:off x="5019900" y="1835325"/>
            <a:ext cx="2328000" cy="838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has a very beautiful name and is the second planet from the Sun</a:t>
            </a:r>
            <a:endParaRPr/>
          </a:p>
        </p:txBody>
      </p:sp>
      <p:sp>
        <p:nvSpPr>
          <p:cNvPr id="983" name="Google Shape;983;p62"/>
          <p:cNvSpPr txBox="1">
            <a:spLocks noGrp="1"/>
          </p:cNvSpPr>
          <p:nvPr>
            <p:ph type="subTitle" idx="5"/>
          </p:nvPr>
        </p:nvSpPr>
        <p:spPr>
          <a:xfrm>
            <a:off x="1777750" y="2982650"/>
            <a:ext cx="23280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Mercury</a:t>
            </a:r>
            <a:endParaRPr/>
          </a:p>
        </p:txBody>
      </p:sp>
      <p:sp>
        <p:nvSpPr>
          <p:cNvPr id="984" name="Google Shape;984;p62"/>
          <p:cNvSpPr txBox="1">
            <a:spLocks noGrp="1"/>
          </p:cNvSpPr>
          <p:nvPr>
            <p:ph type="subTitle" idx="6"/>
          </p:nvPr>
        </p:nvSpPr>
        <p:spPr>
          <a:xfrm>
            <a:off x="5019900" y="2982650"/>
            <a:ext cx="2328000" cy="387900"/>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n"/>
              <a:t>Neptune</a:t>
            </a:r>
            <a:endParaRPr/>
          </a:p>
        </p:txBody>
      </p:sp>
      <p:sp>
        <p:nvSpPr>
          <p:cNvPr id="985" name="Google Shape;985;p62"/>
          <p:cNvSpPr txBox="1">
            <a:spLocks noGrp="1"/>
          </p:cNvSpPr>
          <p:nvPr>
            <p:ph type="subTitle" idx="7"/>
          </p:nvPr>
        </p:nvSpPr>
        <p:spPr>
          <a:xfrm>
            <a:off x="1777750" y="3370550"/>
            <a:ext cx="2328000" cy="838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Mercury is the closest planet to the Sun and the smallest one in the Solar System</a:t>
            </a:r>
            <a:endParaRPr/>
          </a:p>
        </p:txBody>
      </p:sp>
      <p:sp>
        <p:nvSpPr>
          <p:cNvPr id="986" name="Google Shape;986;p62"/>
          <p:cNvSpPr txBox="1">
            <a:spLocks noGrp="1"/>
          </p:cNvSpPr>
          <p:nvPr>
            <p:ph type="subTitle" idx="8"/>
          </p:nvPr>
        </p:nvSpPr>
        <p:spPr>
          <a:xfrm>
            <a:off x="5019900" y="3370550"/>
            <a:ext cx="2328000" cy="838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 Neptune is the fourth-largest object by diameter in the Solar System </a:t>
            </a:r>
            <a:endParaRPr/>
          </a:p>
        </p:txBody>
      </p:sp>
      <p:sp>
        <p:nvSpPr>
          <p:cNvPr id="987" name="Google Shape;987;p62"/>
          <p:cNvSpPr/>
          <p:nvPr/>
        </p:nvSpPr>
        <p:spPr>
          <a:xfrm>
            <a:off x="-1037850" y="-413525"/>
            <a:ext cx="2063400" cy="2745300"/>
          </a:xfrm>
          <a:prstGeom prst="ellipse">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88" name="Google Shape;988;p62"/>
          <p:cNvPicPr preferRelativeResize="0"/>
          <p:nvPr/>
        </p:nvPicPr>
        <p:blipFill rotWithShape="1">
          <a:blip r:embed="rId3">
            <a:alphaModFix/>
          </a:blip>
          <a:srcRect l="28220" t="17074" r="12900" b="18806"/>
          <a:stretch/>
        </p:blipFill>
        <p:spPr>
          <a:xfrm>
            <a:off x="-2128550" y="-286575"/>
            <a:ext cx="5383973" cy="3298026"/>
          </a:xfrm>
          <a:prstGeom prst="rect">
            <a:avLst/>
          </a:prstGeom>
          <a:noFill/>
          <a:ln>
            <a:noFill/>
          </a:ln>
          <a:effectLst>
            <a:outerShdw blurRad="57150" dist="28575" dir="6840000" algn="bl" rotWithShape="0">
              <a:srgbClr val="000000">
                <a:alpha val="37000"/>
              </a:srgbClr>
            </a:outerShdw>
          </a:effectLst>
        </p:spPr>
      </p:pic>
      <p:sp>
        <p:nvSpPr>
          <p:cNvPr id="989" name="Google Shape;989;p62"/>
          <p:cNvSpPr/>
          <p:nvPr/>
        </p:nvSpPr>
        <p:spPr>
          <a:xfrm>
            <a:off x="631750" y="1618475"/>
            <a:ext cx="299700" cy="300000"/>
          </a:xfrm>
          <a:prstGeom prst="star4">
            <a:avLst>
              <a:gd name="adj" fmla="val 12500"/>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p63"/>
          <p:cNvSpPr txBox="1">
            <a:spLocks noGrp="1"/>
          </p:cNvSpPr>
          <p:nvPr>
            <p:ph type="title"/>
          </p:nvPr>
        </p:nvSpPr>
        <p:spPr>
          <a:xfrm rot="-536">
            <a:off x="713226" y="451337"/>
            <a:ext cx="76992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Bibliographical references</a:t>
            </a:r>
            <a:endParaRPr/>
          </a:p>
        </p:txBody>
      </p:sp>
      <p:sp>
        <p:nvSpPr>
          <p:cNvPr id="995" name="Google Shape;995;p63"/>
          <p:cNvSpPr txBox="1">
            <a:spLocks noGrp="1"/>
          </p:cNvSpPr>
          <p:nvPr>
            <p:ph type="body" idx="1"/>
          </p:nvPr>
        </p:nvSpPr>
        <p:spPr>
          <a:xfrm>
            <a:off x="1794875" y="1634275"/>
            <a:ext cx="5535900" cy="197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191919"/>
              </a:buClr>
              <a:buSzPts val="1100"/>
              <a:buFont typeface="Arial"/>
              <a:buNone/>
            </a:pPr>
            <a:r>
              <a:rPr lang="en"/>
              <a:t>Do you know what helps you make your point clear? Lists like this one:</a:t>
            </a:r>
            <a:br>
              <a:rPr lang="en"/>
            </a:br>
            <a:endParaRPr/>
          </a:p>
          <a:p>
            <a:pPr marL="457200" lvl="0" indent="-317500" algn="l" rtl="0">
              <a:spcBef>
                <a:spcPts val="0"/>
              </a:spcBef>
              <a:spcAft>
                <a:spcPts val="0"/>
              </a:spcAft>
              <a:buSzPts val="1400"/>
              <a:buFont typeface="Amiri"/>
              <a:buChar char="●"/>
            </a:pPr>
            <a:r>
              <a:rPr lang="en"/>
              <a:t>They’re simple </a:t>
            </a:r>
            <a:endParaRPr/>
          </a:p>
          <a:p>
            <a:pPr marL="457200" lvl="0" indent="-317500" algn="l" rtl="0">
              <a:spcBef>
                <a:spcPts val="0"/>
              </a:spcBef>
              <a:spcAft>
                <a:spcPts val="0"/>
              </a:spcAft>
              <a:buSzPts val="1400"/>
              <a:buFont typeface="Amiri"/>
              <a:buChar char="●"/>
            </a:pPr>
            <a:r>
              <a:rPr lang="en"/>
              <a:t>You can organize your ideas clearly</a:t>
            </a:r>
            <a:endParaRPr/>
          </a:p>
          <a:p>
            <a:pPr marL="457200" lvl="0" indent="-317500" algn="l" rtl="0">
              <a:spcBef>
                <a:spcPts val="0"/>
              </a:spcBef>
              <a:spcAft>
                <a:spcPts val="0"/>
              </a:spcAft>
              <a:buSzPts val="1400"/>
              <a:buFont typeface="Amiri"/>
              <a:buChar char="●"/>
            </a:pPr>
            <a:r>
              <a:rPr lang="en"/>
              <a:t>You’ll never forget to buy milk!</a:t>
            </a:r>
            <a:endParaRPr/>
          </a:p>
          <a:p>
            <a:pPr marL="0" lvl="0" indent="0" algn="l" rtl="0">
              <a:spcBef>
                <a:spcPts val="0"/>
              </a:spcBef>
              <a:spcAft>
                <a:spcPts val="0"/>
              </a:spcAft>
              <a:buClr>
                <a:srgbClr val="191919"/>
              </a:buClr>
              <a:buSzPts val="1100"/>
              <a:buFont typeface="Arial"/>
              <a:buNone/>
            </a:pPr>
            <a:endParaRPr/>
          </a:p>
          <a:p>
            <a:pPr marL="0" lvl="0" indent="0" algn="l" rtl="0">
              <a:spcBef>
                <a:spcPts val="0"/>
              </a:spcBef>
              <a:spcAft>
                <a:spcPts val="0"/>
              </a:spcAft>
              <a:buClr>
                <a:schemeClr val="dk1"/>
              </a:buClr>
              <a:buSzPts val="1100"/>
              <a:buFont typeface="Arial"/>
              <a:buNone/>
            </a:pPr>
            <a:r>
              <a:rPr lang="en"/>
              <a:t>And the most important thing: the audience won’t miss the point of your presentation at all. Let’s use lists!</a:t>
            </a:r>
            <a:endParaRPr/>
          </a:p>
        </p:txBody>
      </p:sp>
      <p:pic>
        <p:nvPicPr>
          <p:cNvPr id="996" name="Google Shape;996;p63"/>
          <p:cNvPicPr preferRelativeResize="0"/>
          <p:nvPr/>
        </p:nvPicPr>
        <p:blipFill rotWithShape="1">
          <a:blip r:embed="rId3">
            <a:alphaModFix/>
          </a:blip>
          <a:srcRect l="27280" t="12041" r="28253" b="21059"/>
          <a:stretch/>
        </p:blipFill>
        <p:spPr>
          <a:xfrm rot="7344049">
            <a:off x="535122" y="3904108"/>
            <a:ext cx="2749078" cy="2326483"/>
          </a:xfrm>
          <a:prstGeom prst="rect">
            <a:avLst/>
          </a:prstGeom>
          <a:noFill/>
          <a:ln>
            <a:noFill/>
          </a:ln>
          <a:effectLst>
            <a:outerShdw blurRad="57150" dist="28575" dir="6900000" algn="bl" rotWithShape="0">
              <a:srgbClr val="000000">
                <a:alpha val="38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64"/>
          <p:cNvSpPr txBox="1">
            <a:spLocks noGrp="1"/>
          </p:cNvSpPr>
          <p:nvPr>
            <p:ph type="title"/>
          </p:nvPr>
        </p:nvSpPr>
        <p:spPr>
          <a:xfrm rot="-591">
            <a:off x="713225" y="1525265"/>
            <a:ext cx="3492900" cy="1213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Desktop MOCKUP</a:t>
            </a:r>
            <a:endParaRPr/>
          </a:p>
        </p:txBody>
      </p:sp>
      <p:sp>
        <p:nvSpPr>
          <p:cNvPr id="1002" name="Google Shape;1002;p64"/>
          <p:cNvSpPr txBox="1">
            <a:spLocks noGrp="1"/>
          </p:cNvSpPr>
          <p:nvPr>
            <p:ph type="subTitle" idx="1"/>
          </p:nvPr>
        </p:nvSpPr>
        <p:spPr>
          <a:xfrm>
            <a:off x="713225" y="2649825"/>
            <a:ext cx="3492900" cy="96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You can replace the image on the screen with your own work. Just right-click on it and select “Replace image”</a:t>
            </a:r>
            <a:endParaRPr/>
          </a:p>
        </p:txBody>
      </p:sp>
      <p:grpSp>
        <p:nvGrpSpPr>
          <p:cNvPr id="1003" name="Google Shape;1003;p64"/>
          <p:cNvGrpSpPr/>
          <p:nvPr/>
        </p:nvGrpSpPr>
        <p:grpSpPr>
          <a:xfrm>
            <a:off x="4741610" y="1383357"/>
            <a:ext cx="3142336" cy="2348985"/>
            <a:chOff x="4504425" y="1397600"/>
            <a:chExt cx="2842200" cy="2124625"/>
          </a:xfrm>
        </p:grpSpPr>
        <p:sp>
          <p:nvSpPr>
            <p:cNvPr id="1004" name="Google Shape;1004;p64"/>
            <p:cNvSpPr/>
            <p:nvPr/>
          </p:nvSpPr>
          <p:spPr>
            <a:xfrm>
              <a:off x="5588475" y="2765625"/>
              <a:ext cx="674100" cy="6042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64"/>
            <p:cNvSpPr/>
            <p:nvPr/>
          </p:nvSpPr>
          <p:spPr>
            <a:xfrm>
              <a:off x="4504425" y="1397600"/>
              <a:ext cx="2842200" cy="1688700"/>
            </a:xfrm>
            <a:prstGeom prst="rect">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64"/>
            <p:cNvSpPr/>
            <p:nvPr/>
          </p:nvSpPr>
          <p:spPr>
            <a:xfrm>
              <a:off x="4988925" y="3369825"/>
              <a:ext cx="1873200" cy="1524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07" name="Google Shape;1007;p64"/>
          <p:cNvPicPr preferRelativeResize="0"/>
          <p:nvPr/>
        </p:nvPicPr>
        <p:blipFill>
          <a:blip r:embed="rId3">
            <a:alphaModFix/>
          </a:blip>
          <a:stretch>
            <a:fillRect/>
          </a:stretch>
        </p:blipFill>
        <p:spPr>
          <a:xfrm>
            <a:off x="4838900" y="1490477"/>
            <a:ext cx="2947750" cy="1658100"/>
          </a:xfrm>
          <a:prstGeom prst="rect">
            <a:avLst/>
          </a:prstGeom>
          <a:noFill/>
          <a:ln>
            <a:noFill/>
          </a:ln>
        </p:spPr>
      </p:pic>
      <p:pic>
        <p:nvPicPr>
          <p:cNvPr id="1008" name="Google Shape;1008;p64"/>
          <p:cNvPicPr preferRelativeResize="0"/>
          <p:nvPr/>
        </p:nvPicPr>
        <p:blipFill rotWithShape="1">
          <a:blip r:embed="rId4">
            <a:alphaModFix/>
          </a:blip>
          <a:srcRect l="27280" t="12041" r="28253" b="21059"/>
          <a:stretch/>
        </p:blipFill>
        <p:spPr>
          <a:xfrm rot="-7344049" flipH="1">
            <a:off x="7180297" y="2742208"/>
            <a:ext cx="2749078" cy="2326483"/>
          </a:xfrm>
          <a:prstGeom prst="rect">
            <a:avLst/>
          </a:prstGeom>
          <a:noFill/>
          <a:ln>
            <a:noFill/>
          </a:ln>
          <a:effectLst>
            <a:outerShdw blurRad="57150" dist="28575" dir="6900000" algn="bl" rotWithShape="0">
              <a:srgbClr val="000000">
                <a:alpha val="38000"/>
              </a:srgbClr>
            </a:outerShdw>
          </a:effectLst>
        </p:spPr>
      </p:pic>
      <p:pic>
        <p:nvPicPr>
          <p:cNvPr id="1009" name="Google Shape;1009;p64"/>
          <p:cNvPicPr preferRelativeResize="0"/>
          <p:nvPr/>
        </p:nvPicPr>
        <p:blipFill rotWithShape="1">
          <a:blip r:embed="rId5">
            <a:alphaModFix/>
          </a:blip>
          <a:srcRect l="22820" t="35125" r="60837" b="21928"/>
          <a:stretch/>
        </p:blipFill>
        <p:spPr>
          <a:xfrm rot="8688134">
            <a:off x="3007451" y="3793777"/>
            <a:ext cx="1272374" cy="1880949"/>
          </a:xfrm>
          <a:prstGeom prst="rect">
            <a:avLst/>
          </a:prstGeom>
          <a:noFill/>
          <a:ln>
            <a:noFill/>
          </a:ln>
          <a:effectLst>
            <a:outerShdw blurRad="57150" dist="19050" dir="6780000" algn="bl" rotWithShape="0">
              <a:srgbClr val="000000">
                <a:alpha val="38000"/>
              </a:srgbClr>
            </a:outerShdw>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p65"/>
          <p:cNvSpPr txBox="1">
            <a:spLocks noGrp="1"/>
          </p:cNvSpPr>
          <p:nvPr>
            <p:ph type="title"/>
          </p:nvPr>
        </p:nvSpPr>
        <p:spPr>
          <a:xfrm rot="-436">
            <a:off x="2207550" y="515815"/>
            <a:ext cx="4728900" cy="1172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Thanks</a:t>
            </a:r>
            <a:endParaRPr/>
          </a:p>
        </p:txBody>
      </p:sp>
      <p:sp>
        <p:nvSpPr>
          <p:cNvPr id="1015" name="Google Shape;1015;p65"/>
          <p:cNvSpPr txBox="1">
            <a:spLocks noGrp="1"/>
          </p:cNvSpPr>
          <p:nvPr>
            <p:ph type="subTitle" idx="1"/>
          </p:nvPr>
        </p:nvSpPr>
        <p:spPr>
          <a:xfrm>
            <a:off x="2207550" y="1688425"/>
            <a:ext cx="4728900" cy="838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b="1">
                <a:solidFill>
                  <a:schemeClr val="lt2"/>
                </a:solidFill>
              </a:rPr>
              <a:t>Do you have any questions?</a:t>
            </a:r>
            <a:endParaRPr b="1">
              <a:solidFill>
                <a:schemeClr val="lt2"/>
              </a:solidFill>
            </a:endParaRPr>
          </a:p>
          <a:p>
            <a:pPr marL="0" lvl="0" indent="0" algn="ctr" rtl="0">
              <a:spcBef>
                <a:spcPts val="0"/>
              </a:spcBef>
              <a:spcAft>
                <a:spcPts val="0"/>
              </a:spcAft>
              <a:buClr>
                <a:schemeClr val="dk1"/>
              </a:buClr>
              <a:buSzPts val="1100"/>
              <a:buFont typeface="Arial"/>
              <a:buNone/>
            </a:pPr>
            <a:r>
              <a:rPr lang="en"/>
              <a:t>addyouremail@freepik.com l +91 620 421 838 yourcompany.com</a:t>
            </a:r>
            <a:endParaRPr/>
          </a:p>
        </p:txBody>
      </p:sp>
      <p:sp>
        <p:nvSpPr>
          <p:cNvPr id="1016" name="Google Shape;1016;p65"/>
          <p:cNvSpPr/>
          <p:nvPr/>
        </p:nvSpPr>
        <p:spPr>
          <a:xfrm>
            <a:off x="2925625" y="2765125"/>
            <a:ext cx="612600" cy="612600"/>
          </a:xfrm>
          <a:prstGeom prst="ellipse">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65"/>
          <p:cNvSpPr/>
          <p:nvPr/>
        </p:nvSpPr>
        <p:spPr>
          <a:xfrm>
            <a:off x="3726150" y="2765125"/>
            <a:ext cx="612600" cy="612600"/>
          </a:xfrm>
          <a:prstGeom prst="ellipse">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65"/>
          <p:cNvSpPr/>
          <p:nvPr/>
        </p:nvSpPr>
        <p:spPr>
          <a:xfrm>
            <a:off x="4526675" y="2765125"/>
            <a:ext cx="612600" cy="612600"/>
          </a:xfrm>
          <a:prstGeom prst="ellipse">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65"/>
          <p:cNvSpPr/>
          <p:nvPr/>
        </p:nvSpPr>
        <p:spPr>
          <a:xfrm>
            <a:off x="5327200" y="2765125"/>
            <a:ext cx="612600" cy="612600"/>
          </a:xfrm>
          <a:prstGeom prst="ellipse">
            <a:avLst/>
          </a:prstGeom>
          <a:solidFill>
            <a:schemeClr val="dk2"/>
          </a:solid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65"/>
          <p:cNvSpPr txBox="1"/>
          <p:nvPr/>
        </p:nvSpPr>
        <p:spPr>
          <a:xfrm>
            <a:off x="2720549" y="4145863"/>
            <a:ext cx="3702900" cy="2922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a:solidFill>
                  <a:schemeClr val="dk1"/>
                </a:solidFill>
                <a:latin typeface="Amiri"/>
                <a:ea typeface="Amiri"/>
                <a:cs typeface="Amiri"/>
                <a:sym typeface="Amiri"/>
              </a:rPr>
              <a:t>Please, keep this slide for the attribution</a:t>
            </a:r>
            <a:endParaRPr sz="1200">
              <a:solidFill>
                <a:schemeClr val="dk1"/>
              </a:solidFill>
              <a:latin typeface="Amiri"/>
              <a:ea typeface="Amiri"/>
              <a:cs typeface="Amiri"/>
              <a:sym typeface="Amiri"/>
            </a:endParaRPr>
          </a:p>
        </p:txBody>
      </p:sp>
      <p:sp>
        <p:nvSpPr>
          <p:cNvPr id="1021" name="Google Shape;1021;p65"/>
          <p:cNvSpPr/>
          <p:nvPr/>
        </p:nvSpPr>
        <p:spPr>
          <a:xfrm>
            <a:off x="3059093" y="2898399"/>
            <a:ext cx="345674" cy="346056"/>
          </a:xfrm>
          <a:custGeom>
            <a:avLst/>
            <a:gdLst/>
            <a:ahLst/>
            <a:cxnLst/>
            <a:rect l="l" t="t" r="r" b="b"/>
            <a:pathLst>
              <a:path w="10860" h="10872" extrusionOk="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22" name="Google Shape;1022;p65"/>
          <p:cNvGrpSpPr/>
          <p:nvPr/>
        </p:nvGrpSpPr>
        <p:grpSpPr>
          <a:xfrm>
            <a:off x="3859427" y="2898590"/>
            <a:ext cx="346056" cy="345674"/>
            <a:chOff x="3303268" y="3817349"/>
            <a:chExt cx="346056" cy="345674"/>
          </a:xfrm>
        </p:grpSpPr>
        <p:sp>
          <p:nvSpPr>
            <p:cNvPr id="1023" name="Google Shape;1023;p65"/>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65"/>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65"/>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65"/>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7" name="Google Shape;1027;p65"/>
          <p:cNvGrpSpPr/>
          <p:nvPr/>
        </p:nvGrpSpPr>
        <p:grpSpPr>
          <a:xfrm>
            <a:off x="4659941" y="2898602"/>
            <a:ext cx="346056" cy="345674"/>
            <a:chOff x="3752358" y="3817349"/>
            <a:chExt cx="346056" cy="345674"/>
          </a:xfrm>
        </p:grpSpPr>
        <p:sp>
          <p:nvSpPr>
            <p:cNvPr id="1028" name="Google Shape;1028;p65"/>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65"/>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65"/>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65"/>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2" name="Google Shape;1032;p65"/>
          <p:cNvGrpSpPr/>
          <p:nvPr/>
        </p:nvGrpSpPr>
        <p:grpSpPr>
          <a:xfrm>
            <a:off x="5460464" y="2898602"/>
            <a:ext cx="346056" cy="345674"/>
            <a:chOff x="2238181" y="4120624"/>
            <a:chExt cx="346056" cy="345674"/>
          </a:xfrm>
        </p:grpSpPr>
        <p:grpSp>
          <p:nvGrpSpPr>
            <p:cNvPr id="1033" name="Google Shape;1033;p65"/>
            <p:cNvGrpSpPr/>
            <p:nvPr/>
          </p:nvGrpSpPr>
          <p:grpSpPr>
            <a:xfrm>
              <a:off x="2309155" y="4177413"/>
              <a:ext cx="203862" cy="231903"/>
              <a:chOff x="1512725" y="258500"/>
              <a:chExt cx="4570900" cy="5199625"/>
            </a:xfrm>
          </p:grpSpPr>
          <p:sp>
            <p:nvSpPr>
              <p:cNvPr id="1034" name="Google Shape;1034;p65"/>
              <p:cNvSpPr/>
              <p:nvPr/>
            </p:nvSpPr>
            <p:spPr>
              <a:xfrm>
                <a:off x="1512725" y="2700900"/>
                <a:ext cx="2654475" cy="2757225"/>
              </a:xfrm>
              <a:custGeom>
                <a:avLst/>
                <a:gdLst/>
                <a:ahLst/>
                <a:cxnLst/>
                <a:rect l="l" t="t" r="r" b="b"/>
                <a:pathLst>
                  <a:path w="106179" h="110289" extrusionOk="0">
                    <a:moveTo>
                      <a:pt x="19199" y="1"/>
                    </a:moveTo>
                    <a:cubicBezTo>
                      <a:pt x="18076" y="1"/>
                      <a:pt x="16954" y="466"/>
                      <a:pt x="16148" y="1404"/>
                    </a:cubicBezTo>
                    <a:cubicBezTo>
                      <a:pt x="5840" y="13310"/>
                      <a:pt x="1" y="28739"/>
                      <a:pt x="33" y="44494"/>
                    </a:cubicBezTo>
                    <a:cubicBezTo>
                      <a:pt x="33" y="62077"/>
                      <a:pt x="6916" y="78582"/>
                      <a:pt x="19442" y="91010"/>
                    </a:cubicBezTo>
                    <a:cubicBezTo>
                      <a:pt x="31968" y="103439"/>
                      <a:pt x="48572" y="110289"/>
                      <a:pt x="66252" y="110289"/>
                    </a:cubicBezTo>
                    <a:cubicBezTo>
                      <a:pt x="69546" y="110289"/>
                      <a:pt x="72939" y="110060"/>
                      <a:pt x="76201" y="109571"/>
                    </a:cubicBezTo>
                    <a:cubicBezTo>
                      <a:pt x="86248" y="108071"/>
                      <a:pt x="95675" y="104352"/>
                      <a:pt x="103895" y="98643"/>
                    </a:cubicBezTo>
                    <a:cubicBezTo>
                      <a:pt x="105983" y="97208"/>
                      <a:pt x="106179" y="94272"/>
                      <a:pt x="104417" y="92478"/>
                    </a:cubicBezTo>
                    <a:cubicBezTo>
                      <a:pt x="104384" y="92348"/>
                      <a:pt x="104384" y="92315"/>
                      <a:pt x="104352" y="92315"/>
                    </a:cubicBezTo>
                    <a:cubicBezTo>
                      <a:pt x="103555" y="91537"/>
                      <a:pt x="102517" y="91128"/>
                      <a:pt x="101470" y="91128"/>
                    </a:cubicBezTo>
                    <a:cubicBezTo>
                      <a:pt x="100673" y="91128"/>
                      <a:pt x="99870" y="91365"/>
                      <a:pt x="99165" y="91859"/>
                    </a:cubicBezTo>
                    <a:cubicBezTo>
                      <a:pt x="91956" y="96849"/>
                      <a:pt x="83769" y="100111"/>
                      <a:pt x="74994" y="101416"/>
                    </a:cubicBezTo>
                    <a:cubicBezTo>
                      <a:pt x="72091" y="101808"/>
                      <a:pt x="69155" y="102069"/>
                      <a:pt x="66252" y="102069"/>
                    </a:cubicBezTo>
                    <a:cubicBezTo>
                      <a:pt x="50757" y="102069"/>
                      <a:pt x="36176" y="96066"/>
                      <a:pt x="25216" y="85171"/>
                    </a:cubicBezTo>
                    <a:cubicBezTo>
                      <a:pt x="14256" y="74309"/>
                      <a:pt x="8221" y="59826"/>
                      <a:pt x="8188" y="44462"/>
                    </a:cubicBezTo>
                    <a:cubicBezTo>
                      <a:pt x="8188" y="30664"/>
                      <a:pt x="13277" y="17126"/>
                      <a:pt x="22313" y="6721"/>
                    </a:cubicBezTo>
                    <a:cubicBezTo>
                      <a:pt x="23650" y="5188"/>
                      <a:pt x="23650" y="2904"/>
                      <a:pt x="22248" y="1404"/>
                    </a:cubicBezTo>
                    <a:lnTo>
                      <a:pt x="22215" y="1338"/>
                    </a:lnTo>
                    <a:cubicBezTo>
                      <a:pt x="21407" y="449"/>
                      <a:pt x="20302" y="1"/>
                      <a:pt x="1919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65"/>
              <p:cNvSpPr/>
              <p:nvPr/>
            </p:nvSpPr>
            <p:spPr>
              <a:xfrm>
                <a:off x="2323325" y="258500"/>
                <a:ext cx="3760300" cy="4390225"/>
              </a:xfrm>
              <a:custGeom>
                <a:avLst/>
                <a:gdLst/>
                <a:ahLst/>
                <a:cxnLst/>
                <a:rect l="l" t="t" r="r" b="b"/>
                <a:pathLst>
                  <a:path w="150412" h="175609" extrusionOk="0">
                    <a:moveTo>
                      <a:pt x="63610" y="0"/>
                    </a:moveTo>
                    <a:cubicBezTo>
                      <a:pt x="61359" y="0"/>
                      <a:pt x="59532" y="1827"/>
                      <a:pt x="59532" y="4078"/>
                    </a:cubicBezTo>
                    <a:lnTo>
                      <a:pt x="59532" y="93228"/>
                    </a:lnTo>
                    <a:lnTo>
                      <a:pt x="59467" y="142060"/>
                    </a:lnTo>
                    <a:cubicBezTo>
                      <a:pt x="59467" y="153020"/>
                      <a:pt x="52421" y="162741"/>
                      <a:pt x="41950" y="166199"/>
                    </a:cubicBezTo>
                    <a:cubicBezTo>
                      <a:pt x="39320" y="167047"/>
                      <a:pt x="36616" y="167503"/>
                      <a:pt x="33881" y="167503"/>
                    </a:cubicBezTo>
                    <a:cubicBezTo>
                      <a:pt x="33462" y="167503"/>
                      <a:pt x="33042" y="167493"/>
                      <a:pt x="32621" y="167471"/>
                    </a:cubicBezTo>
                    <a:cubicBezTo>
                      <a:pt x="19181" y="166818"/>
                      <a:pt x="8515" y="155793"/>
                      <a:pt x="8319" y="142419"/>
                    </a:cubicBezTo>
                    <a:cubicBezTo>
                      <a:pt x="8221" y="135569"/>
                      <a:pt x="10798" y="129143"/>
                      <a:pt x="15593" y="124250"/>
                    </a:cubicBezTo>
                    <a:cubicBezTo>
                      <a:pt x="20454" y="119291"/>
                      <a:pt x="26978" y="116584"/>
                      <a:pt x="33926" y="116584"/>
                    </a:cubicBezTo>
                    <a:cubicBezTo>
                      <a:pt x="36633" y="116584"/>
                      <a:pt x="39373" y="117041"/>
                      <a:pt x="41983" y="117889"/>
                    </a:cubicBezTo>
                    <a:cubicBezTo>
                      <a:pt x="42399" y="118019"/>
                      <a:pt x="42825" y="118082"/>
                      <a:pt x="43246" y="118082"/>
                    </a:cubicBezTo>
                    <a:cubicBezTo>
                      <a:pt x="44409" y="118082"/>
                      <a:pt x="45540" y="117600"/>
                      <a:pt x="46354" y="116714"/>
                    </a:cubicBezTo>
                    <a:cubicBezTo>
                      <a:pt x="47006" y="115931"/>
                      <a:pt x="47332" y="114920"/>
                      <a:pt x="47332" y="113909"/>
                    </a:cubicBezTo>
                    <a:lnTo>
                      <a:pt x="47332" y="81028"/>
                    </a:lnTo>
                    <a:cubicBezTo>
                      <a:pt x="47332" y="79038"/>
                      <a:pt x="45865" y="77277"/>
                      <a:pt x="43875" y="76983"/>
                    </a:cubicBezTo>
                    <a:cubicBezTo>
                      <a:pt x="40547" y="76494"/>
                      <a:pt x="37220" y="76233"/>
                      <a:pt x="33926" y="76233"/>
                    </a:cubicBezTo>
                    <a:cubicBezTo>
                      <a:pt x="26651" y="76233"/>
                      <a:pt x="19638" y="77407"/>
                      <a:pt x="12984" y="79593"/>
                    </a:cubicBezTo>
                    <a:cubicBezTo>
                      <a:pt x="10831" y="80311"/>
                      <a:pt x="9820" y="82724"/>
                      <a:pt x="10831" y="84780"/>
                    </a:cubicBezTo>
                    <a:lnTo>
                      <a:pt x="10831" y="84812"/>
                    </a:lnTo>
                    <a:cubicBezTo>
                      <a:pt x="10961" y="85008"/>
                      <a:pt x="11092" y="85269"/>
                      <a:pt x="11157" y="85465"/>
                    </a:cubicBezTo>
                    <a:cubicBezTo>
                      <a:pt x="11790" y="86730"/>
                      <a:pt x="13091" y="87485"/>
                      <a:pt x="14435" y="87485"/>
                    </a:cubicBezTo>
                    <a:cubicBezTo>
                      <a:pt x="14823" y="87485"/>
                      <a:pt x="15214" y="87423"/>
                      <a:pt x="15593" y="87291"/>
                    </a:cubicBezTo>
                    <a:cubicBezTo>
                      <a:pt x="21400" y="85367"/>
                      <a:pt x="27565" y="84388"/>
                      <a:pt x="33860" y="84388"/>
                    </a:cubicBezTo>
                    <a:cubicBezTo>
                      <a:pt x="35622" y="84388"/>
                      <a:pt x="37383" y="84486"/>
                      <a:pt x="39145" y="84649"/>
                    </a:cubicBezTo>
                    <a:lnTo>
                      <a:pt x="39145" y="108853"/>
                    </a:lnTo>
                    <a:cubicBezTo>
                      <a:pt x="37383" y="108592"/>
                      <a:pt x="35622" y="108462"/>
                      <a:pt x="33860" y="108462"/>
                    </a:cubicBezTo>
                    <a:cubicBezTo>
                      <a:pt x="24727" y="108462"/>
                      <a:pt x="16180" y="112050"/>
                      <a:pt x="9787" y="118541"/>
                    </a:cubicBezTo>
                    <a:cubicBezTo>
                      <a:pt x="3426" y="124967"/>
                      <a:pt x="1" y="133481"/>
                      <a:pt x="99" y="142549"/>
                    </a:cubicBezTo>
                    <a:cubicBezTo>
                      <a:pt x="360" y="160197"/>
                      <a:pt x="14452" y="174712"/>
                      <a:pt x="32164" y="175561"/>
                    </a:cubicBezTo>
                    <a:cubicBezTo>
                      <a:pt x="32758" y="175593"/>
                      <a:pt x="33351" y="175609"/>
                      <a:pt x="33941" y="175609"/>
                    </a:cubicBezTo>
                    <a:cubicBezTo>
                      <a:pt x="37530" y="175609"/>
                      <a:pt x="41044" y="175018"/>
                      <a:pt x="44462" y="173897"/>
                    </a:cubicBezTo>
                    <a:cubicBezTo>
                      <a:pt x="58325" y="169330"/>
                      <a:pt x="67622" y="156543"/>
                      <a:pt x="67622" y="142027"/>
                    </a:cubicBezTo>
                    <a:lnTo>
                      <a:pt x="67687" y="93163"/>
                    </a:lnTo>
                    <a:lnTo>
                      <a:pt x="67687" y="8155"/>
                    </a:lnTo>
                    <a:lnTo>
                      <a:pt x="78321" y="8155"/>
                    </a:lnTo>
                    <a:cubicBezTo>
                      <a:pt x="81697" y="8133"/>
                      <a:pt x="85305" y="8095"/>
                      <a:pt x="88344" y="8095"/>
                    </a:cubicBezTo>
                    <a:cubicBezTo>
                      <a:pt x="89709" y="8095"/>
                      <a:pt x="90960" y="8103"/>
                      <a:pt x="92022" y="8123"/>
                    </a:cubicBezTo>
                    <a:cubicBezTo>
                      <a:pt x="93098" y="21073"/>
                      <a:pt x="98643" y="33110"/>
                      <a:pt x="107973" y="42374"/>
                    </a:cubicBezTo>
                    <a:cubicBezTo>
                      <a:pt x="117269" y="51573"/>
                      <a:pt x="129339" y="57053"/>
                      <a:pt x="142256" y="58031"/>
                    </a:cubicBezTo>
                    <a:cubicBezTo>
                      <a:pt x="142256" y="64131"/>
                      <a:pt x="142289" y="76005"/>
                      <a:pt x="142354" y="82333"/>
                    </a:cubicBezTo>
                    <a:cubicBezTo>
                      <a:pt x="133155" y="81876"/>
                      <a:pt x="124250" y="79821"/>
                      <a:pt x="115769" y="76233"/>
                    </a:cubicBezTo>
                    <a:cubicBezTo>
                      <a:pt x="109506" y="73624"/>
                      <a:pt x="103700" y="70198"/>
                      <a:pt x="98350" y="66088"/>
                    </a:cubicBezTo>
                    <a:cubicBezTo>
                      <a:pt x="97610" y="65524"/>
                      <a:pt x="96719" y="65238"/>
                      <a:pt x="95830" y="65238"/>
                    </a:cubicBezTo>
                    <a:cubicBezTo>
                      <a:pt x="95229" y="65238"/>
                      <a:pt x="94629" y="65369"/>
                      <a:pt x="94077" y="65632"/>
                    </a:cubicBezTo>
                    <a:cubicBezTo>
                      <a:pt x="92674" y="66284"/>
                      <a:pt x="91793" y="67752"/>
                      <a:pt x="91793" y="69318"/>
                    </a:cubicBezTo>
                    <a:lnTo>
                      <a:pt x="91956" y="142354"/>
                    </a:lnTo>
                    <a:cubicBezTo>
                      <a:pt x="91891" y="150443"/>
                      <a:pt x="90195" y="158272"/>
                      <a:pt x="86966" y="165514"/>
                    </a:cubicBezTo>
                    <a:cubicBezTo>
                      <a:pt x="86150" y="167308"/>
                      <a:pt x="86802" y="169428"/>
                      <a:pt x="88433" y="170472"/>
                    </a:cubicBezTo>
                    <a:cubicBezTo>
                      <a:pt x="88466" y="170472"/>
                      <a:pt x="88466" y="170505"/>
                      <a:pt x="88531" y="170505"/>
                    </a:cubicBezTo>
                    <a:cubicBezTo>
                      <a:pt x="89214" y="170960"/>
                      <a:pt x="89984" y="171174"/>
                      <a:pt x="90744" y="171174"/>
                    </a:cubicBezTo>
                    <a:cubicBezTo>
                      <a:pt x="92271" y="171174"/>
                      <a:pt x="93760" y="170311"/>
                      <a:pt x="94436" y="168808"/>
                    </a:cubicBezTo>
                    <a:cubicBezTo>
                      <a:pt x="98089" y="160555"/>
                      <a:pt x="100046" y="151650"/>
                      <a:pt x="100111" y="142354"/>
                    </a:cubicBezTo>
                    <a:lnTo>
                      <a:pt x="99850" y="77049"/>
                    </a:lnTo>
                    <a:lnTo>
                      <a:pt x="99850" y="77049"/>
                    </a:lnTo>
                    <a:cubicBezTo>
                      <a:pt x="103895" y="79593"/>
                      <a:pt x="108071" y="81844"/>
                      <a:pt x="112474" y="83670"/>
                    </a:cubicBezTo>
                    <a:cubicBezTo>
                      <a:pt x="123206" y="88205"/>
                      <a:pt x="134591" y="90521"/>
                      <a:pt x="146301" y="90521"/>
                    </a:cubicBezTo>
                    <a:cubicBezTo>
                      <a:pt x="147410" y="90521"/>
                      <a:pt x="148454" y="90097"/>
                      <a:pt x="149237" y="89346"/>
                    </a:cubicBezTo>
                    <a:cubicBezTo>
                      <a:pt x="149987" y="88563"/>
                      <a:pt x="150411" y="87552"/>
                      <a:pt x="150411" y="86443"/>
                    </a:cubicBezTo>
                    <a:lnTo>
                      <a:pt x="150379" y="70231"/>
                    </a:lnTo>
                    <a:lnTo>
                      <a:pt x="150313" y="54345"/>
                    </a:lnTo>
                    <a:cubicBezTo>
                      <a:pt x="150281" y="49974"/>
                      <a:pt x="146301" y="49942"/>
                      <a:pt x="146236" y="49942"/>
                    </a:cubicBezTo>
                    <a:cubicBezTo>
                      <a:pt x="120955" y="49942"/>
                      <a:pt x="100177" y="29358"/>
                      <a:pt x="99981" y="4045"/>
                    </a:cubicBezTo>
                    <a:cubicBezTo>
                      <a:pt x="99981" y="2121"/>
                      <a:pt x="98546" y="131"/>
                      <a:pt x="9590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6" name="Google Shape;1036;p65"/>
            <p:cNvSpPr/>
            <p:nvPr/>
          </p:nvSpPr>
          <p:spPr>
            <a:xfrm>
              <a:off x="2238181" y="4120624"/>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Legacy of Roman Mythology Bachelor's Thesis by Slidesgo">
  <a:themeElements>
    <a:clrScheme name="Simple Light">
      <a:dk1>
        <a:srgbClr val="000000"/>
      </a:dk1>
      <a:lt1>
        <a:srgbClr val="FFFFFF"/>
      </a:lt1>
      <a:dk2>
        <a:srgbClr val="F1E8D8"/>
      </a:dk2>
      <a:lt2>
        <a:srgbClr val="5B6356"/>
      </a:lt2>
      <a:accent1>
        <a:srgbClr val="708648"/>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1610</Words>
  <Application>Microsoft Office PowerPoint</Application>
  <PresentationFormat>Экран (16:9)</PresentationFormat>
  <Paragraphs>236</Paragraphs>
  <Slides>26</Slides>
  <Notes>26</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26</vt:i4>
      </vt:variant>
    </vt:vector>
  </HeadingPairs>
  <TitlesOfParts>
    <vt:vector size="34" baseType="lpstr">
      <vt:lpstr>Roboto</vt:lpstr>
      <vt:lpstr>Nunito Light</vt:lpstr>
      <vt:lpstr>Amiri</vt:lpstr>
      <vt:lpstr>Cinzel Decorative</vt:lpstr>
      <vt:lpstr>Roboto Condensed Light</vt:lpstr>
      <vt:lpstr>Anaheim</vt:lpstr>
      <vt:lpstr>Arial</vt:lpstr>
      <vt:lpstr>Legacy of Roman Mythology Bachelor's Thesis by Slidesgo</vt:lpstr>
      <vt:lpstr>Legacy of Roman Mythology Bachelor’s Thesis</vt:lpstr>
      <vt:lpstr> Contents of this template</vt:lpstr>
      <vt:lpstr>Table of contents</vt:lpstr>
      <vt:lpstr>Purpose statement</vt:lpstr>
      <vt:lpstr>—Someone famous</vt:lpstr>
      <vt:lpstr>Introduction</vt:lpstr>
      <vt:lpstr>Current situation &amp; problems statement</vt:lpstr>
      <vt:lpstr>Hypothesis</vt:lpstr>
      <vt:lpstr>Study objectives</vt:lpstr>
      <vt:lpstr>Literature review</vt:lpstr>
      <vt:lpstr>Theoretical  Framework</vt:lpstr>
      <vt:lpstr>Schedule</vt:lpstr>
      <vt:lpstr>A picture always reinforces the concept</vt:lpstr>
      <vt:lpstr>333,000</vt:lpstr>
      <vt:lpstr>Methodology</vt:lpstr>
      <vt:lpstr>Analysis and development</vt:lpstr>
      <vt:lpstr>Analysis and development</vt:lpstr>
      <vt:lpstr>Analysis of the results</vt:lpstr>
      <vt:lpstr>Roman empire</vt:lpstr>
      <vt:lpstr>Gods of roman mythology</vt:lpstr>
      <vt:lpstr>Cultural Legacy</vt:lpstr>
      <vt:lpstr>Discussion</vt:lpstr>
      <vt:lpstr>Conclusions</vt:lpstr>
      <vt:lpstr>Bibliographical references</vt:lpstr>
      <vt:lpstr>Desktop MOCKUP</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Legacy of Roman Mythology Bachelor’s Thesis</dc:title>
  <cp:lastModifiedBy>я</cp:lastModifiedBy>
  <cp:revision>1</cp:revision>
  <dcterms:modified xsi:type="dcterms:W3CDTF">2026-02-19T08:54:47Z</dcterms:modified>
</cp:coreProperties>
</file>
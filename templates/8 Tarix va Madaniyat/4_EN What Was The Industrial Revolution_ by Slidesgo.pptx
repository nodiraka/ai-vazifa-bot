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embeddedFontLst>
    <p:embeddedFont>
      <p:font typeface="Albert Sans" panose="020B0604020202020204" charset="0"/>
      <p:regular r:id="rId16"/>
      <p:bold r:id="rId17"/>
      <p:italic r:id="rId18"/>
      <p:boldItalic r:id="rId19"/>
    </p:embeddedFont>
    <p:embeddedFont>
      <p:font typeface="Hammersmith One" panose="020B0604020202020204" charset="0"/>
      <p:regular r:id="rId20"/>
    </p:embeddedFont>
    <p:embeddedFont>
      <p:font typeface="Albert Sans Medium" panose="020B060402020202020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8973F79-B6EC-4245-B363-DD25191043E6}">
  <a:tblStyle styleId="{58973F79-B6EC-4245-B363-DD25191043E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21328e6162d_0_3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21328e6162d_0_3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g21328e6162d_0_3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1" name="Google Shape;761;g21328e6162d_0_3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g21328e6162d_0_34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2" name="Google Shape;1142;g21328e6162d_0_34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6"/>
        <p:cNvGrpSpPr/>
        <p:nvPr/>
      </p:nvGrpSpPr>
      <p:grpSpPr>
        <a:xfrm>
          <a:off x="0" y="0"/>
          <a:ext cx="0" cy="0"/>
          <a:chOff x="0" y="0"/>
          <a:chExt cx="0" cy="0"/>
        </a:xfrm>
      </p:grpSpPr>
      <p:sp>
        <p:nvSpPr>
          <p:cNvPr id="1167" name="Google Shape;1167;g21328e6162d_0_35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8" name="Google Shape;1168;g21328e6162d_0_35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8"/>
        <p:cNvGrpSpPr/>
        <p:nvPr/>
      </p:nvGrpSpPr>
      <p:grpSpPr>
        <a:xfrm>
          <a:off x="0" y="0"/>
          <a:ext cx="0" cy="0"/>
          <a:chOff x="0" y="0"/>
          <a:chExt cx="0" cy="0"/>
        </a:xfrm>
      </p:grpSpPr>
      <p:sp>
        <p:nvSpPr>
          <p:cNvPr id="1409" name="Google Shape;1409;g21328e6162d_0_39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0" name="Google Shape;1410;g21328e6162d_0_39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1"/>
        <p:cNvGrpSpPr/>
        <p:nvPr/>
      </p:nvGrpSpPr>
      <p:grpSpPr>
        <a:xfrm>
          <a:off x="0" y="0"/>
          <a:ext cx="0" cy="0"/>
          <a:chOff x="0" y="0"/>
          <a:chExt cx="0" cy="0"/>
        </a:xfrm>
      </p:grpSpPr>
      <p:sp>
        <p:nvSpPr>
          <p:cNvPr id="1422" name="Google Shape;1422;g1ddbdcd5ed8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3" name="Google Shape;1423;g1ddbdcd5ed8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5"/>
        <p:cNvGrpSpPr/>
        <p:nvPr/>
      </p:nvGrpSpPr>
      <p:grpSpPr>
        <a:xfrm>
          <a:off x="0" y="0"/>
          <a:ext cx="0" cy="0"/>
          <a:chOff x="0" y="0"/>
          <a:chExt cx="0" cy="0"/>
        </a:xfrm>
      </p:grpSpPr>
      <p:sp>
        <p:nvSpPr>
          <p:cNvPr id="1856" name="Google Shape;1856;g1ddbdcd5ed8_0_38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7" name="Google Shape;1857;g1ddbdcd5ed8_0_38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3"/>
        <p:cNvGrpSpPr/>
        <p:nvPr/>
      </p:nvGrpSpPr>
      <p:grpSpPr>
        <a:xfrm>
          <a:off x="0" y="0"/>
          <a:ext cx="0" cy="0"/>
          <a:chOff x="0" y="0"/>
          <a:chExt cx="0" cy="0"/>
        </a:xfrm>
      </p:grpSpPr>
      <p:sp>
        <p:nvSpPr>
          <p:cNvPr id="1994" name="Google Shape;1994;g1ddbdcd5ed8_0_383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5" name="Google Shape;1995;g1ddbdcd5ed8_0_38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5"/>
        <p:cNvGrpSpPr/>
        <p:nvPr/>
      </p:nvGrpSpPr>
      <p:grpSpPr>
        <a:xfrm>
          <a:off x="0" y="0"/>
          <a:ext cx="0" cy="0"/>
          <a:chOff x="0" y="0"/>
          <a:chExt cx="0" cy="0"/>
        </a:xfrm>
      </p:grpSpPr>
      <p:sp>
        <p:nvSpPr>
          <p:cNvPr id="2146" name="Google Shape;2146;g1ddbdcd5ed8_0_384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7" name="Google Shape;2147;g1ddbdcd5ed8_0_384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3"/>
        <p:cNvGrpSpPr/>
        <p:nvPr/>
      </p:nvGrpSpPr>
      <p:grpSpPr>
        <a:xfrm>
          <a:off x="0" y="0"/>
          <a:ext cx="0" cy="0"/>
          <a:chOff x="0" y="0"/>
          <a:chExt cx="0" cy="0"/>
        </a:xfrm>
      </p:grpSpPr>
      <p:sp>
        <p:nvSpPr>
          <p:cNvPr id="2174" name="Google Shape;2174;g1ddbdcd5ed8_0_385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5" name="Google Shape;2175;g1ddbdcd5ed8_0_385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0"/>
        <p:cNvGrpSpPr/>
        <p:nvPr/>
      </p:nvGrpSpPr>
      <p:grpSpPr>
        <a:xfrm>
          <a:off x="0" y="0"/>
          <a:ext cx="0" cy="0"/>
          <a:chOff x="0" y="0"/>
          <a:chExt cx="0" cy="0"/>
        </a:xfrm>
      </p:grpSpPr>
      <p:sp>
        <p:nvSpPr>
          <p:cNvPr id="2221" name="Google Shape;2221;g1ddbdcd5ed8_0_385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2" name="Google Shape;2222;g1ddbdcd5ed8_0_385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5"/>
        <p:cNvGrpSpPr/>
        <p:nvPr/>
      </p:nvGrpSpPr>
      <p:grpSpPr>
        <a:xfrm>
          <a:off x="0" y="0"/>
          <a:ext cx="0" cy="0"/>
          <a:chOff x="0" y="0"/>
          <a:chExt cx="0" cy="0"/>
        </a:xfrm>
      </p:grpSpPr>
      <p:sp>
        <p:nvSpPr>
          <p:cNvPr id="2536" name="Google Shape;2536;g1ddbdcd5ed8_0_39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7" name="Google Shape;2537;g1ddbdcd5ed8_0_39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07275" y="542250"/>
            <a:ext cx="7129500" cy="17730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p:nvPr/>
        </p:nvSpPr>
        <p:spPr>
          <a:xfrm>
            <a:off x="7720207" y="98296"/>
            <a:ext cx="1877675" cy="476500"/>
          </a:xfrm>
          <a:custGeom>
            <a:avLst/>
            <a:gdLst/>
            <a:ahLst/>
            <a:cxnLst/>
            <a:rect l="l" t="t" r="r" b="b"/>
            <a:pathLst>
              <a:path w="75107" h="19060" extrusionOk="0">
                <a:moveTo>
                  <a:pt x="67344" y="17837"/>
                </a:moveTo>
                <a:cubicBezTo>
                  <a:pt x="55984" y="20359"/>
                  <a:pt x="9135" y="18368"/>
                  <a:pt x="1528" y="17306"/>
                </a:cubicBezTo>
                <a:cubicBezTo>
                  <a:pt x="-6079" y="16244"/>
                  <a:pt x="16950" y="14164"/>
                  <a:pt x="21703" y="11465"/>
                </a:cubicBezTo>
                <a:cubicBezTo>
                  <a:pt x="26456" y="8766"/>
                  <a:pt x="22050" y="2661"/>
                  <a:pt x="30047" y="1112"/>
                </a:cubicBezTo>
                <a:cubicBezTo>
                  <a:pt x="38044" y="-436"/>
                  <a:pt x="63470" y="-613"/>
                  <a:pt x="69686" y="2174"/>
                </a:cubicBezTo>
                <a:cubicBezTo>
                  <a:pt x="75902" y="4962"/>
                  <a:pt x="78704" y="15315"/>
                  <a:pt x="67344" y="17837"/>
                </a:cubicBezTo>
                <a:close/>
              </a:path>
            </a:pathLst>
          </a:custGeom>
          <a:solidFill>
            <a:srgbClr val="FFFFFF">
              <a:alpha val="70440"/>
            </a:srgbClr>
          </a:solidFill>
          <a:ln>
            <a:noFill/>
          </a:ln>
        </p:spPr>
      </p:sp>
      <p:sp>
        <p:nvSpPr>
          <p:cNvPr id="11" name="Google Shape;11;p2"/>
          <p:cNvSpPr/>
          <p:nvPr/>
        </p:nvSpPr>
        <p:spPr>
          <a:xfrm>
            <a:off x="1305475" y="-166875"/>
            <a:ext cx="450300" cy="450300"/>
          </a:xfrm>
          <a:prstGeom prst="ellipse">
            <a:avLst/>
          </a:prstGeom>
          <a:solidFill>
            <a:srgbClr val="FFFFFF">
              <a:alpha val="70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1035450" y="-436900"/>
            <a:ext cx="990300" cy="990300"/>
          </a:xfrm>
          <a:prstGeom prst="ellipse">
            <a:avLst/>
          </a:prstGeom>
          <a:gradFill>
            <a:gsLst>
              <a:gs pos="0">
                <a:srgbClr val="FFFFFF">
                  <a:alpha val="70440"/>
                </a:srgbClr>
              </a:gs>
              <a:gs pos="100000">
                <a:srgbClr val="FFFFFF">
                  <a:alpha val="0"/>
                  <a:alpha val="7044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713225" y="1465050"/>
            <a:ext cx="77175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p:nvPr/>
        </p:nvSpPr>
        <p:spPr>
          <a:xfrm>
            <a:off x="4904520" y="4395685"/>
            <a:ext cx="2508275" cy="482725"/>
          </a:xfrm>
          <a:custGeom>
            <a:avLst/>
            <a:gdLst/>
            <a:ahLst/>
            <a:cxnLst/>
            <a:rect l="l" t="t" r="r" b="b"/>
            <a:pathLst>
              <a:path w="100331" h="19309" extrusionOk="0">
                <a:moveTo>
                  <a:pt x="7636" y="2994"/>
                </a:moveTo>
                <a:cubicBezTo>
                  <a:pt x="13210" y="728"/>
                  <a:pt x="30963" y="-731"/>
                  <a:pt x="35310" y="382"/>
                </a:cubicBezTo>
                <a:cubicBezTo>
                  <a:pt x="39657" y="1495"/>
                  <a:pt x="26417" y="8213"/>
                  <a:pt x="33717" y="9673"/>
                </a:cubicBezTo>
                <a:cubicBezTo>
                  <a:pt x="41018" y="11133"/>
                  <a:pt x="68317" y="7992"/>
                  <a:pt x="79113" y="9142"/>
                </a:cubicBezTo>
                <a:cubicBezTo>
                  <a:pt x="89909" y="10292"/>
                  <a:pt x="105748" y="14894"/>
                  <a:pt x="98492" y="16575"/>
                </a:cubicBezTo>
                <a:cubicBezTo>
                  <a:pt x="91236" y="18256"/>
                  <a:pt x="51679" y="19662"/>
                  <a:pt x="35575" y="19230"/>
                </a:cubicBezTo>
                <a:cubicBezTo>
                  <a:pt x="19471" y="18798"/>
                  <a:pt x="6525" y="16687"/>
                  <a:pt x="1868" y="13981"/>
                </a:cubicBezTo>
                <a:cubicBezTo>
                  <a:pt x="-2788" y="11275"/>
                  <a:pt x="2062" y="5261"/>
                  <a:pt x="7636" y="2994"/>
                </a:cubicBezTo>
                <a:close/>
              </a:path>
            </a:pathLst>
          </a:custGeom>
          <a:solidFill>
            <a:srgbClr val="FFFFFF">
              <a:alpha val="70440"/>
            </a:srgbClr>
          </a:solidFill>
          <a:ln>
            <a:noFill/>
          </a:ln>
        </p:spPr>
      </p:sp>
      <p:sp>
        <p:nvSpPr>
          <p:cNvPr id="16" name="Google Shape;16;p3"/>
          <p:cNvSpPr/>
          <p:nvPr/>
        </p:nvSpPr>
        <p:spPr>
          <a:xfrm flipH="1">
            <a:off x="-499448" y="3682303"/>
            <a:ext cx="775225" cy="450350"/>
          </a:xfrm>
          <a:custGeom>
            <a:avLst/>
            <a:gdLst/>
            <a:ahLst/>
            <a:cxnLst/>
            <a:rect l="l" t="t" r="r" b="b"/>
            <a:pathLst>
              <a:path w="31009" h="18014" extrusionOk="0">
                <a:moveTo>
                  <a:pt x="3625" y="18011"/>
                </a:moveTo>
                <a:cubicBezTo>
                  <a:pt x="4377" y="18144"/>
                  <a:pt x="2762" y="14007"/>
                  <a:pt x="4554" y="13100"/>
                </a:cubicBezTo>
                <a:cubicBezTo>
                  <a:pt x="6346" y="12193"/>
                  <a:pt x="12673" y="13019"/>
                  <a:pt x="14377" y="12569"/>
                </a:cubicBezTo>
                <a:cubicBezTo>
                  <a:pt x="16081" y="12119"/>
                  <a:pt x="15462" y="10885"/>
                  <a:pt x="14776" y="10398"/>
                </a:cubicBezTo>
                <a:cubicBezTo>
                  <a:pt x="14090" y="9911"/>
                  <a:pt x="11191" y="10512"/>
                  <a:pt x="10262" y="9649"/>
                </a:cubicBezTo>
                <a:cubicBezTo>
                  <a:pt x="9333" y="8786"/>
                  <a:pt x="5971" y="5938"/>
                  <a:pt x="9201" y="5222"/>
                </a:cubicBezTo>
                <a:cubicBezTo>
                  <a:pt x="12431" y="4506"/>
                  <a:pt x="26456" y="5996"/>
                  <a:pt x="29642" y="5354"/>
                </a:cubicBezTo>
                <a:cubicBezTo>
                  <a:pt x="32828" y="4712"/>
                  <a:pt x="29620" y="2249"/>
                  <a:pt x="28315" y="1372"/>
                </a:cubicBezTo>
                <a:cubicBezTo>
                  <a:pt x="27010" y="495"/>
                  <a:pt x="22319" y="-270"/>
                  <a:pt x="21810" y="92"/>
                </a:cubicBezTo>
                <a:cubicBezTo>
                  <a:pt x="21301" y="454"/>
                  <a:pt x="28071" y="2879"/>
                  <a:pt x="25261" y="3543"/>
                </a:cubicBezTo>
                <a:cubicBezTo>
                  <a:pt x="22452" y="4207"/>
                  <a:pt x="8117" y="2924"/>
                  <a:pt x="4953" y="4074"/>
                </a:cubicBezTo>
                <a:cubicBezTo>
                  <a:pt x="1790" y="5225"/>
                  <a:pt x="7099" y="9074"/>
                  <a:pt x="6280" y="10446"/>
                </a:cubicBezTo>
                <a:cubicBezTo>
                  <a:pt x="5461" y="11818"/>
                  <a:pt x="484" y="11043"/>
                  <a:pt x="41" y="12304"/>
                </a:cubicBezTo>
                <a:cubicBezTo>
                  <a:pt x="-401" y="13565"/>
                  <a:pt x="2873" y="17878"/>
                  <a:pt x="3625" y="18011"/>
                </a:cubicBezTo>
                <a:close/>
              </a:path>
            </a:pathLst>
          </a:custGeom>
          <a:solidFill>
            <a:srgbClr val="FFFFFF">
              <a:alpha val="70440"/>
            </a:srgbClr>
          </a:solidFill>
          <a:ln>
            <a:noFill/>
          </a:ln>
        </p:spPr>
      </p:sp>
      <p:grpSp>
        <p:nvGrpSpPr>
          <p:cNvPr id="17" name="Google Shape;17;p3"/>
          <p:cNvGrpSpPr/>
          <p:nvPr/>
        </p:nvGrpSpPr>
        <p:grpSpPr>
          <a:xfrm>
            <a:off x="-728600" y="4114826"/>
            <a:ext cx="1357650" cy="584024"/>
            <a:chOff x="5355625" y="3444501"/>
            <a:chExt cx="1357650" cy="584024"/>
          </a:xfrm>
        </p:grpSpPr>
        <p:sp>
          <p:nvSpPr>
            <p:cNvPr id="18" name="Google Shape;18;p3"/>
            <p:cNvSpPr/>
            <p:nvPr/>
          </p:nvSpPr>
          <p:spPr>
            <a:xfrm>
              <a:off x="6222450" y="3444501"/>
              <a:ext cx="102408" cy="464483"/>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19" name="Google Shape;19;p3"/>
            <p:cNvSpPr/>
            <p:nvPr/>
          </p:nvSpPr>
          <p:spPr>
            <a:xfrm>
              <a:off x="5355625" y="3796225"/>
              <a:ext cx="1357650" cy="232300"/>
            </a:xfrm>
            <a:custGeom>
              <a:avLst/>
              <a:gdLst/>
              <a:ahLst/>
              <a:cxnLst/>
              <a:rect l="l" t="t" r="r" b="b"/>
              <a:pathLst>
                <a:path w="54306" h="9292" extrusionOk="0">
                  <a:moveTo>
                    <a:pt x="50705" y="8761"/>
                  </a:moveTo>
                  <a:lnTo>
                    <a:pt x="50705" y="4779"/>
                  </a:lnTo>
                  <a:lnTo>
                    <a:pt x="54306" y="5744"/>
                  </a:lnTo>
                  <a:lnTo>
                    <a:pt x="46458" y="0"/>
                  </a:lnTo>
                  <a:lnTo>
                    <a:pt x="0" y="0"/>
                  </a:lnTo>
                  <a:lnTo>
                    <a:pt x="2124" y="9292"/>
                  </a:lnTo>
                  <a:close/>
                </a:path>
              </a:pathLst>
            </a:custGeom>
            <a:solidFill>
              <a:schemeClr val="dk2"/>
            </a:solidFill>
            <a:ln>
              <a:noFill/>
            </a:ln>
          </p:spPr>
        </p:sp>
      </p:grpSp>
      <p:sp>
        <p:nvSpPr>
          <p:cNvPr id="20" name="Google Shape;20;p3"/>
          <p:cNvSpPr/>
          <p:nvPr/>
        </p:nvSpPr>
        <p:spPr>
          <a:xfrm>
            <a:off x="9319717" y="3492317"/>
            <a:ext cx="990350" cy="453075"/>
          </a:xfrm>
          <a:custGeom>
            <a:avLst/>
            <a:gdLst/>
            <a:ahLst/>
            <a:cxnLst/>
            <a:rect l="l" t="t" r="r" b="b"/>
            <a:pathLst>
              <a:path w="39614" h="18123" extrusionOk="0">
                <a:moveTo>
                  <a:pt x="3639" y="18106"/>
                </a:moveTo>
                <a:cubicBezTo>
                  <a:pt x="4391" y="18239"/>
                  <a:pt x="2776" y="14102"/>
                  <a:pt x="4568" y="13195"/>
                </a:cubicBezTo>
                <a:cubicBezTo>
                  <a:pt x="6360" y="12288"/>
                  <a:pt x="12776" y="13173"/>
                  <a:pt x="14391" y="12664"/>
                </a:cubicBezTo>
                <a:cubicBezTo>
                  <a:pt x="16006" y="12155"/>
                  <a:pt x="14944" y="10629"/>
                  <a:pt x="14258" y="10142"/>
                </a:cubicBezTo>
                <a:cubicBezTo>
                  <a:pt x="13572" y="9655"/>
                  <a:pt x="10696" y="10209"/>
                  <a:pt x="10276" y="9744"/>
                </a:cubicBezTo>
                <a:cubicBezTo>
                  <a:pt x="9856" y="9280"/>
                  <a:pt x="8307" y="7731"/>
                  <a:pt x="11736" y="7355"/>
                </a:cubicBezTo>
                <a:cubicBezTo>
                  <a:pt x="15165" y="6979"/>
                  <a:pt x="26249" y="8506"/>
                  <a:pt x="30850" y="7488"/>
                </a:cubicBezTo>
                <a:cubicBezTo>
                  <a:pt x="35452" y="6470"/>
                  <a:pt x="40849" y="2466"/>
                  <a:pt x="39345" y="1249"/>
                </a:cubicBezTo>
                <a:cubicBezTo>
                  <a:pt x="37841" y="32"/>
                  <a:pt x="24169" y="-211"/>
                  <a:pt x="21824" y="187"/>
                </a:cubicBezTo>
                <a:cubicBezTo>
                  <a:pt x="19479" y="585"/>
                  <a:pt x="28085" y="2974"/>
                  <a:pt x="25275" y="3638"/>
                </a:cubicBezTo>
                <a:cubicBezTo>
                  <a:pt x="22466" y="4302"/>
                  <a:pt x="8131" y="3019"/>
                  <a:pt x="4967" y="4169"/>
                </a:cubicBezTo>
                <a:cubicBezTo>
                  <a:pt x="1804" y="5320"/>
                  <a:pt x="7113" y="9169"/>
                  <a:pt x="6294" y="10541"/>
                </a:cubicBezTo>
                <a:cubicBezTo>
                  <a:pt x="5475" y="11913"/>
                  <a:pt x="498" y="11138"/>
                  <a:pt x="55" y="12399"/>
                </a:cubicBezTo>
                <a:cubicBezTo>
                  <a:pt x="-387" y="13660"/>
                  <a:pt x="2887" y="17973"/>
                  <a:pt x="3639" y="18106"/>
                </a:cubicBezTo>
                <a:close/>
              </a:path>
            </a:pathLst>
          </a:custGeom>
          <a:solidFill>
            <a:srgbClr val="FFFFFF">
              <a:alpha val="70440"/>
            </a:srgbClr>
          </a:solidFill>
          <a:ln>
            <a:noFill/>
          </a:ln>
        </p:spPr>
      </p:sp>
      <p:sp>
        <p:nvSpPr>
          <p:cNvPr id="21" name="Google Shape;21;p3"/>
          <p:cNvSpPr/>
          <p:nvPr/>
        </p:nvSpPr>
        <p:spPr>
          <a:xfrm>
            <a:off x="8984706" y="3197235"/>
            <a:ext cx="1506575" cy="741800"/>
          </a:xfrm>
          <a:custGeom>
            <a:avLst/>
            <a:gdLst/>
            <a:ahLst/>
            <a:cxnLst/>
            <a:rect l="l" t="t" r="r" b="b"/>
            <a:pathLst>
              <a:path w="60263" h="29672" extrusionOk="0">
                <a:moveTo>
                  <a:pt x="6421" y="29645"/>
                </a:moveTo>
                <a:cubicBezTo>
                  <a:pt x="7748" y="29866"/>
                  <a:pt x="8058" y="25442"/>
                  <a:pt x="8014" y="23672"/>
                </a:cubicBezTo>
                <a:cubicBezTo>
                  <a:pt x="7970" y="21902"/>
                  <a:pt x="5581" y="20376"/>
                  <a:pt x="6156" y="19026"/>
                </a:cubicBezTo>
                <a:cubicBezTo>
                  <a:pt x="6731" y="17677"/>
                  <a:pt x="10779" y="16526"/>
                  <a:pt x="11465" y="15575"/>
                </a:cubicBezTo>
                <a:cubicBezTo>
                  <a:pt x="12151" y="14624"/>
                  <a:pt x="10802" y="14182"/>
                  <a:pt x="10271" y="13319"/>
                </a:cubicBezTo>
                <a:cubicBezTo>
                  <a:pt x="9740" y="12456"/>
                  <a:pt x="3656" y="11040"/>
                  <a:pt x="8280" y="10398"/>
                </a:cubicBezTo>
                <a:cubicBezTo>
                  <a:pt x="12904" y="9756"/>
                  <a:pt x="33832" y="10465"/>
                  <a:pt x="38013" y="9469"/>
                </a:cubicBezTo>
                <a:cubicBezTo>
                  <a:pt x="42194" y="8474"/>
                  <a:pt x="29982" y="5354"/>
                  <a:pt x="33367" y="4425"/>
                </a:cubicBezTo>
                <a:cubicBezTo>
                  <a:pt x="36752" y="3496"/>
                  <a:pt x="54782" y="4580"/>
                  <a:pt x="58321" y="3894"/>
                </a:cubicBezTo>
                <a:cubicBezTo>
                  <a:pt x="61861" y="3208"/>
                  <a:pt x="60489" y="797"/>
                  <a:pt x="54604" y="310"/>
                </a:cubicBezTo>
                <a:cubicBezTo>
                  <a:pt x="48719" y="-177"/>
                  <a:pt x="28278" y="-132"/>
                  <a:pt x="23013" y="974"/>
                </a:cubicBezTo>
                <a:cubicBezTo>
                  <a:pt x="17748" y="2080"/>
                  <a:pt x="26553" y="5620"/>
                  <a:pt x="23013" y="6947"/>
                </a:cubicBezTo>
                <a:cubicBezTo>
                  <a:pt x="19474" y="8274"/>
                  <a:pt x="4940" y="7456"/>
                  <a:pt x="1776" y="8938"/>
                </a:cubicBezTo>
                <a:cubicBezTo>
                  <a:pt x="-1387" y="10420"/>
                  <a:pt x="4320" y="13606"/>
                  <a:pt x="4032" y="15840"/>
                </a:cubicBezTo>
                <a:cubicBezTo>
                  <a:pt x="3744" y="18075"/>
                  <a:pt x="-348" y="20044"/>
                  <a:pt x="50" y="22345"/>
                </a:cubicBezTo>
                <a:cubicBezTo>
                  <a:pt x="448" y="24646"/>
                  <a:pt x="5094" y="29424"/>
                  <a:pt x="6421" y="29645"/>
                </a:cubicBezTo>
                <a:close/>
              </a:path>
            </a:pathLst>
          </a:custGeom>
          <a:solidFill>
            <a:srgbClr val="FFFFFF">
              <a:alpha val="70440"/>
            </a:srgbClr>
          </a:solidFill>
          <a:ln>
            <a:noFill/>
          </a:ln>
        </p:spPr>
      </p:sp>
      <p:grpSp>
        <p:nvGrpSpPr>
          <p:cNvPr id="22" name="Google Shape;22;p3"/>
          <p:cNvGrpSpPr/>
          <p:nvPr/>
        </p:nvGrpSpPr>
        <p:grpSpPr>
          <a:xfrm>
            <a:off x="8488200" y="3935025"/>
            <a:ext cx="1931300" cy="862775"/>
            <a:chOff x="7466375" y="3371475"/>
            <a:chExt cx="1931300" cy="862775"/>
          </a:xfrm>
        </p:grpSpPr>
        <p:sp>
          <p:nvSpPr>
            <p:cNvPr id="23" name="Google Shape;23;p3"/>
            <p:cNvSpPr/>
            <p:nvPr/>
          </p:nvSpPr>
          <p:spPr>
            <a:xfrm>
              <a:off x="806082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24" name="Google Shape;24;p3"/>
            <p:cNvSpPr/>
            <p:nvPr/>
          </p:nvSpPr>
          <p:spPr>
            <a:xfrm>
              <a:off x="7466375" y="3842700"/>
              <a:ext cx="1931300" cy="391550"/>
            </a:xfrm>
            <a:custGeom>
              <a:avLst/>
              <a:gdLst/>
              <a:ahLst/>
              <a:cxnLst/>
              <a:rect l="l" t="t" r="r" b="b"/>
              <a:pathLst>
                <a:path w="77252" h="15662" extrusionOk="0">
                  <a:moveTo>
                    <a:pt x="74863" y="3451"/>
                  </a:moveTo>
                  <a:lnTo>
                    <a:pt x="71677" y="0"/>
                  </a:lnTo>
                  <a:lnTo>
                    <a:pt x="6637" y="0"/>
                  </a:lnTo>
                  <a:lnTo>
                    <a:pt x="0" y="6902"/>
                  </a:lnTo>
                  <a:lnTo>
                    <a:pt x="6902" y="7167"/>
                  </a:lnTo>
                  <a:lnTo>
                    <a:pt x="6637" y="15662"/>
                  </a:lnTo>
                  <a:lnTo>
                    <a:pt x="77252" y="12742"/>
                  </a:lnTo>
                  <a:close/>
                </a:path>
              </a:pathLst>
            </a:custGeom>
            <a:solidFill>
              <a:schemeClr val="dk2"/>
            </a:solidFill>
            <a:ln>
              <a:noFill/>
            </a:ln>
          </p:spPr>
        </p:sp>
        <p:sp>
          <p:nvSpPr>
            <p:cNvPr id="25" name="Google Shape;25;p3"/>
            <p:cNvSpPr/>
            <p:nvPr/>
          </p:nvSpPr>
          <p:spPr>
            <a:xfrm>
              <a:off x="832837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26" name="Google Shape;26;p3"/>
            <p:cNvSpPr/>
            <p:nvPr/>
          </p:nvSpPr>
          <p:spPr>
            <a:xfrm>
              <a:off x="8766400"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grpSp>
      <p:sp>
        <p:nvSpPr>
          <p:cNvPr id="27" name="Google Shape;27;p3"/>
          <p:cNvSpPr/>
          <p:nvPr/>
        </p:nvSpPr>
        <p:spPr>
          <a:xfrm>
            <a:off x="-963517" y="4625371"/>
            <a:ext cx="11148700" cy="670575"/>
          </a:xfrm>
          <a:custGeom>
            <a:avLst/>
            <a:gdLst/>
            <a:ahLst/>
            <a:cxnLst/>
            <a:rect l="l" t="t" r="r" b="b"/>
            <a:pathLst>
              <a:path w="445948" h="26823" extrusionOk="0">
                <a:moveTo>
                  <a:pt x="33497" y="815"/>
                </a:moveTo>
                <a:cubicBezTo>
                  <a:pt x="43408" y="-2326"/>
                  <a:pt x="67035" y="5106"/>
                  <a:pt x="88715" y="5062"/>
                </a:cubicBezTo>
                <a:cubicBezTo>
                  <a:pt x="110395" y="5018"/>
                  <a:pt x="136190" y="638"/>
                  <a:pt x="163578" y="549"/>
                </a:cubicBezTo>
                <a:cubicBezTo>
                  <a:pt x="190966" y="461"/>
                  <a:pt x="212248" y="4133"/>
                  <a:pt x="253042" y="4531"/>
                </a:cubicBezTo>
                <a:cubicBezTo>
                  <a:pt x="293836" y="4929"/>
                  <a:pt x="381795" y="-336"/>
                  <a:pt x="408342" y="2938"/>
                </a:cubicBezTo>
                <a:cubicBezTo>
                  <a:pt x="434889" y="6212"/>
                  <a:pt x="475506" y="20681"/>
                  <a:pt x="412324" y="24176"/>
                </a:cubicBezTo>
                <a:cubicBezTo>
                  <a:pt x="349142" y="27672"/>
                  <a:pt x="92388" y="27805"/>
                  <a:pt x="29250" y="23911"/>
                </a:cubicBezTo>
                <a:cubicBezTo>
                  <a:pt x="-33888" y="20018"/>
                  <a:pt x="23586" y="3957"/>
                  <a:pt x="33497" y="815"/>
                </a:cubicBezTo>
                <a:close/>
              </a:path>
            </a:pathLst>
          </a:custGeom>
          <a:solidFill>
            <a:schemeClr val="accent3"/>
          </a:solid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0" name="Google Shape;30;p4"/>
          <p:cNvSpPr txBox="1">
            <a:spLocks noGrp="1"/>
          </p:cNvSpPr>
          <p:nvPr>
            <p:ph type="body" idx="1"/>
          </p:nvPr>
        </p:nvSpPr>
        <p:spPr>
          <a:xfrm>
            <a:off x="713225" y="1091875"/>
            <a:ext cx="7717500" cy="3516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13250" y="451100"/>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3" name="Google Shape;33;p5"/>
          <p:cNvSpPr txBox="1">
            <a:spLocks noGrp="1"/>
          </p:cNvSpPr>
          <p:nvPr>
            <p:ph type="body" idx="1"/>
          </p:nvPr>
        </p:nvSpPr>
        <p:spPr>
          <a:xfrm>
            <a:off x="713225" y="1152475"/>
            <a:ext cx="3665700" cy="14193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body" idx="2"/>
          </p:nvPr>
        </p:nvSpPr>
        <p:spPr>
          <a:xfrm>
            <a:off x="4765200" y="1152475"/>
            <a:ext cx="3665700" cy="3161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5" name="Google Shape;35;p5"/>
          <p:cNvSpPr/>
          <p:nvPr/>
        </p:nvSpPr>
        <p:spPr>
          <a:xfrm>
            <a:off x="-302035" y="68553"/>
            <a:ext cx="2529225" cy="253875"/>
          </a:xfrm>
          <a:custGeom>
            <a:avLst/>
            <a:gdLst/>
            <a:ahLst/>
            <a:cxnLst/>
            <a:rect l="l" t="t" r="r" b="b"/>
            <a:pathLst>
              <a:path w="101169" h="10155" extrusionOk="0">
                <a:moveTo>
                  <a:pt x="6241" y="9204"/>
                </a:moveTo>
                <a:cubicBezTo>
                  <a:pt x="12966" y="10531"/>
                  <a:pt x="42035" y="10178"/>
                  <a:pt x="49512" y="9735"/>
                </a:cubicBezTo>
                <a:cubicBezTo>
                  <a:pt x="56989" y="9293"/>
                  <a:pt x="43141" y="6903"/>
                  <a:pt x="51105" y="6549"/>
                </a:cubicBezTo>
                <a:cubicBezTo>
                  <a:pt x="59069" y="6195"/>
                  <a:pt x="91058" y="8629"/>
                  <a:pt x="97297" y="7611"/>
                </a:cubicBezTo>
                <a:cubicBezTo>
                  <a:pt x="103536" y="6594"/>
                  <a:pt x="103226" y="1417"/>
                  <a:pt x="88537" y="444"/>
                </a:cubicBezTo>
                <a:cubicBezTo>
                  <a:pt x="73848" y="-529"/>
                  <a:pt x="22877" y="311"/>
                  <a:pt x="9161" y="1771"/>
                </a:cubicBezTo>
                <a:cubicBezTo>
                  <a:pt x="-4555" y="3231"/>
                  <a:pt x="-484" y="7877"/>
                  <a:pt x="6241" y="9204"/>
                </a:cubicBezTo>
                <a:close/>
              </a:path>
            </a:pathLst>
          </a:custGeom>
          <a:solidFill>
            <a:srgbClr val="FFFFFF">
              <a:alpha val="70440"/>
            </a:srgbClr>
          </a:solid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6"/>
        <p:cNvGrpSpPr/>
        <p:nvPr/>
      </p:nvGrpSpPr>
      <p:grpSpPr>
        <a:xfrm>
          <a:off x="0" y="0"/>
          <a:ext cx="0" cy="0"/>
          <a:chOff x="0" y="0"/>
          <a:chExt cx="0" cy="0"/>
        </a:xfrm>
      </p:grpSpPr>
      <p:sp>
        <p:nvSpPr>
          <p:cNvPr id="37" name="Google Shape;37;p6"/>
          <p:cNvSpPr/>
          <p:nvPr/>
        </p:nvSpPr>
        <p:spPr>
          <a:xfrm>
            <a:off x="4904520" y="4395685"/>
            <a:ext cx="2508275" cy="482725"/>
          </a:xfrm>
          <a:custGeom>
            <a:avLst/>
            <a:gdLst/>
            <a:ahLst/>
            <a:cxnLst/>
            <a:rect l="l" t="t" r="r" b="b"/>
            <a:pathLst>
              <a:path w="100331" h="19309" extrusionOk="0">
                <a:moveTo>
                  <a:pt x="7636" y="2994"/>
                </a:moveTo>
                <a:cubicBezTo>
                  <a:pt x="13210" y="728"/>
                  <a:pt x="30963" y="-731"/>
                  <a:pt x="35310" y="382"/>
                </a:cubicBezTo>
                <a:cubicBezTo>
                  <a:pt x="39657" y="1495"/>
                  <a:pt x="26417" y="8213"/>
                  <a:pt x="33717" y="9673"/>
                </a:cubicBezTo>
                <a:cubicBezTo>
                  <a:pt x="41018" y="11133"/>
                  <a:pt x="68317" y="7992"/>
                  <a:pt x="79113" y="9142"/>
                </a:cubicBezTo>
                <a:cubicBezTo>
                  <a:pt x="89909" y="10292"/>
                  <a:pt x="105748" y="14894"/>
                  <a:pt x="98492" y="16575"/>
                </a:cubicBezTo>
                <a:cubicBezTo>
                  <a:pt x="91236" y="18256"/>
                  <a:pt x="51679" y="19662"/>
                  <a:pt x="35575" y="19230"/>
                </a:cubicBezTo>
                <a:cubicBezTo>
                  <a:pt x="19471" y="18798"/>
                  <a:pt x="6525" y="16687"/>
                  <a:pt x="1868" y="13981"/>
                </a:cubicBezTo>
                <a:cubicBezTo>
                  <a:pt x="-2788" y="11275"/>
                  <a:pt x="2062" y="5261"/>
                  <a:pt x="7636" y="2994"/>
                </a:cubicBezTo>
                <a:close/>
              </a:path>
            </a:pathLst>
          </a:custGeom>
          <a:solidFill>
            <a:srgbClr val="FFFFFF">
              <a:alpha val="70440"/>
            </a:srgbClr>
          </a:solidFill>
          <a:ln>
            <a:noFill/>
          </a:ln>
        </p:spPr>
      </p:sp>
      <p:sp>
        <p:nvSpPr>
          <p:cNvPr id="38" name="Google Shape;38;p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9" name="Google Shape;39;p6"/>
          <p:cNvSpPr/>
          <p:nvPr/>
        </p:nvSpPr>
        <p:spPr>
          <a:xfrm flipH="1">
            <a:off x="-499448" y="3682303"/>
            <a:ext cx="775225" cy="450350"/>
          </a:xfrm>
          <a:custGeom>
            <a:avLst/>
            <a:gdLst/>
            <a:ahLst/>
            <a:cxnLst/>
            <a:rect l="l" t="t" r="r" b="b"/>
            <a:pathLst>
              <a:path w="31009" h="18014" extrusionOk="0">
                <a:moveTo>
                  <a:pt x="3625" y="18011"/>
                </a:moveTo>
                <a:cubicBezTo>
                  <a:pt x="4377" y="18144"/>
                  <a:pt x="2762" y="14007"/>
                  <a:pt x="4554" y="13100"/>
                </a:cubicBezTo>
                <a:cubicBezTo>
                  <a:pt x="6346" y="12193"/>
                  <a:pt x="12673" y="13019"/>
                  <a:pt x="14377" y="12569"/>
                </a:cubicBezTo>
                <a:cubicBezTo>
                  <a:pt x="16081" y="12119"/>
                  <a:pt x="15462" y="10885"/>
                  <a:pt x="14776" y="10398"/>
                </a:cubicBezTo>
                <a:cubicBezTo>
                  <a:pt x="14090" y="9911"/>
                  <a:pt x="11191" y="10512"/>
                  <a:pt x="10262" y="9649"/>
                </a:cubicBezTo>
                <a:cubicBezTo>
                  <a:pt x="9333" y="8786"/>
                  <a:pt x="5971" y="5938"/>
                  <a:pt x="9201" y="5222"/>
                </a:cubicBezTo>
                <a:cubicBezTo>
                  <a:pt x="12431" y="4506"/>
                  <a:pt x="26456" y="5996"/>
                  <a:pt x="29642" y="5354"/>
                </a:cubicBezTo>
                <a:cubicBezTo>
                  <a:pt x="32828" y="4712"/>
                  <a:pt x="29620" y="2249"/>
                  <a:pt x="28315" y="1372"/>
                </a:cubicBezTo>
                <a:cubicBezTo>
                  <a:pt x="27010" y="495"/>
                  <a:pt x="22319" y="-270"/>
                  <a:pt x="21810" y="92"/>
                </a:cubicBezTo>
                <a:cubicBezTo>
                  <a:pt x="21301" y="454"/>
                  <a:pt x="28071" y="2879"/>
                  <a:pt x="25261" y="3543"/>
                </a:cubicBezTo>
                <a:cubicBezTo>
                  <a:pt x="22452" y="4207"/>
                  <a:pt x="8117" y="2924"/>
                  <a:pt x="4953" y="4074"/>
                </a:cubicBezTo>
                <a:cubicBezTo>
                  <a:pt x="1790" y="5225"/>
                  <a:pt x="7099" y="9074"/>
                  <a:pt x="6280" y="10446"/>
                </a:cubicBezTo>
                <a:cubicBezTo>
                  <a:pt x="5461" y="11818"/>
                  <a:pt x="484" y="11043"/>
                  <a:pt x="41" y="12304"/>
                </a:cubicBezTo>
                <a:cubicBezTo>
                  <a:pt x="-401" y="13565"/>
                  <a:pt x="2873" y="17878"/>
                  <a:pt x="3625" y="18011"/>
                </a:cubicBezTo>
                <a:close/>
              </a:path>
            </a:pathLst>
          </a:custGeom>
          <a:solidFill>
            <a:srgbClr val="FFFFFF">
              <a:alpha val="70440"/>
            </a:srgbClr>
          </a:solidFill>
          <a:ln>
            <a:noFill/>
          </a:ln>
        </p:spPr>
      </p:sp>
      <p:grpSp>
        <p:nvGrpSpPr>
          <p:cNvPr id="40" name="Google Shape;40;p6"/>
          <p:cNvGrpSpPr/>
          <p:nvPr/>
        </p:nvGrpSpPr>
        <p:grpSpPr>
          <a:xfrm>
            <a:off x="-728600" y="4114826"/>
            <a:ext cx="1357650" cy="584024"/>
            <a:chOff x="5355625" y="3444501"/>
            <a:chExt cx="1357650" cy="584024"/>
          </a:xfrm>
        </p:grpSpPr>
        <p:sp>
          <p:nvSpPr>
            <p:cNvPr id="41" name="Google Shape;41;p6"/>
            <p:cNvSpPr/>
            <p:nvPr/>
          </p:nvSpPr>
          <p:spPr>
            <a:xfrm>
              <a:off x="6222450" y="3444501"/>
              <a:ext cx="102408" cy="464483"/>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42" name="Google Shape;42;p6"/>
            <p:cNvSpPr/>
            <p:nvPr/>
          </p:nvSpPr>
          <p:spPr>
            <a:xfrm>
              <a:off x="5355625" y="3796225"/>
              <a:ext cx="1357650" cy="232300"/>
            </a:xfrm>
            <a:custGeom>
              <a:avLst/>
              <a:gdLst/>
              <a:ahLst/>
              <a:cxnLst/>
              <a:rect l="l" t="t" r="r" b="b"/>
              <a:pathLst>
                <a:path w="54306" h="9292" extrusionOk="0">
                  <a:moveTo>
                    <a:pt x="50705" y="8761"/>
                  </a:moveTo>
                  <a:lnTo>
                    <a:pt x="50705" y="4779"/>
                  </a:lnTo>
                  <a:lnTo>
                    <a:pt x="54306" y="5744"/>
                  </a:lnTo>
                  <a:lnTo>
                    <a:pt x="46458" y="0"/>
                  </a:lnTo>
                  <a:lnTo>
                    <a:pt x="0" y="0"/>
                  </a:lnTo>
                  <a:lnTo>
                    <a:pt x="2124" y="9292"/>
                  </a:lnTo>
                  <a:close/>
                </a:path>
              </a:pathLst>
            </a:custGeom>
            <a:solidFill>
              <a:schemeClr val="dk2"/>
            </a:solidFill>
            <a:ln>
              <a:noFill/>
            </a:ln>
          </p:spPr>
        </p:sp>
      </p:grpSp>
      <p:sp>
        <p:nvSpPr>
          <p:cNvPr id="43" name="Google Shape;43;p6"/>
          <p:cNvSpPr/>
          <p:nvPr/>
        </p:nvSpPr>
        <p:spPr>
          <a:xfrm>
            <a:off x="9319717" y="3492317"/>
            <a:ext cx="990350" cy="453075"/>
          </a:xfrm>
          <a:custGeom>
            <a:avLst/>
            <a:gdLst/>
            <a:ahLst/>
            <a:cxnLst/>
            <a:rect l="l" t="t" r="r" b="b"/>
            <a:pathLst>
              <a:path w="39614" h="18123" extrusionOk="0">
                <a:moveTo>
                  <a:pt x="3639" y="18106"/>
                </a:moveTo>
                <a:cubicBezTo>
                  <a:pt x="4391" y="18239"/>
                  <a:pt x="2776" y="14102"/>
                  <a:pt x="4568" y="13195"/>
                </a:cubicBezTo>
                <a:cubicBezTo>
                  <a:pt x="6360" y="12288"/>
                  <a:pt x="12776" y="13173"/>
                  <a:pt x="14391" y="12664"/>
                </a:cubicBezTo>
                <a:cubicBezTo>
                  <a:pt x="16006" y="12155"/>
                  <a:pt x="14944" y="10629"/>
                  <a:pt x="14258" y="10142"/>
                </a:cubicBezTo>
                <a:cubicBezTo>
                  <a:pt x="13572" y="9655"/>
                  <a:pt x="10696" y="10209"/>
                  <a:pt x="10276" y="9744"/>
                </a:cubicBezTo>
                <a:cubicBezTo>
                  <a:pt x="9856" y="9280"/>
                  <a:pt x="8307" y="7731"/>
                  <a:pt x="11736" y="7355"/>
                </a:cubicBezTo>
                <a:cubicBezTo>
                  <a:pt x="15165" y="6979"/>
                  <a:pt x="26249" y="8506"/>
                  <a:pt x="30850" y="7488"/>
                </a:cubicBezTo>
                <a:cubicBezTo>
                  <a:pt x="35452" y="6470"/>
                  <a:pt x="40849" y="2466"/>
                  <a:pt x="39345" y="1249"/>
                </a:cubicBezTo>
                <a:cubicBezTo>
                  <a:pt x="37841" y="32"/>
                  <a:pt x="24169" y="-211"/>
                  <a:pt x="21824" y="187"/>
                </a:cubicBezTo>
                <a:cubicBezTo>
                  <a:pt x="19479" y="585"/>
                  <a:pt x="28085" y="2974"/>
                  <a:pt x="25275" y="3638"/>
                </a:cubicBezTo>
                <a:cubicBezTo>
                  <a:pt x="22466" y="4302"/>
                  <a:pt x="8131" y="3019"/>
                  <a:pt x="4967" y="4169"/>
                </a:cubicBezTo>
                <a:cubicBezTo>
                  <a:pt x="1804" y="5320"/>
                  <a:pt x="7113" y="9169"/>
                  <a:pt x="6294" y="10541"/>
                </a:cubicBezTo>
                <a:cubicBezTo>
                  <a:pt x="5475" y="11913"/>
                  <a:pt x="498" y="11138"/>
                  <a:pt x="55" y="12399"/>
                </a:cubicBezTo>
                <a:cubicBezTo>
                  <a:pt x="-387" y="13660"/>
                  <a:pt x="2887" y="17973"/>
                  <a:pt x="3639" y="18106"/>
                </a:cubicBezTo>
                <a:close/>
              </a:path>
            </a:pathLst>
          </a:custGeom>
          <a:solidFill>
            <a:srgbClr val="FFFFFF">
              <a:alpha val="70440"/>
            </a:srgbClr>
          </a:solidFill>
          <a:ln>
            <a:noFill/>
          </a:ln>
        </p:spPr>
      </p:sp>
      <p:sp>
        <p:nvSpPr>
          <p:cNvPr id="44" name="Google Shape;44;p6"/>
          <p:cNvSpPr/>
          <p:nvPr/>
        </p:nvSpPr>
        <p:spPr>
          <a:xfrm>
            <a:off x="8984706" y="3197235"/>
            <a:ext cx="1506575" cy="741800"/>
          </a:xfrm>
          <a:custGeom>
            <a:avLst/>
            <a:gdLst/>
            <a:ahLst/>
            <a:cxnLst/>
            <a:rect l="l" t="t" r="r" b="b"/>
            <a:pathLst>
              <a:path w="60263" h="29672" extrusionOk="0">
                <a:moveTo>
                  <a:pt x="6421" y="29645"/>
                </a:moveTo>
                <a:cubicBezTo>
                  <a:pt x="7748" y="29866"/>
                  <a:pt x="8058" y="25442"/>
                  <a:pt x="8014" y="23672"/>
                </a:cubicBezTo>
                <a:cubicBezTo>
                  <a:pt x="7970" y="21902"/>
                  <a:pt x="5581" y="20376"/>
                  <a:pt x="6156" y="19026"/>
                </a:cubicBezTo>
                <a:cubicBezTo>
                  <a:pt x="6731" y="17677"/>
                  <a:pt x="10779" y="16526"/>
                  <a:pt x="11465" y="15575"/>
                </a:cubicBezTo>
                <a:cubicBezTo>
                  <a:pt x="12151" y="14624"/>
                  <a:pt x="10802" y="14182"/>
                  <a:pt x="10271" y="13319"/>
                </a:cubicBezTo>
                <a:cubicBezTo>
                  <a:pt x="9740" y="12456"/>
                  <a:pt x="3656" y="11040"/>
                  <a:pt x="8280" y="10398"/>
                </a:cubicBezTo>
                <a:cubicBezTo>
                  <a:pt x="12904" y="9756"/>
                  <a:pt x="33832" y="10465"/>
                  <a:pt x="38013" y="9469"/>
                </a:cubicBezTo>
                <a:cubicBezTo>
                  <a:pt x="42194" y="8474"/>
                  <a:pt x="29982" y="5354"/>
                  <a:pt x="33367" y="4425"/>
                </a:cubicBezTo>
                <a:cubicBezTo>
                  <a:pt x="36752" y="3496"/>
                  <a:pt x="54782" y="4580"/>
                  <a:pt x="58321" y="3894"/>
                </a:cubicBezTo>
                <a:cubicBezTo>
                  <a:pt x="61861" y="3208"/>
                  <a:pt x="60489" y="797"/>
                  <a:pt x="54604" y="310"/>
                </a:cubicBezTo>
                <a:cubicBezTo>
                  <a:pt x="48719" y="-177"/>
                  <a:pt x="28278" y="-132"/>
                  <a:pt x="23013" y="974"/>
                </a:cubicBezTo>
                <a:cubicBezTo>
                  <a:pt x="17748" y="2080"/>
                  <a:pt x="26553" y="5620"/>
                  <a:pt x="23013" y="6947"/>
                </a:cubicBezTo>
                <a:cubicBezTo>
                  <a:pt x="19474" y="8274"/>
                  <a:pt x="4940" y="7456"/>
                  <a:pt x="1776" y="8938"/>
                </a:cubicBezTo>
                <a:cubicBezTo>
                  <a:pt x="-1387" y="10420"/>
                  <a:pt x="4320" y="13606"/>
                  <a:pt x="4032" y="15840"/>
                </a:cubicBezTo>
                <a:cubicBezTo>
                  <a:pt x="3744" y="18075"/>
                  <a:pt x="-348" y="20044"/>
                  <a:pt x="50" y="22345"/>
                </a:cubicBezTo>
                <a:cubicBezTo>
                  <a:pt x="448" y="24646"/>
                  <a:pt x="5094" y="29424"/>
                  <a:pt x="6421" y="29645"/>
                </a:cubicBezTo>
                <a:close/>
              </a:path>
            </a:pathLst>
          </a:custGeom>
          <a:solidFill>
            <a:srgbClr val="FFFFFF">
              <a:alpha val="70440"/>
            </a:srgbClr>
          </a:solidFill>
          <a:ln>
            <a:noFill/>
          </a:ln>
        </p:spPr>
      </p:sp>
      <p:grpSp>
        <p:nvGrpSpPr>
          <p:cNvPr id="45" name="Google Shape;45;p6"/>
          <p:cNvGrpSpPr/>
          <p:nvPr/>
        </p:nvGrpSpPr>
        <p:grpSpPr>
          <a:xfrm>
            <a:off x="8488200" y="3935025"/>
            <a:ext cx="1931300" cy="862775"/>
            <a:chOff x="7466375" y="3371475"/>
            <a:chExt cx="1931300" cy="862775"/>
          </a:xfrm>
        </p:grpSpPr>
        <p:sp>
          <p:nvSpPr>
            <p:cNvPr id="46" name="Google Shape;46;p6"/>
            <p:cNvSpPr/>
            <p:nvPr/>
          </p:nvSpPr>
          <p:spPr>
            <a:xfrm>
              <a:off x="806082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47" name="Google Shape;47;p6"/>
            <p:cNvSpPr/>
            <p:nvPr/>
          </p:nvSpPr>
          <p:spPr>
            <a:xfrm>
              <a:off x="7466375" y="3842700"/>
              <a:ext cx="1931300" cy="391550"/>
            </a:xfrm>
            <a:custGeom>
              <a:avLst/>
              <a:gdLst/>
              <a:ahLst/>
              <a:cxnLst/>
              <a:rect l="l" t="t" r="r" b="b"/>
              <a:pathLst>
                <a:path w="77252" h="15662" extrusionOk="0">
                  <a:moveTo>
                    <a:pt x="74863" y="3451"/>
                  </a:moveTo>
                  <a:lnTo>
                    <a:pt x="71677" y="0"/>
                  </a:lnTo>
                  <a:lnTo>
                    <a:pt x="6637" y="0"/>
                  </a:lnTo>
                  <a:lnTo>
                    <a:pt x="0" y="6902"/>
                  </a:lnTo>
                  <a:lnTo>
                    <a:pt x="6902" y="7167"/>
                  </a:lnTo>
                  <a:lnTo>
                    <a:pt x="6637" y="15662"/>
                  </a:lnTo>
                  <a:lnTo>
                    <a:pt x="77252" y="12742"/>
                  </a:lnTo>
                  <a:close/>
                </a:path>
              </a:pathLst>
            </a:custGeom>
            <a:solidFill>
              <a:schemeClr val="dk2"/>
            </a:solidFill>
            <a:ln>
              <a:noFill/>
            </a:ln>
          </p:spPr>
        </p:sp>
        <p:sp>
          <p:nvSpPr>
            <p:cNvPr id="48" name="Google Shape;48;p6"/>
            <p:cNvSpPr/>
            <p:nvPr/>
          </p:nvSpPr>
          <p:spPr>
            <a:xfrm>
              <a:off x="832837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49" name="Google Shape;49;p6"/>
            <p:cNvSpPr/>
            <p:nvPr/>
          </p:nvSpPr>
          <p:spPr>
            <a:xfrm>
              <a:off x="8766400"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grpSp>
      <p:sp>
        <p:nvSpPr>
          <p:cNvPr id="50" name="Google Shape;50;p6"/>
          <p:cNvSpPr/>
          <p:nvPr/>
        </p:nvSpPr>
        <p:spPr>
          <a:xfrm>
            <a:off x="-963517" y="4625371"/>
            <a:ext cx="11148700" cy="670575"/>
          </a:xfrm>
          <a:custGeom>
            <a:avLst/>
            <a:gdLst/>
            <a:ahLst/>
            <a:cxnLst/>
            <a:rect l="l" t="t" r="r" b="b"/>
            <a:pathLst>
              <a:path w="445948" h="26823" extrusionOk="0">
                <a:moveTo>
                  <a:pt x="33497" y="815"/>
                </a:moveTo>
                <a:cubicBezTo>
                  <a:pt x="43408" y="-2326"/>
                  <a:pt x="67035" y="5106"/>
                  <a:pt x="88715" y="5062"/>
                </a:cubicBezTo>
                <a:cubicBezTo>
                  <a:pt x="110395" y="5018"/>
                  <a:pt x="136190" y="638"/>
                  <a:pt x="163578" y="549"/>
                </a:cubicBezTo>
                <a:cubicBezTo>
                  <a:pt x="190966" y="461"/>
                  <a:pt x="212248" y="4133"/>
                  <a:pt x="253042" y="4531"/>
                </a:cubicBezTo>
                <a:cubicBezTo>
                  <a:pt x="293836" y="4929"/>
                  <a:pt x="381795" y="-336"/>
                  <a:pt x="408342" y="2938"/>
                </a:cubicBezTo>
                <a:cubicBezTo>
                  <a:pt x="434889" y="6212"/>
                  <a:pt x="475506" y="20681"/>
                  <a:pt x="412324" y="24176"/>
                </a:cubicBezTo>
                <a:cubicBezTo>
                  <a:pt x="349142" y="27672"/>
                  <a:pt x="92388" y="27805"/>
                  <a:pt x="29250" y="23911"/>
                </a:cubicBezTo>
                <a:cubicBezTo>
                  <a:pt x="-33888" y="20018"/>
                  <a:pt x="23586" y="3957"/>
                  <a:pt x="33497" y="815"/>
                </a:cubicBezTo>
                <a:close/>
              </a:path>
            </a:pathLst>
          </a:custGeom>
          <a:solidFill>
            <a:schemeClr val="accent3"/>
          </a:solidFill>
          <a:ln>
            <a:noFill/>
          </a:ln>
        </p:spPr>
      </p:sp>
      <p:sp>
        <p:nvSpPr>
          <p:cNvPr id="51" name="Google Shape;51;p6"/>
          <p:cNvSpPr/>
          <p:nvPr/>
        </p:nvSpPr>
        <p:spPr>
          <a:xfrm flipH="1">
            <a:off x="-335318" y="-91804"/>
            <a:ext cx="1877675" cy="476500"/>
          </a:xfrm>
          <a:custGeom>
            <a:avLst/>
            <a:gdLst/>
            <a:ahLst/>
            <a:cxnLst/>
            <a:rect l="l" t="t" r="r" b="b"/>
            <a:pathLst>
              <a:path w="75107" h="19060" extrusionOk="0">
                <a:moveTo>
                  <a:pt x="67344" y="17837"/>
                </a:moveTo>
                <a:cubicBezTo>
                  <a:pt x="55984" y="20359"/>
                  <a:pt x="9135" y="18368"/>
                  <a:pt x="1528" y="17306"/>
                </a:cubicBezTo>
                <a:cubicBezTo>
                  <a:pt x="-6079" y="16244"/>
                  <a:pt x="16950" y="14164"/>
                  <a:pt x="21703" y="11465"/>
                </a:cubicBezTo>
                <a:cubicBezTo>
                  <a:pt x="26456" y="8766"/>
                  <a:pt x="22050" y="2661"/>
                  <a:pt x="30047" y="1112"/>
                </a:cubicBezTo>
                <a:cubicBezTo>
                  <a:pt x="38044" y="-436"/>
                  <a:pt x="63470" y="-613"/>
                  <a:pt x="69686" y="2174"/>
                </a:cubicBezTo>
                <a:cubicBezTo>
                  <a:pt x="75902" y="4962"/>
                  <a:pt x="78704" y="15315"/>
                  <a:pt x="67344" y="17837"/>
                </a:cubicBezTo>
                <a:close/>
              </a:path>
            </a:pathLst>
          </a:custGeom>
          <a:solidFill>
            <a:srgbClr val="FFFFFF">
              <a:alpha val="70440"/>
            </a:srgbClr>
          </a:solid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2"/>
        <p:cNvGrpSpPr/>
        <p:nvPr/>
      </p:nvGrpSpPr>
      <p:grpSpPr>
        <a:xfrm>
          <a:off x="0" y="0"/>
          <a:ext cx="0" cy="0"/>
          <a:chOff x="0" y="0"/>
          <a:chExt cx="0" cy="0"/>
        </a:xfrm>
      </p:grpSpPr>
      <p:sp>
        <p:nvSpPr>
          <p:cNvPr id="53" name="Google Shape;53;p7"/>
          <p:cNvSpPr txBox="1">
            <a:spLocks noGrp="1"/>
          </p:cNvSpPr>
          <p:nvPr>
            <p:ph type="body" idx="1"/>
          </p:nvPr>
        </p:nvSpPr>
        <p:spPr>
          <a:xfrm>
            <a:off x="713250" y="1285444"/>
            <a:ext cx="3959100" cy="1908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54" name="Google Shape;54;p7"/>
          <p:cNvSpPr txBox="1">
            <a:spLocks noGrp="1"/>
          </p:cNvSpPr>
          <p:nvPr>
            <p:ph type="title"/>
          </p:nvPr>
        </p:nvSpPr>
        <p:spPr>
          <a:xfrm>
            <a:off x="713250" y="4511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5" name="Google Shape;55;p7"/>
          <p:cNvSpPr>
            <a:spLocks noGrp="1"/>
          </p:cNvSpPr>
          <p:nvPr>
            <p:ph type="pic" idx="2"/>
          </p:nvPr>
        </p:nvSpPr>
        <p:spPr>
          <a:xfrm>
            <a:off x="5264850" y="1421375"/>
            <a:ext cx="3165900" cy="3187200"/>
          </a:xfrm>
          <a:prstGeom prst="plaque">
            <a:avLst>
              <a:gd name="adj" fmla="val 7229"/>
            </a:avLst>
          </a:prstGeom>
          <a:noFill/>
          <a:ln w="28575" cap="flat" cmpd="sng">
            <a:solidFill>
              <a:schemeClr val="dk2"/>
            </a:solidFill>
            <a:prstDash val="solid"/>
            <a:round/>
            <a:headEnd type="none" w="sm" len="sm"/>
            <a:tailEnd type="none" w="sm" len="sm"/>
          </a:ln>
        </p:spPr>
      </p:sp>
      <p:sp>
        <p:nvSpPr>
          <p:cNvPr id="56" name="Google Shape;56;p7"/>
          <p:cNvSpPr/>
          <p:nvPr/>
        </p:nvSpPr>
        <p:spPr>
          <a:xfrm>
            <a:off x="-341169" y="-78940"/>
            <a:ext cx="2806500" cy="545450"/>
          </a:xfrm>
          <a:custGeom>
            <a:avLst/>
            <a:gdLst/>
            <a:ahLst/>
            <a:cxnLst/>
            <a:rect l="l" t="t" r="r" b="b"/>
            <a:pathLst>
              <a:path w="112260" h="21818" extrusionOk="0">
                <a:moveTo>
                  <a:pt x="9930" y="20148"/>
                </a:moveTo>
                <a:cubicBezTo>
                  <a:pt x="17585" y="23112"/>
                  <a:pt x="48070" y="21343"/>
                  <a:pt x="54530" y="20148"/>
                </a:cubicBezTo>
                <a:cubicBezTo>
                  <a:pt x="60990" y="18953"/>
                  <a:pt x="41079" y="14307"/>
                  <a:pt x="48689" y="12980"/>
                </a:cubicBezTo>
                <a:cubicBezTo>
                  <a:pt x="56299" y="11653"/>
                  <a:pt x="90900" y="14131"/>
                  <a:pt x="100191" y="12184"/>
                </a:cubicBezTo>
                <a:cubicBezTo>
                  <a:pt x="109483" y="10237"/>
                  <a:pt x="119703" y="2937"/>
                  <a:pt x="104438" y="1300"/>
                </a:cubicBezTo>
                <a:cubicBezTo>
                  <a:pt x="89173" y="-337"/>
                  <a:pt x="24354" y="-779"/>
                  <a:pt x="8603" y="2362"/>
                </a:cubicBezTo>
                <a:cubicBezTo>
                  <a:pt x="-7148" y="5503"/>
                  <a:pt x="2276" y="17184"/>
                  <a:pt x="9930" y="20148"/>
                </a:cubicBezTo>
                <a:close/>
              </a:path>
            </a:pathLst>
          </a:custGeom>
          <a:solidFill>
            <a:srgbClr val="FFFFFF">
              <a:alpha val="70440"/>
            </a:srgbClr>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7"/>
        <p:cNvGrpSpPr/>
        <p:nvPr/>
      </p:nvGrpSpPr>
      <p:grpSpPr>
        <a:xfrm>
          <a:off x="0" y="0"/>
          <a:ext cx="0" cy="0"/>
          <a:chOff x="0" y="0"/>
          <a:chExt cx="0" cy="0"/>
        </a:xfrm>
      </p:grpSpPr>
      <p:sp>
        <p:nvSpPr>
          <p:cNvPr id="58" name="Google Shape;58;p8"/>
          <p:cNvSpPr txBox="1">
            <a:spLocks noGrp="1"/>
          </p:cNvSpPr>
          <p:nvPr>
            <p:ph type="title"/>
          </p:nvPr>
        </p:nvSpPr>
        <p:spPr>
          <a:xfrm>
            <a:off x="1499550" y="1006825"/>
            <a:ext cx="6144900" cy="25203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59" name="Google Shape;59;p8"/>
          <p:cNvSpPr/>
          <p:nvPr/>
        </p:nvSpPr>
        <p:spPr>
          <a:xfrm>
            <a:off x="4904520" y="4395685"/>
            <a:ext cx="2508275" cy="482725"/>
          </a:xfrm>
          <a:custGeom>
            <a:avLst/>
            <a:gdLst/>
            <a:ahLst/>
            <a:cxnLst/>
            <a:rect l="l" t="t" r="r" b="b"/>
            <a:pathLst>
              <a:path w="100331" h="19309" extrusionOk="0">
                <a:moveTo>
                  <a:pt x="7636" y="2994"/>
                </a:moveTo>
                <a:cubicBezTo>
                  <a:pt x="13210" y="728"/>
                  <a:pt x="30963" y="-731"/>
                  <a:pt x="35310" y="382"/>
                </a:cubicBezTo>
                <a:cubicBezTo>
                  <a:pt x="39657" y="1495"/>
                  <a:pt x="26417" y="8213"/>
                  <a:pt x="33717" y="9673"/>
                </a:cubicBezTo>
                <a:cubicBezTo>
                  <a:pt x="41018" y="11133"/>
                  <a:pt x="68317" y="7992"/>
                  <a:pt x="79113" y="9142"/>
                </a:cubicBezTo>
                <a:cubicBezTo>
                  <a:pt x="89909" y="10292"/>
                  <a:pt x="105748" y="14894"/>
                  <a:pt x="98492" y="16575"/>
                </a:cubicBezTo>
                <a:cubicBezTo>
                  <a:pt x="91236" y="18256"/>
                  <a:pt x="51679" y="19662"/>
                  <a:pt x="35575" y="19230"/>
                </a:cubicBezTo>
                <a:cubicBezTo>
                  <a:pt x="19471" y="18798"/>
                  <a:pt x="6525" y="16687"/>
                  <a:pt x="1868" y="13981"/>
                </a:cubicBezTo>
                <a:cubicBezTo>
                  <a:pt x="-2788" y="11275"/>
                  <a:pt x="2062" y="5261"/>
                  <a:pt x="7636" y="2994"/>
                </a:cubicBezTo>
                <a:close/>
              </a:path>
            </a:pathLst>
          </a:custGeom>
          <a:solidFill>
            <a:srgbClr val="FFFFFF">
              <a:alpha val="70440"/>
            </a:srgbClr>
          </a:solidFill>
          <a:ln>
            <a:noFill/>
          </a:ln>
        </p:spPr>
      </p:sp>
      <p:sp>
        <p:nvSpPr>
          <p:cNvPr id="60" name="Google Shape;60;p8"/>
          <p:cNvSpPr/>
          <p:nvPr/>
        </p:nvSpPr>
        <p:spPr>
          <a:xfrm flipH="1">
            <a:off x="-499448" y="3682303"/>
            <a:ext cx="775225" cy="450350"/>
          </a:xfrm>
          <a:custGeom>
            <a:avLst/>
            <a:gdLst/>
            <a:ahLst/>
            <a:cxnLst/>
            <a:rect l="l" t="t" r="r" b="b"/>
            <a:pathLst>
              <a:path w="31009" h="18014" extrusionOk="0">
                <a:moveTo>
                  <a:pt x="3625" y="18011"/>
                </a:moveTo>
                <a:cubicBezTo>
                  <a:pt x="4377" y="18144"/>
                  <a:pt x="2762" y="14007"/>
                  <a:pt x="4554" y="13100"/>
                </a:cubicBezTo>
                <a:cubicBezTo>
                  <a:pt x="6346" y="12193"/>
                  <a:pt x="12673" y="13019"/>
                  <a:pt x="14377" y="12569"/>
                </a:cubicBezTo>
                <a:cubicBezTo>
                  <a:pt x="16081" y="12119"/>
                  <a:pt x="15462" y="10885"/>
                  <a:pt x="14776" y="10398"/>
                </a:cubicBezTo>
                <a:cubicBezTo>
                  <a:pt x="14090" y="9911"/>
                  <a:pt x="11191" y="10512"/>
                  <a:pt x="10262" y="9649"/>
                </a:cubicBezTo>
                <a:cubicBezTo>
                  <a:pt x="9333" y="8786"/>
                  <a:pt x="5971" y="5938"/>
                  <a:pt x="9201" y="5222"/>
                </a:cubicBezTo>
                <a:cubicBezTo>
                  <a:pt x="12431" y="4506"/>
                  <a:pt x="26456" y="5996"/>
                  <a:pt x="29642" y="5354"/>
                </a:cubicBezTo>
                <a:cubicBezTo>
                  <a:pt x="32828" y="4712"/>
                  <a:pt x="29620" y="2249"/>
                  <a:pt x="28315" y="1372"/>
                </a:cubicBezTo>
                <a:cubicBezTo>
                  <a:pt x="27010" y="495"/>
                  <a:pt x="22319" y="-270"/>
                  <a:pt x="21810" y="92"/>
                </a:cubicBezTo>
                <a:cubicBezTo>
                  <a:pt x="21301" y="454"/>
                  <a:pt x="28071" y="2879"/>
                  <a:pt x="25261" y="3543"/>
                </a:cubicBezTo>
                <a:cubicBezTo>
                  <a:pt x="22452" y="4207"/>
                  <a:pt x="8117" y="2924"/>
                  <a:pt x="4953" y="4074"/>
                </a:cubicBezTo>
                <a:cubicBezTo>
                  <a:pt x="1790" y="5225"/>
                  <a:pt x="7099" y="9074"/>
                  <a:pt x="6280" y="10446"/>
                </a:cubicBezTo>
                <a:cubicBezTo>
                  <a:pt x="5461" y="11818"/>
                  <a:pt x="484" y="11043"/>
                  <a:pt x="41" y="12304"/>
                </a:cubicBezTo>
                <a:cubicBezTo>
                  <a:pt x="-401" y="13565"/>
                  <a:pt x="2873" y="17878"/>
                  <a:pt x="3625" y="18011"/>
                </a:cubicBezTo>
                <a:close/>
              </a:path>
            </a:pathLst>
          </a:custGeom>
          <a:solidFill>
            <a:srgbClr val="FFFFFF">
              <a:alpha val="70440"/>
            </a:srgbClr>
          </a:solidFill>
          <a:ln>
            <a:noFill/>
          </a:ln>
        </p:spPr>
      </p:sp>
      <p:grpSp>
        <p:nvGrpSpPr>
          <p:cNvPr id="61" name="Google Shape;61;p8"/>
          <p:cNvGrpSpPr/>
          <p:nvPr/>
        </p:nvGrpSpPr>
        <p:grpSpPr>
          <a:xfrm>
            <a:off x="-728600" y="4114826"/>
            <a:ext cx="1357650" cy="584024"/>
            <a:chOff x="5355625" y="3444501"/>
            <a:chExt cx="1357650" cy="584024"/>
          </a:xfrm>
        </p:grpSpPr>
        <p:sp>
          <p:nvSpPr>
            <p:cNvPr id="62" name="Google Shape;62;p8"/>
            <p:cNvSpPr/>
            <p:nvPr/>
          </p:nvSpPr>
          <p:spPr>
            <a:xfrm>
              <a:off x="6222450" y="3444501"/>
              <a:ext cx="102408" cy="464483"/>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63" name="Google Shape;63;p8"/>
            <p:cNvSpPr/>
            <p:nvPr/>
          </p:nvSpPr>
          <p:spPr>
            <a:xfrm>
              <a:off x="5355625" y="3796225"/>
              <a:ext cx="1357650" cy="232300"/>
            </a:xfrm>
            <a:custGeom>
              <a:avLst/>
              <a:gdLst/>
              <a:ahLst/>
              <a:cxnLst/>
              <a:rect l="l" t="t" r="r" b="b"/>
              <a:pathLst>
                <a:path w="54306" h="9292" extrusionOk="0">
                  <a:moveTo>
                    <a:pt x="50705" y="8761"/>
                  </a:moveTo>
                  <a:lnTo>
                    <a:pt x="50705" y="4779"/>
                  </a:lnTo>
                  <a:lnTo>
                    <a:pt x="54306" y="5744"/>
                  </a:lnTo>
                  <a:lnTo>
                    <a:pt x="46458" y="0"/>
                  </a:lnTo>
                  <a:lnTo>
                    <a:pt x="0" y="0"/>
                  </a:lnTo>
                  <a:lnTo>
                    <a:pt x="2124" y="9292"/>
                  </a:lnTo>
                  <a:close/>
                </a:path>
              </a:pathLst>
            </a:custGeom>
            <a:solidFill>
              <a:schemeClr val="dk2"/>
            </a:solidFill>
            <a:ln>
              <a:noFill/>
            </a:ln>
          </p:spPr>
        </p:sp>
      </p:grpSp>
      <p:sp>
        <p:nvSpPr>
          <p:cNvPr id="64" name="Google Shape;64;p8"/>
          <p:cNvSpPr/>
          <p:nvPr/>
        </p:nvSpPr>
        <p:spPr>
          <a:xfrm>
            <a:off x="9319717" y="3492317"/>
            <a:ext cx="990350" cy="453075"/>
          </a:xfrm>
          <a:custGeom>
            <a:avLst/>
            <a:gdLst/>
            <a:ahLst/>
            <a:cxnLst/>
            <a:rect l="l" t="t" r="r" b="b"/>
            <a:pathLst>
              <a:path w="39614" h="18123" extrusionOk="0">
                <a:moveTo>
                  <a:pt x="3639" y="18106"/>
                </a:moveTo>
                <a:cubicBezTo>
                  <a:pt x="4391" y="18239"/>
                  <a:pt x="2776" y="14102"/>
                  <a:pt x="4568" y="13195"/>
                </a:cubicBezTo>
                <a:cubicBezTo>
                  <a:pt x="6360" y="12288"/>
                  <a:pt x="12776" y="13173"/>
                  <a:pt x="14391" y="12664"/>
                </a:cubicBezTo>
                <a:cubicBezTo>
                  <a:pt x="16006" y="12155"/>
                  <a:pt x="14944" y="10629"/>
                  <a:pt x="14258" y="10142"/>
                </a:cubicBezTo>
                <a:cubicBezTo>
                  <a:pt x="13572" y="9655"/>
                  <a:pt x="10696" y="10209"/>
                  <a:pt x="10276" y="9744"/>
                </a:cubicBezTo>
                <a:cubicBezTo>
                  <a:pt x="9856" y="9280"/>
                  <a:pt x="8307" y="7731"/>
                  <a:pt x="11736" y="7355"/>
                </a:cubicBezTo>
                <a:cubicBezTo>
                  <a:pt x="15165" y="6979"/>
                  <a:pt x="26249" y="8506"/>
                  <a:pt x="30850" y="7488"/>
                </a:cubicBezTo>
                <a:cubicBezTo>
                  <a:pt x="35452" y="6470"/>
                  <a:pt x="40849" y="2466"/>
                  <a:pt x="39345" y="1249"/>
                </a:cubicBezTo>
                <a:cubicBezTo>
                  <a:pt x="37841" y="32"/>
                  <a:pt x="24169" y="-211"/>
                  <a:pt x="21824" y="187"/>
                </a:cubicBezTo>
                <a:cubicBezTo>
                  <a:pt x="19479" y="585"/>
                  <a:pt x="28085" y="2974"/>
                  <a:pt x="25275" y="3638"/>
                </a:cubicBezTo>
                <a:cubicBezTo>
                  <a:pt x="22466" y="4302"/>
                  <a:pt x="8131" y="3019"/>
                  <a:pt x="4967" y="4169"/>
                </a:cubicBezTo>
                <a:cubicBezTo>
                  <a:pt x="1804" y="5320"/>
                  <a:pt x="7113" y="9169"/>
                  <a:pt x="6294" y="10541"/>
                </a:cubicBezTo>
                <a:cubicBezTo>
                  <a:pt x="5475" y="11913"/>
                  <a:pt x="498" y="11138"/>
                  <a:pt x="55" y="12399"/>
                </a:cubicBezTo>
                <a:cubicBezTo>
                  <a:pt x="-387" y="13660"/>
                  <a:pt x="2887" y="17973"/>
                  <a:pt x="3639" y="18106"/>
                </a:cubicBezTo>
                <a:close/>
              </a:path>
            </a:pathLst>
          </a:custGeom>
          <a:solidFill>
            <a:srgbClr val="FFFFFF">
              <a:alpha val="70440"/>
            </a:srgbClr>
          </a:solidFill>
          <a:ln>
            <a:noFill/>
          </a:ln>
        </p:spPr>
      </p:sp>
      <p:sp>
        <p:nvSpPr>
          <p:cNvPr id="65" name="Google Shape;65;p8"/>
          <p:cNvSpPr/>
          <p:nvPr/>
        </p:nvSpPr>
        <p:spPr>
          <a:xfrm>
            <a:off x="8984706" y="3197235"/>
            <a:ext cx="1506575" cy="741800"/>
          </a:xfrm>
          <a:custGeom>
            <a:avLst/>
            <a:gdLst/>
            <a:ahLst/>
            <a:cxnLst/>
            <a:rect l="l" t="t" r="r" b="b"/>
            <a:pathLst>
              <a:path w="60263" h="29672" extrusionOk="0">
                <a:moveTo>
                  <a:pt x="6421" y="29645"/>
                </a:moveTo>
                <a:cubicBezTo>
                  <a:pt x="7748" y="29866"/>
                  <a:pt x="8058" y="25442"/>
                  <a:pt x="8014" y="23672"/>
                </a:cubicBezTo>
                <a:cubicBezTo>
                  <a:pt x="7970" y="21902"/>
                  <a:pt x="5581" y="20376"/>
                  <a:pt x="6156" y="19026"/>
                </a:cubicBezTo>
                <a:cubicBezTo>
                  <a:pt x="6731" y="17677"/>
                  <a:pt x="10779" y="16526"/>
                  <a:pt x="11465" y="15575"/>
                </a:cubicBezTo>
                <a:cubicBezTo>
                  <a:pt x="12151" y="14624"/>
                  <a:pt x="10802" y="14182"/>
                  <a:pt x="10271" y="13319"/>
                </a:cubicBezTo>
                <a:cubicBezTo>
                  <a:pt x="9740" y="12456"/>
                  <a:pt x="3656" y="11040"/>
                  <a:pt x="8280" y="10398"/>
                </a:cubicBezTo>
                <a:cubicBezTo>
                  <a:pt x="12904" y="9756"/>
                  <a:pt x="33832" y="10465"/>
                  <a:pt x="38013" y="9469"/>
                </a:cubicBezTo>
                <a:cubicBezTo>
                  <a:pt x="42194" y="8474"/>
                  <a:pt x="29982" y="5354"/>
                  <a:pt x="33367" y="4425"/>
                </a:cubicBezTo>
                <a:cubicBezTo>
                  <a:pt x="36752" y="3496"/>
                  <a:pt x="54782" y="4580"/>
                  <a:pt x="58321" y="3894"/>
                </a:cubicBezTo>
                <a:cubicBezTo>
                  <a:pt x="61861" y="3208"/>
                  <a:pt x="60489" y="797"/>
                  <a:pt x="54604" y="310"/>
                </a:cubicBezTo>
                <a:cubicBezTo>
                  <a:pt x="48719" y="-177"/>
                  <a:pt x="28278" y="-132"/>
                  <a:pt x="23013" y="974"/>
                </a:cubicBezTo>
                <a:cubicBezTo>
                  <a:pt x="17748" y="2080"/>
                  <a:pt x="26553" y="5620"/>
                  <a:pt x="23013" y="6947"/>
                </a:cubicBezTo>
                <a:cubicBezTo>
                  <a:pt x="19474" y="8274"/>
                  <a:pt x="4940" y="7456"/>
                  <a:pt x="1776" y="8938"/>
                </a:cubicBezTo>
                <a:cubicBezTo>
                  <a:pt x="-1387" y="10420"/>
                  <a:pt x="4320" y="13606"/>
                  <a:pt x="4032" y="15840"/>
                </a:cubicBezTo>
                <a:cubicBezTo>
                  <a:pt x="3744" y="18075"/>
                  <a:pt x="-348" y="20044"/>
                  <a:pt x="50" y="22345"/>
                </a:cubicBezTo>
                <a:cubicBezTo>
                  <a:pt x="448" y="24646"/>
                  <a:pt x="5094" y="29424"/>
                  <a:pt x="6421" y="29645"/>
                </a:cubicBezTo>
                <a:close/>
              </a:path>
            </a:pathLst>
          </a:custGeom>
          <a:solidFill>
            <a:srgbClr val="FFFFFF">
              <a:alpha val="70440"/>
            </a:srgbClr>
          </a:solidFill>
          <a:ln>
            <a:noFill/>
          </a:ln>
        </p:spPr>
      </p:sp>
      <p:grpSp>
        <p:nvGrpSpPr>
          <p:cNvPr id="66" name="Google Shape;66;p8"/>
          <p:cNvGrpSpPr/>
          <p:nvPr/>
        </p:nvGrpSpPr>
        <p:grpSpPr>
          <a:xfrm>
            <a:off x="8488200" y="3935025"/>
            <a:ext cx="1931300" cy="862775"/>
            <a:chOff x="7466375" y="3371475"/>
            <a:chExt cx="1931300" cy="862775"/>
          </a:xfrm>
        </p:grpSpPr>
        <p:sp>
          <p:nvSpPr>
            <p:cNvPr id="67" name="Google Shape;67;p8"/>
            <p:cNvSpPr/>
            <p:nvPr/>
          </p:nvSpPr>
          <p:spPr>
            <a:xfrm>
              <a:off x="806082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68" name="Google Shape;68;p8"/>
            <p:cNvSpPr/>
            <p:nvPr/>
          </p:nvSpPr>
          <p:spPr>
            <a:xfrm>
              <a:off x="7466375" y="3842700"/>
              <a:ext cx="1931300" cy="391550"/>
            </a:xfrm>
            <a:custGeom>
              <a:avLst/>
              <a:gdLst/>
              <a:ahLst/>
              <a:cxnLst/>
              <a:rect l="l" t="t" r="r" b="b"/>
              <a:pathLst>
                <a:path w="77252" h="15662" extrusionOk="0">
                  <a:moveTo>
                    <a:pt x="74863" y="3451"/>
                  </a:moveTo>
                  <a:lnTo>
                    <a:pt x="71677" y="0"/>
                  </a:lnTo>
                  <a:lnTo>
                    <a:pt x="6637" y="0"/>
                  </a:lnTo>
                  <a:lnTo>
                    <a:pt x="0" y="6902"/>
                  </a:lnTo>
                  <a:lnTo>
                    <a:pt x="6902" y="7167"/>
                  </a:lnTo>
                  <a:lnTo>
                    <a:pt x="6637" y="15662"/>
                  </a:lnTo>
                  <a:lnTo>
                    <a:pt x="77252" y="12742"/>
                  </a:lnTo>
                  <a:close/>
                </a:path>
              </a:pathLst>
            </a:custGeom>
            <a:solidFill>
              <a:schemeClr val="dk2"/>
            </a:solidFill>
            <a:ln>
              <a:noFill/>
            </a:ln>
          </p:spPr>
        </p:sp>
        <p:sp>
          <p:nvSpPr>
            <p:cNvPr id="69" name="Google Shape;69;p8"/>
            <p:cNvSpPr/>
            <p:nvPr/>
          </p:nvSpPr>
          <p:spPr>
            <a:xfrm>
              <a:off x="832837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70" name="Google Shape;70;p8"/>
            <p:cNvSpPr/>
            <p:nvPr/>
          </p:nvSpPr>
          <p:spPr>
            <a:xfrm>
              <a:off x="8766400"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grpSp>
      <p:sp>
        <p:nvSpPr>
          <p:cNvPr id="71" name="Google Shape;71;p8"/>
          <p:cNvSpPr/>
          <p:nvPr/>
        </p:nvSpPr>
        <p:spPr>
          <a:xfrm>
            <a:off x="-963517" y="4625371"/>
            <a:ext cx="11148700" cy="670575"/>
          </a:xfrm>
          <a:custGeom>
            <a:avLst/>
            <a:gdLst/>
            <a:ahLst/>
            <a:cxnLst/>
            <a:rect l="l" t="t" r="r" b="b"/>
            <a:pathLst>
              <a:path w="445948" h="26823" extrusionOk="0">
                <a:moveTo>
                  <a:pt x="33497" y="815"/>
                </a:moveTo>
                <a:cubicBezTo>
                  <a:pt x="43408" y="-2326"/>
                  <a:pt x="67035" y="5106"/>
                  <a:pt x="88715" y="5062"/>
                </a:cubicBezTo>
                <a:cubicBezTo>
                  <a:pt x="110395" y="5018"/>
                  <a:pt x="136190" y="638"/>
                  <a:pt x="163578" y="549"/>
                </a:cubicBezTo>
                <a:cubicBezTo>
                  <a:pt x="190966" y="461"/>
                  <a:pt x="212248" y="4133"/>
                  <a:pt x="253042" y="4531"/>
                </a:cubicBezTo>
                <a:cubicBezTo>
                  <a:pt x="293836" y="4929"/>
                  <a:pt x="381795" y="-336"/>
                  <a:pt x="408342" y="2938"/>
                </a:cubicBezTo>
                <a:cubicBezTo>
                  <a:pt x="434889" y="6212"/>
                  <a:pt x="475506" y="20681"/>
                  <a:pt x="412324" y="24176"/>
                </a:cubicBezTo>
                <a:cubicBezTo>
                  <a:pt x="349142" y="27672"/>
                  <a:pt x="92388" y="27805"/>
                  <a:pt x="29250" y="23911"/>
                </a:cubicBezTo>
                <a:cubicBezTo>
                  <a:pt x="-33888" y="20018"/>
                  <a:pt x="23586" y="3957"/>
                  <a:pt x="33497" y="815"/>
                </a:cubicBezTo>
                <a:close/>
              </a:path>
            </a:pathLst>
          </a:custGeom>
          <a:solidFill>
            <a:schemeClr val="accent3"/>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2"/>
        <p:cNvGrpSpPr/>
        <p:nvPr/>
      </p:nvGrpSpPr>
      <p:grpSpPr>
        <a:xfrm>
          <a:off x="0" y="0"/>
          <a:ext cx="0" cy="0"/>
          <a:chOff x="0" y="0"/>
          <a:chExt cx="0" cy="0"/>
        </a:xfrm>
      </p:grpSpPr>
      <p:sp>
        <p:nvSpPr>
          <p:cNvPr id="73" name="Google Shape;73;p9"/>
          <p:cNvSpPr txBox="1">
            <a:spLocks noGrp="1"/>
          </p:cNvSpPr>
          <p:nvPr>
            <p:ph type="title"/>
          </p:nvPr>
        </p:nvSpPr>
        <p:spPr>
          <a:xfrm>
            <a:off x="713225" y="1169250"/>
            <a:ext cx="38589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74" name="Google Shape;74;p9"/>
          <p:cNvSpPr txBox="1">
            <a:spLocks noGrp="1"/>
          </p:cNvSpPr>
          <p:nvPr>
            <p:ph type="subTitle" idx="1"/>
          </p:nvPr>
        </p:nvSpPr>
        <p:spPr>
          <a:xfrm>
            <a:off x="713225" y="2739150"/>
            <a:ext cx="38589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5" name="Google Shape;75;p9"/>
          <p:cNvSpPr txBox="1">
            <a:spLocks noGrp="1"/>
          </p:cNvSpPr>
          <p:nvPr>
            <p:ph type="body" idx="2"/>
          </p:nvPr>
        </p:nvSpPr>
        <p:spPr>
          <a:xfrm>
            <a:off x="4572125" y="1204225"/>
            <a:ext cx="3858900" cy="2734800"/>
          </a:xfrm>
          <a:prstGeom prst="rect">
            <a:avLst/>
          </a:prstGeom>
        </p:spPr>
        <p:txBody>
          <a:bodyPr spcFirstLastPara="1" wrap="square" lIns="91425" tIns="91425" rIns="91425" bIns="91425" anchor="ctr"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6" name="Google Shape;76;p9"/>
          <p:cNvSpPr/>
          <p:nvPr/>
        </p:nvSpPr>
        <p:spPr>
          <a:xfrm>
            <a:off x="4904520" y="4395685"/>
            <a:ext cx="2508275" cy="482725"/>
          </a:xfrm>
          <a:custGeom>
            <a:avLst/>
            <a:gdLst/>
            <a:ahLst/>
            <a:cxnLst/>
            <a:rect l="l" t="t" r="r" b="b"/>
            <a:pathLst>
              <a:path w="100331" h="19309" extrusionOk="0">
                <a:moveTo>
                  <a:pt x="7636" y="2994"/>
                </a:moveTo>
                <a:cubicBezTo>
                  <a:pt x="13210" y="728"/>
                  <a:pt x="30963" y="-731"/>
                  <a:pt x="35310" y="382"/>
                </a:cubicBezTo>
                <a:cubicBezTo>
                  <a:pt x="39657" y="1495"/>
                  <a:pt x="26417" y="8213"/>
                  <a:pt x="33717" y="9673"/>
                </a:cubicBezTo>
                <a:cubicBezTo>
                  <a:pt x="41018" y="11133"/>
                  <a:pt x="68317" y="7992"/>
                  <a:pt x="79113" y="9142"/>
                </a:cubicBezTo>
                <a:cubicBezTo>
                  <a:pt x="89909" y="10292"/>
                  <a:pt x="105748" y="14894"/>
                  <a:pt x="98492" y="16575"/>
                </a:cubicBezTo>
                <a:cubicBezTo>
                  <a:pt x="91236" y="18256"/>
                  <a:pt x="51679" y="19662"/>
                  <a:pt x="35575" y="19230"/>
                </a:cubicBezTo>
                <a:cubicBezTo>
                  <a:pt x="19471" y="18798"/>
                  <a:pt x="6525" y="16687"/>
                  <a:pt x="1868" y="13981"/>
                </a:cubicBezTo>
                <a:cubicBezTo>
                  <a:pt x="-2788" y="11275"/>
                  <a:pt x="2062" y="5261"/>
                  <a:pt x="7636" y="2994"/>
                </a:cubicBezTo>
                <a:close/>
              </a:path>
            </a:pathLst>
          </a:custGeom>
          <a:solidFill>
            <a:srgbClr val="FFFFFF">
              <a:alpha val="70440"/>
            </a:srgbClr>
          </a:solidFill>
          <a:ln>
            <a:noFill/>
          </a:ln>
        </p:spPr>
      </p:sp>
      <p:sp>
        <p:nvSpPr>
          <p:cNvPr id="77" name="Google Shape;77;p9"/>
          <p:cNvSpPr/>
          <p:nvPr/>
        </p:nvSpPr>
        <p:spPr>
          <a:xfrm flipH="1">
            <a:off x="-499448" y="3682303"/>
            <a:ext cx="775225" cy="450350"/>
          </a:xfrm>
          <a:custGeom>
            <a:avLst/>
            <a:gdLst/>
            <a:ahLst/>
            <a:cxnLst/>
            <a:rect l="l" t="t" r="r" b="b"/>
            <a:pathLst>
              <a:path w="31009" h="18014" extrusionOk="0">
                <a:moveTo>
                  <a:pt x="3625" y="18011"/>
                </a:moveTo>
                <a:cubicBezTo>
                  <a:pt x="4377" y="18144"/>
                  <a:pt x="2762" y="14007"/>
                  <a:pt x="4554" y="13100"/>
                </a:cubicBezTo>
                <a:cubicBezTo>
                  <a:pt x="6346" y="12193"/>
                  <a:pt x="12673" y="13019"/>
                  <a:pt x="14377" y="12569"/>
                </a:cubicBezTo>
                <a:cubicBezTo>
                  <a:pt x="16081" y="12119"/>
                  <a:pt x="15462" y="10885"/>
                  <a:pt x="14776" y="10398"/>
                </a:cubicBezTo>
                <a:cubicBezTo>
                  <a:pt x="14090" y="9911"/>
                  <a:pt x="11191" y="10512"/>
                  <a:pt x="10262" y="9649"/>
                </a:cubicBezTo>
                <a:cubicBezTo>
                  <a:pt x="9333" y="8786"/>
                  <a:pt x="5971" y="5938"/>
                  <a:pt x="9201" y="5222"/>
                </a:cubicBezTo>
                <a:cubicBezTo>
                  <a:pt x="12431" y="4506"/>
                  <a:pt x="26456" y="5996"/>
                  <a:pt x="29642" y="5354"/>
                </a:cubicBezTo>
                <a:cubicBezTo>
                  <a:pt x="32828" y="4712"/>
                  <a:pt x="29620" y="2249"/>
                  <a:pt x="28315" y="1372"/>
                </a:cubicBezTo>
                <a:cubicBezTo>
                  <a:pt x="27010" y="495"/>
                  <a:pt x="22319" y="-270"/>
                  <a:pt x="21810" y="92"/>
                </a:cubicBezTo>
                <a:cubicBezTo>
                  <a:pt x="21301" y="454"/>
                  <a:pt x="28071" y="2879"/>
                  <a:pt x="25261" y="3543"/>
                </a:cubicBezTo>
                <a:cubicBezTo>
                  <a:pt x="22452" y="4207"/>
                  <a:pt x="8117" y="2924"/>
                  <a:pt x="4953" y="4074"/>
                </a:cubicBezTo>
                <a:cubicBezTo>
                  <a:pt x="1790" y="5225"/>
                  <a:pt x="7099" y="9074"/>
                  <a:pt x="6280" y="10446"/>
                </a:cubicBezTo>
                <a:cubicBezTo>
                  <a:pt x="5461" y="11818"/>
                  <a:pt x="484" y="11043"/>
                  <a:pt x="41" y="12304"/>
                </a:cubicBezTo>
                <a:cubicBezTo>
                  <a:pt x="-401" y="13565"/>
                  <a:pt x="2873" y="17878"/>
                  <a:pt x="3625" y="18011"/>
                </a:cubicBezTo>
                <a:close/>
              </a:path>
            </a:pathLst>
          </a:custGeom>
          <a:solidFill>
            <a:srgbClr val="FFFFFF">
              <a:alpha val="70440"/>
            </a:srgbClr>
          </a:solidFill>
          <a:ln>
            <a:noFill/>
          </a:ln>
        </p:spPr>
      </p:sp>
      <p:grpSp>
        <p:nvGrpSpPr>
          <p:cNvPr id="78" name="Google Shape;78;p9"/>
          <p:cNvGrpSpPr/>
          <p:nvPr/>
        </p:nvGrpSpPr>
        <p:grpSpPr>
          <a:xfrm>
            <a:off x="-728600" y="4114826"/>
            <a:ext cx="1357650" cy="584024"/>
            <a:chOff x="5355625" y="3444501"/>
            <a:chExt cx="1357650" cy="584024"/>
          </a:xfrm>
        </p:grpSpPr>
        <p:sp>
          <p:nvSpPr>
            <p:cNvPr id="79" name="Google Shape;79;p9"/>
            <p:cNvSpPr/>
            <p:nvPr/>
          </p:nvSpPr>
          <p:spPr>
            <a:xfrm>
              <a:off x="6222450" y="3444501"/>
              <a:ext cx="102408" cy="464483"/>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80" name="Google Shape;80;p9"/>
            <p:cNvSpPr/>
            <p:nvPr/>
          </p:nvSpPr>
          <p:spPr>
            <a:xfrm>
              <a:off x="5355625" y="3796225"/>
              <a:ext cx="1357650" cy="232300"/>
            </a:xfrm>
            <a:custGeom>
              <a:avLst/>
              <a:gdLst/>
              <a:ahLst/>
              <a:cxnLst/>
              <a:rect l="l" t="t" r="r" b="b"/>
              <a:pathLst>
                <a:path w="54306" h="9292" extrusionOk="0">
                  <a:moveTo>
                    <a:pt x="50705" y="8761"/>
                  </a:moveTo>
                  <a:lnTo>
                    <a:pt x="50705" y="4779"/>
                  </a:lnTo>
                  <a:lnTo>
                    <a:pt x="54306" y="5744"/>
                  </a:lnTo>
                  <a:lnTo>
                    <a:pt x="46458" y="0"/>
                  </a:lnTo>
                  <a:lnTo>
                    <a:pt x="0" y="0"/>
                  </a:lnTo>
                  <a:lnTo>
                    <a:pt x="2124" y="9292"/>
                  </a:lnTo>
                  <a:close/>
                </a:path>
              </a:pathLst>
            </a:custGeom>
            <a:solidFill>
              <a:schemeClr val="dk2"/>
            </a:solidFill>
            <a:ln>
              <a:noFill/>
            </a:ln>
          </p:spPr>
        </p:sp>
      </p:grpSp>
      <p:sp>
        <p:nvSpPr>
          <p:cNvPr id="81" name="Google Shape;81;p9"/>
          <p:cNvSpPr/>
          <p:nvPr/>
        </p:nvSpPr>
        <p:spPr>
          <a:xfrm>
            <a:off x="9319717" y="3492317"/>
            <a:ext cx="990350" cy="453075"/>
          </a:xfrm>
          <a:custGeom>
            <a:avLst/>
            <a:gdLst/>
            <a:ahLst/>
            <a:cxnLst/>
            <a:rect l="l" t="t" r="r" b="b"/>
            <a:pathLst>
              <a:path w="39614" h="18123" extrusionOk="0">
                <a:moveTo>
                  <a:pt x="3639" y="18106"/>
                </a:moveTo>
                <a:cubicBezTo>
                  <a:pt x="4391" y="18239"/>
                  <a:pt x="2776" y="14102"/>
                  <a:pt x="4568" y="13195"/>
                </a:cubicBezTo>
                <a:cubicBezTo>
                  <a:pt x="6360" y="12288"/>
                  <a:pt x="12776" y="13173"/>
                  <a:pt x="14391" y="12664"/>
                </a:cubicBezTo>
                <a:cubicBezTo>
                  <a:pt x="16006" y="12155"/>
                  <a:pt x="14944" y="10629"/>
                  <a:pt x="14258" y="10142"/>
                </a:cubicBezTo>
                <a:cubicBezTo>
                  <a:pt x="13572" y="9655"/>
                  <a:pt x="10696" y="10209"/>
                  <a:pt x="10276" y="9744"/>
                </a:cubicBezTo>
                <a:cubicBezTo>
                  <a:pt x="9856" y="9280"/>
                  <a:pt x="8307" y="7731"/>
                  <a:pt x="11736" y="7355"/>
                </a:cubicBezTo>
                <a:cubicBezTo>
                  <a:pt x="15165" y="6979"/>
                  <a:pt x="26249" y="8506"/>
                  <a:pt x="30850" y="7488"/>
                </a:cubicBezTo>
                <a:cubicBezTo>
                  <a:pt x="35452" y="6470"/>
                  <a:pt x="40849" y="2466"/>
                  <a:pt x="39345" y="1249"/>
                </a:cubicBezTo>
                <a:cubicBezTo>
                  <a:pt x="37841" y="32"/>
                  <a:pt x="24169" y="-211"/>
                  <a:pt x="21824" y="187"/>
                </a:cubicBezTo>
                <a:cubicBezTo>
                  <a:pt x="19479" y="585"/>
                  <a:pt x="28085" y="2974"/>
                  <a:pt x="25275" y="3638"/>
                </a:cubicBezTo>
                <a:cubicBezTo>
                  <a:pt x="22466" y="4302"/>
                  <a:pt x="8131" y="3019"/>
                  <a:pt x="4967" y="4169"/>
                </a:cubicBezTo>
                <a:cubicBezTo>
                  <a:pt x="1804" y="5320"/>
                  <a:pt x="7113" y="9169"/>
                  <a:pt x="6294" y="10541"/>
                </a:cubicBezTo>
                <a:cubicBezTo>
                  <a:pt x="5475" y="11913"/>
                  <a:pt x="498" y="11138"/>
                  <a:pt x="55" y="12399"/>
                </a:cubicBezTo>
                <a:cubicBezTo>
                  <a:pt x="-387" y="13660"/>
                  <a:pt x="2887" y="17973"/>
                  <a:pt x="3639" y="18106"/>
                </a:cubicBezTo>
                <a:close/>
              </a:path>
            </a:pathLst>
          </a:custGeom>
          <a:solidFill>
            <a:srgbClr val="FFFFFF">
              <a:alpha val="70440"/>
            </a:srgbClr>
          </a:solidFill>
          <a:ln>
            <a:noFill/>
          </a:ln>
        </p:spPr>
      </p:sp>
      <p:sp>
        <p:nvSpPr>
          <p:cNvPr id="82" name="Google Shape;82;p9"/>
          <p:cNvSpPr/>
          <p:nvPr/>
        </p:nvSpPr>
        <p:spPr>
          <a:xfrm>
            <a:off x="8984706" y="3197235"/>
            <a:ext cx="1506575" cy="741800"/>
          </a:xfrm>
          <a:custGeom>
            <a:avLst/>
            <a:gdLst/>
            <a:ahLst/>
            <a:cxnLst/>
            <a:rect l="l" t="t" r="r" b="b"/>
            <a:pathLst>
              <a:path w="60263" h="29672" extrusionOk="0">
                <a:moveTo>
                  <a:pt x="6421" y="29645"/>
                </a:moveTo>
                <a:cubicBezTo>
                  <a:pt x="7748" y="29866"/>
                  <a:pt x="8058" y="25442"/>
                  <a:pt x="8014" y="23672"/>
                </a:cubicBezTo>
                <a:cubicBezTo>
                  <a:pt x="7970" y="21902"/>
                  <a:pt x="5581" y="20376"/>
                  <a:pt x="6156" y="19026"/>
                </a:cubicBezTo>
                <a:cubicBezTo>
                  <a:pt x="6731" y="17677"/>
                  <a:pt x="10779" y="16526"/>
                  <a:pt x="11465" y="15575"/>
                </a:cubicBezTo>
                <a:cubicBezTo>
                  <a:pt x="12151" y="14624"/>
                  <a:pt x="10802" y="14182"/>
                  <a:pt x="10271" y="13319"/>
                </a:cubicBezTo>
                <a:cubicBezTo>
                  <a:pt x="9740" y="12456"/>
                  <a:pt x="3656" y="11040"/>
                  <a:pt x="8280" y="10398"/>
                </a:cubicBezTo>
                <a:cubicBezTo>
                  <a:pt x="12904" y="9756"/>
                  <a:pt x="33832" y="10465"/>
                  <a:pt x="38013" y="9469"/>
                </a:cubicBezTo>
                <a:cubicBezTo>
                  <a:pt x="42194" y="8474"/>
                  <a:pt x="29982" y="5354"/>
                  <a:pt x="33367" y="4425"/>
                </a:cubicBezTo>
                <a:cubicBezTo>
                  <a:pt x="36752" y="3496"/>
                  <a:pt x="54782" y="4580"/>
                  <a:pt x="58321" y="3894"/>
                </a:cubicBezTo>
                <a:cubicBezTo>
                  <a:pt x="61861" y="3208"/>
                  <a:pt x="60489" y="797"/>
                  <a:pt x="54604" y="310"/>
                </a:cubicBezTo>
                <a:cubicBezTo>
                  <a:pt x="48719" y="-177"/>
                  <a:pt x="28278" y="-132"/>
                  <a:pt x="23013" y="974"/>
                </a:cubicBezTo>
                <a:cubicBezTo>
                  <a:pt x="17748" y="2080"/>
                  <a:pt x="26553" y="5620"/>
                  <a:pt x="23013" y="6947"/>
                </a:cubicBezTo>
                <a:cubicBezTo>
                  <a:pt x="19474" y="8274"/>
                  <a:pt x="4940" y="7456"/>
                  <a:pt x="1776" y="8938"/>
                </a:cubicBezTo>
                <a:cubicBezTo>
                  <a:pt x="-1387" y="10420"/>
                  <a:pt x="4320" y="13606"/>
                  <a:pt x="4032" y="15840"/>
                </a:cubicBezTo>
                <a:cubicBezTo>
                  <a:pt x="3744" y="18075"/>
                  <a:pt x="-348" y="20044"/>
                  <a:pt x="50" y="22345"/>
                </a:cubicBezTo>
                <a:cubicBezTo>
                  <a:pt x="448" y="24646"/>
                  <a:pt x="5094" y="29424"/>
                  <a:pt x="6421" y="29645"/>
                </a:cubicBezTo>
                <a:close/>
              </a:path>
            </a:pathLst>
          </a:custGeom>
          <a:solidFill>
            <a:srgbClr val="FFFFFF">
              <a:alpha val="70440"/>
            </a:srgbClr>
          </a:solidFill>
          <a:ln>
            <a:noFill/>
          </a:ln>
        </p:spPr>
      </p:sp>
      <p:grpSp>
        <p:nvGrpSpPr>
          <p:cNvPr id="83" name="Google Shape;83;p9"/>
          <p:cNvGrpSpPr/>
          <p:nvPr/>
        </p:nvGrpSpPr>
        <p:grpSpPr>
          <a:xfrm>
            <a:off x="8488200" y="3935025"/>
            <a:ext cx="1931300" cy="862775"/>
            <a:chOff x="7466375" y="3371475"/>
            <a:chExt cx="1931300" cy="862775"/>
          </a:xfrm>
        </p:grpSpPr>
        <p:sp>
          <p:nvSpPr>
            <p:cNvPr id="84" name="Google Shape;84;p9"/>
            <p:cNvSpPr/>
            <p:nvPr/>
          </p:nvSpPr>
          <p:spPr>
            <a:xfrm>
              <a:off x="806082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85" name="Google Shape;85;p9"/>
            <p:cNvSpPr/>
            <p:nvPr/>
          </p:nvSpPr>
          <p:spPr>
            <a:xfrm>
              <a:off x="7466375" y="3842700"/>
              <a:ext cx="1931300" cy="391550"/>
            </a:xfrm>
            <a:custGeom>
              <a:avLst/>
              <a:gdLst/>
              <a:ahLst/>
              <a:cxnLst/>
              <a:rect l="l" t="t" r="r" b="b"/>
              <a:pathLst>
                <a:path w="77252" h="15662" extrusionOk="0">
                  <a:moveTo>
                    <a:pt x="74863" y="3451"/>
                  </a:moveTo>
                  <a:lnTo>
                    <a:pt x="71677" y="0"/>
                  </a:lnTo>
                  <a:lnTo>
                    <a:pt x="6637" y="0"/>
                  </a:lnTo>
                  <a:lnTo>
                    <a:pt x="0" y="6902"/>
                  </a:lnTo>
                  <a:lnTo>
                    <a:pt x="6902" y="7167"/>
                  </a:lnTo>
                  <a:lnTo>
                    <a:pt x="6637" y="15662"/>
                  </a:lnTo>
                  <a:lnTo>
                    <a:pt x="77252" y="12742"/>
                  </a:lnTo>
                  <a:close/>
                </a:path>
              </a:pathLst>
            </a:custGeom>
            <a:solidFill>
              <a:schemeClr val="dk2"/>
            </a:solidFill>
            <a:ln>
              <a:noFill/>
            </a:ln>
          </p:spPr>
        </p:sp>
        <p:sp>
          <p:nvSpPr>
            <p:cNvPr id="86" name="Google Shape;86;p9"/>
            <p:cNvSpPr/>
            <p:nvPr/>
          </p:nvSpPr>
          <p:spPr>
            <a:xfrm>
              <a:off x="832837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87" name="Google Shape;87;p9"/>
            <p:cNvSpPr/>
            <p:nvPr/>
          </p:nvSpPr>
          <p:spPr>
            <a:xfrm>
              <a:off x="8766400"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grpSp>
      <p:sp>
        <p:nvSpPr>
          <p:cNvPr id="88" name="Google Shape;88;p9"/>
          <p:cNvSpPr/>
          <p:nvPr/>
        </p:nvSpPr>
        <p:spPr>
          <a:xfrm>
            <a:off x="-963517" y="4625371"/>
            <a:ext cx="11148700" cy="670575"/>
          </a:xfrm>
          <a:custGeom>
            <a:avLst/>
            <a:gdLst/>
            <a:ahLst/>
            <a:cxnLst/>
            <a:rect l="l" t="t" r="r" b="b"/>
            <a:pathLst>
              <a:path w="445948" h="26823" extrusionOk="0">
                <a:moveTo>
                  <a:pt x="33497" y="815"/>
                </a:moveTo>
                <a:cubicBezTo>
                  <a:pt x="43408" y="-2326"/>
                  <a:pt x="67035" y="5106"/>
                  <a:pt x="88715" y="5062"/>
                </a:cubicBezTo>
                <a:cubicBezTo>
                  <a:pt x="110395" y="5018"/>
                  <a:pt x="136190" y="638"/>
                  <a:pt x="163578" y="549"/>
                </a:cubicBezTo>
                <a:cubicBezTo>
                  <a:pt x="190966" y="461"/>
                  <a:pt x="212248" y="4133"/>
                  <a:pt x="253042" y="4531"/>
                </a:cubicBezTo>
                <a:cubicBezTo>
                  <a:pt x="293836" y="4929"/>
                  <a:pt x="381795" y="-336"/>
                  <a:pt x="408342" y="2938"/>
                </a:cubicBezTo>
                <a:cubicBezTo>
                  <a:pt x="434889" y="6212"/>
                  <a:pt x="475506" y="20681"/>
                  <a:pt x="412324" y="24176"/>
                </a:cubicBezTo>
                <a:cubicBezTo>
                  <a:pt x="349142" y="27672"/>
                  <a:pt x="92388" y="27805"/>
                  <a:pt x="29250" y="23911"/>
                </a:cubicBezTo>
                <a:cubicBezTo>
                  <a:pt x="-33888" y="20018"/>
                  <a:pt x="23586" y="3957"/>
                  <a:pt x="33497" y="815"/>
                </a:cubicBezTo>
                <a:close/>
              </a:path>
            </a:pathLst>
          </a:custGeom>
          <a:solidFill>
            <a:schemeClr val="accent3"/>
          </a:solid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9"/>
        <p:cNvGrpSpPr/>
        <p:nvPr/>
      </p:nvGrpSpPr>
      <p:grpSpPr>
        <a:xfrm>
          <a:off x="0" y="0"/>
          <a:ext cx="0" cy="0"/>
          <a:chOff x="0" y="0"/>
          <a:chExt cx="0" cy="0"/>
        </a:xfrm>
      </p:grpSpPr>
      <p:sp>
        <p:nvSpPr>
          <p:cNvPr id="90" name="Google Shape;90;p10"/>
          <p:cNvSpPr>
            <a:spLocks noGrp="1"/>
          </p:cNvSpPr>
          <p:nvPr>
            <p:ph type="pic" idx="2"/>
          </p:nvPr>
        </p:nvSpPr>
        <p:spPr>
          <a:xfrm>
            <a:off x="0" y="125"/>
            <a:ext cx="9144000" cy="5143500"/>
          </a:xfrm>
          <a:prstGeom prst="rect">
            <a:avLst/>
          </a:prstGeom>
          <a:noFill/>
          <a:ln>
            <a:noFill/>
          </a:ln>
        </p:spPr>
      </p:sp>
      <p:sp>
        <p:nvSpPr>
          <p:cNvPr id="91" name="Google Shape;91;p10"/>
          <p:cNvSpPr txBox="1">
            <a:spLocks noGrp="1"/>
          </p:cNvSpPr>
          <p:nvPr>
            <p:ph type="body" idx="1"/>
          </p:nvPr>
        </p:nvSpPr>
        <p:spPr>
          <a:xfrm>
            <a:off x="713225" y="4003475"/>
            <a:ext cx="7717500" cy="6051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marL="457200" lvl="0" indent="-228600" algn="ctr">
              <a:lnSpc>
                <a:spcPct val="100000"/>
              </a:lnSpc>
              <a:spcBef>
                <a:spcPts val="0"/>
              </a:spcBef>
              <a:spcAft>
                <a:spcPts val="0"/>
              </a:spcAft>
              <a:buSzPts val="2500"/>
              <a:buFont typeface="Hammersmith One"/>
              <a:buNone/>
              <a:defRPr sz="2500">
                <a:latin typeface="Hammersmith One"/>
                <a:ea typeface="Hammersmith One"/>
                <a:cs typeface="Hammersmith One"/>
                <a:sym typeface="Hammersmith One"/>
              </a:defRPr>
            </a:lvl1pPr>
          </a:lstStyle>
          <a:p>
            <a:endParaRPr/>
          </a:p>
        </p:txBody>
      </p:sp>
      <p:sp>
        <p:nvSpPr>
          <p:cNvPr id="92" name="Google Shape;92;p10"/>
          <p:cNvSpPr/>
          <p:nvPr/>
        </p:nvSpPr>
        <p:spPr>
          <a:xfrm>
            <a:off x="5190880" y="106013"/>
            <a:ext cx="2163450" cy="223875"/>
          </a:xfrm>
          <a:custGeom>
            <a:avLst/>
            <a:gdLst/>
            <a:ahLst/>
            <a:cxnLst/>
            <a:rect l="l" t="t" r="r" b="b"/>
            <a:pathLst>
              <a:path w="86538" h="8955" extrusionOk="0">
                <a:moveTo>
                  <a:pt x="46686" y="8767"/>
                </a:moveTo>
                <a:cubicBezTo>
                  <a:pt x="59694" y="8723"/>
                  <a:pt x="74030" y="9122"/>
                  <a:pt x="80401" y="8502"/>
                </a:cubicBezTo>
                <a:cubicBezTo>
                  <a:pt x="86772" y="7883"/>
                  <a:pt x="88011" y="5714"/>
                  <a:pt x="84914" y="5050"/>
                </a:cubicBezTo>
                <a:cubicBezTo>
                  <a:pt x="81817" y="4386"/>
                  <a:pt x="67437" y="5361"/>
                  <a:pt x="61818" y="4520"/>
                </a:cubicBezTo>
                <a:cubicBezTo>
                  <a:pt x="56199" y="3680"/>
                  <a:pt x="55048" y="184"/>
                  <a:pt x="51199" y="7"/>
                </a:cubicBezTo>
                <a:cubicBezTo>
                  <a:pt x="47350" y="-170"/>
                  <a:pt x="43766" y="2839"/>
                  <a:pt x="38722" y="3458"/>
                </a:cubicBezTo>
                <a:cubicBezTo>
                  <a:pt x="33678" y="4077"/>
                  <a:pt x="26113" y="3236"/>
                  <a:pt x="20936" y="3723"/>
                </a:cubicBezTo>
                <a:cubicBezTo>
                  <a:pt x="15759" y="4210"/>
                  <a:pt x="10759" y="5537"/>
                  <a:pt x="7662" y="6378"/>
                </a:cubicBezTo>
                <a:cubicBezTo>
                  <a:pt x="4565" y="7219"/>
                  <a:pt x="-4151" y="8369"/>
                  <a:pt x="2353" y="8767"/>
                </a:cubicBezTo>
                <a:cubicBezTo>
                  <a:pt x="8857" y="9165"/>
                  <a:pt x="33678" y="8811"/>
                  <a:pt x="46686" y="8767"/>
                </a:cubicBezTo>
                <a:close/>
              </a:path>
            </a:pathLst>
          </a:custGeom>
          <a:solidFill>
            <a:srgbClr val="FFFFFF">
              <a:alpha val="70440"/>
            </a:srgbClr>
          </a:solidFill>
          <a:ln>
            <a:noFill/>
          </a:ln>
        </p:spPr>
      </p:sp>
      <p:sp>
        <p:nvSpPr>
          <p:cNvPr id="93" name="Google Shape;93;p10"/>
          <p:cNvSpPr/>
          <p:nvPr/>
        </p:nvSpPr>
        <p:spPr>
          <a:xfrm>
            <a:off x="-253548" y="-127997"/>
            <a:ext cx="2233600" cy="534750"/>
          </a:xfrm>
          <a:custGeom>
            <a:avLst/>
            <a:gdLst/>
            <a:ahLst/>
            <a:cxnLst/>
            <a:rect l="l" t="t" r="r" b="b"/>
            <a:pathLst>
              <a:path w="89344" h="21390" extrusionOk="0">
                <a:moveTo>
                  <a:pt x="8018" y="19987"/>
                </a:moveTo>
                <a:cubicBezTo>
                  <a:pt x="17708" y="22996"/>
                  <a:pt x="53635" y="20031"/>
                  <a:pt x="63767" y="19456"/>
                </a:cubicBezTo>
                <a:cubicBezTo>
                  <a:pt x="73899" y="18881"/>
                  <a:pt x="70758" y="17156"/>
                  <a:pt x="68811" y="16536"/>
                </a:cubicBezTo>
                <a:cubicBezTo>
                  <a:pt x="66864" y="15917"/>
                  <a:pt x="54918" y="16314"/>
                  <a:pt x="52086" y="15739"/>
                </a:cubicBezTo>
                <a:cubicBezTo>
                  <a:pt x="49254" y="15164"/>
                  <a:pt x="46290" y="13615"/>
                  <a:pt x="51821" y="13084"/>
                </a:cubicBezTo>
                <a:cubicBezTo>
                  <a:pt x="57352" y="12553"/>
                  <a:pt x="79474" y="13350"/>
                  <a:pt x="85270" y="12554"/>
                </a:cubicBezTo>
                <a:cubicBezTo>
                  <a:pt x="91066" y="11758"/>
                  <a:pt x="89872" y="9191"/>
                  <a:pt x="86598" y="8306"/>
                </a:cubicBezTo>
                <a:cubicBezTo>
                  <a:pt x="83324" y="7421"/>
                  <a:pt x="70492" y="8262"/>
                  <a:pt x="65625" y="7244"/>
                </a:cubicBezTo>
                <a:cubicBezTo>
                  <a:pt x="60758" y="6226"/>
                  <a:pt x="67395" y="3173"/>
                  <a:pt x="57396" y="2200"/>
                </a:cubicBezTo>
                <a:cubicBezTo>
                  <a:pt x="47397" y="1227"/>
                  <a:pt x="13859" y="-1560"/>
                  <a:pt x="5629" y="1404"/>
                </a:cubicBezTo>
                <a:cubicBezTo>
                  <a:pt x="-2601" y="4369"/>
                  <a:pt x="-1672" y="16978"/>
                  <a:pt x="8018" y="19987"/>
                </a:cubicBezTo>
                <a:close/>
              </a:path>
            </a:pathLst>
          </a:custGeom>
          <a:solidFill>
            <a:srgbClr val="FFFFFF">
              <a:alpha val="70440"/>
            </a:srgbClr>
          </a:solidFill>
          <a:ln>
            <a:noFill/>
          </a:ln>
        </p:spPr>
      </p:sp>
      <p:sp>
        <p:nvSpPr>
          <p:cNvPr id="94" name="Google Shape;94;p10"/>
          <p:cNvSpPr/>
          <p:nvPr/>
        </p:nvSpPr>
        <p:spPr>
          <a:xfrm>
            <a:off x="1848278" y="4751924"/>
            <a:ext cx="2124450" cy="194025"/>
          </a:xfrm>
          <a:custGeom>
            <a:avLst/>
            <a:gdLst/>
            <a:ahLst/>
            <a:cxnLst/>
            <a:rect l="l" t="t" r="r" b="b"/>
            <a:pathLst>
              <a:path w="84978" h="7761" extrusionOk="0">
                <a:moveTo>
                  <a:pt x="50189" y="7520"/>
                </a:moveTo>
                <a:cubicBezTo>
                  <a:pt x="63197" y="7476"/>
                  <a:pt x="79823" y="7867"/>
                  <a:pt x="83904" y="7255"/>
                </a:cubicBezTo>
                <a:cubicBezTo>
                  <a:pt x="87985" y="6644"/>
                  <a:pt x="79463" y="4601"/>
                  <a:pt x="74674" y="3851"/>
                </a:cubicBezTo>
                <a:cubicBezTo>
                  <a:pt x="69885" y="3101"/>
                  <a:pt x="60620" y="3394"/>
                  <a:pt x="55172" y="2753"/>
                </a:cubicBezTo>
                <a:cubicBezTo>
                  <a:pt x="49724" y="2112"/>
                  <a:pt x="46062" y="-131"/>
                  <a:pt x="41987" y="6"/>
                </a:cubicBezTo>
                <a:cubicBezTo>
                  <a:pt x="37912" y="143"/>
                  <a:pt x="35440" y="3028"/>
                  <a:pt x="30724" y="3577"/>
                </a:cubicBezTo>
                <a:cubicBezTo>
                  <a:pt x="26009" y="4126"/>
                  <a:pt x="18593" y="3165"/>
                  <a:pt x="13694" y="3302"/>
                </a:cubicBezTo>
                <a:cubicBezTo>
                  <a:pt x="8796" y="3439"/>
                  <a:pt x="2639" y="3698"/>
                  <a:pt x="1333" y="4401"/>
                </a:cubicBezTo>
                <a:cubicBezTo>
                  <a:pt x="27" y="5104"/>
                  <a:pt x="-2287" y="7000"/>
                  <a:pt x="5856" y="7520"/>
                </a:cubicBezTo>
                <a:cubicBezTo>
                  <a:pt x="13999" y="8040"/>
                  <a:pt x="37181" y="7564"/>
                  <a:pt x="50189" y="7520"/>
                </a:cubicBezTo>
                <a:close/>
              </a:path>
            </a:pathLst>
          </a:custGeom>
          <a:solidFill>
            <a:srgbClr val="FFFFFF">
              <a:alpha val="70440"/>
            </a:srgbClr>
          </a:solid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5"/>
        <p:cNvGrpSpPr/>
        <p:nvPr/>
      </p:nvGrpSpPr>
      <p:grpSpPr>
        <a:xfrm>
          <a:off x="0" y="0"/>
          <a:ext cx="0" cy="0"/>
          <a:chOff x="0" y="0"/>
          <a:chExt cx="0" cy="0"/>
        </a:xfrm>
      </p:grpSpPr>
      <p:sp>
        <p:nvSpPr>
          <p:cNvPr id="96" name="Google Shape;96;p11"/>
          <p:cNvSpPr/>
          <p:nvPr/>
        </p:nvSpPr>
        <p:spPr>
          <a:xfrm flipH="1">
            <a:off x="-499448" y="3682303"/>
            <a:ext cx="775225" cy="450350"/>
          </a:xfrm>
          <a:custGeom>
            <a:avLst/>
            <a:gdLst/>
            <a:ahLst/>
            <a:cxnLst/>
            <a:rect l="l" t="t" r="r" b="b"/>
            <a:pathLst>
              <a:path w="31009" h="18014" extrusionOk="0">
                <a:moveTo>
                  <a:pt x="3625" y="18011"/>
                </a:moveTo>
                <a:cubicBezTo>
                  <a:pt x="4377" y="18144"/>
                  <a:pt x="2762" y="14007"/>
                  <a:pt x="4554" y="13100"/>
                </a:cubicBezTo>
                <a:cubicBezTo>
                  <a:pt x="6346" y="12193"/>
                  <a:pt x="12673" y="13019"/>
                  <a:pt x="14377" y="12569"/>
                </a:cubicBezTo>
                <a:cubicBezTo>
                  <a:pt x="16081" y="12119"/>
                  <a:pt x="15462" y="10885"/>
                  <a:pt x="14776" y="10398"/>
                </a:cubicBezTo>
                <a:cubicBezTo>
                  <a:pt x="14090" y="9911"/>
                  <a:pt x="11191" y="10512"/>
                  <a:pt x="10262" y="9649"/>
                </a:cubicBezTo>
                <a:cubicBezTo>
                  <a:pt x="9333" y="8786"/>
                  <a:pt x="5971" y="5938"/>
                  <a:pt x="9201" y="5222"/>
                </a:cubicBezTo>
                <a:cubicBezTo>
                  <a:pt x="12431" y="4506"/>
                  <a:pt x="26456" y="5996"/>
                  <a:pt x="29642" y="5354"/>
                </a:cubicBezTo>
                <a:cubicBezTo>
                  <a:pt x="32828" y="4712"/>
                  <a:pt x="29620" y="2249"/>
                  <a:pt x="28315" y="1372"/>
                </a:cubicBezTo>
                <a:cubicBezTo>
                  <a:pt x="27010" y="495"/>
                  <a:pt x="22319" y="-270"/>
                  <a:pt x="21810" y="92"/>
                </a:cubicBezTo>
                <a:cubicBezTo>
                  <a:pt x="21301" y="454"/>
                  <a:pt x="28071" y="2879"/>
                  <a:pt x="25261" y="3543"/>
                </a:cubicBezTo>
                <a:cubicBezTo>
                  <a:pt x="22452" y="4207"/>
                  <a:pt x="8117" y="2924"/>
                  <a:pt x="4953" y="4074"/>
                </a:cubicBezTo>
                <a:cubicBezTo>
                  <a:pt x="1790" y="5225"/>
                  <a:pt x="7099" y="9074"/>
                  <a:pt x="6280" y="10446"/>
                </a:cubicBezTo>
                <a:cubicBezTo>
                  <a:pt x="5461" y="11818"/>
                  <a:pt x="484" y="11043"/>
                  <a:pt x="41" y="12304"/>
                </a:cubicBezTo>
                <a:cubicBezTo>
                  <a:pt x="-401" y="13565"/>
                  <a:pt x="2873" y="17878"/>
                  <a:pt x="3625" y="18011"/>
                </a:cubicBezTo>
                <a:close/>
              </a:path>
            </a:pathLst>
          </a:custGeom>
          <a:solidFill>
            <a:srgbClr val="FFFFFF">
              <a:alpha val="70440"/>
            </a:srgbClr>
          </a:solidFill>
          <a:ln>
            <a:noFill/>
          </a:ln>
        </p:spPr>
      </p:sp>
      <p:grpSp>
        <p:nvGrpSpPr>
          <p:cNvPr id="97" name="Google Shape;97;p11"/>
          <p:cNvGrpSpPr/>
          <p:nvPr/>
        </p:nvGrpSpPr>
        <p:grpSpPr>
          <a:xfrm>
            <a:off x="-728600" y="4114826"/>
            <a:ext cx="1357650" cy="584024"/>
            <a:chOff x="5355625" y="3444501"/>
            <a:chExt cx="1357650" cy="584024"/>
          </a:xfrm>
        </p:grpSpPr>
        <p:sp>
          <p:nvSpPr>
            <p:cNvPr id="98" name="Google Shape;98;p11"/>
            <p:cNvSpPr/>
            <p:nvPr/>
          </p:nvSpPr>
          <p:spPr>
            <a:xfrm>
              <a:off x="6222450" y="3444501"/>
              <a:ext cx="102408" cy="464483"/>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99" name="Google Shape;99;p11"/>
            <p:cNvSpPr/>
            <p:nvPr/>
          </p:nvSpPr>
          <p:spPr>
            <a:xfrm>
              <a:off x="5355625" y="3796225"/>
              <a:ext cx="1357650" cy="232300"/>
            </a:xfrm>
            <a:custGeom>
              <a:avLst/>
              <a:gdLst/>
              <a:ahLst/>
              <a:cxnLst/>
              <a:rect l="l" t="t" r="r" b="b"/>
              <a:pathLst>
                <a:path w="54306" h="9292" extrusionOk="0">
                  <a:moveTo>
                    <a:pt x="50705" y="8761"/>
                  </a:moveTo>
                  <a:lnTo>
                    <a:pt x="50705" y="4779"/>
                  </a:lnTo>
                  <a:lnTo>
                    <a:pt x="54306" y="5744"/>
                  </a:lnTo>
                  <a:lnTo>
                    <a:pt x="46458" y="0"/>
                  </a:lnTo>
                  <a:lnTo>
                    <a:pt x="0" y="0"/>
                  </a:lnTo>
                  <a:lnTo>
                    <a:pt x="2124" y="9292"/>
                  </a:lnTo>
                  <a:close/>
                </a:path>
              </a:pathLst>
            </a:custGeom>
            <a:solidFill>
              <a:schemeClr val="dk2"/>
            </a:solidFill>
            <a:ln>
              <a:noFill/>
            </a:ln>
          </p:spPr>
        </p:sp>
      </p:grpSp>
      <p:sp>
        <p:nvSpPr>
          <p:cNvPr id="100" name="Google Shape;100;p11"/>
          <p:cNvSpPr/>
          <p:nvPr/>
        </p:nvSpPr>
        <p:spPr>
          <a:xfrm>
            <a:off x="9167317" y="3492317"/>
            <a:ext cx="990350" cy="453075"/>
          </a:xfrm>
          <a:custGeom>
            <a:avLst/>
            <a:gdLst/>
            <a:ahLst/>
            <a:cxnLst/>
            <a:rect l="l" t="t" r="r" b="b"/>
            <a:pathLst>
              <a:path w="39614" h="18123" extrusionOk="0">
                <a:moveTo>
                  <a:pt x="3639" y="18106"/>
                </a:moveTo>
                <a:cubicBezTo>
                  <a:pt x="4391" y="18239"/>
                  <a:pt x="2776" y="14102"/>
                  <a:pt x="4568" y="13195"/>
                </a:cubicBezTo>
                <a:cubicBezTo>
                  <a:pt x="6360" y="12288"/>
                  <a:pt x="12776" y="13173"/>
                  <a:pt x="14391" y="12664"/>
                </a:cubicBezTo>
                <a:cubicBezTo>
                  <a:pt x="16006" y="12155"/>
                  <a:pt x="14944" y="10629"/>
                  <a:pt x="14258" y="10142"/>
                </a:cubicBezTo>
                <a:cubicBezTo>
                  <a:pt x="13572" y="9655"/>
                  <a:pt x="10696" y="10209"/>
                  <a:pt x="10276" y="9744"/>
                </a:cubicBezTo>
                <a:cubicBezTo>
                  <a:pt x="9856" y="9280"/>
                  <a:pt x="8307" y="7731"/>
                  <a:pt x="11736" y="7355"/>
                </a:cubicBezTo>
                <a:cubicBezTo>
                  <a:pt x="15165" y="6979"/>
                  <a:pt x="26249" y="8506"/>
                  <a:pt x="30850" y="7488"/>
                </a:cubicBezTo>
                <a:cubicBezTo>
                  <a:pt x="35452" y="6470"/>
                  <a:pt x="40849" y="2466"/>
                  <a:pt x="39345" y="1249"/>
                </a:cubicBezTo>
                <a:cubicBezTo>
                  <a:pt x="37841" y="32"/>
                  <a:pt x="24169" y="-211"/>
                  <a:pt x="21824" y="187"/>
                </a:cubicBezTo>
                <a:cubicBezTo>
                  <a:pt x="19479" y="585"/>
                  <a:pt x="28085" y="2974"/>
                  <a:pt x="25275" y="3638"/>
                </a:cubicBezTo>
                <a:cubicBezTo>
                  <a:pt x="22466" y="4302"/>
                  <a:pt x="8131" y="3019"/>
                  <a:pt x="4967" y="4169"/>
                </a:cubicBezTo>
                <a:cubicBezTo>
                  <a:pt x="1804" y="5320"/>
                  <a:pt x="7113" y="9169"/>
                  <a:pt x="6294" y="10541"/>
                </a:cubicBezTo>
                <a:cubicBezTo>
                  <a:pt x="5475" y="11913"/>
                  <a:pt x="498" y="11138"/>
                  <a:pt x="55" y="12399"/>
                </a:cubicBezTo>
                <a:cubicBezTo>
                  <a:pt x="-387" y="13660"/>
                  <a:pt x="2887" y="17973"/>
                  <a:pt x="3639" y="18106"/>
                </a:cubicBezTo>
                <a:close/>
              </a:path>
            </a:pathLst>
          </a:custGeom>
          <a:solidFill>
            <a:srgbClr val="FFFFFF">
              <a:alpha val="70440"/>
            </a:srgbClr>
          </a:solidFill>
          <a:ln>
            <a:noFill/>
          </a:ln>
        </p:spPr>
      </p:sp>
      <p:sp>
        <p:nvSpPr>
          <p:cNvPr id="101" name="Google Shape;101;p11"/>
          <p:cNvSpPr/>
          <p:nvPr/>
        </p:nvSpPr>
        <p:spPr>
          <a:xfrm>
            <a:off x="8832306" y="3197235"/>
            <a:ext cx="1506575" cy="741800"/>
          </a:xfrm>
          <a:custGeom>
            <a:avLst/>
            <a:gdLst/>
            <a:ahLst/>
            <a:cxnLst/>
            <a:rect l="l" t="t" r="r" b="b"/>
            <a:pathLst>
              <a:path w="60263" h="29672" extrusionOk="0">
                <a:moveTo>
                  <a:pt x="6421" y="29645"/>
                </a:moveTo>
                <a:cubicBezTo>
                  <a:pt x="7748" y="29866"/>
                  <a:pt x="8058" y="25442"/>
                  <a:pt x="8014" y="23672"/>
                </a:cubicBezTo>
                <a:cubicBezTo>
                  <a:pt x="7970" y="21902"/>
                  <a:pt x="5581" y="20376"/>
                  <a:pt x="6156" y="19026"/>
                </a:cubicBezTo>
                <a:cubicBezTo>
                  <a:pt x="6731" y="17677"/>
                  <a:pt x="10779" y="16526"/>
                  <a:pt x="11465" y="15575"/>
                </a:cubicBezTo>
                <a:cubicBezTo>
                  <a:pt x="12151" y="14624"/>
                  <a:pt x="10802" y="14182"/>
                  <a:pt x="10271" y="13319"/>
                </a:cubicBezTo>
                <a:cubicBezTo>
                  <a:pt x="9740" y="12456"/>
                  <a:pt x="3656" y="11040"/>
                  <a:pt x="8280" y="10398"/>
                </a:cubicBezTo>
                <a:cubicBezTo>
                  <a:pt x="12904" y="9756"/>
                  <a:pt x="33832" y="10465"/>
                  <a:pt x="38013" y="9469"/>
                </a:cubicBezTo>
                <a:cubicBezTo>
                  <a:pt x="42194" y="8474"/>
                  <a:pt x="29982" y="5354"/>
                  <a:pt x="33367" y="4425"/>
                </a:cubicBezTo>
                <a:cubicBezTo>
                  <a:pt x="36752" y="3496"/>
                  <a:pt x="54782" y="4580"/>
                  <a:pt x="58321" y="3894"/>
                </a:cubicBezTo>
                <a:cubicBezTo>
                  <a:pt x="61861" y="3208"/>
                  <a:pt x="60489" y="797"/>
                  <a:pt x="54604" y="310"/>
                </a:cubicBezTo>
                <a:cubicBezTo>
                  <a:pt x="48719" y="-177"/>
                  <a:pt x="28278" y="-132"/>
                  <a:pt x="23013" y="974"/>
                </a:cubicBezTo>
                <a:cubicBezTo>
                  <a:pt x="17748" y="2080"/>
                  <a:pt x="26553" y="5620"/>
                  <a:pt x="23013" y="6947"/>
                </a:cubicBezTo>
                <a:cubicBezTo>
                  <a:pt x="19474" y="8274"/>
                  <a:pt x="4940" y="7456"/>
                  <a:pt x="1776" y="8938"/>
                </a:cubicBezTo>
                <a:cubicBezTo>
                  <a:pt x="-1387" y="10420"/>
                  <a:pt x="4320" y="13606"/>
                  <a:pt x="4032" y="15840"/>
                </a:cubicBezTo>
                <a:cubicBezTo>
                  <a:pt x="3744" y="18075"/>
                  <a:pt x="-348" y="20044"/>
                  <a:pt x="50" y="22345"/>
                </a:cubicBezTo>
                <a:cubicBezTo>
                  <a:pt x="448" y="24646"/>
                  <a:pt x="5094" y="29424"/>
                  <a:pt x="6421" y="29645"/>
                </a:cubicBezTo>
                <a:close/>
              </a:path>
            </a:pathLst>
          </a:custGeom>
          <a:solidFill>
            <a:srgbClr val="FFFFFF">
              <a:alpha val="70440"/>
            </a:srgbClr>
          </a:solidFill>
          <a:ln>
            <a:noFill/>
          </a:ln>
        </p:spPr>
      </p:sp>
      <p:grpSp>
        <p:nvGrpSpPr>
          <p:cNvPr id="102" name="Google Shape;102;p11"/>
          <p:cNvGrpSpPr/>
          <p:nvPr/>
        </p:nvGrpSpPr>
        <p:grpSpPr>
          <a:xfrm>
            <a:off x="8335800" y="3935025"/>
            <a:ext cx="1931300" cy="862775"/>
            <a:chOff x="7466375" y="3371475"/>
            <a:chExt cx="1931300" cy="862775"/>
          </a:xfrm>
        </p:grpSpPr>
        <p:sp>
          <p:nvSpPr>
            <p:cNvPr id="103" name="Google Shape;103;p11"/>
            <p:cNvSpPr/>
            <p:nvPr/>
          </p:nvSpPr>
          <p:spPr>
            <a:xfrm>
              <a:off x="806082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104" name="Google Shape;104;p11"/>
            <p:cNvSpPr/>
            <p:nvPr/>
          </p:nvSpPr>
          <p:spPr>
            <a:xfrm>
              <a:off x="7466375" y="3842700"/>
              <a:ext cx="1931300" cy="391550"/>
            </a:xfrm>
            <a:custGeom>
              <a:avLst/>
              <a:gdLst/>
              <a:ahLst/>
              <a:cxnLst/>
              <a:rect l="l" t="t" r="r" b="b"/>
              <a:pathLst>
                <a:path w="77252" h="15662" extrusionOk="0">
                  <a:moveTo>
                    <a:pt x="74863" y="3451"/>
                  </a:moveTo>
                  <a:lnTo>
                    <a:pt x="71677" y="0"/>
                  </a:lnTo>
                  <a:lnTo>
                    <a:pt x="6637" y="0"/>
                  </a:lnTo>
                  <a:lnTo>
                    <a:pt x="0" y="6902"/>
                  </a:lnTo>
                  <a:lnTo>
                    <a:pt x="6902" y="7167"/>
                  </a:lnTo>
                  <a:lnTo>
                    <a:pt x="6637" y="15662"/>
                  </a:lnTo>
                  <a:lnTo>
                    <a:pt x="77252" y="12742"/>
                  </a:lnTo>
                  <a:close/>
                </a:path>
              </a:pathLst>
            </a:custGeom>
            <a:solidFill>
              <a:schemeClr val="dk2"/>
            </a:solidFill>
            <a:ln>
              <a:noFill/>
            </a:ln>
          </p:spPr>
        </p:sp>
        <p:sp>
          <p:nvSpPr>
            <p:cNvPr id="105" name="Google Shape;105;p11"/>
            <p:cNvSpPr/>
            <p:nvPr/>
          </p:nvSpPr>
          <p:spPr>
            <a:xfrm>
              <a:off x="832837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106" name="Google Shape;106;p11"/>
            <p:cNvSpPr/>
            <p:nvPr/>
          </p:nvSpPr>
          <p:spPr>
            <a:xfrm>
              <a:off x="8766400"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grpSp>
      <p:sp>
        <p:nvSpPr>
          <p:cNvPr id="107" name="Google Shape;107;p11"/>
          <p:cNvSpPr/>
          <p:nvPr/>
        </p:nvSpPr>
        <p:spPr>
          <a:xfrm>
            <a:off x="-988672" y="4480601"/>
            <a:ext cx="11207125" cy="493650"/>
          </a:xfrm>
          <a:custGeom>
            <a:avLst/>
            <a:gdLst/>
            <a:ahLst/>
            <a:cxnLst/>
            <a:rect l="l" t="t" r="r" b="b"/>
            <a:pathLst>
              <a:path w="448285" h="19746" extrusionOk="0">
                <a:moveTo>
                  <a:pt x="35299" y="2624"/>
                </a:moveTo>
                <a:cubicBezTo>
                  <a:pt x="42688" y="-119"/>
                  <a:pt x="54369" y="1606"/>
                  <a:pt x="72731" y="1827"/>
                </a:cubicBezTo>
                <a:cubicBezTo>
                  <a:pt x="91093" y="2048"/>
                  <a:pt x="123348" y="3995"/>
                  <a:pt x="145470" y="3951"/>
                </a:cubicBezTo>
                <a:cubicBezTo>
                  <a:pt x="167593" y="3907"/>
                  <a:pt x="188476" y="1474"/>
                  <a:pt x="205466" y="1562"/>
                </a:cubicBezTo>
                <a:cubicBezTo>
                  <a:pt x="222456" y="1651"/>
                  <a:pt x="227545" y="4261"/>
                  <a:pt x="247411" y="4482"/>
                </a:cubicBezTo>
                <a:cubicBezTo>
                  <a:pt x="267277" y="4703"/>
                  <a:pt x="297851" y="3509"/>
                  <a:pt x="324663" y="2889"/>
                </a:cubicBezTo>
                <a:cubicBezTo>
                  <a:pt x="351476" y="2270"/>
                  <a:pt x="392491" y="-1580"/>
                  <a:pt x="408286" y="765"/>
                </a:cubicBezTo>
                <a:cubicBezTo>
                  <a:pt x="424082" y="3110"/>
                  <a:pt x="482751" y="14039"/>
                  <a:pt x="419436" y="16959"/>
                </a:cubicBezTo>
                <a:cubicBezTo>
                  <a:pt x="356121" y="19879"/>
                  <a:pt x="92420" y="20675"/>
                  <a:pt x="28397" y="18286"/>
                </a:cubicBezTo>
                <a:cubicBezTo>
                  <a:pt x="-35626" y="15897"/>
                  <a:pt x="27910" y="5367"/>
                  <a:pt x="35299" y="2624"/>
                </a:cubicBezTo>
                <a:close/>
              </a:path>
            </a:pathLst>
          </a:custGeom>
          <a:solidFill>
            <a:schemeClr val="accent1"/>
          </a:solidFill>
          <a:ln>
            <a:noFill/>
          </a:ln>
        </p:spPr>
      </p:sp>
      <p:sp>
        <p:nvSpPr>
          <p:cNvPr id="108" name="Google Shape;108;p11"/>
          <p:cNvSpPr/>
          <p:nvPr/>
        </p:nvSpPr>
        <p:spPr>
          <a:xfrm>
            <a:off x="-926323" y="4602514"/>
            <a:ext cx="10942825" cy="664600"/>
          </a:xfrm>
          <a:custGeom>
            <a:avLst/>
            <a:gdLst/>
            <a:ahLst/>
            <a:cxnLst/>
            <a:rect l="l" t="t" r="r" b="b"/>
            <a:pathLst>
              <a:path w="437713" h="26584" extrusionOk="0">
                <a:moveTo>
                  <a:pt x="25903" y="1198"/>
                </a:moveTo>
                <a:cubicBezTo>
                  <a:pt x="33071" y="-2297"/>
                  <a:pt x="49486" y="2968"/>
                  <a:pt x="74750" y="3056"/>
                </a:cubicBezTo>
                <a:cubicBezTo>
                  <a:pt x="100014" y="3145"/>
                  <a:pt x="148860" y="1641"/>
                  <a:pt x="177487" y="1729"/>
                </a:cubicBezTo>
                <a:cubicBezTo>
                  <a:pt x="206114" y="1818"/>
                  <a:pt x="214078" y="3853"/>
                  <a:pt x="246510" y="3587"/>
                </a:cubicBezTo>
                <a:cubicBezTo>
                  <a:pt x="278942" y="3322"/>
                  <a:pt x="345043" y="-41"/>
                  <a:pt x="372077" y="136"/>
                </a:cubicBezTo>
                <a:cubicBezTo>
                  <a:pt x="399111" y="313"/>
                  <a:pt x="402695" y="711"/>
                  <a:pt x="408712" y="4649"/>
                </a:cubicBezTo>
                <a:cubicBezTo>
                  <a:pt x="414729" y="8587"/>
                  <a:pt x="471009" y="20533"/>
                  <a:pt x="408181" y="23763"/>
                </a:cubicBezTo>
                <a:cubicBezTo>
                  <a:pt x="345353" y="26993"/>
                  <a:pt x="95457" y="27789"/>
                  <a:pt x="31744" y="24028"/>
                </a:cubicBezTo>
                <a:cubicBezTo>
                  <a:pt x="-31969" y="20267"/>
                  <a:pt x="18735" y="4693"/>
                  <a:pt x="25903" y="1198"/>
                </a:cubicBezTo>
                <a:close/>
              </a:path>
            </a:pathLst>
          </a:custGeom>
          <a:solidFill>
            <a:schemeClr val="accent3"/>
          </a:solidFill>
          <a:ln>
            <a:noFill/>
          </a:ln>
        </p:spPr>
      </p:sp>
      <p:sp>
        <p:nvSpPr>
          <p:cNvPr id="109" name="Google Shape;109;p11"/>
          <p:cNvSpPr txBox="1">
            <a:spLocks noGrp="1"/>
          </p:cNvSpPr>
          <p:nvPr>
            <p:ph type="title" hasCustomPrompt="1"/>
          </p:nvPr>
        </p:nvSpPr>
        <p:spPr>
          <a:xfrm>
            <a:off x="1613775" y="648925"/>
            <a:ext cx="59163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10" name="Google Shape;110;p11"/>
          <p:cNvSpPr txBox="1">
            <a:spLocks noGrp="1"/>
          </p:cNvSpPr>
          <p:nvPr>
            <p:ph type="body" idx="1"/>
          </p:nvPr>
        </p:nvSpPr>
        <p:spPr>
          <a:xfrm>
            <a:off x="1613850" y="2695025"/>
            <a:ext cx="5916300" cy="13008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1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ITLE_AND_BODY_1">
    <p:spTree>
      <p:nvGrpSpPr>
        <p:cNvPr id="1" name="Shape 112"/>
        <p:cNvGrpSpPr/>
        <p:nvPr/>
      </p:nvGrpSpPr>
      <p:grpSpPr>
        <a:xfrm>
          <a:off x="0" y="0"/>
          <a:ext cx="0" cy="0"/>
          <a:chOff x="0" y="0"/>
          <a:chExt cx="0" cy="0"/>
        </a:xfrm>
      </p:grpSpPr>
      <p:sp>
        <p:nvSpPr>
          <p:cNvPr id="113" name="Google Shape;113;p13"/>
          <p:cNvSpPr/>
          <p:nvPr/>
        </p:nvSpPr>
        <p:spPr>
          <a:xfrm flipH="1">
            <a:off x="-499448" y="3682303"/>
            <a:ext cx="775225" cy="450350"/>
          </a:xfrm>
          <a:custGeom>
            <a:avLst/>
            <a:gdLst/>
            <a:ahLst/>
            <a:cxnLst/>
            <a:rect l="l" t="t" r="r" b="b"/>
            <a:pathLst>
              <a:path w="31009" h="18014" extrusionOk="0">
                <a:moveTo>
                  <a:pt x="3625" y="18011"/>
                </a:moveTo>
                <a:cubicBezTo>
                  <a:pt x="4377" y="18144"/>
                  <a:pt x="2762" y="14007"/>
                  <a:pt x="4554" y="13100"/>
                </a:cubicBezTo>
                <a:cubicBezTo>
                  <a:pt x="6346" y="12193"/>
                  <a:pt x="12673" y="13019"/>
                  <a:pt x="14377" y="12569"/>
                </a:cubicBezTo>
                <a:cubicBezTo>
                  <a:pt x="16081" y="12119"/>
                  <a:pt x="15462" y="10885"/>
                  <a:pt x="14776" y="10398"/>
                </a:cubicBezTo>
                <a:cubicBezTo>
                  <a:pt x="14090" y="9911"/>
                  <a:pt x="11191" y="10512"/>
                  <a:pt x="10262" y="9649"/>
                </a:cubicBezTo>
                <a:cubicBezTo>
                  <a:pt x="9333" y="8786"/>
                  <a:pt x="5971" y="5938"/>
                  <a:pt x="9201" y="5222"/>
                </a:cubicBezTo>
                <a:cubicBezTo>
                  <a:pt x="12431" y="4506"/>
                  <a:pt x="26456" y="5996"/>
                  <a:pt x="29642" y="5354"/>
                </a:cubicBezTo>
                <a:cubicBezTo>
                  <a:pt x="32828" y="4712"/>
                  <a:pt x="29620" y="2249"/>
                  <a:pt x="28315" y="1372"/>
                </a:cubicBezTo>
                <a:cubicBezTo>
                  <a:pt x="27010" y="495"/>
                  <a:pt x="22319" y="-270"/>
                  <a:pt x="21810" y="92"/>
                </a:cubicBezTo>
                <a:cubicBezTo>
                  <a:pt x="21301" y="454"/>
                  <a:pt x="28071" y="2879"/>
                  <a:pt x="25261" y="3543"/>
                </a:cubicBezTo>
                <a:cubicBezTo>
                  <a:pt x="22452" y="4207"/>
                  <a:pt x="8117" y="2924"/>
                  <a:pt x="4953" y="4074"/>
                </a:cubicBezTo>
                <a:cubicBezTo>
                  <a:pt x="1790" y="5225"/>
                  <a:pt x="7099" y="9074"/>
                  <a:pt x="6280" y="10446"/>
                </a:cubicBezTo>
                <a:cubicBezTo>
                  <a:pt x="5461" y="11818"/>
                  <a:pt x="484" y="11043"/>
                  <a:pt x="41" y="12304"/>
                </a:cubicBezTo>
                <a:cubicBezTo>
                  <a:pt x="-401" y="13565"/>
                  <a:pt x="2873" y="17878"/>
                  <a:pt x="3625" y="18011"/>
                </a:cubicBezTo>
                <a:close/>
              </a:path>
            </a:pathLst>
          </a:custGeom>
          <a:solidFill>
            <a:srgbClr val="FFFFFF">
              <a:alpha val="70440"/>
            </a:srgbClr>
          </a:solidFill>
          <a:ln>
            <a:noFill/>
          </a:ln>
        </p:spPr>
      </p:sp>
      <p:grpSp>
        <p:nvGrpSpPr>
          <p:cNvPr id="114" name="Google Shape;114;p13"/>
          <p:cNvGrpSpPr/>
          <p:nvPr/>
        </p:nvGrpSpPr>
        <p:grpSpPr>
          <a:xfrm>
            <a:off x="-728600" y="4114826"/>
            <a:ext cx="1357650" cy="584024"/>
            <a:chOff x="5355625" y="3444501"/>
            <a:chExt cx="1357650" cy="584024"/>
          </a:xfrm>
        </p:grpSpPr>
        <p:sp>
          <p:nvSpPr>
            <p:cNvPr id="115" name="Google Shape;115;p13"/>
            <p:cNvSpPr/>
            <p:nvPr/>
          </p:nvSpPr>
          <p:spPr>
            <a:xfrm>
              <a:off x="6222450" y="3444501"/>
              <a:ext cx="102408" cy="464483"/>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116" name="Google Shape;116;p13"/>
            <p:cNvSpPr/>
            <p:nvPr/>
          </p:nvSpPr>
          <p:spPr>
            <a:xfrm>
              <a:off x="5355625" y="3796225"/>
              <a:ext cx="1357650" cy="232300"/>
            </a:xfrm>
            <a:custGeom>
              <a:avLst/>
              <a:gdLst/>
              <a:ahLst/>
              <a:cxnLst/>
              <a:rect l="l" t="t" r="r" b="b"/>
              <a:pathLst>
                <a:path w="54306" h="9292" extrusionOk="0">
                  <a:moveTo>
                    <a:pt x="50705" y="8761"/>
                  </a:moveTo>
                  <a:lnTo>
                    <a:pt x="50705" y="4779"/>
                  </a:lnTo>
                  <a:lnTo>
                    <a:pt x="54306" y="5744"/>
                  </a:lnTo>
                  <a:lnTo>
                    <a:pt x="46458" y="0"/>
                  </a:lnTo>
                  <a:lnTo>
                    <a:pt x="0" y="0"/>
                  </a:lnTo>
                  <a:lnTo>
                    <a:pt x="2124" y="9292"/>
                  </a:lnTo>
                  <a:close/>
                </a:path>
              </a:pathLst>
            </a:custGeom>
            <a:solidFill>
              <a:schemeClr val="dk2"/>
            </a:solidFill>
            <a:ln>
              <a:noFill/>
            </a:ln>
          </p:spPr>
        </p:sp>
      </p:grpSp>
      <p:sp>
        <p:nvSpPr>
          <p:cNvPr id="117" name="Google Shape;117;p13"/>
          <p:cNvSpPr/>
          <p:nvPr/>
        </p:nvSpPr>
        <p:spPr>
          <a:xfrm>
            <a:off x="9674770" y="3605954"/>
            <a:ext cx="635025" cy="371375"/>
          </a:xfrm>
          <a:custGeom>
            <a:avLst/>
            <a:gdLst/>
            <a:ahLst/>
            <a:cxnLst/>
            <a:rect l="l" t="t" r="r" b="b"/>
            <a:pathLst>
              <a:path w="25401" h="14855" extrusionOk="0">
                <a:moveTo>
                  <a:pt x="332" y="14756"/>
                </a:moveTo>
                <a:cubicBezTo>
                  <a:pt x="730" y="15154"/>
                  <a:pt x="1482" y="11084"/>
                  <a:pt x="3252" y="10243"/>
                </a:cubicBezTo>
                <a:cubicBezTo>
                  <a:pt x="5022" y="9402"/>
                  <a:pt x="10022" y="10685"/>
                  <a:pt x="10951" y="9712"/>
                </a:cubicBezTo>
                <a:cubicBezTo>
                  <a:pt x="11880" y="8739"/>
                  <a:pt x="6482" y="5244"/>
                  <a:pt x="8827" y="4403"/>
                </a:cubicBezTo>
                <a:cubicBezTo>
                  <a:pt x="11172" y="3562"/>
                  <a:pt x="23384" y="5376"/>
                  <a:pt x="25021" y="4668"/>
                </a:cubicBezTo>
                <a:cubicBezTo>
                  <a:pt x="26658" y="3960"/>
                  <a:pt x="22366" y="642"/>
                  <a:pt x="18649" y="155"/>
                </a:cubicBezTo>
                <a:cubicBezTo>
                  <a:pt x="14932" y="-332"/>
                  <a:pt x="4712" y="598"/>
                  <a:pt x="2721" y="1748"/>
                </a:cubicBezTo>
                <a:cubicBezTo>
                  <a:pt x="730" y="2898"/>
                  <a:pt x="7013" y="6039"/>
                  <a:pt x="6703" y="7057"/>
                </a:cubicBezTo>
                <a:cubicBezTo>
                  <a:pt x="6393" y="8075"/>
                  <a:pt x="1925" y="6571"/>
                  <a:pt x="863" y="7854"/>
                </a:cubicBezTo>
                <a:cubicBezTo>
                  <a:pt x="-199" y="9137"/>
                  <a:pt x="-66" y="14358"/>
                  <a:pt x="332" y="14756"/>
                </a:cubicBezTo>
                <a:close/>
              </a:path>
            </a:pathLst>
          </a:custGeom>
          <a:solidFill>
            <a:srgbClr val="FFFFFF">
              <a:alpha val="70440"/>
            </a:srgbClr>
          </a:solidFill>
          <a:ln>
            <a:noFill/>
          </a:ln>
        </p:spPr>
      </p:sp>
      <p:sp>
        <p:nvSpPr>
          <p:cNvPr id="118" name="Google Shape;118;p13"/>
          <p:cNvSpPr/>
          <p:nvPr/>
        </p:nvSpPr>
        <p:spPr>
          <a:xfrm>
            <a:off x="9167317" y="3492317"/>
            <a:ext cx="990350" cy="453075"/>
          </a:xfrm>
          <a:custGeom>
            <a:avLst/>
            <a:gdLst/>
            <a:ahLst/>
            <a:cxnLst/>
            <a:rect l="l" t="t" r="r" b="b"/>
            <a:pathLst>
              <a:path w="39614" h="18123" extrusionOk="0">
                <a:moveTo>
                  <a:pt x="3639" y="18106"/>
                </a:moveTo>
                <a:cubicBezTo>
                  <a:pt x="4391" y="18239"/>
                  <a:pt x="2776" y="14102"/>
                  <a:pt x="4568" y="13195"/>
                </a:cubicBezTo>
                <a:cubicBezTo>
                  <a:pt x="6360" y="12288"/>
                  <a:pt x="12776" y="13173"/>
                  <a:pt x="14391" y="12664"/>
                </a:cubicBezTo>
                <a:cubicBezTo>
                  <a:pt x="16006" y="12155"/>
                  <a:pt x="14944" y="10629"/>
                  <a:pt x="14258" y="10142"/>
                </a:cubicBezTo>
                <a:cubicBezTo>
                  <a:pt x="13572" y="9655"/>
                  <a:pt x="10696" y="10209"/>
                  <a:pt x="10276" y="9744"/>
                </a:cubicBezTo>
                <a:cubicBezTo>
                  <a:pt x="9856" y="9280"/>
                  <a:pt x="8307" y="7731"/>
                  <a:pt x="11736" y="7355"/>
                </a:cubicBezTo>
                <a:cubicBezTo>
                  <a:pt x="15165" y="6979"/>
                  <a:pt x="26249" y="8506"/>
                  <a:pt x="30850" y="7488"/>
                </a:cubicBezTo>
                <a:cubicBezTo>
                  <a:pt x="35452" y="6470"/>
                  <a:pt x="40849" y="2466"/>
                  <a:pt x="39345" y="1249"/>
                </a:cubicBezTo>
                <a:cubicBezTo>
                  <a:pt x="37841" y="32"/>
                  <a:pt x="24169" y="-211"/>
                  <a:pt x="21824" y="187"/>
                </a:cubicBezTo>
                <a:cubicBezTo>
                  <a:pt x="19479" y="585"/>
                  <a:pt x="28085" y="2974"/>
                  <a:pt x="25275" y="3638"/>
                </a:cubicBezTo>
                <a:cubicBezTo>
                  <a:pt x="22466" y="4302"/>
                  <a:pt x="8131" y="3019"/>
                  <a:pt x="4967" y="4169"/>
                </a:cubicBezTo>
                <a:cubicBezTo>
                  <a:pt x="1804" y="5320"/>
                  <a:pt x="7113" y="9169"/>
                  <a:pt x="6294" y="10541"/>
                </a:cubicBezTo>
                <a:cubicBezTo>
                  <a:pt x="5475" y="11913"/>
                  <a:pt x="498" y="11138"/>
                  <a:pt x="55" y="12399"/>
                </a:cubicBezTo>
                <a:cubicBezTo>
                  <a:pt x="-387" y="13660"/>
                  <a:pt x="2887" y="17973"/>
                  <a:pt x="3639" y="18106"/>
                </a:cubicBezTo>
                <a:close/>
              </a:path>
            </a:pathLst>
          </a:custGeom>
          <a:solidFill>
            <a:srgbClr val="FFFFFF">
              <a:alpha val="70440"/>
            </a:srgbClr>
          </a:solidFill>
          <a:ln>
            <a:noFill/>
          </a:ln>
        </p:spPr>
      </p:sp>
      <p:sp>
        <p:nvSpPr>
          <p:cNvPr id="119" name="Google Shape;119;p13"/>
          <p:cNvSpPr/>
          <p:nvPr/>
        </p:nvSpPr>
        <p:spPr>
          <a:xfrm>
            <a:off x="8832306" y="3197235"/>
            <a:ext cx="1506575" cy="741800"/>
          </a:xfrm>
          <a:custGeom>
            <a:avLst/>
            <a:gdLst/>
            <a:ahLst/>
            <a:cxnLst/>
            <a:rect l="l" t="t" r="r" b="b"/>
            <a:pathLst>
              <a:path w="60263" h="29672" extrusionOk="0">
                <a:moveTo>
                  <a:pt x="6421" y="29645"/>
                </a:moveTo>
                <a:cubicBezTo>
                  <a:pt x="7748" y="29866"/>
                  <a:pt x="8058" y="25442"/>
                  <a:pt x="8014" y="23672"/>
                </a:cubicBezTo>
                <a:cubicBezTo>
                  <a:pt x="7970" y="21902"/>
                  <a:pt x="5581" y="20376"/>
                  <a:pt x="6156" y="19026"/>
                </a:cubicBezTo>
                <a:cubicBezTo>
                  <a:pt x="6731" y="17677"/>
                  <a:pt x="10779" y="16526"/>
                  <a:pt x="11465" y="15575"/>
                </a:cubicBezTo>
                <a:cubicBezTo>
                  <a:pt x="12151" y="14624"/>
                  <a:pt x="10802" y="14182"/>
                  <a:pt x="10271" y="13319"/>
                </a:cubicBezTo>
                <a:cubicBezTo>
                  <a:pt x="9740" y="12456"/>
                  <a:pt x="3656" y="11040"/>
                  <a:pt x="8280" y="10398"/>
                </a:cubicBezTo>
                <a:cubicBezTo>
                  <a:pt x="12904" y="9756"/>
                  <a:pt x="33832" y="10465"/>
                  <a:pt x="38013" y="9469"/>
                </a:cubicBezTo>
                <a:cubicBezTo>
                  <a:pt x="42194" y="8474"/>
                  <a:pt x="29982" y="5354"/>
                  <a:pt x="33367" y="4425"/>
                </a:cubicBezTo>
                <a:cubicBezTo>
                  <a:pt x="36752" y="3496"/>
                  <a:pt x="54782" y="4580"/>
                  <a:pt x="58321" y="3894"/>
                </a:cubicBezTo>
                <a:cubicBezTo>
                  <a:pt x="61861" y="3208"/>
                  <a:pt x="60489" y="797"/>
                  <a:pt x="54604" y="310"/>
                </a:cubicBezTo>
                <a:cubicBezTo>
                  <a:pt x="48719" y="-177"/>
                  <a:pt x="28278" y="-132"/>
                  <a:pt x="23013" y="974"/>
                </a:cubicBezTo>
                <a:cubicBezTo>
                  <a:pt x="17748" y="2080"/>
                  <a:pt x="26553" y="5620"/>
                  <a:pt x="23013" y="6947"/>
                </a:cubicBezTo>
                <a:cubicBezTo>
                  <a:pt x="19474" y="8274"/>
                  <a:pt x="4940" y="7456"/>
                  <a:pt x="1776" y="8938"/>
                </a:cubicBezTo>
                <a:cubicBezTo>
                  <a:pt x="-1387" y="10420"/>
                  <a:pt x="4320" y="13606"/>
                  <a:pt x="4032" y="15840"/>
                </a:cubicBezTo>
                <a:cubicBezTo>
                  <a:pt x="3744" y="18075"/>
                  <a:pt x="-348" y="20044"/>
                  <a:pt x="50" y="22345"/>
                </a:cubicBezTo>
                <a:cubicBezTo>
                  <a:pt x="448" y="24646"/>
                  <a:pt x="5094" y="29424"/>
                  <a:pt x="6421" y="29645"/>
                </a:cubicBezTo>
                <a:close/>
              </a:path>
            </a:pathLst>
          </a:custGeom>
          <a:solidFill>
            <a:srgbClr val="FFFFFF">
              <a:alpha val="70440"/>
            </a:srgbClr>
          </a:solidFill>
          <a:ln>
            <a:noFill/>
          </a:ln>
        </p:spPr>
      </p:sp>
      <p:grpSp>
        <p:nvGrpSpPr>
          <p:cNvPr id="120" name="Google Shape;120;p13"/>
          <p:cNvGrpSpPr/>
          <p:nvPr/>
        </p:nvGrpSpPr>
        <p:grpSpPr>
          <a:xfrm>
            <a:off x="8335800" y="3935025"/>
            <a:ext cx="1931300" cy="862775"/>
            <a:chOff x="7466375" y="3371475"/>
            <a:chExt cx="1931300" cy="862775"/>
          </a:xfrm>
        </p:grpSpPr>
        <p:sp>
          <p:nvSpPr>
            <p:cNvPr id="121" name="Google Shape;121;p13"/>
            <p:cNvSpPr/>
            <p:nvPr/>
          </p:nvSpPr>
          <p:spPr>
            <a:xfrm>
              <a:off x="806082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122" name="Google Shape;122;p13"/>
            <p:cNvSpPr/>
            <p:nvPr/>
          </p:nvSpPr>
          <p:spPr>
            <a:xfrm>
              <a:off x="7466375" y="3842700"/>
              <a:ext cx="1931300" cy="391550"/>
            </a:xfrm>
            <a:custGeom>
              <a:avLst/>
              <a:gdLst/>
              <a:ahLst/>
              <a:cxnLst/>
              <a:rect l="l" t="t" r="r" b="b"/>
              <a:pathLst>
                <a:path w="77252" h="15662" extrusionOk="0">
                  <a:moveTo>
                    <a:pt x="74863" y="3451"/>
                  </a:moveTo>
                  <a:lnTo>
                    <a:pt x="71677" y="0"/>
                  </a:lnTo>
                  <a:lnTo>
                    <a:pt x="6637" y="0"/>
                  </a:lnTo>
                  <a:lnTo>
                    <a:pt x="0" y="6902"/>
                  </a:lnTo>
                  <a:lnTo>
                    <a:pt x="6902" y="7167"/>
                  </a:lnTo>
                  <a:lnTo>
                    <a:pt x="6637" y="15662"/>
                  </a:lnTo>
                  <a:lnTo>
                    <a:pt x="77252" y="12742"/>
                  </a:lnTo>
                  <a:close/>
                </a:path>
              </a:pathLst>
            </a:custGeom>
            <a:solidFill>
              <a:schemeClr val="dk2"/>
            </a:solidFill>
            <a:ln>
              <a:noFill/>
            </a:ln>
          </p:spPr>
        </p:sp>
        <p:sp>
          <p:nvSpPr>
            <p:cNvPr id="123" name="Google Shape;123;p13"/>
            <p:cNvSpPr/>
            <p:nvPr/>
          </p:nvSpPr>
          <p:spPr>
            <a:xfrm>
              <a:off x="832837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124" name="Google Shape;124;p13"/>
            <p:cNvSpPr/>
            <p:nvPr/>
          </p:nvSpPr>
          <p:spPr>
            <a:xfrm>
              <a:off x="8766400"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grpSp>
      <p:sp>
        <p:nvSpPr>
          <p:cNvPr id="125" name="Google Shape;125;p13"/>
          <p:cNvSpPr/>
          <p:nvPr/>
        </p:nvSpPr>
        <p:spPr>
          <a:xfrm>
            <a:off x="-963517" y="4625371"/>
            <a:ext cx="11148700" cy="670575"/>
          </a:xfrm>
          <a:custGeom>
            <a:avLst/>
            <a:gdLst/>
            <a:ahLst/>
            <a:cxnLst/>
            <a:rect l="l" t="t" r="r" b="b"/>
            <a:pathLst>
              <a:path w="445948" h="26823" extrusionOk="0">
                <a:moveTo>
                  <a:pt x="33497" y="815"/>
                </a:moveTo>
                <a:cubicBezTo>
                  <a:pt x="43408" y="-2326"/>
                  <a:pt x="67035" y="5106"/>
                  <a:pt x="88715" y="5062"/>
                </a:cubicBezTo>
                <a:cubicBezTo>
                  <a:pt x="110395" y="5018"/>
                  <a:pt x="136190" y="638"/>
                  <a:pt x="163578" y="549"/>
                </a:cubicBezTo>
                <a:cubicBezTo>
                  <a:pt x="190966" y="461"/>
                  <a:pt x="212248" y="4133"/>
                  <a:pt x="253042" y="4531"/>
                </a:cubicBezTo>
                <a:cubicBezTo>
                  <a:pt x="293836" y="4929"/>
                  <a:pt x="381795" y="-336"/>
                  <a:pt x="408342" y="2938"/>
                </a:cubicBezTo>
                <a:cubicBezTo>
                  <a:pt x="434889" y="6212"/>
                  <a:pt x="475506" y="20681"/>
                  <a:pt x="412324" y="24176"/>
                </a:cubicBezTo>
                <a:cubicBezTo>
                  <a:pt x="349142" y="27672"/>
                  <a:pt x="92388" y="27805"/>
                  <a:pt x="29250" y="23911"/>
                </a:cubicBezTo>
                <a:cubicBezTo>
                  <a:pt x="-33888" y="20018"/>
                  <a:pt x="23586" y="3957"/>
                  <a:pt x="33497" y="815"/>
                </a:cubicBezTo>
                <a:close/>
              </a:path>
            </a:pathLst>
          </a:custGeom>
          <a:solidFill>
            <a:schemeClr val="accent3"/>
          </a:solidFill>
          <a:ln>
            <a:noFill/>
          </a:ln>
        </p:spPr>
      </p:sp>
      <p:sp>
        <p:nvSpPr>
          <p:cNvPr id="126" name="Google Shape;126;p13"/>
          <p:cNvSpPr/>
          <p:nvPr/>
        </p:nvSpPr>
        <p:spPr>
          <a:xfrm>
            <a:off x="5190880" y="106013"/>
            <a:ext cx="2163450" cy="223875"/>
          </a:xfrm>
          <a:custGeom>
            <a:avLst/>
            <a:gdLst/>
            <a:ahLst/>
            <a:cxnLst/>
            <a:rect l="l" t="t" r="r" b="b"/>
            <a:pathLst>
              <a:path w="86538" h="8955" extrusionOk="0">
                <a:moveTo>
                  <a:pt x="46686" y="8767"/>
                </a:moveTo>
                <a:cubicBezTo>
                  <a:pt x="59694" y="8723"/>
                  <a:pt x="74030" y="9122"/>
                  <a:pt x="80401" y="8502"/>
                </a:cubicBezTo>
                <a:cubicBezTo>
                  <a:pt x="86772" y="7883"/>
                  <a:pt x="88011" y="5714"/>
                  <a:pt x="84914" y="5050"/>
                </a:cubicBezTo>
                <a:cubicBezTo>
                  <a:pt x="81817" y="4386"/>
                  <a:pt x="67437" y="5361"/>
                  <a:pt x="61818" y="4520"/>
                </a:cubicBezTo>
                <a:cubicBezTo>
                  <a:pt x="56199" y="3680"/>
                  <a:pt x="55048" y="184"/>
                  <a:pt x="51199" y="7"/>
                </a:cubicBezTo>
                <a:cubicBezTo>
                  <a:pt x="47350" y="-170"/>
                  <a:pt x="43766" y="2839"/>
                  <a:pt x="38722" y="3458"/>
                </a:cubicBezTo>
                <a:cubicBezTo>
                  <a:pt x="33678" y="4077"/>
                  <a:pt x="26113" y="3236"/>
                  <a:pt x="20936" y="3723"/>
                </a:cubicBezTo>
                <a:cubicBezTo>
                  <a:pt x="15759" y="4210"/>
                  <a:pt x="10759" y="5537"/>
                  <a:pt x="7662" y="6378"/>
                </a:cubicBezTo>
                <a:cubicBezTo>
                  <a:pt x="4565" y="7219"/>
                  <a:pt x="-4151" y="8369"/>
                  <a:pt x="2353" y="8767"/>
                </a:cubicBezTo>
                <a:cubicBezTo>
                  <a:pt x="8857" y="9165"/>
                  <a:pt x="33678" y="8811"/>
                  <a:pt x="46686" y="8767"/>
                </a:cubicBezTo>
                <a:close/>
              </a:path>
            </a:pathLst>
          </a:custGeom>
          <a:solidFill>
            <a:srgbClr val="FFFFFF">
              <a:alpha val="70440"/>
            </a:srgbClr>
          </a:solidFill>
          <a:ln>
            <a:noFill/>
          </a:ln>
        </p:spPr>
      </p:sp>
      <p:sp>
        <p:nvSpPr>
          <p:cNvPr id="127" name="Google Shape;127;p13"/>
          <p:cNvSpPr/>
          <p:nvPr/>
        </p:nvSpPr>
        <p:spPr>
          <a:xfrm>
            <a:off x="-253548" y="-127997"/>
            <a:ext cx="2233600" cy="534750"/>
          </a:xfrm>
          <a:custGeom>
            <a:avLst/>
            <a:gdLst/>
            <a:ahLst/>
            <a:cxnLst/>
            <a:rect l="l" t="t" r="r" b="b"/>
            <a:pathLst>
              <a:path w="89344" h="21390" extrusionOk="0">
                <a:moveTo>
                  <a:pt x="8018" y="19987"/>
                </a:moveTo>
                <a:cubicBezTo>
                  <a:pt x="17708" y="22996"/>
                  <a:pt x="53635" y="20031"/>
                  <a:pt x="63767" y="19456"/>
                </a:cubicBezTo>
                <a:cubicBezTo>
                  <a:pt x="73899" y="18881"/>
                  <a:pt x="70758" y="17156"/>
                  <a:pt x="68811" y="16536"/>
                </a:cubicBezTo>
                <a:cubicBezTo>
                  <a:pt x="66864" y="15917"/>
                  <a:pt x="54918" y="16314"/>
                  <a:pt x="52086" y="15739"/>
                </a:cubicBezTo>
                <a:cubicBezTo>
                  <a:pt x="49254" y="15164"/>
                  <a:pt x="46290" y="13615"/>
                  <a:pt x="51821" y="13084"/>
                </a:cubicBezTo>
                <a:cubicBezTo>
                  <a:pt x="57352" y="12553"/>
                  <a:pt x="79474" y="13350"/>
                  <a:pt x="85270" y="12554"/>
                </a:cubicBezTo>
                <a:cubicBezTo>
                  <a:pt x="91066" y="11758"/>
                  <a:pt x="89872" y="9191"/>
                  <a:pt x="86598" y="8306"/>
                </a:cubicBezTo>
                <a:cubicBezTo>
                  <a:pt x="83324" y="7421"/>
                  <a:pt x="70492" y="8262"/>
                  <a:pt x="65625" y="7244"/>
                </a:cubicBezTo>
                <a:cubicBezTo>
                  <a:pt x="60758" y="6226"/>
                  <a:pt x="67395" y="3173"/>
                  <a:pt x="57396" y="2200"/>
                </a:cubicBezTo>
                <a:cubicBezTo>
                  <a:pt x="47397" y="1227"/>
                  <a:pt x="13859" y="-1560"/>
                  <a:pt x="5629" y="1404"/>
                </a:cubicBezTo>
                <a:cubicBezTo>
                  <a:pt x="-2601" y="4369"/>
                  <a:pt x="-1672" y="16978"/>
                  <a:pt x="8018" y="19987"/>
                </a:cubicBezTo>
                <a:close/>
              </a:path>
            </a:pathLst>
          </a:custGeom>
          <a:solidFill>
            <a:srgbClr val="FFFFFF">
              <a:alpha val="70440"/>
            </a:srgbClr>
          </a:solidFill>
          <a:ln>
            <a:noFill/>
          </a:ln>
        </p:spPr>
      </p:sp>
      <p:sp>
        <p:nvSpPr>
          <p:cNvPr id="128" name="Google Shape;128;p13"/>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9" name="Google Shape;129;p13"/>
          <p:cNvSpPr txBox="1">
            <a:spLocks noGrp="1"/>
          </p:cNvSpPr>
          <p:nvPr>
            <p:ph type="subTitle" idx="1"/>
          </p:nvPr>
        </p:nvSpPr>
        <p:spPr>
          <a:xfrm>
            <a:off x="1471925" y="1243275"/>
            <a:ext cx="2948100" cy="933000"/>
          </a:xfrm>
          <a:prstGeom prst="rect">
            <a:avLst/>
          </a:prstGeom>
        </p:spPr>
        <p:txBody>
          <a:bodyPr spcFirstLastPara="1" wrap="square" lIns="91425" tIns="91425" rIns="91425" bIns="91425" anchor="ctr" anchorCtr="0">
            <a:noAutofit/>
          </a:bodyPr>
          <a:lstStyle>
            <a:lvl1pPr lvl="0">
              <a:spcBef>
                <a:spcPts val="0"/>
              </a:spcBef>
              <a:spcAft>
                <a:spcPts val="0"/>
              </a:spcAft>
              <a:buSzPts val="2200"/>
              <a:buFont typeface="Hammersmith One"/>
              <a:buNone/>
              <a:defRPr sz="2100">
                <a:latin typeface="Hammersmith One"/>
                <a:ea typeface="Hammersmith One"/>
                <a:cs typeface="Hammersmith One"/>
                <a:sym typeface="Hammersmith 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0" name="Google Shape;130;p13"/>
          <p:cNvSpPr txBox="1">
            <a:spLocks noGrp="1"/>
          </p:cNvSpPr>
          <p:nvPr>
            <p:ph type="subTitle" idx="2"/>
          </p:nvPr>
        </p:nvSpPr>
        <p:spPr>
          <a:xfrm>
            <a:off x="1471925" y="2292000"/>
            <a:ext cx="2948100" cy="933000"/>
          </a:xfrm>
          <a:prstGeom prst="rect">
            <a:avLst/>
          </a:prstGeom>
        </p:spPr>
        <p:txBody>
          <a:bodyPr spcFirstLastPara="1" wrap="square" lIns="91425" tIns="91425" rIns="91425" bIns="91425" anchor="ctr" anchorCtr="0">
            <a:noAutofit/>
          </a:bodyPr>
          <a:lstStyle>
            <a:lvl1pPr lvl="0" rtl="0">
              <a:spcBef>
                <a:spcPts val="0"/>
              </a:spcBef>
              <a:spcAft>
                <a:spcPts val="0"/>
              </a:spcAft>
              <a:buSzPts val="2200"/>
              <a:buFont typeface="Hammersmith One"/>
              <a:buNone/>
              <a:defRPr sz="2100">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1" name="Google Shape;131;p13"/>
          <p:cNvSpPr txBox="1">
            <a:spLocks noGrp="1"/>
          </p:cNvSpPr>
          <p:nvPr>
            <p:ph type="subTitle" idx="3"/>
          </p:nvPr>
        </p:nvSpPr>
        <p:spPr>
          <a:xfrm>
            <a:off x="1471925" y="3340725"/>
            <a:ext cx="2948100" cy="933000"/>
          </a:xfrm>
          <a:prstGeom prst="rect">
            <a:avLst/>
          </a:prstGeom>
        </p:spPr>
        <p:txBody>
          <a:bodyPr spcFirstLastPara="1" wrap="square" lIns="91425" tIns="91425" rIns="91425" bIns="91425" anchor="ctr" anchorCtr="0">
            <a:noAutofit/>
          </a:bodyPr>
          <a:lstStyle>
            <a:lvl1pPr lvl="0" rtl="0">
              <a:spcBef>
                <a:spcPts val="0"/>
              </a:spcBef>
              <a:spcAft>
                <a:spcPts val="0"/>
              </a:spcAft>
              <a:buSzPts val="2200"/>
              <a:buFont typeface="Hammersmith One"/>
              <a:buNone/>
              <a:defRPr sz="2100">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2" name="Google Shape;132;p13"/>
          <p:cNvSpPr txBox="1">
            <a:spLocks noGrp="1"/>
          </p:cNvSpPr>
          <p:nvPr>
            <p:ph type="subTitle" idx="4"/>
          </p:nvPr>
        </p:nvSpPr>
        <p:spPr>
          <a:xfrm>
            <a:off x="5482625" y="1243275"/>
            <a:ext cx="2948100" cy="933000"/>
          </a:xfrm>
          <a:prstGeom prst="rect">
            <a:avLst/>
          </a:prstGeom>
        </p:spPr>
        <p:txBody>
          <a:bodyPr spcFirstLastPara="1" wrap="square" lIns="91425" tIns="91425" rIns="91425" bIns="91425" anchor="ctr" anchorCtr="0">
            <a:noAutofit/>
          </a:bodyPr>
          <a:lstStyle>
            <a:lvl1pPr lvl="0" rtl="0">
              <a:spcBef>
                <a:spcPts val="0"/>
              </a:spcBef>
              <a:spcAft>
                <a:spcPts val="0"/>
              </a:spcAft>
              <a:buSzPts val="2200"/>
              <a:buFont typeface="Hammersmith One"/>
              <a:buNone/>
              <a:defRPr sz="2100">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 name="Google Shape;133;p13"/>
          <p:cNvSpPr txBox="1">
            <a:spLocks noGrp="1"/>
          </p:cNvSpPr>
          <p:nvPr>
            <p:ph type="subTitle" idx="5"/>
          </p:nvPr>
        </p:nvSpPr>
        <p:spPr>
          <a:xfrm>
            <a:off x="5482625" y="2292000"/>
            <a:ext cx="2948100" cy="933000"/>
          </a:xfrm>
          <a:prstGeom prst="rect">
            <a:avLst/>
          </a:prstGeom>
        </p:spPr>
        <p:txBody>
          <a:bodyPr spcFirstLastPara="1" wrap="square" lIns="91425" tIns="91425" rIns="91425" bIns="91425" anchor="ctr" anchorCtr="0">
            <a:noAutofit/>
          </a:bodyPr>
          <a:lstStyle>
            <a:lvl1pPr lvl="0" rtl="0">
              <a:spcBef>
                <a:spcPts val="0"/>
              </a:spcBef>
              <a:spcAft>
                <a:spcPts val="0"/>
              </a:spcAft>
              <a:buSzPts val="2200"/>
              <a:buFont typeface="Hammersmith One"/>
              <a:buNone/>
              <a:defRPr sz="2100">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4" name="Google Shape;134;p13"/>
          <p:cNvSpPr txBox="1">
            <a:spLocks noGrp="1"/>
          </p:cNvSpPr>
          <p:nvPr>
            <p:ph type="subTitle" idx="6"/>
          </p:nvPr>
        </p:nvSpPr>
        <p:spPr>
          <a:xfrm>
            <a:off x="5482625" y="3340725"/>
            <a:ext cx="2948100" cy="933000"/>
          </a:xfrm>
          <a:prstGeom prst="rect">
            <a:avLst/>
          </a:prstGeom>
        </p:spPr>
        <p:txBody>
          <a:bodyPr spcFirstLastPara="1" wrap="square" lIns="91425" tIns="91425" rIns="91425" bIns="91425" anchor="ctr" anchorCtr="0">
            <a:noAutofit/>
          </a:bodyPr>
          <a:lstStyle>
            <a:lvl1pPr lvl="0" rtl="0">
              <a:spcBef>
                <a:spcPts val="0"/>
              </a:spcBef>
              <a:spcAft>
                <a:spcPts val="0"/>
              </a:spcAft>
              <a:buSzPts val="2200"/>
              <a:buFont typeface="Hammersmith One"/>
              <a:buNone/>
              <a:defRPr sz="2100">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5" name="Google Shape;135;p13"/>
          <p:cNvSpPr txBox="1">
            <a:spLocks noGrp="1"/>
          </p:cNvSpPr>
          <p:nvPr>
            <p:ph type="title" idx="7" hasCustomPrompt="1"/>
          </p:nvPr>
        </p:nvSpPr>
        <p:spPr>
          <a:xfrm>
            <a:off x="683200" y="1539825"/>
            <a:ext cx="738300" cy="33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6" name="Google Shape;136;p13"/>
          <p:cNvSpPr txBox="1">
            <a:spLocks noGrp="1"/>
          </p:cNvSpPr>
          <p:nvPr>
            <p:ph type="title" idx="8" hasCustomPrompt="1"/>
          </p:nvPr>
        </p:nvSpPr>
        <p:spPr>
          <a:xfrm>
            <a:off x="689950" y="2588550"/>
            <a:ext cx="738300" cy="33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7" name="Google Shape;137;p13"/>
          <p:cNvSpPr txBox="1">
            <a:spLocks noGrp="1"/>
          </p:cNvSpPr>
          <p:nvPr>
            <p:ph type="title" idx="9" hasCustomPrompt="1"/>
          </p:nvPr>
        </p:nvSpPr>
        <p:spPr>
          <a:xfrm>
            <a:off x="689950" y="3637275"/>
            <a:ext cx="738300" cy="33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8" name="Google Shape;138;p13"/>
          <p:cNvSpPr txBox="1">
            <a:spLocks noGrp="1"/>
          </p:cNvSpPr>
          <p:nvPr>
            <p:ph type="title" idx="13" hasCustomPrompt="1"/>
          </p:nvPr>
        </p:nvSpPr>
        <p:spPr>
          <a:xfrm>
            <a:off x="4698125" y="1539825"/>
            <a:ext cx="738300" cy="33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39" name="Google Shape;139;p13"/>
          <p:cNvSpPr txBox="1">
            <a:spLocks noGrp="1"/>
          </p:cNvSpPr>
          <p:nvPr>
            <p:ph type="title" idx="14" hasCustomPrompt="1"/>
          </p:nvPr>
        </p:nvSpPr>
        <p:spPr>
          <a:xfrm>
            <a:off x="4698125" y="2588550"/>
            <a:ext cx="738300" cy="33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40" name="Google Shape;140;p13"/>
          <p:cNvSpPr txBox="1">
            <a:spLocks noGrp="1"/>
          </p:cNvSpPr>
          <p:nvPr>
            <p:ph type="title" idx="15" hasCustomPrompt="1"/>
          </p:nvPr>
        </p:nvSpPr>
        <p:spPr>
          <a:xfrm>
            <a:off x="4698125" y="3637275"/>
            <a:ext cx="738300" cy="33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141"/>
        <p:cNvGrpSpPr/>
        <p:nvPr/>
      </p:nvGrpSpPr>
      <p:grpSpPr>
        <a:xfrm>
          <a:off x="0" y="0"/>
          <a:ext cx="0" cy="0"/>
          <a:chOff x="0" y="0"/>
          <a:chExt cx="0" cy="0"/>
        </a:xfrm>
      </p:grpSpPr>
      <p:sp>
        <p:nvSpPr>
          <p:cNvPr id="142" name="Google Shape;142;p14"/>
          <p:cNvSpPr txBox="1">
            <a:spLocks noGrp="1"/>
          </p:cNvSpPr>
          <p:nvPr>
            <p:ph type="body" idx="1"/>
          </p:nvPr>
        </p:nvSpPr>
        <p:spPr>
          <a:xfrm>
            <a:off x="4280725" y="1285450"/>
            <a:ext cx="4150200" cy="3041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43" name="Google Shape;143;p14"/>
          <p:cNvSpPr txBox="1">
            <a:spLocks noGrp="1"/>
          </p:cNvSpPr>
          <p:nvPr>
            <p:ph type="title"/>
          </p:nvPr>
        </p:nvSpPr>
        <p:spPr>
          <a:xfrm>
            <a:off x="4280725" y="451100"/>
            <a:ext cx="4150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4" name="Google Shape;144;p14"/>
          <p:cNvSpPr/>
          <p:nvPr/>
        </p:nvSpPr>
        <p:spPr>
          <a:xfrm>
            <a:off x="8612664" y="2781058"/>
            <a:ext cx="844700" cy="287950"/>
          </a:xfrm>
          <a:custGeom>
            <a:avLst/>
            <a:gdLst/>
            <a:ahLst/>
            <a:cxnLst/>
            <a:rect l="l" t="t" r="r" b="b"/>
            <a:pathLst>
              <a:path w="33788" h="11518" extrusionOk="0">
                <a:moveTo>
                  <a:pt x="29011" y="787"/>
                </a:moveTo>
                <a:cubicBezTo>
                  <a:pt x="26533" y="-761"/>
                  <a:pt x="19365" y="433"/>
                  <a:pt x="17330" y="1318"/>
                </a:cubicBezTo>
                <a:cubicBezTo>
                  <a:pt x="15295" y="2203"/>
                  <a:pt x="19498" y="5167"/>
                  <a:pt x="16799" y="6096"/>
                </a:cubicBezTo>
                <a:cubicBezTo>
                  <a:pt x="14100" y="7025"/>
                  <a:pt x="3127" y="6141"/>
                  <a:pt x="1136" y="6893"/>
                </a:cubicBezTo>
                <a:cubicBezTo>
                  <a:pt x="-855" y="7645"/>
                  <a:pt x="-324" y="9990"/>
                  <a:pt x="4853" y="10609"/>
                </a:cubicBezTo>
                <a:cubicBezTo>
                  <a:pt x="10030" y="11228"/>
                  <a:pt x="28170" y="12246"/>
                  <a:pt x="32196" y="10609"/>
                </a:cubicBezTo>
                <a:cubicBezTo>
                  <a:pt x="36222" y="8972"/>
                  <a:pt x="31489" y="2336"/>
                  <a:pt x="29011" y="787"/>
                </a:cubicBezTo>
                <a:close/>
              </a:path>
            </a:pathLst>
          </a:custGeom>
          <a:solidFill>
            <a:srgbClr val="FFFFFF">
              <a:alpha val="70440"/>
            </a:srgbClr>
          </a:solidFill>
          <a:ln>
            <a:noFill/>
          </a:ln>
        </p:spPr>
      </p:sp>
      <p:sp>
        <p:nvSpPr>
          <p:cNvPr id="145" name="Google Shape;145;p14"/>
          <p:cNvSpPr/>
          <p:nvPr/>
        </p:nvSpPr>
        <p:spPr>
          <a:xfrm>
            <a:off x="8532624" y="3275532"/>
            <a:ext cx="593025" cy="145725"/>
          </a:xfrm>
          <a:custGeom>
            <a:avLst/>
            <a:gdLst/>
            <a:ahLst/>
            <a:cxnLst/>
            <a:rect l="l" t="t" r="r" b="b"/>
            <a:pathLst>
              <a:path w="23721" h="5829" extrusionOk="0">
                <a:moveTo>
                  <a:pt x="622" y="5166"/>
                </a:moveTo>
                <a:cubicBezTo>
                  <a:pt x="3188" y="6051"/>
                  <a:pt x="18408" y="5918"/>
                  <a:pt x="21859" y="5431"/>
                </a:cubicBezTo>
                <a:cubicBezTo>
                  <a:pt x="25310" y="4944"/>
                  <a:pt x="23054" y="2776"/>
                  <a:pt x="21328" y="2245"/>
                </a:cubicBezTo>
                <a:cubicBezTo>
                  <a:pt x="19603" y="1714"/>
                  <a:pt x="13984" y="2599"/>
                  <a:pt x="11506" y="2245"/>
                </a:cubicBezTo>
                <a:cubicBezTo>
                  <a:pt x="9028" y="1891"/>
                  <a:pt x="8276" y="-365"/>
                  <a:pt x="6462" y="122"/>
                </a:cubicBezTo>
                <a:cubicBezTo>
                  <a:pt x="4648" y="609"/>
                  <a:pt x="-1944" y="4281"/>
                  <a:pt x="622" y="5166"/>
                </a:cubicBezTo>
                <a:close/>
              </a:path>
            </a:pathLst>
          </a:custGeom>
          <a:solidFill>
            <a:srgbClr val="FFFFFF">
              <a:alpha val="70440"/>
            </a:srgbClr>
          </a:solid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six columns">
  <p:cSld name="TITLE_AND_BODY_2">
    <p:spTree>
      <p:nvGrpSpPr>
        <p:cNvPr id="1" name="Shape 146"/>
        <p:cNvGrpSpPr/>
        <p:nvPr/>
      </p:nvGrpSpPr>
      <p:grpSpPr>
        <a:xfrm>
          <a:off x="0" y="0"/>
          <a:ext cx="0" cy="0"/>
          <a:chOff x="0" y="0"/>
          <a:chExt cx="0" cy="0"/>
        </a:xfrm>
      </p:grpSpPr>
      <p:sp>
        <p:nvSpPr>
          <p:cNvPr id="147" name="Google Shape;147;p15"/>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8" name="Google Shape;148;p15"/>
          <p:cNvSpPr txBox="1">
            <a:spLocks noGrp="1"/>
          </p:cNvSpPr>
          <p:nvPr>
            <p:ph type="subTitle" idx="1"/>
          </p:nvPr>
        </p:nvSpPr>
        <p:spPr>
          <a:xfrm>
            <a:off x="721050" y="1698175"/>
            <a:ext cx="2396700" cy="796500"/>
          </a:xfrm>
          <a:prstGeom prst="rect">
            <a:avLst/>
          </a:prstGeom>
        </p:spPr>
        <p:txBody>
          <a:bodyPr spcFirstLastPara="1" wrap="square" lIns="91425" tIns="91425" rIns="91425" bIns="91425" anchor="ctr" anchorCtr="0">
            <a:noAutofit/>
          </a:bodyPr>
          <a:lstStyle>
            <a:lvl1pPr lvl="0" algn="ctr">
              <a:spcBef>
                <a:spcPts val="0"/>
              </a:spcBef>
              <a:spcAft>
                <a:spcPts val="0"/>
              </a:spcAft>
              <a:buSzPts val="2100"/>
              <a:buFont typeface="Hammersmith One"/>
              <a:buNone/>
              <a:defRPr sz="2100">
                <a:latin typeface="Hammersmith One"/>
                <a:ea typeface="Hammersmith One"/>
                <a:cs typeface="Hammersmith One"/>
                <a:sym typeface="Hammersmith 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15"/>
          <p:cNvSpPr txBox="1">
            <a:spLocks noGrp="1"/>
          </p:cNvSpPr>
          <p:nvPr>
            <p:ph type="subTitle" idx="2"/>
          </p:nvPr>
        </p:nvSpPr>
        <p:spPr>
          <a:xfrm>
            <a:off x="3373625" y="1698175"/>
            <a:ext cx="2396700" cy="796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100"/>
              <a:buFont typeface="Hammersmith One"/>
              <a:buNone/>
              <a:defRPr sz="2100">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0" name="Google Shape;150;p15"/>
          <p:cNvSpPr txBox="1">
            <a:spLocks noGrp="1"/>
          </p:cNvSpPr>
          <p:nvPr>
            <p:ph type="subTitle" idx="3"/>
          </p:nvPr>
        </p:nvSpPr>
        <p:spPr>
          <a:xfrm>
            <a:off x="6026200" y="1698175"/>
            <a:ext cx="2396700" cy="796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100"/>
              <a:buFont typeface="Hammersmith One"/>
              <a:buNone/>
              <a:defRPr sz="2100">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1" name="Google Shape;151;p15"/>
          <p:cNvSpPr txBox="1">
            <a:spLocks noGrp="1"/>
          </p:cNvSpPr>
          <p:nvPr>
            <p:ph type="subTitle" idx="4"/>
          </p:nvPr>
        </p:nvSpPr>
        <p:spPr>
          <a:xfrm>
            <a:off x="721050" y="2641725"/>
            <a:ext cx="2396700" cy="796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100"/>
              <a:buFont typeface="Hammersmith One"/>
              <a:buNone/>
              <a:defRPr sz="2100">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2" name="Google Shape;152;p15"/>
          <p:cNvSpPr txBox="1">
            <a:spLocks noGrp="1"/>
          </p:cNvSpPr>
          <p:nvPr>
            <p:ph type="subTitle" idx="5"/>
          </p:nvPr>
        </p:nvSpPr>
        <p:spPr>
          <a:xfrm>
            <a:off x="3373625" y="2641725"/>
            <a:ext cx="2396700" cy="796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100"/>
              <a:buFont typeface="Hammersmith One"/>
              <a:buNone/>
              <a:defRPr sz="2100">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3" name="Google Shape;153;p15"/>
          <p:cNvSpPr txBox="1">
            <a:spLocks noGrp="1"/>
          </p:cNvSpPr>
          <p:nvPr>
            <p:ph type="subTitle" idx="6"/>
          </p:nvPr>
        </p:nvSpPr>
        <p:spPr>
          <a:xfrm>
            <a:off x="6026200" y="2641725"/>
            <a:ext cx="2396700" cy="796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100"/>
              <a:buFont typeface="Hammersmith One"/>
              <a:buNone/>
              <a:defRPr sz="2100">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s">
  <p:cSld name="TITLE_AND_BODY_2_1">
    <p:spTree>
      <p:nvGrpSpPr>
        <p:cNvPr id="1" name="Shape 154"/>
        <p:cNvGrpSpPr/>
        <p:nvPr/>
      </p:nvGrpSpPr>
      <p:grpSpPr>
        <a:xfrm>
          <a:off x="0" y="0"/>
          <a:ext cx="0" cy="0"/>
          <a:chOff x="0" y="0"/>
          <a:chExt cx="0" cy="0"/>
        </a:xfrm>
      </p:grpSpPr>
      <p:sp>
        <p:nvSpPr>
          <p:cNvPr id="155" name="Google Shape;155;p16"/>
          <p:cNvSpPr/>
          <p:nvPr/>
        </p:nvSpPr>
        <p:spPr>
          <a:xfrm flipH="1">
            <a:off x="-499448" y="3682303"/>
            <a:ext cx="775225" cy="450350"/>
          </a:xfrm>
          <a:custGeom>
            <a:avLst/>
            <a:gdLst/>
            <a:ahLst/>
            <a:cxnLst/>
            <a:rect l="l" t="t" r="r" b="b"/>
            <a:pathLst>
              <a:path w="31009" h="18014" extrusionOk="0">
                <a:moveTo>
                  <a:pt x="3625" y="18011"/>
                </a:moveTo>
                <a:cubicBezTo>
                  <a:pt x="4377" y="18144"/>
                  <a:pt x="2762" y="14007"/>
                  <a:pt x="4554" y="13100"/>
                </a:cubicBezTo>
                <a:cubicBezTo>
                  <a:pt x="6346" y="12193"/>
                  <a:pt x="12673" y="13019"/>
                  <a:pt x="14377" y="12569"/>
                </a:cubicBezTo>
                <a:cubicBezTo>
                  <a:pt x="16081" y="12119"/>
                  <a:pt x="15462" y="10885"/>
                  <a:pt x="14776" y="10398"/>
                </a:cubicBezTo>
                <a:cubicBezTo>
                  <a:pt x="14090" y="9911"/>
                  <a:pt x="11191" y="10512"/>
                  <a:pt x="10262" y="9649"/>
                </a:cubicBezTo>
                <a:cubicBezTo>
                  <a:pt x="9333" y="8786"/>
                  <a:pt x="5971" y="5938"/>
                  <a:pt x="9201" y="5222"/>
                </a:cubicBezTo>
                <a:cubicBezTo>
                  <a:pt x="12431" y="4506"/>
                  <a:pt x="26456" y="5996"/>
                  <a:pt x="29642" y="5354"/>
                </a:cubicBezTo>
                <a:cubicBezTo>
                  <a:pt x="32828" y="4712"/>
                  <a:pt x="29620" y="2249"/>
                  <a:pt x="28315" y="1372"/>
                </a:cubicBezTo>
                <a:cubicBezTo>
                  <a:pt x="27010" y="495"/>
                  <a:pt x="22319" y="-270"/>
                  <a:pt x="21810" y="92"/>
                </a:cubicBezTo>
                <a:cubicBezTo>
                  <a:pt x="21301" y="454"/>
                  <a:pt x="28071" y="2879"/>
                  <a:pt x="25261" y="3543"/>
                </a:cubicBezTo>
                <a:cubicBezTo>
                  <a:pt x="22452" y="4207"/>
                  <a:pt x="8117" y="2924"/>
                  <a:pt x="4953" y="4074"/>
                </a:cubicBezTo>
                <a:cubicBezTo>
                  <a:pt x="1790" y="5225"/>
                  <a:pt x="7099" y="9074"/>
                  <a:pt x="6280" y="10446"/>
                </a:cubicBezTo>
                <a:cubicBezTo>
                  <a:pt x="5461" y="11818"/>
                  <a:pt x="484" y="11043"/>
                  <a:pt x="41" y="12304"/>
                </a:cubicBezTo>
                <a:cubicBezTo>
                  <a:pt x="-401" y="13565"/>
                  <a:pt x="2873" y="17878"/>
                  <a:pt x="3625" y="18011"/>
                </a:cubicBezTo>
                <a:close/>
              </a:path>
            </a:pathLst>
          </a:custGeom>
          <a:solidFill>
            <a:srgbClr val="FFFFFF">
              <a:alpha val="70440"/>
            </a:srgbClr>
          </a:solidFill>
          <a:ln>
            <a:noFill/>
          </a:ln>
        </p:spPr>
      </p:sp>
      <p:grpSp>
        <p:nvGrpSpPr>
          <p:cNvPr id="156" name="Google Shape;156;p16"/>
          <p:cNvGrpSpPr/>
          <p:nvPr/>
        </p:nvGrpSpPr>
        <p:grpSpPr>
          <a:xfrm>
            <a:off x="-728600" y="4114826"/>
            <a:ext cx="1357650" cy="584024"/>
            <a:chOff x="5355625" y="3444501"/>
            <a:chExt cx="1357650" cy="584024"/>
          </a:xfrm>
        </p:grpSpPr>
        <p:sp>
          <p:nvSpPr>
            <p:cNvPr id="157" name="Google Shape;157;p16"/>
            <p:cNvSpPr/>
            <p:nvPr/>
          </p:nvSpPr>
          <p:spPr>
            <a:xfrm>
              <a:off x="6222450" y="3444501"/>
              <a:ext cx="102408" cy="464483"/>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158" name="Google Shape;158;p16"/>
            <p:cNvSpPr/>
            <p:nvPr/>
          </p:nvSpPr>
          <p:spPr>
            <a:xfrm>
              <a:off x="5355625" y="3796225"/>
              <a:ext cx="1357650" cy="232300"/>
            </a:xfrm>
            <a:custGeom>
              <a:avLst/>
              <a:gdLst/>
              <a:ahLst/>
              <a:cxnLst/>
              <a:rect l="l" t="t" r="r" b="b"/>
              <a:pathLst>
                <a:path w="54306" h="9292" extrusionOk="0">
                  <a:moveTo>
                    <a:pt x="50705" y="8761"/>
                  </a:moveTo>
                  <a:lnTo>
                    <a:pt x="50705" y="4779"/>
                  </a:lnTo>
                  <a:lnTo>
                    <a:pt x="54306" y="5744"/>
                  </a:lnTo>
                  <a:lnTo>
                    <a:pt x="46458" y="0"/>
                  </a:lnTo>
                  <a:lnTo>
                    <a:pt x="0" y="0"/>
                  </a:lnTo>
                  <a:lnTo>
                    <a:pt x="2124" y="9292"/>
                  </a:lnTo>
                  <a:close/>
                </a:path>
              </a:pathLst>
            </a:custGeom>
            <a:solidFill>
              <a:schemeClr val="dk2"/>
            </a:solidFill>
            <a:ln>
              <a:noFill/>
            </a:ln>
          </p:spPr>
        </p:sp>
      </p:grpSp>
      <p:sp>
        <p:nvSpPr>
          <p:cNvPr id="159" name="Google Shape;159;p16"/>
          <p:cNvSpPr/>
          <p:nvPr/>
        </p:nvSpPr>
        <p:spPr>
          <a:xfrm>
            <a:off x="9167317" y="3492317"/>
            <a:ext cx="990350" cy="453075"/>
          </a:xfrm>
          <a:custGeom>
            <a:avLst/>
            <a:gdLst/>
            <a:ahLst/>
            <a:cxnLst/>
            <a:rect l="l" t="t" r="r" b="b"/>
            <a:pathLst>
              <a:path w="39614" h="18123" extrusionOk="0">
                <a:moveTo>
                  <a:pt x="3639" y="18106"/>
                </a:moveTo>
                <a:cubicBezTo>
                  <a:pt x="4391" y="18239"/>
                  <a:pt x="2776" y="14102"/>
                  <a:pt x="4568" y="13195"/>
                </a:cubicBezTo>
                <a:cubicBezTo>
                  <a:pt x="6360" y="12288"/>
                  <a:pt x="12776" y="13173"/>
                  <a:pt x="14391" y="12664"/>
                </a:cubicBezTo>
                <a:cubicBezTo>
                  <a:pt x="16006" y="12155"/>
                  <a:pt x="14944" y="10629"/>
                  <a:pt x="14258" y="10142"/>
                </a:cubicBezTo>
                <a:cubicBezTo>
                  <a:pt x="13572" y="9655"/>
                  <a:pt x="10696" y="10209"/>
                  <a:pt x="10276" y="9744"/>
                </a:cubicBezTo>
                <a:cubicBezTo>
                  <a:pt x="9856" y="9280"/>
                  <a:pt x="8307" y="7731"/>
                  <a:pt x="11736" y="7355"/>
                </a:cubicBezTo>
                <a:cubicBezTo>
                  <a:pt x="15165" y="6979"/>
                  <a:pt x="26249" y="8506"/>
                  <a:pt x="30850" y="7488"/>
                </a:cubicBezTo>
                <a:cubicBezTo>
                  <a:pt x="35452" y="6470"/>
                  <a:pt x="40849" y="2466"/>
                  <a:pt x="39345" y="1249"/>
                </a:cubicBezTo>
                <a:cubicBezTo>
                  <a:pt x="37841" y="32"/>
                  <a:pt x="24169" y="-211"/>
                  <a:pt x="21824" y="187"/>
                </a:cubicBezTo>
                <a:cubicBezTo>
                  <a:pt x="19479" y="585"/>
                  <a:pt x="28085" y="2974"/>
                  <a:pt x="25275" y="3638"/>
                </a:cubicBezTo>
                <a:cubicBezTo>
                  <a:pt x="22466" y="4302"/>
                  <a:pt x="8131" y="3019"/>
                  <a:pt x="4967" y="4169"/>
                </a:cubicBezTo>
                <a:cubicBezTo>
                  <a:pt x="1804" y="5320"/>
                  <a:pt x="7113" y="9169"/>
                  <a:pt x="6294" y="10541"/>
                </a:cubicBezTo>
                <a:cubicBezTo>
                  <a:pt x="5475" y="11913"/>
                  <a:pt x="498" y="11138"/>
                  <a:pt x="55" y="12399"/>
                </a:cubicBezTo>
                <a:cubicBezTo>
                  <a:pt x="-387" y="13660"/>
                  <a:pt x="2887" y="17973"/>
                  <a:pt x="3639" y="18106"/>
                </a:cubicBezTo>
                <a:close/>
              </a:path>
            </a:pathLst>
          </a:custGeom>
          <a:solidFill>
            <a:srgbClr val="FFFFFF">
              <a:alpha val="70440"/>
            </a:srgbClr>
          </a:solidFill>
          <a:ln>
            <a:noFill/>
          </a:ln>
        </p:spPr>
      </p:sp>
      <p:sp>
        <p:nvSpPr>
          <p:cNvPr id="160" name="Google Shape;160;p16"/>
          <p:cNvSpPr/>
          <p:nvPr/>
        </p:nvSpPr>
        <p:spPr>
          <a:xfrm>
            <a:off x="8832306" y="3197235"/>
            <a:ext cx="1506575" cy="741800"/>
          </a:xfrm>
          <a:custGeom>
            <a:avLst/>
            <a:gdLst/>
            <a:ahLst/>
            <a:cxnLst/>
            <a:rect l="l" t="t" r="r" b="b"/>
            <a:pathLst>
              <a:path w="60263" h="29672" extrusionOk="0">
                <a:moveTo>
                  <a:pt x="6421" y="29645"/>
                </a:moveTo>
                <a:cubicBezTo>
                  <a:pt x="7748" y="29866"/>
                  <a:pt x="8058" y="25442"/>
                  <a:pt x="8014" y="23672"/>
                </a:cubicBezTo>
                <a:cubicBezTo>
                  <a:pt x="7970" y="21902"/>
                  <a:pt x="5581" y="20376"/>
                  <a:pt x="6156" y="19026"/>
                </a:cubicBezTo>
                <a:cubicBezTo>
                  <a:pt x="6731" y="17677"/>
                  <a:pt x="10779" y="16526"/>
                  <a:pt x="11465" y="15575"/>
                </a:cubicBezTo>
                <a:cubicBezTo>
                  <a:pt x="12151" y="14624"/>
                  <a:pt x="10802" y="14182"/>
                  <a:pt x="10271" y="13319"/>
                </a:cubicBezTo>
                <a:cubicBezTo>
                  <a:pt x="9740" y="12456"/>
                  <a:pt x="3656" y="11040"/>
                  <a:pt x="8280" y="10398"/>
                </a:cubicBezTo>
                <a:cubicBezTo>
                  <a:pt x="12904" y="9756"/>
                  <a:pt x="33832" y="10465"/>
                  <a:pt x="38013" y="9469"/>
                </a:cubicBezTo>
                <a:cubicBezTo>
                  <a:pt x="42194" y="8474"/>
                  <a:pt x="29982" y="5354"/>
                  <a:pt x="33367" y="4425"/>
                </a:cubicBezTo>
                <a:cubicBezTo>
                  <a:pt x="36752" y="3496"/>
                  <a:pt x="54782" y="4580"/>
                  <a:pt x="58321" y="3894"/>
                </a:cubicBezTo>
                <a:cubicBezTo>
                  <a:pt x="61861" y="3208"/>
                  <a:pt x="60489" y="797"/>
                  <a:pt x="54604" y="310"/>
                </a:cubicBezTo>
                <a:cubicBezTo>
                  <a:pt x="48719" y="-177"/>
                  <a:pt x="28278" y="-132"/>
                  <a:pt x="23013" y="974"/>
                </a:cubicBezTo>
                <a:cubicBezTo>
                  <a:pt x="17748" y="2080"/>
                  <a:pt x="26553" y="5620"/>
                  <a:pt x="23013" y="6947"/>
                </a:cubicBezTo>
                <a:cubicBezTo>
                  <a:pt x="19474" y="8274"/>
                  <a:pt x="4940" y="7456"/>
                  <a:pt x="1776" y="8938"/>
                </a:cubicBezTo>
                <a:cubicBezTo>
                  <a:pt x="-1387" y="10420"/>
                  <a:pt x="4320" y="13606"/>
                  <a:pt x="4032" y="15840"/>
                </a:cubicBezTo>
                <a:cubicBezTo>
                  <a:pt x="3744" y="18075"/>
                  <a:pt x="-348" y="20044"/>
                  <a:pt x="50" y="22345"/>
                </a:cubicBezTo>
                <a:cubicBezTo>
                  <a:pt x="448" y="24646"/>
                  <a:pt x="5094" y="29424"/>
                  <a:pt x="6421" y="29645"/>
                </a:cubicBezTo>
                <a:close/>
              </a:path>
            </a:pathLst>
          </a:custGeom>
          <a:solidFill>
            <a:srgbClr val="FFFFFF">
              <a:alpha val="70440"/>
            </a:srgbClr>
          </a:solidFill>
          <a:ln>
            <a:noFill/>
          </a:ln>
        </p:spPr>
      </p:sp>
      <p:grpSp>
        <p:nvGrpSpPr>
          <p:cNvPr id="161" name="Google Shape;161;p16"/>
          <p:cNvGrpSpPr/>
          <p:nvPr/>
        </p:nvGrpSpPr>
        <p:grpSpPr>
          <a:xfrm>
            <a:off x="8335800" y="3935025"/>
            <a:ext cx="1931300" cy="862775"/>
            <a:chOff x="7466375" y="3371475"/>
            <a:chExt cx="1931300" cy="862775"/>
          </a:xfrm>
        </p:grpSpPr>
        <p:sp>
          <p:nvSpPr>
            <p:cNvPr id="162" name="Google Shape;162;p16"/>
            <p:cNvSpPr/>
            <p:nvPr/>
          </p:nvSpPr>
          <p:spPr>
            <a:xfrm>
              <a:off x="806082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163" name="Google Shape;163;p16"/>
            <p:cNvSpPr/>
            <p:nvPr/>
          </p:nvSpPr>
          <p:spPr>
            <a:xfrm>
              <a:off x="7466375" y="3842700"/>
              <a:ext cx="1931300" cy="391550"/>
            </a:xfrm>
            <a:custGeom>
              <a:avLst/>
              <a:gdLst/>
              <a:ahLst/>
              <a:cxnLst/>
              <a:rect l="l" t="t" r="r" b="b"/>
              <a:pathLst>
                <a:path w="77252" h="15662" extrusionOk="0">
                  <a:moveTo>
                    <a:pt x="74863" y="3451"/>
                  </a:moveTo>
                  <a:lnTo>
                    <a:pt x="71677" y="0"/>
                  </a:lnTo>
                  <a:lnTo>
                    <a:pt x="6637" y="0"/>
                  </a:lnTo>
                  <a:lnTo>
                    <a:pt x="0" y="6902"/>
                  </a:lnTo>
                  <a:lnTo>
                    <a:pt x="6902" y="7167"/>
                  </a:lnTo>
                  <a:lnTo>
                    <a:pt x="6637" y="15662"/>
                  </a:lnTo>
                  <a:lnTo>
                    <a:pt x="77252" y="12742"/>
                  </a:lnTo>
                  <a:close/>
                </a:path>
              </a:pathLst>
            </a:custGeom>
            <a:solidFill>
              <a:schemeClr val="dk2"/>
            </a:solidFill>
            <a:ln>
              <a:noFill/>
            </a:ln>
          </p:spPr>
        </p:sp>
        <p:sp>
          <p:nvSpPr>
            <p:cNvPr id="164" name="Google Shape;164;p16"/>
            <p:cNvSpPr/>
            <p:nvPr/>
          </p:nvSpPr>
          <p:spPr>
            <a:xfrm>
              <a:off x="832837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165" name="Google Shape;165;p16"/>
            <p:cNvSpPr/>
            <p:nvPr/>
          </p:nvSpPr>
          <p:spPr>
            <a:xfrm>
              <a:off x="8766400"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grpSp>
      <p:sp>
        <p:nvSpPr>
          <p:cNvPr id="166" name="Google Shape;166;p16"/>
          <p:cNvSpPr/>
          <p:nvPr/>
        </p:nvSpPr>
        <p:spPr>
          <a:xfrm>
            <a:off x="-988672" y="4480601"/>
            <a:ext cx="11207125" cy="493650"/>
          </a:xfrm>
          <a:custGeom>
            <a:avLst/>
            <a:gdLst/>
            <a:ahLst/>
            <a:cxnLst/>
            <a:rect l="l" t="t" r="r" b="b"/>
            <a:pathLst>
              <a:path w="448285" h="19746" extrusionOk="0">
                <a:moveTo>
                  <a:pt x="35299" y="2624"/>
                </a:moveTo>
                <a:cubicBezTo>
                  <a:pt x="42688" y="-119"/>
                  <a:pt x="54369" y="1606"/>
                  <a:pt x="72731" y="1827"/>
                </a:cubicBezTo>
                <a:cubicBezTo>
                  <a:pt x="91093" y="2048"/>
                  <a:pt x="123348" y="3995"/>
                  <a:pt x="145470" y="3951"/>
                </a:cubicBezTo>
                <a:cubicBezTo>
                  <a:pt x="167593" y="3907"/>
                  <a:pt x="188476" y="1474"/>
                  <a:pt x="205466" y="1562"/>
                </a:cubicBezTo>
                <a:cubicBezTo>
                  <a:pt x="222456" y="1651"/>
                  <a:pt x="227545" y="4261"/>
                  <a:pt x="247411" y="4482"/>
                </a:cubicBezTo>
                <a:cubicBezTo>
                  <a:pt x="267277" y="4703"/>
                  <a:pt x="297851" y="3509"/>
                  <a:pt x="324663" y="2889"/>
                </a:cubicBezTo>
                <a:cubicBezTo>
                  <a:pt x="351476" y="2270"/>
                  <a:pt x="392491" y="-1580"/>
                  <a:pt x="408286" y="765"/>
                </a:cubicBezTo>
                <a:cubicBezTo>
                  <a:pt x="424082" y="3110"/>
                  <a:pt x="482751" y="14039"/>
                  <a:pt x="419436" y="16959"/>
                </a:cubicBezTo>
                <a:cubicBezTo>
                  <a:pt x="356121" y="19879"/>
                  <a:pt x="92420" y="20675"/>
                  <a:pt x="28397" y="18286"/>
                </a:cubicBezTo>
                <a:cubicBezTo>
                  <a:pt x="-35626" y="15897"/>
                  <a:pt x="27910" y="5367"/>
                  <a:pt x="35299" y="2624"/>
                </a:cubicBezTo>
                <a:close/>
              </a:path>
            </a:pathLst>
          </a:custGeom>
          <a:solidFill>
            <a:schemeClr val="accent1"/>
          </a:solidFill>
          <a:ln>
            <a:noFill/>
          </a:ln>
        </p:spPr>
      </p:sp>
      <p:sp>
        <p:nvSpPr>
          <p:cNvPr id="167" name="Google Shape;167;p16"/>
          <p:cNvSpPr/>
          <p:nvPr/>
        </p:nvSpPr>
        <p:spPr>
          <a:xfrm>
            <a:off x="-926323" y="4602514"/>
            <a:ext cx="10942825" cy="664600"/>
          </a:xfrm>
          <a:custGeom>
            <a:avLst/>
            <a:gdLst/>
            <a:ahLst/>
            <a:cxnLst/>
            <a:rect l="l" t="t" r="r" b="b"/>
            <a:pathLst>
              <a:path w="437713" h="26584" extrusionOk="0">
                <a:moveTo>
                  <a:pt x="25903" y="1198"/>
                </a:moveTo>
                <a:cubicBezTo>
                  <a:pt x="33071" y="-2297"/>
                  <a:pt x="49486" y="2968"/>
                  <a:pt x="74750" y="3056"/>
                </a:cubicBezTo>
                <a:cubicBezTo>
                  <a:pt x="100014" y="3145"/>
                  <a:pt x="148860" y="1641"/>
                  <a:pt x="177487" y="1729"/>
                </a:cubicBezTo>
                <a:cubicBezTo>
                  <a:pt x="206114" y="1818"/>
                  <a:pt x="214078" y="3853"/>
                  <a:pt x="246510" y="3587"/>
                </a:cubicBezTo>
                <a:cubicBezTo>
                  <a:pt x="278942" y="3322"/>
                  <a:pt x="345043" y="-41"/>
                  <a:pt x="372077" y="136"/>
                </a:cubicBezTo>
                <a:cubicBezTo>
                  <a:pt x="399111" y="313"/>
                  <a:pt x="402695" y="711"/>
                  <a:pt x="408712" y="4649"/>
                </a:cubicBezTo>
                <a:cubicBezTo>
                  <a:pt x="414729" y="8587"/>
                  <a:pt x="471009" y="20533"/>
                  <a:pt x="408181" y="23763"/>
                </a:cubicBezTo>
                <a:cubicBezTo>
                  <a:pt x="345353" y="26993"/>
                  <a:pt x="95457" y="27789"/>
                  <a:pt x="31744" y="24028"/>
                </a:cubicBezTo>
                <a:cubicBezTo>
                  <a:pt x="-31969" y="20267"/>
                  <a:pt x="18735" y="4693"/>
                  <a:pt x="25903" y="1198"/>
                </a:cubicBezTo>
                <a:close/>
              </a:path>
            </a:pathLst>
          </a:custGeom>
          <a:solidFill>
            <a:schemeClr val="accent3"/>
          </a:solidFill>
          <a:ln>
            <a:noFill/>
          </a:ln>
        </p:spPr>
      </p:sp>
      <p:sp>
        <p:nvSpPr>
          <p:cNvPr id="168" name="Google Shape;168;p1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9" name="Google Shape;169;p16"/>
          <p:cNvSpPr txBox="1">
            <a:spLocks noGrp="1"/>
          </p:cNvSpPr>
          <p:nvPr>
            <p:ph type="body" idx="1"/>
          </p:nvPr>
        </p:nvSpPr>
        <p:spPr>
          <a:xfrm>
            <a:off x="713225" y="1589400"/>
            <a:ext cx="2330400" cy="26382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70" name="Google Shape;170;p16"/>
          <p:cNvSpPr txBox="1">
            <a:spLocks noGrp="1"/>
          </p:cNvSpPr>
          <p:nvPr>
            <p:ph type="body" idx="2"/>
          </p:nvPr>
        </p:nvSpPr>
        <p:spPr>
          <a:xfrm>
            <a:off x="6100151" y="1589400"/>
            <a:ext cx="2331300" cy="26382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71" name="Google Shape;171;p16"/>
          <p:cNvSpPr txBox="1">
            <a:spLocks noGrp="1"/>
          </p:cNvSpPr>
          <p:nvPr>
            <p:ph type="body" idx="3"/>
          </p:nvPr>
        </p:nvSpPr>
        <p:spPr>
          <a:xfrm>
            <a:off x="3406350" y="1589400"/>
            <a:ext cx="2331300" cy="26382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72" name="Google Shape;172;p16"/>
          <p:cNvSpPr txBox="1">
            <a:spLocks noGrp="1"/>
          </p:cNvSpPr>
          <p:nvPr>
            <p:ph type="subTitle" idx="4"/>
          </p:nvPr>
        </p:nvSpPr>
        <p:spPr>
          <a:xfrm>
            <a:off x="714184" y="1239650"/>
            <a:ext cx="2330400" cy="411900"/>
          </a:xfrm>
          <a:prstGeom prst="rect">
            <a:avLst/>
          </a:prstGeom>
        </p:spPr>
        <p:txBody>
          <a:bodyPr spcFirstLastPara="1" wrap="square" lIns="91425" tIns="91425" rIns="91425" bIns="91425" anchor="b" anchorCtr="0">
            <a:noAutofit/>
          </a:bodyPr>
          <a:lstStyle>
            <a:lvl1pPr lvl="0">
              <a:spcBef>
                <a:spcPts val="0"/>
              </a:spcBef>
              <a:spcAft>
                <a:spcPts val="0"/>
              </a:spcAft>
              <a:buSzPts val="2100"/>
              <a:buFont typeface="Hammersmith One"/>
              <a:buNone/>
              <a:defRPr sz="2100">
                <a:latin typeface="Hammersmith One"/>
                <a:ea typeface="Hammersmith One"/>
                <a:cs typeface="Hammersmith One"/>
                <a:sym typeface="Hammersmith One"/>
              </a:defRPr>
            </a:lvl1pPr>
            <a:lvl2pPr lvl="1">
              <a:spcBef>
                <a:spcPts val="0"/>
              </a:spcBef>
              <a:spcAft>
                <a:spcPts val="0"/>
              </a:spcAft>
              <a:buSzPts val="2100"/>
              <a:buFont typeface="Hammersmith One"/>
              <a:buNone/>
              <a:defRPr sz="2100">
                <a:latin typeface="Hammersmith One"/>
                <a:ea typeface="Hammersmith One"/>
                <a:cs typeface="Hammersmith One"/>
                <a:sym typeface="Hammersmith One"/>
              </a:defRPr>
            </a:lvl2pPr>
            <a:lvl3pPr lvl="2">
              <a:spcBef>
                <a:spcPts val="0"/>
              </a:spcBef>
              <a:spcAft>
                <a:spcPts val="0"/>
              </a:spcAft>
              <a:buSzPts val="2100"/>
              <a:buFont typeface="Hammersmith One"/>
              <a:buNone/>
              <a:defRPr sz="2100">
                <a:latin typeface="Hammersmith One"/>
                <a:ea typeface="Hammersmith One"/>
                <a:cs typeface="Hammersmith One"/>
                <a:sym typeface="Hammersmith One"/>
              </a:defRPr>
            </a:lvl3pPr>
            <a:lvl4pPr lvl="3">
              <a:spcBef>
                <a:spcPts val="0"/>
              </a:spcBef>
              <a:spcAft>
                <a:spcPts val="0"/>
              </a:spcAft>
              <a:buSzPts val="2100"/>
              <a:buFont typeface="Hammersmith One"/>
              <a:buNone/>
              <a:defRPr sz="2100">
                <a:latin typeface="Hammersmith One"/>
                <a:ea typeface="Hammersmith One"/>
                <a:cs typeface="Hammersmith One"/>
                <a:sym typeface="Hammersmith One"/>
              </a:defRPr>
            </a:lvl4pPr>
            <a:lvl5pPr lvl="4">
              <a:spcBef>
                <a:spcPts val="0"/>
              </a:spcBef>
              <a:spcAft>
                <a:spcPts val="0"/>
              </a:spcAft>
              <a:buSzPts val="2100"/>
              <a:buFont typeface="Hammersmith One"/>
              <a:buNone/>
              <a:defRPr sz="2100">
                <a:latin typeface="Hammersmith One"/>
                <a:ea typeface="Hammersmith One"/>
                <a:cs typeface="Hammersmith One"/>
                <a:sym typeface="Hammersmith One"/>
              </a:defRPr>
            </a:lvl5pPr>
            <a:lvl6pPr lvl="5">
              <a:spcBef>
                <a:spcPts val="0"/>
              </a:spcBef>
              <a:spcAft>
                <a:spcPts val="0"/>
              </a:spcAft>
              <a:buSzPts val="2100"/>
              <a:buFont typeface="Hammersmith One"/>
              <a:buNone/>
              <a:defRPr sz="2100">
                <a:latin typeface="Hammersmith One"/>
                <a:ea typeface="Hammersmith One"/>
                <a:cs typeface="Hammersmith One"/>
                <a:sym typeface="Hammersmith One"/>
              </a:defRPr>
            </a:lvl6pPr>
            <a:lvl7pPr lvl="6">
              <a:spcBef>
                <a:spcPts val="0"/>
              </a:spcBef>
              <a:spcAft>
                <a:spcPts val="0"/>
              </a:spcAft>
              <a:buSzPts val="2100"/>
              <a:buFont typeface="Hammersmith One"/>
              <a:buNone/>
              <a:defRPr sz="2100">
                <a:latin typeface="Hammersmith One"/>
                <a:ea typeface="Hammersmith One"/>
                <a:cs typeface="Hammersmith One"/>
                <a:sym typeface="Hammersmith One"/>
              </a:defRPr>
            </a:lvl7pPr>
            <a:lvl8pPr lvl="7">
              <a:spcBef>
                <a:spcPts val="0"/>
              </a:spcBef>
              <a:spcAft>
                <a:spcPts val="0"/>
              </a:spcAft>
              <a:buSzPts val="2100"/>
              <a:buFont typeface="Hammersmith One"/>
              <a:buNone/>
              <a:defRPr sz="2100">
                <a:latin typeface="Hammersmith One"/>
                <a:ea typeface="Hammersmith One"/>
                <a:cs typeface="Hammersmith One"/>
                <a:sym typeface="Hammersmith One"/>
              </a:defRPr>
            </a:lvl8pPr>
            <a:lvl9pPr lvl="8">
              <a:spcBef>
                <a:spcPts val="0"/>
              </a:spcBef>
              <a:spcAft>
                <a:spcPts val="0"/>
              </a:spcAft>
              <a:buSzPts val="2100"/>
              <a:buFont typeface="Hammersmith One"/>
              <a:buNone/>
              <a:defRPr sz="2100">
                <a:latin typeface="Hammersmith One"/>
                <a:ea typeface="Hammersmith One"/>
                <a:cs typeface="Hammersmith One"/>
                <a:sym typeface="Hammersmith One"/>
              </a:defRPr>
            </a:lvl9pPr>
          </a:lstStyle>
          <a:p>
            <a:endParaRPr/>
          </a:p>
        </p:txBody>
      </p:sp>
      <p:sp>
        <p:nvSpPr>
          <p:cNvPr id="173" name="Google Shape;173;p16"/>
          <p:cNvSpPr txBox="1">
            <a:spLocks noGrp="1"/>
          </p:cNvSpPr>
          <p:nvPr>
            <p:ph type="subTitle" idx="5"/>
          </p:nvPr>
        </p:nvSpPr>
        <p:spPr>
          <a:xfrm>
            <a:off x="3406350" y="1239650"/>
            <a:ext cx="2331300" cy="411900"/>
          </a:xfrm>
          <a:prstGeom prst="rect">
            <a:avLst/>
          </a:prstGeom>
        </p:spPr>
        <p:txBody>
          <a:bodyPr spcFirstLastPara="1" wrap="square" lIns="91425" tIns="91425" rIns="91425" bIns="91425" anchor="b" anchorCtr="0">
            <a:noAutofit/>
          </a:bodyPr>
          <a:lstStyle>
            <a:lvl1pPr lvl="0" rtl="0">
              <a:spcBef>
                <a:spcPts val="0"/>
              </a:spcBef>
              <a:spcAft>
                <a:spcPts val="0"/>
              </a:spcAft>
              <a:buSzPts val="2100"/>
              <a:buFont typeface="Hammersmith One"/>
              <a:buNone/>
              <a:defRPr sz="2100">
                <a:latin typeface="Hammersmith One"/>
                <a:ea typeface="Hammersmith One"/>
                <a:cs typeface="Hammersmith One"/>
                <a:sym typeface="Hammersmith One"/>
              </a:defRPr>
            </a:lvl1pPr>
            <a:lvl2pPr lvl="1" rtl="0">
              <a:spcBef>
                <a:spcPts val="0"/>
              </a:spcBef>
              <a:spcAft>
                <a:spcPts val="0"/>
              </a:spcAft>
              <a:buSzPts val="2100"/>
              <a:buFont typeface="Hammersmith One"/>
              <a:buNone/>
              <a:defRPr sz="2100">
                <a:latin typeface="Hammersmith One"/>
                <a:ea typeface="Hammersmith One"/>
                <a:cs typeface="Hammersmith One"/>
                <a:sym typeface="Hammersmith One"/>
              </a:defRPr>
            </a:lvl2pPr>
            <a:lvl3pPr lvl="2" rtl="0">
              <a:spcBef>
                <a:spcPts val="0"/>
              </a:spcBef>
              <a:spcAft>
                <a:spcPts val="0"/>
              </a:spcAft>
              <a:buSzPts val="2100"/>
              <a:buFont typeface="Hammersmith One"/>
              <a:buNone/>
              <a:defRPr sz="2100">
                <a:latin typeface="Hammersmith One"/>
                <a:ea typeface="Hammersmith One"/>
                <a:cs typeface="Hammersmith One"/>
                <a:sym typeface="Hammersmith One"/>
              </a:defRPr>
            </a:lvl3pPr>
            <a:lvl4pPr lvl="3" rtl="0">
              <a:spcBef>
                <a:spcPts val="0"/>
              </a:spcBef>
              <a:spcAft>
                <a:spcPts val="0"/>
              </a:spcAft>
              <a:buSzPts val="2100"/>
              <a:buFont typeface="Hammersmith One"/>
              <a:buNone/>
              <a:defRPr sz="2100">
                <a:latin typeface="Hammersmith One"/>
                <a:ea typeface="Hammersmith One"/>
                <a:cs typeface="Hammersmith One"/>
                <a:sym typeface="Hammersmith One"/>
              </a:defRPr>
            </a:lvl4pPr>
            <a:lvl5pPr lvl="4" rtl="0">
              <a:spcBef>
                <a:spcPts val="0"/>
              </a:spcBef>
              <a:spcAft>
                <a:spcPts val="0"/>
              </a:spcAft>
              <a:buSzPts val="2100"/>
              <a:buFont typeface="Hammersmith One"/>
              <a:buNone/>
              <a:defRPr sz="2100">
                <a:latin typeface="Hammersmith One"/>
                <a:ea typeface="Hammersmith One"/>
                <a:cs typeface="Hammersmith One"/>
                <a:sym typeface="Hammersmith One"/>
              </a:defRPr>
            </a:lvl5pPr>
            <a:lvl6pPr lvl="5" rtl="0">
              <a:spcBef>
                <a:spcPts val="0"/>
              </a:spcBef>
              <a:spcAft>
                <a:spcPts val="0"/>
              </a:spcAft>
              <a:buSzPts val="2100"/>
              <a:buFont typeface="Hammersmith One"/>
              <a:buNone/>
              <a:defRPr sz="2100">
                <a:latin typeface="Hammersmith One"/>
                <a:ea typeface="Hammersmith One"/>
                <a:cs typeface="Hammersmith One"/>
                <a:sym typeface="Hammersmith One"/>
              </a:defRPr>
            </a:lvl6pPr>
            <a:lvl7pPr lvl="6" rtl="0">
              <a:spcBef>
                <a:spcPts val="0"/>
              </a:spcBef>
              <a:spcAft>
                <a:spcPts val="0"/>
              </a:spcAft>
              <a:buSzPts val="2100"/>
              <a:buFont typeface="Hammersmith One"/>
              <a:buNone/>
              <a:defRPr sz="2100">
                <a:latin typeface="Hammersmith One"/>
                <a:ea typeface="Hammersmith One"/>
                <a:cs typeface="Hammersmith One"/>
                <a:sym typeface="Hammersmith One"/>
              </a:defRPr>
            </a:lvl7pPr>
            <a:lvl8pPr lvl="7" rtl="0">
              <a:spcBef>
                <a:spcPts val="0"/>
              </a:spcBef>
              <a:spcAft>
                <a:spcPts val="0"/>
              </a:spcAft>
              <a:buSzPts val="2100"/>
              <a:buFont typeface="Hammersmith One"/>
              <a:buNone/>
              <a:defRPr sz="2100">
                <a:latin typeface="Hammersmith One"/>
                <a:ea typeface="Hammersmith One"/>
                <a:cs typeface="Hammersmith One"/>
                <a:sym typeface="Hammersmith One"/>
              </a:defRPr>
            </a:lvl8pPr>
            <a:lvl9pPr lvl="8" rtl="0">
              <a:spcBef>
                <a:spcPts val="0"/>
              </a:spcBef>
              <a:spcAft>
                <a:spcPts val="0"/>
              </a:spcAft>
              <a:buSzPts val="2100"/>
              <a:buFont typeface="Hammersmith One"/>
              <a:buNone/>
              <a:defRPr sz="2100">
                <a:latin typeface="Hammersmith One"/>
                <a:ea typeface="Hammersmith One"/>
                <a:cs typeface="Hammersmith One"/>
                <a:sym typeface="Hammersmith One"/>
              </a:defRPr>
            </a:lvl9pPr>
          </a:lstStyle>
          <a:p>
            <a:endParaRPr/>
          </a:p>
        </p:txBody>
      </p:sp>
      <p:sp>
        <p:nvSpPr>
          <p:cNvPr id="174" name="Google Shape;174;p16"/>
          <p:cNvSpPr txBox="1">
            <a:spLocks noGrp="1"/>
          </p:cNvSpPr>
          <p:nvPr>
            <p:ph type="subTitle" idx="6"/>
          </p:nvPr>
        </p:nvSpPr>
        <p:spPr>
          <a:xfrm>
            <a:off x="6099200" y="1239650"/>
            <a:ext cx="2331300" cy="411900"/>
          </a:xfrm>
          <a:prstGeom prst="rect">
            <a:avLst/>
          </a:prstGeom>
        </p:spPr>
        <p:txBody>
          <a:bodyPr spcFirstLastPara="1" wrap="square" lIns="91425" tIns="91425" rIns="91425" bIns="91425" anchor="b" anchorCtr="0">
            <a:noAutofit/>
          </a:bodyPr>
          <a:lstStyle>
            <a:lvl1pPr lvl="0" rtl="0">
              <a:spcBef>
                <a:spcPts val="0"/>
              </a:spcBef>
              <a:spcAft>
                <a:spcPts val="0"/>
              </a:spcAft>
              <a:buSzPts val="2100"/>
              <a:buFont typeface="Hammersmith One"/>
              <a:buNone/>
              <a:defRPr sz="2100">
                <a:latin typeface="Hammersmith One"/>
                <a:ea typeface="Hammersmith One"/>
                <a:cs typeface="Hammersmith One"/>
                <a:sym typeface="Hammersmith One"/>
              </a:defRPr>
            </a:lvl1pPr>
            <a:lvl2pPr lvl="1" rtl="0">
              <a:spcBef>
                <a:spcPts val="0"/>
              </a:spcBef>
              <a:spcAft>
                <a:spcPts val="0"/>
              </a:spcAft>
              <a:buSzPts val="2100"/>
              <a:buFont typeface="Hammersmith One"/>
              <a:buNone/>
              <a:defRPr sz="2100">
                <a:latin typeface="Hammersmith One"/>
                <a:ea typeface="Hammersmith One"/>
                <a:cs typeface="Hammersmith One"/>
                <a:sym typeface="Hammersmith One"/>
              </a:defRPr>
            </a:lvl2pPr>
            <a:lvl3pPr lvl="2" rtl="0">
              <a:spcBef>
                <a:spcPts val="0"/>
              </a:spcBef>
              <a:spcAft>
                <a:spcPts val="0"/>
              </a:spcAft>
              <a:buSzPts val="2100"/>
              <a:buFont typeface="Hammersmith One"/>
              <a:buNone/>
              <a:defRPr sz="2100">
                <a:latin typeface="Hammersmith One"/>
                <a:ea typeface="Hammersmith One"/>
                <a:cs typeface="Hammersmith One"/>
                <a:sym typeface="Hammersmith One"/>
              </a:defRPr>
            </a:lvl3pPr>
            <a:lvl4pPr lvl="3" rtl="0">
              <a:spcBef>
                <a:spcPts val="0"/>
              </a:spcBef>
              <a:spcAft>
                <a:spcPts val="0"/>
              </a:spcAft>
              <a:buSzPts val="2100"/>
              <a:buFont typeface="Hammersmith One"/>
              <a:buNone/>
              <a:defRPr sz="2100">
                <a:latin typeface="Hammersmith One"/>
                <a:ea typeface="Hammersmith One"/>
                <a:cs typeface="Hammersmith One"/>
                <a:sym typeface="Hammersmith One"/>
              </a:defRPr>
            </a:lvl4pPr>
            <a:lvl5pPr lvl="4" rtl="0">
              <a:spcBef>
                <a:spcPts val="0"/>
              </a:spcBef>
              <a:spcAft>
                <a:spcPts val="0"/>
              </a:spcAft>
              <a:buSzPts val="2100"/>
              <a:buFont typeface="Hammersmith One"/>
              <a:buNone/>
              <a:defRPr sz="2100">
                <a:latin typeface="Hammersmith One"/>
                <a:ea typeface="Hammersmith One"/>
                <a:cs typeface="Hammersmith One"/>
                <a:sym typeface="Hammersmith One"/>
              </a:defRPr>
            </a:lvl5pPr>
            <a:lvl6pPr lvl="5" rtl="0">
              <a:spcBef>
                <a:spcPts val="0"/>
              </a:spcBef>
              <a:spcAft>
                <a:spcPts val="0"/>
              </a:spcAft>
              <a:buSzPts val="2100"/>
              <a:buFont typeface="Hammersmith One"/>
              <a:buNone/>
              <a:defRPr sz="2100">
                <a:latin typeface="Hammersmith One"/>
                <a:ea typeface="Hammersmith One"/>
                <a:cs typeface="Hammersmith One"/>
                <a:sym typeface="Hammersmith One"/>
              </a:defRPr>
            </a:lvl6pPr>
            <a:lvl7pPr lvl="6" rtl="0">
              <a:spcBef>
                <a:spcPts val="0"/>
              </a:spcBef>
              <a:spcAft>
                <a:spcPts val="0"/>
              </a:spcAft>
              <a:buSzPts val="2100"/>
              <a:buFont typeface="Hammersmith One"/>
              <a:buNone/>
              <a:defRPr sz="2100">
                <a:latin typeface="Hammersmith One"/>
                <a:ea typeface="Hammersmith One"/>
                <a:cs typeface="Hammersmith One"/>
                <a:sym typeface="Hammersmith One"/>
              </a:defRPr>
            </a:lvl7pPr>
            <a:lvl8pPr lvl="7" rtl="0">
              <a:spcBef>
                <a:spcPts val="0"/>
              </a:spcBef>
              <a:spcAft>
                <a:spcPts val="0"/>
              </a:spcAft>
              <a:buSzPts val="2100"/>
              <a:buFont typeface="Hammersmith One"/>
              <a:buNone/>
              <a:defRPr sz="2100">
                <a:latin typeface="Hammersmith One"/>
                <a:ea typeface="Hammersmith One"/>
                <a:cs typeface="Hammersmith One"/>
                <a:sym typeface="Hammersmith One"/>
              </a:defRPr>
            </a:lvl8pPr>
            <a:lvl9pPr lvl="8" rtl="0">
              <a:spcBef>
                <a:spcPts val="0"/>
              </a:spcBef>
              <a:spcAft>
                <a:spcPts val="0"/>
              </a:spcAft>
              <a:buSzPts val="2100"/>
              <a:buFont typeface="Hammersmith One"/>
              <a:buNone/>
              <a:defRPr sz="2100">
                <a:latin typeface="Hammersmith One"/>
                <a:ea typeface="Hammersmith One"/>
                <a:cs typeface="Hammersmith One"/>
                <a:sym typeface="Hammersmith 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1">
  <p:cSld name="ONE_COLUMN_TEXT_2">
    <p:spTree>
      <p:nvGrpSpPr>
        <p:cNvPr id="1" name="Shape 175"/>
        <p:cNvGrpSpPr/>
        <p:nvPr/>
      </p:nvGrpSpPr>
      <p:grpSpPr>
        <a:xfrm>
          <a:off x="0" y="0"/>
          <a:ext cx="0" cy="0"/>
          <a:chOff x="0" y="0"/>
          <a:chExt cx="0" cy="0"/>
        </a:xfrm>
      </p:grpSpPr>
      <p:sp>
        <p:nvSpPr>
          <p:cNvPr id="176" name="Google Shape;176;p17"/>
          <p:cNvSpPr txBox="1">
            <a:spLocks noGrp="1"/>
          </p:cNvSpPr>
          <p:nvPr>
            <p:ph type="body" idx="1"/>
          </p:nvPr>
        </p:nvSpPr>
        <p:spPr>
          <a:xfrm>
            <a:off x="713250" y="2077191"/>
            <a:ext cx="3959100" cy="14289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77" name="Google Shape;177;p17"/>
          <p:cNvSpPr txBox="1">
            <a:spLocks noGrp="1"/>
          </p:cNvSpPr>
          <p:nvPr>
            <p:ph type="title"/>
          </p:nvPr>
        </p:nvSpPr>
        <p:spPr>
          <a:xfrm>
            <a:off x="713250" y="4511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8" name="Google Shape;178;p17"/>
          <p:cNvSpPr/>
          <p:nvPr/>
        </p:nvSpPr>
        <p:spPr>
          <a:xfrm>
            <a:off x="-341169" y="-78940"/>
            <a:ext cx="2806500" cy="545450"/>
          </a:xfrm>
          <a:custGeom>
            <a:avLst/>
            <a:gdLst/>
            <a:ahLst/>
            <a:cxnLst/>
            <a:rect l="l" t="t" r="r" b="b"/>
            <a:pathLst>
              <a:path w="112260" h="21818" extrusionOk="0">
                <a:moveTo>
                  <a:pt x="9930" y="20148"/>
                </a:moveTo>
                <a:cubicBezTo>
                  <a:pt x="17585" y="23112"/>
                  <a:pt x="48070" y="21343"/>
                  <a:pt x="54530" y="20148"/>
                </a:cubicBezTo>
                <a:cubicBezTo>
                  <a:pt x="60990" y="18953"/>
                  <a:pt x="41079" y="14307"/>
                  <a:pt x="48689" y="12980"/>
                </a:cubicBezTo>
                <a:cubicBezTo>
                  <a:pt x="56299" y="11653"/>
                  <a:pt x="90900" y="14131"/>
                  <a:pt x="100191" y="12184"/>
                </a:cubicBezTo>
                <a:cubicBezTo>
                  <a:pt x="109483" y="10237"/>
                  <a:pt x="119703" y="2937"/>
                  <a:pt x="104438" y="1300"/>
                </a:cubicBezTo>
                <a:cubicBezTo>
                  <a:pt x="89173" y="-337"/>
                  <a:pt x="24354" y="-779"/>
                  <a:pt x="8603" y="2362"/>
                </a:cubicBezTo>
                <a:cubicBezTo>
                  <a:pt x="-7148" y="5503"/>
                  <a:pt x="2276" y="17184"/>
                  <a:pt x="9930" y="20148"/>
                </a:cubicBezTo>
                <a:close/>
              </a:path>
            </a:pathLst>
          </a:custGeom>
          <a:solidFill>
            <a:srgbClr val="FFFFFF">
              <a:alpha val="70440"/>
            </a:srgbClr>
          </a:solidFill>
          <a:ln>
            <a:noFill/>
          </a:ln>
        </p:spPr>
      </p:sp>
      <p:sp>
        <p:nvSpPr>
          <p:cNvPr id="179" name="Google Shape;179;p17"/>
          <p:cNvSpPr txBox="1">
            <a:spLocks noGrp="1"/>
          </p:cNvSpPr>
          <p:nvPr>
            <p:ph type="subTitle" idx="2"/>
          </p:nvPr>
        </p:nvSpPr>
        <p:spPr>
          <a:xfrm>
            <a:off x="714175" y="1258293"/>
            <a:ext cx="3959100" cy="805800"/>
          </a:xfrm>
          <a:prstGeom prst="rect">
            <a:avLst/>
          </a:prstGeom>
        </p:spPr>
        <p:txBody>
          <a:bodyPr spcFirstLastPara="1" wrap="square" lIns="91425" tIns="91425" rIns="91425" bIns="91425" anchor="b" anchorCtr="0">
            <a:noAutofit/>
          </a:bodyPr>
          <a:lstStyle>
            <a:lvl1pPr lvl="0">
              <a:spcBef>
                <a:spcPts val="0"/>
              </a:spcBef>
              <a:spcAft>
                <a:spcPts val="0"/>
              </a:spcAft>
              <a:buSzPts val="2100"/>
              <a:buFont typeface="Hammersmith One"/>
              <a:buNone/>
              <a:defRPr sz="2100">
                <a:latin typeface="Hammersmith One"/>
                <a:ea typeface="Hammersmith One"/>
                <a:cs typeface="Hammersmith One"/>
                <a:sym typeface="Hammersmith 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2">
  <p:cSld name="ONE_COLUMN_TEXT_2_1">
    <p:spTree>
      <p:nvGrpSpPr>
        <p:cNvPr id="1" name="Shape 180"/>
        <p:cNvGrpSpPr/>
        <p:nvPr/>
      </p:nvGrpSpPr>
      <p:grpSpPr>
        <a:xfrm>
          <a:off x="0" y="0"/>
          <a:ext cx="0" cy="0"/>
          <a:chOff x="0" y="0"/>
          <a:chExt cx="0" cy="0"/>
        </a:xfrm>
      </p:grpSpPr>
      <p:sp>
        <p:nvSpPr>
          <p:cNvPr id="181" name="Google Shape;181;p18"/>
          <p:cNvSpPr txBox="1">
            <a:spLocks noGrp="1"/>
          </p:cNvSpPr>
          <p:nvPr>
            <p:ph type="body" idx="1"/>
          </p:nvPr>
        </p:nvSpPr>
        <p:spPr>
          <a:xfrm>
            <a:off x="4470725" y="2077200"/>
            <a:ext cx="3959100" cy="16659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82" name="Google Shape;182;p18"/>
          <p:cNvSpPr txBox="1">
            <a:spLocks noGrp="1"/>
          </p:cNvSpPr>
          <p:nvPr>
            <p:ph type="title"/>
          </p:nvPr>
        </p:nvSpPr>
        <p:spPr>
          <a:xfrm>
            <a:off x="4471650" y="451100"/>
            <a:ext cx="3959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3" name="Google Shape;183;p18"/>
          <p:cNvSpPr txBox="1">
            <a:spLocks noGrp="1"/>
          </p:cNvSpPr>
          <p:nvPr>
            <p:ph type="subTitle" idx="2"/>
          </p:nvPr>
        </p:nvSpPr>
        <p:spPr>
          <a:xfrm>
            <a:off x="4471650" y="1258293"/>
            <a:ext cx="3959100" cy="805800"/>
          </a:xfrm>
          <a:prstGeom prst="rect">
            <a:avLst/>
          </a:prstGeom>
        </p:spPr>
        <p:txBody>
          <a:bodyPr spcFirstLastPara="1" wrap="square" lIns="91425" tIns="91425" rIns="91425" bIns="91425" anchor="b" anchorCtr="0">
            <a:noAutofit/>
          </a:bodyPr>
          <a:lstStyle>
            <a:lvl1pPr lvl="0" rtl="0">
              <a:spcBef>
                <a:spcPts val="0"/>
              </a:spcBef>
              <a:spcAft>
                <a:spcPts val="0"/>
              </a:spcAft>
              <a:buSzPts val="2100"/>
              <a:buFont typeface="Hammersmith One"/>
              <a:buNone/>
              <a:defRPr sz="2100">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84"/>
        <p:cNvGrpSpPr/>
        <p:nvPr/>
      </p:nvGrpSpPr>
      <p:grpSpPr>
        <a:xfrm>
          <a:off x="0" y="0"/>
          <a:ext cx="0" cy="0"/>
          <a:chOff x="0" y="0"/>
          <a:chExt cx="0" cy="0"/>
        </a:xfrm>
      </p:grpSpPr>
      <p:sp>
        <p:nvSpPr>
          <p:cNvPr id="185" name="Google Shape;185;p19"/>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anks">
  <p:cSld name="CUSTOM">
    <p:spTree>
      <p:nvGrpSpPr>
        <p:cNvPr id="1" name="Shape 186"/>
        <p:cNvGrpSpPr/>
        <p:nvPr/>
      </p:nvGrpSpPr>
      <p:grpSpPr>
        <a:xfrm>
          <a:off x="0" y="0"/>
          <a:ext cx="0" cy="0"/>
          <a:chOff x="0" y="0"/>
          <a:chExt cx="0" cy="0"/>
        </a:xfrm>
      </p:grpSpPr>
      <p:sp>
        <p:nvSpPr>
          <p:cNvPr id="187" name="Google Shape;187;p20"/>
          <p:cNvSpPr txBox="1">
            <a:spLocks noGrp="1"/>
          </p:cNvSpPr>
          <p:nvPr>
            <p:ph type="title"/>
          </p:nvPr>
        </p:nvSpPr>
        <p:spPr>
          <a:xfrm>
            <a:off x="1958688" y="540000"/>
            <a:ext cx="5226600" cy="1205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7200"/>
            </a:lvl1pPr>
            <a:lvl2pPr lvl="1" rtl="0">
              <a:lnSpc>
                <a:spcPct val="115000"/>
              </a:lnSpc>
              <a:spcBef>
                <a:spcPts val="0"/>
              </a:spcBef>
              <a:spcAft>
                <a:spcPts val="0"/>
              </a:spcAft>
              <a:buSzPts val="3500"/>
              <a:buNone/>
              <a:defRPr/>
            </a:lvl2pPr>
            <a:lvl3pPr lvl="2" rtl="0">
              <a:lnSpc>
                <a:spcPct val="115000"/>
              </a:lnSpc>
              <a:spcBef>
                <a:spcPts val="0"/>
              </a:spcBef>
              <a:spcAft>
                <a:spcPts val="0"/>
              </a:spcAft>
              <a:buSzPts val="3500"/>
              <a:buNone/>
              <a:defRPr/>
            </a:lvl3pPr>
            <a:lvl4pPr lvl="3" rtl="0">
              <a:lnSpc>
                <a:spcPct val="115000"/>
              </a:lnSpc>
              <a:spcBef>
                <a:spcPts val="0"/>
              </a:spcBef>
              <a:spcAft>
                <a:spcPts val="0"/>
              </a:spcAft>
              <a:buSzPts val="3500"/>
              <a:buNone/>
              <a:defRPr/>
            </a:lvl4pPr>
            <a:lvl5pPr lvl="4" rtl="0">
              <a:lnSpc>
                <a:spcPct val="115000"/>
              </a:lnSpc>
              <a:spcBef>
                <a:spcPts val="0"/>
              </a:spcBef>
              <a:spcAft>
                <a:spcPts val="0"/>
              </a:spcAft>
              <a:buSzPts val="3500"/>
              <a:buNone/>
              <a:defRPr/>
            </a:lvl5pPr>
            <a:lvl6pPr lvl="5" rtl="0">
              <a:lnSpc>
                <a:spcPct val="115000"/>
              </a:lnSpc>
              <a:spcBef>
                <a:spcPts val="0"/>
              </a:spcBef>
              <a:spcAft>
                <a:spcPts val="0"/>
              </a:spcAft>
              <a:buSzPts val="3500"/>
              <a:buNone/>
              <a:defRPr/>
            </a:lvl6pPr>
            <a:lvl7pPr lvl="6" rtl="0">
              <a:lnSpc>
                <a:spcPct val="115000"/>
              </a:lnSpc>
              <a:spcBef>
                <a:spcPts val="0"/>
              </a:spcBef>
              <a:spcAft>
                <a:spcPts val="0"/>
              </a:spcAft>
              <a:buSzPts val="3500"/>
              <a:buNone/>
              <a:defRPr/>
            </a:lvl7pPr>
            <a:lvl8pPr lvl="7" rtl="0">
              <a:lnSpc>
                <a:spcPct val="115000"/>
              </a:lnSpc>
              <a:spcBef>
                <a:spcPts val="0"/>
              </a:spcBef>
              <a:spcAft>
                <a:spcPts val="0"/>
              </a:spcAft>
              <a:buSzPts val="3500"/>
              <a:buNone/>
              <a:defRPr/>
            </a:lvl8pPr>
            <a:lvl9pPr lvl="8" rtl="0">
              <a:lnSpc>
                <a:spcPct val="115000"/>
              </a:lnSpc>
              <a:spcBef>
                <a:spcPts val="0"/>
              </a:spcBef>
              <a:spcAft>
                <a:spcPts val="0"/>
              </a:spcAft>
              <a:buSzPts val="3500"/>
              <a:buNone/>
              <a:defRPr/>
            </a:lvl9pPr>
          </a:lstStyle>
          <a:p>
            <a:endParaRPr/>
          </a:p>
        </p:txBody>
      </p:sp>
      <p:sp>
        <p:nvSpPr>
          <p:cNvPr id="188" name="Google Shape;188;p20"/>
          <p:cNvSpPr txBox="1">
            <a:spLocks noGrp="1"/>
          </p:cNvSpPr>
          <p:nvPr>
            <p:ph type="subTitle" idx="1"/>
          </p:nvPr>
        </p:nvSpPr>
        <p:spPr>
          <a:xfrm>
            <a:off x="1958700" y="1612850"/>
            <a:ext cx="5226600" cy="11349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89" name="Google Shape;189;p20"/>
          <p:cNvSpPr txBox="1"/>
          <p:nvPr/>
        </p:nvSpPr>
        <p:spPr>
          <a:xfrm>
            <a:off x="1960150" y="3764350"/>
            <a:ext cx="52266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b="1" u="sng">
                <a:solidFill>
                  <a:schemeClr val="dk1"/>
                </a:solidFill>
                <a:latin typeface="Albert Sans"/>
                <a:ea typeface="Albert Sans"/>
                <a:cs typeface="Albert Sans"/>
                <a:sym typeface="Albert Sans"/>
              </a:rPr>
              <a:t>CREDITS:</a:t>
            </a:r>
            <a:r>
              <a:rPr lang="en" sz="1000" b="1">
                <a:solidFill>
                  <a:schemeClr val="dk1"/>
                </a:solidFill>
                <a:latin typeface="Albert Sans"/>
                <a:ea typeface="Albert Sans"/>
                <a:cs typeface="Albert Sans"/>
                <a:sym typeface="Albert Sans"/>
              </a:rPr>
              <a:t> </a:t>
            </a:r>
            <a:r>
              <a:rPr lang="en" sz="1000">
                <a:solidFill>
                  <a:schemeClr val="dk1"/>
                </a:solidFill>
                <a:latin typeface="Albert Sans"/>
                <a:ea typeface="Albert Sans"/>
                <a:cs typeface="Albert Sans"/>
                <a:sym typeface="Albert Sans"/>
              </a:rPr>
              <a:t>This presentation template was created by</a:t>
            </a:r>
            <a:r>
              <a:rPr lang="en" sz="1000" b="1">
                <a:solidFill>
                  <a:schemeClr val="dk1"/>
                </a:solidFill>
                <a:latin typeface="Albert Sans"/>
                <a:ea typeface="Albert Sans"/>
                <a:cs typeface="Albert Sans"/>
                <a:sym typeface="Albert Sans"/>
              </a:rPr>
              <a:t> Slidesgo </a:t>
            </a:r>
            <a:r>
              <a:rPr lang="en" sz="1000">
                <a:solidFill>
                  <a:schemeClr val="dk1"/>
                </a:solidFill>
                <a:latin typeface="Albert Sans"/>
                <a:ea typeface="Albert Sans"/>
                <a:cs typeface="Albert Sans"/>
                <a:sym typeface="Albert Sans"/>
              </a:rPr>
              <a:t>and includes icons by </a:t>
            </a:r>
            <a:r>
              <a:rPr lang="en" sz="1000" b="1">
                <a:solidFill>
                  <a:schemeClr val="dk1"/>
                </a:solidFill>
                <a:latin typeface="Albert Sans"/>
                <a:ea typeface="Albert Sans"/>
                <a:cs typeface="Albert Sans"/>
                <a:sym typeface="Albert Sans"/>
              </a:rPr>
              <a:t>Flaticon, </a:t>
            </a:r>
            <a:r>
              <a:rPr lang="en" sz="1000">
                <a:solidFill>
                  <a:schemeClr val="dk1"/>
                </a:solidFill>
                <a:latin typeface="Albert Sans"/>
                <a:ea typeface="Albert Sans"/>
                <a:cs typeface="Albert Sans"/>
                <a:sym typeface="Albert Sans"/>
              </a:rPr>
              <a:t>infographics &amp; images by </a:t>
            </a:r>
            <a:r>
              <a:rPr lang="en" sz="1000" b="1">
                <a:solidFill>
                  <a:schemeClr val="dk1"/>
                </a:solidFill>
                <a:latin typeface="Albert Sans"/>
                <a:ea typeface="Albert Sans"/>
                <a:cs typeface="Albert Sans"/>
                <a:sym typeface="Albert Sans"/>
              </a:rPr>
              <a:t>Freepik </a:t>
            </a:r>
            <a:r>
              <a:rPr lang="en" sz="1000">
                <a:solidFill>
                  <a:schemeClr val="dk1"/>
                </a:solidFill>
                <a:latin typeface="Albert Sans"/>
                <a:ea typeface="Albert Sans"/>
                <a:cs typeface="Albert Sans"/>
                <a:sym typeface="Albert Sans"/>
              </a:rPr>
              <a:t>and content by</a:t>
            </a:r>
            <a:r>
              <a:rPr lang="en" sz="1000" b="1">
                <a:solidFill>
                  <a:schemeClr val="dk1"/>
                </a:solidFill>
                <a:latin typeface="Albert Sans"/>
                <a:ea typeface="Albert Sans"/>
                <a:cs typeface="Albert Sans"/>
                <a:sym typeface="Albert Sans"/>
              </a:rPr>
              <a:t> Eliana Delacour </a:t>
            </a:r>
            <a:endParaRPr sz="1000" b="1">
              <a:solidFill>
                <a:schemeClr val="dk1"/>
              </a:solidFill>
              <a:latin typeface="Albert Sans"/>
              <a:ea typeface="Albert Sans"/>
              <a:cs typeface="Albert Sans"/>
              <a:sym typeface="Albert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p:cSld name="CUSTOM_1">
    <p:spTree>
      <p:nvGrpSpPr>
        <p:cNvPr id="1" name="Shape 190"/>
        <p:cNvGrpSpPr/>
        <p:nvPr/>
      </p:nvGrpSpPr>
      <p:grpSpPr>
        <a:xfrm>
          <a:off x="0" y="0"/>
          <a:ext cx="0" cy="0"/>
          <a:chOff x="0" y="0"/>
          <a:chExt cx="0" cy="0"/>
        </a:xfrm>
      </p:grpSpPr>
      <p:sp>
        <p:nvSpPr>
          <p:cNvPr id="191" name="Google Shape;191;p21"/>
          <p:cNvSpPr/>
          <p:nvPr/>
        </p:nvSpPr>
        <p:spPr>
          <a:xfrm>
            <a:off x="4904520" y="4395685"/>
            <a:ext cx="2508275" cy="482725"/>
          </a:xfrm>
          <a:custGeom>
            <a:avLst/>
            <a:gdLst/>
            <a:ahLst/>
            <a:cxnLst/>
            <a:rect l="l" t="t" r="r" b="b"/>
            <a:pathLst>
              <a:path w="100331" h="19309" extrusionOk="0">
                <a:moveTo>
                  <a:pt x="7636" y="2994"/>
                </a:moveTo>
                <a:cubicBezTo>
                  <a:pt x="13210" y="728"/>
                  <a:pt x="30963" y="-731"/>
                  <a:pt x="35310" y="382"/>
                </a:cubicBezTo>
                <a:cubicBezTo>
                  <a:pt x="39657" y="1495"/>
                  <a:pt x="26417" y="8213"/>
                  <a:pt x="33717" y="9673"/>
                </a:cubicBezTo>
                <a:cubicBezTo>
                  <a:pt x="41018" y="11133"/>
                  <a:pt x="68317" y="7992"/>
                  <a:pt x="79113" y="9142"/>
                </a:cubicBezTo>
                <a:cubicBezTo>
                  <a:pt x="89909" y="10292"/>
                  <a:pt x="105748" y="14894"/>
                  <a:pt x="98492" y="16575"/>
                </a:cubicBezTo>
                <a:cubicBezTo>
                  <a:pt x="91236" y="18256"/>
                  <a:pt x="51679" y="19662"/>
                  <a:pt x="35575" y="19230"/>
                </a:cubicBezTo>
                <a:cubicBezTo>
                  <a:pt x="19471" y="18798"/>
                  <a:pt x="6525" y="16687"/>
                  <a:pt x="1868" y="13981"/>
                </a:cubicBezTo>
                <a:cubicBezTo>
                  <a:pt x="-2788" y="11275"/>
                  <a:pt x="2062" y="5261"/>
                  <a:pt x="7636" y="2994"/>
                </a:cubicBezTo>
                <a:close/>
              </a:path>
            </a:pathLst>
          </a:custGeom>
          <a:solidFill>
            <a:srgbClr val="FFFFFF">
              <a:alpha val="70440"/>
            </a:srgbClr>
          </a:solidFill>
          <a:ln>
            <a:noFill/>
          </a:ln>
        </p:spPr>
      </p:sp>
      <p:sp>
        <p:nvSpPr>
          <p:cNvPr id="192" name="Google Shape;192;p21"/>
          <p:cNvSpPr/>
          <p:nvPr/>
        </p:nvSpPr>
        <p:spPr>
          <a:xfrm flipH="1">
            <a:off x="-499448" y="3682303"/>
            <a:ext cx="775225" cy="450350"/>
          </a:xfrm>
          <a:custGeom>
            <a:avLst/>
            <a:gdLst/>
            <a:ahLst/>
            <a:cxnLst/>
            <a:rect l="l" t="t" r="r" b="b"/>
            <a:pathLst>
              <a:path w="31009" h="18014" extrusionOk="0">
                <a:moveTo>
                  <a:pt x="3625" y="18011"/>
                </a:moveTo>
                <a:cubicBezTo>
                  <a:pt x="4377" y="18144"/>
                  <a:pt x="2762" y="14007"/>
                  <a:pt x="4554" y="13100"/>
                </a:cubicBezTo>
                <a:cubicBezTo>
                  <a:pt x="6346" y="12193"/>
                  <a:pt x="12673" y="13019"/>
                  <a:pt x="14377" y="12569"/>
                </a:cubicBezTo>
                <a:cubicBezTo>
                  <a:pt x="16081" y="12119"/>
                  <a:pt x="15462" y="10885"/>
                  <a:pt x="14776" y="10398"/>
                </a:cubicBezTo>
                <a:cubicBezTo>
                  <a:pt x="14090" y="9911"/>
                  <a:pt x="11191" y="10512"/>
                  <a:pt x="10262" y="9649"/>
                </a:cubicBezTo>
                <a:cubicBezTo>
                  <a:pt x="9333" y="8786"/>
                  <a:pt x="5971" y="5938"/>
                  <a:pt x="9201" y="5222"/>
                </a:cubicBezTo>
                <a:cubicBezTo>
                  <a:pt x="12431" y="4506"/>
                  <a:pt x="26456" y="5996"/>
                  <a:pt x="29642" y="5354"/>
                </a:cubicBezTo>
                <a:cubicBezTo>
                  <a:pt x="32828" y="4712"/>
                  <a:pt x="29620" y="2249"/>
                  <a:pt x="28315" y="1372"/>
                </a:cubicBezTo>
                <a:cubicBezTo>
                  <a:pt x="27010" y="495"/>
                  <a:pt x="22319" y="-270"/>
                  <a:pt x="21810" y="92"/>
                </a:cubicBezTo>
                <a:cubicBezTo>
                  <a:pt x="21301" y="454"/>
                  <a:pt x="28071" y="2879"/>
                  <a:pt x="25261" y="3543"/>
                </a:cubicBezTo>
                <a:cubicBezTo>
                  <a:pt x="22452" y="4207"/>
                  <a:pt x="8117" y="2924"/>
                  <a:pt x="4953" y="4074"/>
                </a:cubicBezTo>
                <a:cubicBezTo>
                  <a:pt x="1790" y="5225"/>
                  <a:pt x="7099" y="9074"/>
                  <a:pt x="6280" y="10446"/>
                </a:cubicBezTo>
                <a:cubicBezTo>
                  <a:pt x="5461" y="11818"/>
                  <a:pt x="484" y="11043"/>
                  <a:pt x="41" y="12304"/>
                </a:cubicBezTo>
                <a:cubicBezTo>
                  <a:pt x="-401" y="13565"/>
                  <a:pt x="2873" y="17878"/>
                  <a:pt x="3625" y="18011"/>
                </a:cubicBezTo>
                <a:close/>
              </a:path>
            </a:pathLst>
          </a:custGeom>
          <a:solidFill>
            <a:srgbClr val="FFFFFF">
              <a:alpha val="70440"/>
            </a:srgbClr>
          </a:solidFill>
          <a:ln>
            <a:noFill/>
          </a:ln>
        </p:spPr>
      </p:sp>
      <p:grpSp>
        <p:nvGrpSpPr>
          <p:cNvPr id="193" name="Google Shape;193;p21"/>
          <p:cNvGrpSpPr/>
          <p:nvPr/>
        </p:nvGrpSpPr>
        <p:grpSpPr>
          <a:xfrm>
            <a:off x="-728600" y="4114826"/>
            <a:ext cx="1357650" cy="584024"/>
            <a:chOff x="5355625" y="3444501"/>
            <a:chExt cx="1357650" cy="584024"/>
          </a:xfrm>
        </p:grpSpPr>
        <p:sp>
          <p:nvSpPr>
            <p:cNvPr id="194" name="Google Shape;194;p21"/>
            <p:cNvSpPr/>
            <p:nvPr/>
          </p:nvSpPr>
          <p:spPr>
            <a:xfrm>
              <a:off x="6222450" y="3444501"/>
              <a:ext cx="102408" cy="464483"/>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195" name="Google Shape;195;p21"/>
            <p:cNvSpPr/>
            <p:nvPr/>
          </p:nvSpPr>
          <p:spPr>
            <a:xfrm>
              <a:off x="5355625" y="3796225"/>
              <a:ext cx="1357650" cy="232300"/>
            </a:xfrm>
            <a:custGeom>
              <a:avLst/>
              <a:gdLst/>
              <a:ahLst/>
              <a:cxnLst/>
              <a:rect l="l" t="t" r="r" b="b"/>
              <a:pathLst>
                <a:path w="54306" h="9292" extrusionOk="0">
                  <a:moveTo>
                    <a:pt x="50705" y="8761"/>
                  </a:moveTo>
                  <a:lnTo>
                    <a:pt x="50705" y="4779"/>
                  </a:lnTo>
                  <a:lnTo>
                    <a:pt x="54306" y="5744"/>
                  </a:lnTo>
                  <a:lnTo>
                    <a:pt x="46458" y="0"/>
                  </a:lnTo>
                  <a:lnTo>
                    <a:pt x="0" y="0"/>
                  </a:lnTo>
                  <a:lnTo>
                    <a:pt x="2124" y="9292"/>
                  </a:lnTo>
                  <a:close/>
                </a:path>
              </a:pathLst>
            </a:custGeom>
            <a:solidFill>
              <a:schemeClr val="dk2"/>
            </a:solidFill>
            <a:ln>
              <a:noFill/>
            </a:ln>
          </p:spPr>
        </p:sp>
      </p:grpSp>
      <p:sp>
        <p:nvSpPr>
          <p:cNvPr id="196" name="Google Shape;196;p21"/>
          <p:cNvSpPr/>
          <p:nvPr/>
        </p:nvSpPr>
        <p:spPr>
          <a:xfrm>
            <a:off x="9319717" y="3492317"/>
            <a:ext cx="990350" cy="453075"/>
          </a:xfrm>
          <a:custGeom>
            <a:avLst/>
            <a:gdLst/>
            <a:ahLst/>
            <a:cxnLst/>
            <a:rect l="l" t="t" r="r" b="b"/>
            <a:pathLst>
              <a:path w="39614" h="18123" extrusionOk="0">
                <a:moveTo>
                  <a:pt x="3639" y="18106"/>
                </a:moveTo>
                <a:cubicBezTo>
                  <a:pt x="4391" y="18239"/>
                  <a:pt x="2776" y="14102"/>
                  <a:pt x="4568" y="13195"/>
                </a:cubicBezTo>
                <a:cubicBezTo>
                  <a:pt x="6360" y="12288"/>
                  <a:pt x="12776" y="13173"/>
                  <a:pt x="14391" y="12664"/>
                </a:cubicBezTo>
                <a:cubicBezTo>
                  <a:pt x="16006" y="12155"/>
                  <a:pt x="14944" y="10629"/>
                  <a:pt x="14258" y="10142"/>
                </a:cubicBezTo>
                <a:cubicBezTo>
                  <a:pt x="13572" y="9655"/>
                  <a:pt x="10696" y="10209"/>
                  <a:pt x="10276" y="9744"/>
                </a:cubicBezTo>
                <a:cubicBezTo>
                  <a:pt x="9856" y="9280"/>
                  <a:pt x="8307" y="7731"/>
                  <a:pt x="11736" y="7355"/>
                </a:cubicBezTo>
                <a:cubicBezTo>
                  <a:pt x="15165" y="6979"/>
                  <a:pt x="26249" y="8506"/>
                  <a:pt x="30850" y="7488"/>
                </a:cubicBezTo>
                <a:cubicBezTo>
                  <a:pt x="35452" y="6470"/>
                  <a:pt x="40849" y="2466"/>
                  <a:pt x="39345" y="1249"/>
                </a:cubicBezTo>
                <a:cubicBezTo>
                  <a:pt x="37841" y="32"/>
                  <a:pt x="24169" y="-211"/>
                  <a:pt x="21824" y="187"/>
                </a:cubicBezTo>
                <a:cubicBezTo>
                  <a:pt x="19479" y="585"/>
                  <a:pt x="28085" y="2974"/>
                  <a:pt x="25275" y="3638"/>
                </a:cubicBezTo>
                <a:cubicBezTo>
                  <a:pt x="22466" y="4302"/>
                  <a:pt x="8131" y="3019"/>
                  <a:pt x="4967" y="4169"/>
                </a:cubicBezTo>
                <a:cubicBezTo>
                  <a:pt x="1804" y="5320"/>
                  <a:pt x="7113" y="9169"/>
                  <a:pt x="6294" y="10541"/>
                </a:cubicBezTo>
                <a:cubicBezTo>
                  <a:pt x="5475" y="11913"/>
                  <a:pt x="498" y="11138"/>
                  <a:pt x="55" y="12399"/>
                </a:cubicBezTo>
                <a:cubicBezTo>
                  <a:pt x="-387" y="13660"/>
                  <a:pt x="2887" y="17973"/>
                  <a:pt x="3639" y="18106"/>
                </a:cubicBezTo>
                <a:close/>
              </a:path>
            </a:pathLst>
          </a:custGeom>
          <a:solidFill>
            <a:srgbClr val="FFFFFF">
              <a:alpha val="70440"/>
            </a:srgbClr>
          </a:solidFill>
          <a:ln>
            <a:noFill/>
          </a:ln>
        </p:spPr>
      </p:sp>
      <p:sp>
        <p:nvSpPr>
          <p:cNvPr id="197" name="Google Shape;197;p21"/>
          <p:cNvSpPr/>
          <p:nvPr/>
        </p:nvSpPr>
        <p:spPr>
          <a:xfrm>
            <a:off x="8984706" y="3197235"/>
            <a:ext cx="1506575" cy="741800"/>
          </a:xfrm>
          <a:custGeom>
            <a:avLst/>
            <a:gdLst/>
            <a:ahLst/>
            <a:cxnLst/>
            <a:rect l="l" t="t" r="r" b="b"/>
            <a:pathLst>
              <a:path w="60263" h="29672" extrusionOk="0">
                <a:moveTo>
                  <a:pt x="6421" y="29645"/>
                </a:moveTo>
                <a:cubicBezTo>
                  <a:pt x="7748" y="29866"/>
                  <a:pt x="8058" y="25442"/>
                  <a:pt x="8014" y="23672"/>
                </a:cubicBezTo>
                <a:cubicBezTo>
                  <a:pt x="7970" y="21902"/>
                  <a:pt x="5581" y="20376"/>
                  <a:pt x="6156" y="19026"/>
                </a:cubicBezTo>
                <a:cubicBezTo>
                  <a:pt x="6731" y="17677"/>
                  <a:pt x="10779" y="16526"/>
                  <a:pt x="11465" y="15575"/>
                </a:cubicBezTo>
                <a:cubicBezTo>
                  <a:pt x="12151" y="14624"/>
                  <a:pt x="10802" y="14182"/>
                  <a:pt x="10271" y="13319"/>
                </a:cubicBezTo>
                <a:cubicBezTo>
                  <a:pt x="9740" y="12456"/>
                  <a:pt x="3656" y="11040"/>
                  <a:pt x="8280" y="10398"/>
                </a:cubicBezTo>
                <a:cubicBezTo>
                  <a:pt x="12904" y="9756"/>
                  <a:pt x="33832" y="10465"/>
                  <a:pt x="38013" y="9469"/>
                </a:cubicBezTo>
                <a:cubicBezTo>
                  <a:pt x="42194" y="8474"/>
                  <a:pt x="29982" y="5354"/>
                  <a:pt x="33367" y="4425"/>
                </a:cubicBezTo>
                <a:cubicBezTo>
                  <a:pt x="36752" y="3496"/>
                  <a:pt x="54782" y="4580"/>
                  <a:pt x="58321" y="3894"/>
                </a:cubicBezTo>
                <a:cubicBezTo>
                  <a:pt x="61861" y="3208"/>
                  <a:pt x="60489" y="797"/>
                  <a:pt x="54604" y="310"/>
                </a:cubicBezTo>
                <a:cubicBezTo>
                  <a:pt x="48719" y="-177"/>
                  <a:pt x="28278" y="-132"/>
                  <a:pt x="23013" y="974"/>
                </a:cubicBezTo>
                <a:cubicBezTo>
                  <a:pt x="17748" y="2080"/>
                  <a:pt x="26553" y="5620"/>
                  <a:pt x="23013" y="6947"/>
                </a:cubicBezTo>
                <a:cubicBezTo>
                  <a:pt x="19474" y="8274"/>
                  <a:pt x="4940" y="7456"/>
                  <a:pt x="1776" y="8938"/>
                </a:cubicBezTo>
                <a:cubicBezTo>
                  <a:pt x="-1387" y="10420"/>
                  <a:pt x="4320" y="13606"/>
                  <a:pt x="4032" y="15840"/>
                </a:cubicBezTo>
                <a:cubicBezTo>
                  <a:pt x="3744" y="18075"/>
                  <a:pt x="-348" y="20044"/>
                  <a:pt x="50" y="22345"/>
                </a:cubicBezTo>
                <a:cubicBezTo>
                  <a:pt x="448" y="24646"/>
                  <a:pt x="5094" y="29424"/>
                  <a:pt x="6421" y="29645"/>
                </a:cubicBezTo>
                <a:close/>
              </a:path>
            </a:pathLst>
          </a:custGeom>
          <a:solidFill>
            <a:srgbClr val="FFFFFF">
              <a:alpha val="70440"/>
            </a:srgbClr>
          </a:solidFill>
          <a:ln>
            <a:noFill/>
          </a:ln>
        </p:spPr>
      </p:sp>
      <p:grpSp>
        <p:nvGrpSpPr>
          <p:cNvPr id="198" name="Google Shape;198;p21"/>
          <p:cNvGrpSpPr/>
          <p:nvPr/>
        </p:nvGrpSpPr>
        <p:grpSpPr>
          <a:xfrm>
            <a:off x="8488200" y="3935025"/>
            <a:ext cx="1931300" cy="862775"/>
            <a:chOff x="7466375" y="3371475"/>
            <a:chExt cx="1931300" cy="862775"/>
          </a:xfrm>
        </p:grpSpPr>
        <p:sp>
          <p:nvSpPr>
            <p:cNvPr id="199" name="Google Shape;199;p21"/>
            <p:cNvSpPr/>
            <p:nvPr/>
          </p:nvSpPr>
          <p:spPr>
            <a:xfrm>
              <a:off x="806082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200" name="Google Shape;200;p21"/>
            <p:cNvSpPr/>
            <p:nvPr/>
          </p:nvSpPr>
          <p:spPr>
            <a:xfrm>
              <a:off x="7466375" y="3842700"/>
              <a:ext cx="1931300" cy="391550"/>
            </a:xfrm>
            <a:custGeom>
              <a:avLst/>
              <a:gdLst/>
              <a:ahLst/>
              <a:cxnLst/>
              <a:rect l="l" t="t" r="r" b="b"/>
              <a:pathLst>
                <a:path w="77252" h="15662" extrusionOk="0">
                  <a:moveTo>
                    <a:pt x="74863" y="3451"/>
                  </a:moveTo>
                  <a:lnTo>
                    <a:pt x="71677" y="0"/>
                  </a:lnTo>
                  <a:lnTo>
                    <a:pt x="6637" y="0"/>
                  </a:lnTo>
                  <a:lnTo>
                    <a:pt x="0" y="6902"/>
                  </a:lnTo>
                  <a:lnTo>
                    <a:pt x="6902" y="7167"/>
                  </a:lnTo>
                  <a:lnTo>
                    <a:pt x="6637" y="15662"/>
                  </a:lnTo>
                  <a:lnTo>
                    <a:pt x="77252" y="12742"/>
                  </a:lnTo>
                  <a:close/>
                </a:path>
              </a:pathLst>
            </a:custGeom>
            <a:solidFill>
              <a:schemeClr val="dk2"/>
            </a:solidFill>
            <a:ln>
              <a:noFill/>
            </a:ln>
          </p:spPr>
        </p:sp>
        <p:sp>
          <p:nvSpPr>
            <p:cNvPr id="201" name="Google Shape;201;p21"/>
            <p:cNvSpPr/>
            <p:nvPr/>
          </p:nvSpPr>
          <p:spPr>
            <a:xfrm>
              <a:off x="832837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202" name="Google Shape;202;p21"/>
            <p:cNvSpPr/>
            <p:nvPr/>
          </p:nvSpPr>
          <p:spPr>
            <a:xfrm>
              <a:off x="8766400"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grpSp>
      <p:sp>
        <p:nvSpPr>
          <p:cNvPr id="203" name="Google Shape;203;p21"/>
          <p:cNvSpPr/>
          <p:nvPr/>
        </p:nvSpPr>
        <p:spPr>
          <a:xfrm>
            <a:off x="-963517" y="4625371"/>
            <a:ext cx="11148700" cy="670575"/>
          </a:xfrm>
          <a:custGeom>
            <a:avLst/>
            <a:gdLst/>
            <a:ahLst/>
            <a:cxnLst/>
            <a:rect l="l" t="t" r="r" b="b"/>
            <a:pathLst>
              <a:path w="445948" h="26823" extrusionOk="0">
                <a:moveTo>
                  <a:pt x="33497" y="815"/>
                </a:moveTo>
                <a:cubicBezTo>
                  <a:pt x="43408" y="-2326"/>
                  <a:pt x="67035" y="5106"/>
                  <a:pt x="88715" y="5062"/>
                </a:cubicBezTo>
                <a:cubicBezTo>
                  <a:pt x="110395" y="5018"/>
                  <a:pt x="136190" y="638"/>
                  <a:pt x="163578" y="549"/>
                </a:cubicBezTo>
                <a:cubicBezTo>
                  <a:pt x="190966" y="461"/>
                  <a:pt x="212248" y="4133"/>
                  <a:pt x="253042" y="4531"/>
                </a:cubicBezTo>
                <a:cubicBezTo>
                  <a:pt x="293836" y="4929"/>
                  <a:pt x="381795" y="-336"/>
                  <a:pt x="408342" y="2938"/>
                </a:cubicBezTo>
                <a:cubicBezTo>
                  <a:pt x="434889" y="6212"/>
                  <a:pt x="475506" y="20681"/>
                  <a:pt x="412324" y="24176"/>
                </a:cubicBezTo>
                <a:cubicBezTo>
                  <a:pt x="349142" y="27672"/>
                  <a:pt x="92388" y="27805"/>
                  <a:pt x="29250" y="23911"/>
                </a:cubicBezTo>
                <a:cubicBezTo>
                  <a:pt x="-33888" y="20018"/>
                  <a:pt x="23586" y="3957"/>
                  <a:pt x="33497" y="815"/>
                </a:cubicBezTo>
                <a:close/>
              </a:path>
            </a:pathLst>
          </a:custGeom>
          <a:solidFill>
            <a:schemeClr val="accent3"/>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1">
  <p:cSld name="CUSTOM_2">
    <p:spTree>
      <p:nvGrpSpPr>
        <p:cNvPr id="1" name="Shape 204"/>
        <p:cNvGrpSpPr/>
        <p:nvPr/>
      </p:nvGrpSpPr>
      <p:grpSpPr>
        <a:xfrm>
          <a:off x="0" y="0"/>
          <a:ext cx="0" cy="0"/>
          <a:chOff x="0" y="0"/>
          <a:chExt cx="0" cy="0"/>
        </a:xfrm>
      </p:grpSpPr>
      <p:sp>
        <p:nvSpPr>
          <p:cNvPr id="205" name="Google Shape;205;p22"/>
          <p:cNvSpPr/>
          <p:nvPr/>
        </p:nvSpPr>
        <p:spPr>
          <a:xfrm flipH="1">
            <a:off x="-499448" y="3682303"/>
            <a:ext cx="775225" cy="450350"/>
          </a:xfrm>
          <a:custGeom>
            <a:avLst/>
            <a:gdLst/>
            <a:ahLst/>
            <a:cxnLst/>
            <a:rect l="l" t="t" r="r" b="b"/>
            <a:pathLst>
              <a:path w="31009" h="18014" extrusionOk="0">
                <a:moveTo>
                  <a:pt x="3625" y="18011"/>
                </a:moveTo>
                <a:cubicBezTo>
                  <a:pt x="4377" y="18144"/>
                  <a:pt x="2762" y="14007"/>
                  <a:pt x="4554" y="13100"/>
                </a:cubicBezTo>
                <a:cubicBezTo>
                  <a:pt x="6346" y="12193"/>
                  <a:pt x="12673" y="13019"/>
                  <a:pt x="14377" y="12569"/>
                </a:cubicBezTo>
                <a:cubicBezTo>
                  <a:pt x="16081" y="12119"/>
                  <a:pt x="15462" y="10885"/>
                  <a:pt x="14776" y="10398"/>
                </a:cubicBezTo>
                <a:cubicBezTo>
                  <a:pt x="14090" y="9911"/>
                  <a:pt x="11191" y="10512"/>
                  <a:pt x="10262" y="9649"/>
                </a:cubicBezTo>
                <a:cubicBezTo>
                  <a:pt x="9333" y="8786"/>
                  <a:pt x="5971" y="5938"/>
                  <a:pt x="9201" y="5222"/>
                </a:cubicBezTo>
                <a:cubicBezTo>
                  <a:pt x="12431" y="4506"/>
                  <a:pt x="26456" y="5996"/>
                  <a:pt x="29642" y="5354"/>
                </a:cubicBezTo>
                <a:cubicBezTo>
                  <a:pt x="32828" y="4712"/>
                  <a:pt x="29620" y="2249"/>
                  <a:pt x="28315" y="1372"/>
                </a:cubicBezTo>
                <a:cubicBezTo>
                  <a:pt x="27010" y="495"/>
                  <a:pt x="22319" y="-270"/>
                  <a:pt x="21810" y="92"/>
                </a:cubicBezTo>
                <a:cubicBezTo>
                  <a:pt x="21301" y="454"/>
                  <a:pt x="28071" y="2879"/>
                  <a:pt x="25261" y="3543"/>
                </a:cubicBezTo>
                <a:cubicBezTo>
                  <a:pt x="22452" y="4207"/>
                  <a:pt x="8117" y="2924"/>
                  <a:pt x="4953" y="4074"/>
                </a:cubicBezTo>
                <a:cubicBezTo>
                  <a:pt x="1790" y="5225"/>
                  <a:pt x="7099" y="9074"/>
                  <a:pt x="6280" y="10446"/>
                </a:cubicBezTo>
                <a:cubicBezTo>
                  <a:pt x="5461" y="11818"/>
                  <a:pt x="484" y="11043"/>
                  <a:pt x="41" y="12304"/>
                </a:cubicBezTo>
                <a:cubicBezTo>
                  <a:pt x="-401" y="13565"/>
                  <a:pt x="2873" y="17878"/>
                  <a:pt x="3625" y="18011"/>
                </a:cubicBezTo>
                <a:close/>
              </a:path>
            </a:pathLst>
          </a:custGeom>
          <a:solidFill>
            <a:srgbClr val="FFFFFF">
              <a:alpha val="70440"/>
            </a:srgbClr>
          </a:solidFill>
          <a:ln>
            <a:noFill/>
          </a:ln>
        </p:spPr>
      </p:sp>
      <p:grpSp>
        <p:nvGrpSpPr>
          <p:cNvPr id="206" name="Google Shape;206;p22"/>
          <p:cNvGrpSpPr/>
          <p:nvPr/>
        </p:nvGrpSpPr>
        <p:grpSpPr>
          <a:xfrm>
            <a:off x="-728600" y="4114826"/>
            <a:ext cx="1357650" cy="584024"/>
            <a:chOff x="5355625" y="3444501"/>
            <a:chExt cx="1357650" cy="584024"/>
          </a:xfrm>
        </p:grpSpPr>
        <p:sp>
          <p:nvSpPr>
            <p:cNvPr id="207" name="Google Shape;207;p22"/>
            <p:cNvSpPr/>
            <p:nvPr/>
          </p:nvSpPr>
          <p:spPr>
            <a:xfrm>
              <a:off x="6222450" y="3444501"/>
              <a:ext cx="102408" cy="464483"/>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208" name="Google Shape;208;p22"/>
            <p:cNvSpPr/>
            <p:nvPr/>
          </p:nvSpPr>
          <p:spPr>
            <a:xfrm>
              <a:off x="5355625" y="3796225"/>
              <a:ext cx="1357650" cy="232300"/>
            </a:xfrm>
            <a:custGeom>
              <a:avLst/>
              <a:gdLst/>
              <a:ahLst/>
              <a:cxnLst/>
              <a:rect l="l" t="t" r="r" b="b"/>
              <a:pathLst>
                <a:path w="54306" h="9292" extrusionOk="0">
                  <a:moveTo>
                    <a:pt x="50705" y="8761"/>
                  </a:moveTo>
                  <a:lnTo>
                    <a:pt x="50705" y="4779"/>
                  </a:lnTo>
                  <a:lnTo>
                    <a:pt x="54306" y="5744"/>
                  </a:lnTo>
                  <a:lnTo>
                    <a:pt x="46458" y="0"/>
                  </a:lnTo>
                  <a:lnTo>
                    <a:pt x="0" y="0"/>
                  </a:lnTo>
                  <a:lnTo>
                    <a:pt x="2124" y="9292"/>
                  </a:lnTo>
                  <a:close/>
                </a:path>
              </a:pathLst>
            </a:custGeom>
            <a:solidFill>
              <a:schemeClr val="dk2"/>
            </a:solidFill>
            <a:ln>
              <a:noFill/>
            </a:ln>
          </p:spPr>
        </p:sp>
      </p:grpSp>
      <p:sp>
        <p:nvSpPr>
          <p:cNvPr id="209" name="Google Shape;209;p22"/>
          <p:cNvSpPr/>
          <p:nvPr/>
        </p:nvSpPr>
        <p:spPr>
          <a:xfrm>
            <a:off x="9167317" y="3492317"/>
            <a:ext cx="990350" cy="453075"/>
          </a:xfrm>
          <a:custGeom>
            <a:avLst/>
            <a:gdLst/>
            <a:ahLst/>
            <a:cxnLst/>
            <a:rect l="l" t="t" r="r" b="b"/>
            <a:pathLst>
              <a:path w="39614" h="18123" extrusionOk="0">
                <a:moveTo>
                  <a:pt x="3639" y="18106"/>
                </a:moveTo>
                <a:cubicBezTo>
                  <a:pt x="4391" y="18239"/>
                  <a:pt x="2776" y="14102"/>
                  <a:pt x="4568" y="13195"/>
                </a:cubicBezTo>
                <a:cubicBezTo>
                  <a:pt x="6360" y="12288"/>
                  <a:pt x="12776" y="13173"/>
                  <a:pt x="14391" y="12664"/>
                </a:cubicBezTo>
                <a:cubicBezTo>
                  <a:pt x="16006" y="12155"/>
                  <a:pt x="14944" y="10629"/>
                  <a:pt x="14258" y="10142"/>
                </a:cubicBezTo>
                <a:cubicBezTo>
                  <a:pt x="13572" y="9655"/>
                  <a:pt x="10696" y="10209"/>
                  <a:pt x="10276" y="9744"/>
                </a:cubicBezTo>
                <a:cubicBezTo>
                  <a:pt x="9856" y="9280"/>
                  <a:pt x="8307" y="7731"/>
                  <a:pt x="11736" y="7355"/>
                </a:cubicBezTo>
                <a:cubicBezTo>
                  <a:pt x="15165" y="6979"/>
                  <a:pt x="26249" y="8506"/>
                  <a:pt x="30850" y="7488"/>
                </a:cubicBezTo>
                <a:cubicBezTo>
                  <a:pt x="35452" y="6470"/>
                  <a:pt x="40849" y="2466"/>
                  <a:pt x="39345" y="1249"/>
                </a:cubicBezTo>
                <a:cubicBezTo>
                  <a:pt x="37841" y="32"/>
                  <a:pt x="24169" y="-211"/>
                  <a:pt x="21824" y="187"/>
                </a:cubicBezTo>
                <a:cubicBezTo>
                  <a:pt x="19479" y="585"/>
                  <a:pt x="28085" y="2974"/>
                  <a:pt x="25275" y="3638"/>
                </a:cubicBezTo>
                <a:cubicBezTo>
                  <a:pt x="22466" y="4302"/>
                  <a:pt x="8131" y="3019"/>
                  <a:pt x="4967" y="4169"/>
                </a:cubicBezTo>
                <a:cubicBezTo>
                  <a:pt x="1804" y="5320"/>
                  <a:pt x="7113" y="9169"/>
                  <a:pt x="6294" y="10541"/>
                </a:cubicBezTo>
                <a:cubicBezTo>
                  <a:pt x="5475" y="11913"/>
                  <a:pt x="498" y="11138"/>
                  <a:pt x="55" y="12399"/>
                </a:cubicBezTo>
                <a:cubicBezTo>
                  <a:pt x="-387" y="13660"/>
                  <a:pt x="2887" y="17973"/>
                  <a:pt x="3639" y="18106"/>
                </a:cubicBezTo>
                <a:close/>
              </a:path>
            </a:pathLst>
          </a:custGeom>
          <a:solidFill>
            <a:srgbClr val="FFFFFF">
              <a:alpha val="70440"/>
            </a:srgbClr>
          </a:solidFill>
          <a:ln>
            <a:noFill/>
          </a:ln>
        </p:spPr>
      </p:sp>
      <p:sp>
        <p:nvSpPr>
          <p:cNvPr id="210" name="Google Shape;210;p22"/>
          <p:cNvSpPr/>
          <p:nvPr/>
        </p:nvSpPr>
        <p:spPr>
          <a:xfrm>
            <a:off x="8832306" y="3197235"/>
            <a:ext cx="1506575" cy="741800"/>
          </a:xfrm>
          <a:custGeom>
            <a:avLst/>
            <a:gdLst/>
            <a:ahLst/>
            <a:cxnLst/>
            <a:rect l="l" t="t" r="r" b="b"/>
            <a:pathLst>
              <a:path w="60263" h="29672" extrusionOk="0">
                <a:moveTo>
                  <a:pt x="6421" y="29645"/>
                </a:moveTo>
                <a:cubicBezTo>
                  <a:pt x="7748" y="29866"/>
                  <a:pt x="8058" y="25442"/>
                  <a:pt x="8014" y="23672"/>
                </a:cubicBezTo>
                <a:cubicBezTo>
                  <a:pt x="7970" y="21902"/>
                  <a:pt x="5581" y="20376"/>
                  <a:pt x="6156" y="19026"/>
                </a:cubicBezTo>
                <a:cubicBezTo>
                  <a:pt x="6731" y="17677"/>
                  <a:pt x="10779" y="16526"/>
                  <a:pt x="11465" y="15575"/>
                </a:cubicBezTo>
                <a:cubicBezTo>
                  <a:pt x="12151" y="14624"/>
                  <a:pt x="10802" y="14182"/>
                  <a:pt x="10271" y="13319"/>
                </a:cubicBezTo>
                <a:cubicBezTo>
                  <a:pt x="9740" y="12456"/>
                  <a:pt x="3656" y="11040"/>
                  <a:pt x="8280" y="10398"/>
                </a:cubicBezTo>
                <a:cubicBezTo>
                  <a:pt x="12904" y="9756"/>
                  <a:pt x="33832" y="10465"/>
                  <a:pt x="38013" y="9469"/>
                </a:cubicBezTo>
                <a:cubicBezTo>
                  <a:pt x="42194" y="8474"/>
                  <a:pt x="29982" y="5354"/>
                  <a:pt x="33367" y="4425"/>
                </a:cubicBezTo>
                <a:cubicBezTo>
                  <a:pt x="36752" y="3496"/>
                  <a:pt x="54782" y="4580"/>
                  <a:pt x="58321" y="3894"/>
                </a:cubicBezTo>
                <a:cubicBezTo>
                  <a:pt x="61861" y="3208"/>
                  <a:pt x="60489" y="797"/>
                  <a:pt x="54604" y="310"/>
                </a:cubicBezTo>
                <a:cubicBezTo>
                  <a:pt x="48719" y="-177"/>
                  <a:pt x="28278" y="-132"/>
                  <a:pt x="23013" y="974"/>
                </a:cubicBezTo>
                <a:cubicBezTo>
                  <a:pt x="17748" y="2080"/>
                  <a:pt x="26553" y="5620"/>
                  <a:pt x="23013" y="6947"/>
                </a:cubicBezTo>
                <a:cubicBezTo>
                  <a:pt x="19474" y="8274"/>
                  <a:pt x="4940" y="7456"/>
                  <a:pt x="1776" y="8938"/>
                </a:cubicBezTo>
                <a:cubicBezTo>
                  <a:pt x="-1387" y="10420"/>
                  <a:pt x="4320" y="13606"/>
                  <a:pt x="4032" y="15840"/>
                </a:cubicBezTo>
                <a:cubicBezTo>
                  <a:pt x="3744" y="18075"/>
                  <a:pt x="-348" y="20044"/>
                  <a:pt x="50" y="22345"/>
                </a:cubicBezTo>
                <a:cubicBezTo>
                  <a:pt x="448" y="24646"/>
                  <a:pt x="5094" y="29424"/>
                  <a:pt x="6421" y="29645"/>
                </a:cubicBezTo>
                <a:close/>
              </a:path>
            </a:pathLst>
          </a:custGeom>
          <a:solidFill>
            <a:srgbClr val="FFFFFF">
              <a:alpha val="70440"/>
            </a:srgbClr>
          </a:solidFill>
          <a:ln>
            <a:noFill/>
          </a:ln>
        </p:spPr>
      </p:sp>
      <p:grpSp>
        <p:nvGrpSpPr>
          <p:cNvPr id="211" name="Google Shape;211;p22"/>
          <p:cNvGrpSpPr/>
          <p:nvPr/>
        </p:nvGrpSpPr>
        <p:grpSpPr>
          <a:xfrm>
            <a:off x="8335800" y="3935025"/>
            <a:ext cx="1931300" cy="862775"/>
            <a:chOff x="7466375" y="3371475"/>
            <a:chExt cx="1931300" cy="862775"/>
          </a:xfrm>
        </p:grpSpPr>
        <p:sp>
          <p:nvSpPr>
            <p:cNvPr id="212" name="Google Shape;212;p22"/>
            <p:cNvSpPr/>
            <p:nvPr/>
          </p:nvSpPr>
          <p:spPr>
            <a:xfrm>
              <a:off x="806082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213" name="Google Shape;213;p22"/>
            <p:cNvSpPr/>
            <p:nvPr/>
          </p:nvSpPr>
          <p:spPr>
            <a:xfrm>
              <a:off x="7466375" y="3842700"/>
              <a:ext cx="1931300" cy="391550"/>
            </a:xfrm>
            <a:custGeom>
              <a:avLst/>
              <a:gdLst/>
              <a:ahLst/>
              <a:cxnLst/>
              <a:rect l="l" t="t" r="r" b="b"/>
              <a:pathLst>
                <a:path w="77252" h="15662" extrusionOk="0">
                  <a:moveTo>
                    <a:pt x="74863" y="3451"/>
                  </a:moveTo>
                  <a:lnTo>
                    <a:pt x="71677" y="0"/>
                  </a:lnTo>
                  <a:lnTo>
                    <a:pt x="6637" y="0"/>
                  </a:lnTo>
                  <a:lnTo>
                    <a:pt x="0" y="6902"/>
                  </a:lnTo>
                  <a:lnTo>
                    <a:pt x="6902" y="7167"/>
                  </a:lnTo>
                  <a:lnTo>
                    <a:pt x="6637" y="15662"/>
                  </a:lnTo>
                  <a:lnTo>
                    <a:pt x="77252" y="12742"/>
                  </a:lnTo>
                  <a:close/>
                </a:path>
              </a:pathLst>
            </a:custGeom>
            <a:solidFill>
              <a:schemeClr val="dk2"/>
            </a:solidFill>
            <a:ln>
              <a:noFill/>
            </a:ln>
          </p:spPr>
        </p:sp>
        <p:sp>
          <p:nvSpPr>
            <p:cNvPr id="214" name="Google Shape;214;p22"/>
            <p:cNvSpPr/>
            <p:nvPr/>
          </p:nvSpPr>
          <p:spPr>
            <a:xfrm>
              <a:off x="832837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215" name="Google Shape;215;p22"/>
            <p:cNvSpPr/>
            <p:nvPr/>
          </p:nvSpPr>
          <p:spPr>
            <a:xfrm>
              <a:off x="8766400"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grpSp>
      <p:sp>
        <p:nvSpPr>
          <p:cNvPr id="216" name="Google Shape;216;p22"/>
          <p:cNvSpPr/>
          <p:nvPr/>
        </p:nvSpPr>
        <p:spPr>
          <a:xfrm>
            <a:off x="-988672" y="4480601"/>
            <a:ext cx="11207125" cy="493650"/>
          </a:xfrm>
          <a:custGeom>
            <a:avLst/>
            <a:gdLst/>
            <a:ahLst/>
            <a:cxnLst/>
            <a:rect l="l" t="t" r="r" b="b"/>
            <a:pathLst>
              <a:path w="448285" h="19746" extrusionOk="0">
                <a:moveTo>
                  <a:pt x="35299" y="2624"/>
                </a:moveTo>
                <a:cubicBezTo>
                  <a:pt x="42688" y="-119"/>
                  <a:pt x="54369" y="1606"/>
                  <a:pt x="72731" y="1827"/>
                </a:cubicBezTo>
                <a:cubicBezTo>
                  <a:pt x="91093" y="2048"/>
                  <a:pt x="123348" y="3995"/>
                  <a:pt x="145470" y="3951"/>
                </a:cubicBezTo>
                <a:cubicBezTo>
                  <a:pt x="167593" y="3907"/>
                  <a:pt x="188476" y="1474"/>
                  <a:pt x="205466" y="1562"/>
                </a:cubicBezTo>
                <a:cubicBezTo>
                  <a:pt x="222456" y="1651"/>
                  <a:pt x="227545" y="4261"/>
                  <a:pt x="247411" y="4482"/>
                </a:cubicBezTo>
                <a:cubicBezTo>
                  <a:pt x="267277" y="4703"/>
                  <a:pt x="297851" y="3509"/>
                  <a:pt x="324663" y="2889"/>
                </a:cubicBezTo>
                <a:cubicBezTo>
                  <a:pt x="351476" y="2270"/>
                  <a:pt x="392491" y="-1580"/>
                  <a:pt x="408286" y="765"/>
                </a:cubicBezTo>
                <a:cubicBezTo>
                  <a:pt x="424082" y="3110"/>
                  <a:pt x="482751" y="14039"/>
                  <a:pt x="419436" y="16959"/>
                </a:cubicBezTo>
                <a:cubicBezTo>
                  <a:pt x="356121" y="19879"/>
                  <a:pt x="92420" y="20675"/>
                  <a:pt x="28397" y="18286"/>
                </a:cubicBezTo>
                <a:cubicBezTo>
                  <a:pt x="-35626" y="15897"/>
                  <a:pt x="27910" y="5367"/>
                  <a:pt x="35299" y="2624"/>
                </a:cubicBezTo>
                <a:close/>
              </a:path>
            </a:pathLst>
          </a:custGeom>
          <a:solidFill>
            <a:schemeClr val="accent1"/>
          </a:solidFill>
          <a:ln>
            <a:noFill/>
          </a:ln>
        </p:spPr>
      </p:sp>
      <p:sp>
        <p:nvSpPr>
          <p:cNvPr id="217" name="Google Shape;217;p22"/>
          <p:cNvSpPr/>
          <p:nvPr/>
        </p:nvSpPr>
        <p:spPr>
          <a:xfrm>
            <a:off x="-926323" y="4602514"/>
            <a:ext cx="10942825" cy="664600"/>
          </a:xfrm>
          <a:custGeom>
            <a:avLst/>
            <a:gdLst/>
            <a:ahLst/>
            <a:cxnLst/>
            <a:rect l="l" t="t" r="r" b="b"/>
            <a:pathLst>
              <a:path w="437713" h="26584" extrusionOk="0">
                <a:moveTo>
                  <a:pt x="25903" y="1198"/>
                </a:moveTo>
                <a:cubicBezTo>
                  <a:pt x="33071" y="-2297"/>
                  <a:pt x="49486" y="2968"/>
                  <a:pt x="74750" y="3056"/>
                </a:cubicBezTo>
                <a:cubicBezTo>
                  <a:pt x="100014" y="3145"/>
                  <a:pt x="148860" y="1641"/>
                  <a:pt x="177487" y="1729"/>
                </a:cubicBezTo>
                <a:cubicBezTo>
                  <a:pt x="206114" y="1818"/>
                  <a:pt x="214078" y="3853"/>
                  <a:pt x="246510" y="3587"/>
                </a:cubicBezTo>
                <a:cubicBezTo>
                  <a:pt x="278942" y="3322"/>
                  <a:pt x="345043" y="-41"/>
                  <a:pt x="372077" y="136"/>
                </a:cubicBezTo>
                <a:cubicBezTo>
                  <a:pt x="399111" y="313"/>
                  <a:pt x="402695" y="711"/>
                  <a:pt x="408712" y="4649"/>
                </a:cubicBezTo>
                <a:cubicBezTo>
                  <a:pt x="414729" y="8587"/>
                  <a:pt x="471009" y="20533"/>
                  <a:pt x="408181" y="23763"/>
                </a:cubicBezTo>
                <a:cubicBezTo>
                  <a:pt x="345353" y="26993"/>
                  <a:pt x="95457" y="27789"/>
                  <a:pt x="31744" y="24028"/>
                </a:cubicBezTo>
                <a:cubicBezTo>
                  <a:pt x="-31969" y="20267"/>
                  <a:pt x="18735" y="4693"/>
                  <a:pt x="25903" y="1198"/>
                </a:cubicBezTo>
                <a:close/>
              </a:path>
            </a:pathLst>
          </a:custGeom>
          <a:solidFill>
            <a:schemeClr val="accent3"/>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500"/>
              <a:buFont typeface="Hammersmith One"/>
              <a:buNone/>
              <a:defRPr sz="3500">
                <a:solidFill>
                  <a:schemeClr val="dk1"/>
                </a:solidFill>
                <a:latin typeface="Hammersmith One"/>
                <a:ea typeface="Hammersmith One"/>
                <a:cs typeface="Hammersmith One"/>
                <a:sym typeface="Hammersmith One"/>
              </a:defRPr>
            </a:lvl1pPr>
            <a:lvl2pPr lvl="1">
              <a:spcBef>
                <a:spcPts val="0"/>
              </a:spcBef>
              <a:spcAft>
                <a:spcPts val="0"/>
              </a:spcAft>
              <a:buClr>
                <a:schemeClr val="dk1"/>
              </a:buClr>
              <a:buSzPts val="3500"/>
              <a:buFont typeface="Hammersmith One"/>
              <a:buNone/>
              <a:defRPr sz="3500">
                <a:solidFill>
                  <a:schemeClr val="dk1"/>
                </a:solidFill>
                <a:latin typeface="Hammersmith One"/>
                <a:ea typeface="Hammersmith One"/>
                <a:cs typeface="Hammersmith One"/>
                <a:sym typeface="Hammersmith One"/>
              </a:defRPr>
            </a:lvl2pPr>
            <a:lvl3pPr lvl="2">
              <a:spcBef>
                <a:spcPts val="0"/>
              </a:spcBef>
              <a:spcAft>
                <a:spcPts val="0"/>
              </a:spcAft>
              <a:buClr>
                <a:schemeClr val="dk1"/>
              </a:buClr>
              <a:buSzPts val="3500"/>
              <a:buFont typeface="Hammersmith One"/>
              <a:buNone/>
              <a:defRPr sz="3500">
                <a:solidFill>
                  <a:schemeClr val="dk1"/>
                </a:solidFill>
                <a:latin typeface="Hammersmith One"/>
                <a:ea typeface="Hammersmith One"/>
                <a:cs typeface="Hammersmith One"/>
                <a:sym typeface="Hammersmith One"/>
              </a:defRPr>
            </a:lvl3pPr>
            <a:lvl4pPr lvl="3">
              <a:spcBef>
                <a:spcPts val="0"/>
              </a:spcBef>
              <a:spcAft>
                <a:spcPts val="0"/>
              </a:spcAft>
              <a:buClr>
                <a:schemeClr val="dk1"/>
              </a:buClr>
              <a:buSzPts val="3500"/>
              <a:buFont typeface="Hammersmith One"/>
              <a:buNone/>
              <a:defRPr sz="3500">
                <a:solidFill>
                  <a:schemeClr val="dk1"/>
                </a:solidFill>
                <a:latin typeface="Hammersmith One"/>
                <a:ea typeface="Hammersmith One"/>
                <a:cs typeface="Hammersmith One"/>
                <a:sym typeface="Hammersmith One"/>
              </a:defRPr>
            </a:lvl4pPr>
            <a:lvl5pPr lvl="4">
              <a:spcBef>
                <a:spcPts val="0"/>
              </a:spcBef>
              <a:spcAft>
                <a:spcPts val="0"/>
              </a:spcAft>
              <a:buClr>
                <a:schemeClr val="dk1"/>
              </a:buClr>
              <a:buSzPts val="3500"/>
              <a:buFont typeface="Hammersmith One"/>
              <a:buNone/>
              <a:defRPr sz="3500">
                <a:solidFill>
                  <a:schemeClr val="dk1"/>
                </a:solidFill>
                <a:latin typeface="Hammersmith One"/>
                <a:ea typeface="Hammersmith One"/>
                <a:cs typeface="Hammersmith One"/>
                <a:sym typeface="Hammersmith One"/>
              </a:defRPr>
            </a:lvl5pPr>
            <a:lvl6pPr lvl="5">
              <a:spcBef>
                <a:spcPts val="0"/>
              </a:spcBef>
              <a:spcAft>
                <a:spcPts val="0"/>
              </a:spcAft>
              <a:buClr>
                <a:schemeClr val="dk1"/>
              </a:buClr>
              <a:buSzPts val="3500"/>
              <a:buFont typeface="Hammersmith One"/>
              <a:buNone/>
              <a:defRPr sz="3500">
                <a:solidFill>
                  <a:schemeClr val="dk1"/>
                </a:solidFill>
                <a:latin typeface="Hammersmith One"/>
                <a:ea typeface="Hammersmith One"/>
                <a:cs typeface="Hammersmith One"/>
                <a:sym typeface="Hammersmith One"/>
              </a:defRPr>
            </a:lvl6pPr>
            <a:lvl7pPr lvl="6">
              <a:spcBef>
                <a:spcPts val="0"/>
              </a:spcBef>
              <a:spcAft>
                <a:spcPts val="0"/>
              </a:spcAft>
              <a:buClr>
                <a:schemeClr val="dk1"/>
              </a:buClr>
              <a:buSzPts val="3500"/>
              <a:buFont typeface="Hammersmith One"/>
              <a:buNone/>
              <a:defRPr sz="3500">
                <a:solidFill>
                  <a:schemeClr val="dk1"/>
                </a:solidFill>
                <a:latin typeface="Hammersmith One"/>
                <a:ea typeface="Hammersmith One"/>
                <a:cs typeface="Hammersmith One"/>
                <a:sym typeface="Hammersmith One"/>
              </a:defRPr>
            </a:lvl7pPr>
            <a:lvl8pPr lvl="7">
              <a:spcBef>
                <a:spcPts val="0"/>
              </a:spcBef>
              <a:spcAft>
                <a:spcPts val="0"/>
              </a:spcAft>
              <a:buClr>
                <a:schemeClr val="dk1"/>
              </a:buClr>
              <a:buSzPts val="3500"/>
              <a:buFont typeface="Hammersmith One"/>
              <a:buNone/>
              <a:defRPr sz="3500">
                <a:solidFill>
                  <a:schemeClr val="dk1"/>
                </a:solidFill>
                <a:latin typeface="Hammersmith One"/>
                <a:ea typeface="Hammersmith One"/>
                <a:cs typeface="Hammersmith One"/>
                <a:sym typeface="Hammersmith One"/>
              </a:defRPr>
            </a:lvl8pPr>
            <a:lvl9pPr lvl="8">
              <a:spcBef>
                <a:spcPts val="0"/>
              </a:spcBef>
              <a:spcAft>
                <a:spcPts val="0"/>
              </a:spcAft>
              <a:buClr>
                <a:schemeClr val="dk1"/>
              </a:buClr>
              <a:buSzPts val="3500"/>
              <a:buFont typeface="Hammersmith One"/>
              <a:buNone/>
              <a:defRPr sz="3500">
                <a:solidFill>
                  <a:schemeClr val="dk1"/>
                </a:solidFill>
                <a:latin typeface="Hammersmith One"/>
                <a:ea typeface="Hammersmith One"/>
                <a:cs typeface="Hammersmith One"/>
                <a:sym typeface="Hammersmith One"/>
              </a:defRPr>
            </a:lvl9pPr>
          </a:lstStyle>
          <a:p>
            <a:endParaRPr/>
          </a:p>
        </p:txBody>
      </p:sp>
      <p:sp>
        <p:nvSpPr>
          <p:cNvPr id="7" name="Google Shape;7;p1"/>
          <p:cNvSpPr txBox="1">
            <a:spLocks noGrp="1"/>
          </p:cNvSpPr>
          <p:nvPr>
            <p:ph type="body" idx="1"/>
          </p:nvPr>
        </p:nvSpPr>
        <p:spPr>
          <a:xfrm>
            <a:off x="713225" y="1091875"/>
            <a:ext cx="7717500" cy="35166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lbert Sans Medium"/>
              <a:buChar char="●"/>
              <a:defRPr>
                <a:solidFill>
                  <a:schemeClr val="dk1"/>
                </a:solidFill>
                <a:latin typeface="Albert Sans Medium"/>
                <a:ea typeface="Albert Sans Medium"/>
                <a:cs typeface="Albert Sans Medium"/>
                <a:sym typeface="Albert Sans Medium"/>
              </a:defRPr>
            </a:lvl1pPr>
            <a:lvl2pPr marL="914400" lvl="1" indent="-317500">
              <a:lnSpc>
                <a:spcPct val="115000"/>
              </a:lnSpc>
              <a:spcBef>
                <a:spcPts val="0"/>
              </a:spcBef>
              <a:spcAft>
                <a:spcPts val="0"/>
              </a:spcAft>
              <a:buClr>
                <a:schemeClr val="dk1"/>
              </a:buClr>
              <a:buSzPts val="1400"/>
              <a:buFont typeface="Albert Sans Medium"/>
              <a:buChar char="○"/>
              <a:defRPr>
                <a:solidFill>
                  <a:schemeClr val="dk1"/>
                </a:solidFill>
                <a:latin typeface="Albert Sans Medium"/>
                <a:ea typeface="Albert Sans Medium"/>
                <a:cs typeface="Albert Sans Medium"/>
                <a:sym typeface="Albert Sans Medium"/>
              </a:defRPr>
            </a:lvl2pPr>
            <a:lvl3pPr marL="1371600" lvl="2" indent="-317500">
              <a:lnSpc>
                <a:spcPct val="115000"/>
              </a:lnSpc>
              <a:spcBef>
                <a:spcPts val="0"/>
              </a:spcBef>
              <a:spcAft>
                <a:spcPts val="0"/>
              </a:spcAft>
              <a:buClr>
                <a:schemeClr val="dk1"/>
              </a:buClr>
              <a:buSzPts val="1400"/>
              <a:buFont typeface="Albert Sans Medium"/>
              <a:buChar char="■"/>
              <a:defRPr>
                <a:solidFill>
                  <a:schemeClr val="dk1"/>
                </a:solidFill>
                <a:latin typeface="Albert Sans Medium"/>
                <a:ea typeface="Albert Sans Medium"/>
                <a:cs typeface="Albert Sans Medium"/>
                <a:sym typeface="Albert Sans Medium"/>
              </a:defRPr>
            </a:lvl3pPr>
            <a:lvl4pPr marL="1828800" lvl="3" indent="-317500">
              <a:lnSpc>
                <a:spcPct val="115000"/>
              </a:lnSpc>
              <a:spcBef>
                <a:spcPts val="0"/>
              </a:spcBef>
              <a:spcAft>
                <a:spcPts val="0"/>
              </a:spcAft>
              <a:buClr>
                <a:schemeClr val="dk1"/>
              </a:buClr>
              <a:buSzPts val="1400"/>
              <a:buFont typeface="Albert Sans Medium"/>
              <a:buChar char="●"/>
              <a:defRPr>
                <a:solidFill>
                  <a:schemeClr val="dk1"/>
                </a:solidFill>
                <a:latin typeface="Albert Sans Medium"/>
                <a:ea typeface="Albert Sans Medium"/>
                <a:cs typeface="Albert Sans Medium"/>
                <a:sym typeface="Albert Sans Medium"/>
              </a:defRPr>
            </a:lvl4pPr>
            <a:lvl5pPr marL="2286000" lvl="4" indent="-317500">
              <a:lnSpc>
                <a:spcPct val="115000"/>
              </a:lnSpc>
              <a:spcBef>
                <a:spcPts val="0"/>
              </a:spcBef>
              <a:spcAft>
                <a:spcPts val="0"/>
              </a:spcAft>
              <a:buClr>
                <a:schemeClr val="dk1"/>
              </a:buClr>
              <a:buSzPts val="1400"/>
              <a:buFont typeface="Albert Sans Medium"/>
              <a:buChar char="○"/>
              <a:defRPr>
                <a:solidFill>
                  <a:schemeClr val="dk1"/>
                </a:solidFill>
                <a:latin typeface="Albert Sans Medium"/>
                <a:ea typeface="Albert Sans Medium"/>
                <a:cs typeface="Albert Sans Medium"/>
                <a:sym typeface="Albert Sans Medium"/>
              </a:defRPr>
            </a:lvl5pPr>
            <a:lvl6pPr marL="2743200" lvl="5" indent="-317500">
              <a:lnSpc>
                <a:spcPct val="115000"/>
              </a:lnSpc>
              <a:spcBef>
                <a:spcPts val="0"/>
              </a:spcBef>
              <a:spcAft>
                <a:spcPts val="0"/>
              </a:spcAft>
              <a:buClr>
                <a:schemeClr val="dk1"/>
              </a:buClr>
              <a:buSzPts val="1400"/>
              <a:buFont typeface="Albert Sans Medium"/>
              <a:buChar char="■"/>
              <a:defRPr>
                <a:solidFill>
                  <a:schemeClr val="dk1"/>
                </a:solidFill>
                <a:latin typeface="Albert Sans Medium"/>
                <a:ea typeface="Albert Sans Medium"/>
                <a:cs typeface="Albert Sans Medium"/>
                <a:sym typeface="Albert Sans Medium"/>
              </a:defRPr>
            </a:lvl6pPr>
            <a:lvl7pPr marL="3200400" lvl="6" indent="-317500">
              <a:lnSpc>
                <a:spcPct val="115000"/>
              </a:lnSpc>
              <a:spcBef>
                <a:spcPts val="0"/>
              </a:spcBef>
              <a:spcAft>
                <a:spcPts val="0"/>
              </a:spcAft>
              <a:buClr>
                <a:schemeClr val="dk1"/>
              </a:buClr>
              <a:buSzPts val="1400"/>
              <a:buFont typeface="Albert Sans Medium"/>
              <a:buChar char="●"/>
              <a:defRPr>
                <a:solidFill>
                  <a:schemeClr val="dk1"/>
                </a:solidFill>
                <a:latin typeface="Albert Sans Medium"/>
                <a:ea typeface="Albert Sans Medium"/>
                <a:cs typeface="Albert Sans Medium"/>
                <a:sym typeface="Albert Sans Medium"/>
              </a:defRPr>
            </a:lvl7pPr>
            <a:lvl8pPr marL="3657600" lvl="7" indent="-317500">
              <a:lnSpc>
                <a:spcPct val="115000"/>
              </a:lnSpc>
              <a:spcBef>
                <a:spcPts val="0"/>
              </a:spcBef>
              <a:spcAft>
                <a:spcPts val="0"/>
              </a:spcAft>
              <a:buClr>
                <a:schemeClr val="dk1"/>
              </a:buClr>
              <a:buSzPts val="1400"/>
              <a:buFont typeface="Albert Sans Medium"/>
              <a:buChar char="○"/>
              <a:defRPr>
                <a:solidFill>
                  <a:schemeClr val="dk1"/>
                </a:solidFill>
                <a:latin typeface="Albert Sans Medium"/>
                <a:ea typeface="Albert Sans Medium"/>
                <a:cs typeface="Albert Sans Medium"/>
                <a:sym typeface="Albert Sans Medium"/>
              </a:defRPr>
            </a:lvl8pPr>
            <a:lvl9pPr marL="4114800" lvl="8" indent="-317500">
              <a:lnSpc>
                <a:spcPct val="115000"/>
              </a:lnSpc>
              <a:spcBef>
                <a:spcPts val="0"/>
              </a:spcBef>
              <a:spcAft>
                <a:spcPts val="0"/>
              </a:spcAft>
              <a:buClr>
                <a:schemeClr val="dk1"/>
              </a:buClr>
              <a:buSzPts val="1400"/>
              <a:buFont typeface="Albert Sans Medium"/>
              <a:buChar char="■"/>
              <a:defRPr>
                <a:solidFill>
                  <a:schemeClr val="dk1"/>
                </a:solidFill>
                <a:latin typeface="Albert Sans Medium"/>
                <a:ea typeface="Albert Sans Medium"/>
                <a:cs typeface="Albert Sans Medium"/>
                <a:sym typeface="Albert Sans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6"/>
          <p:cNvSpPr/>
          <p:nvPr/>
        </p:nvSpPr>
        <p:spPr>
          <a:xfrm>
            <a:off x="2326467" y="2620182"/>
            <a:ext cx="1469775" cy="943825"/>
          </a:xfrm>
          <a:custGeom>
            <a:avLst/>
            <a:gdLst/>
            <a:ahLst/>
            <a:cxnLst/>
            <a:rect l="l" t="t" r="r" b="b"/>
            <a:pathLst>
              <a:path w="58791" h="37753" extrusionOk="0">
                <a:moveTo>
                  <a:pt x="14490" y="37692"/>
                </a:moveTo>
                <a:cubicBezTo>
                  <a:pt x="14822" y="37935"/>
                  <a:pt x="14026" y="35170"/>
                  <a:pt x="14889" y="34374"/>
                </a:cubicBezTo>
                <a:cubicBezTo>
                  <a:pt x="15752" y="33578"/>
                  <a:pt x="18826" y="33534"/>
                  <a:pt x="19667" y="32914"/>
                </a:cubicBezTo>
                <a:cubicBezTo>
                  <a:pt x="20508" y="32295"/>
                  <a:pt x="20774" y="31210"/>
                  <a:pt x="19933" y="30657"/>
                </a:cubicBezTo>
                <a:cubicBezTo>
                  <a:pt x="19092" y="30104"/>
                  <a:pt x="15442" y="30259"/>
                  <a:pt x="14623" y="29595"/>
                </a:cubicBezTo>
                <a:cubicBezTo>
                  <a:pt x="13804" y="28931"/>
                  <a:pt x="8738" y="27250"/>
                  <a:pt x="15021" y="26675"/>
                </a:cubicBezTo>
                <a:cubicBezTo>
                  <a:pt x="21304" y="26100"/>
                  <a:pt x="45573" y="26542"/>
                  <a:pt x="52320" y="26144"/>
                </a:cubicBezTo>
                <a:cubicBezTo>
                  <a:pt x="59068" y="25746"/>
                  <a:pt x="61147" y="24529"/>
                  <a:pt x="55506" y="24286"/>
                </a:cubicBezTo>
                <a:cubicBezTo>
                  <a:pt x="49865" y="24043"/>
                  <a:pt x="25905" y="25304"/>
                  <a:pt x="18472" y="24684"/>
                </a:cubicBezTo>
                <a:cubicBezTo>
                  <a:pt x="11039" y="24065"/>
                  <a:pt x="10951" y="21808"/>
                  <a:pt x="10907" y="20569"/>
                </a:cubicBezTo>
                <a:cubicBezTo>
                  <a:pt x="10863" y="19330"/>
                  <a:pt x="17234" y="18601"/>
                  <a:pt x="18207" y="17251"/>
                </a:cubicBezTo>
                <a:cubicBezTo>
                  <a:pt x="19180" y="15902"/>
                  <a:pt x="18716" y="13313"/>
                  <a:pt x="16747" y="12472"/>
                </a:cubicBezTo>
                <a:cubicBezTo>
                  <a:pt x="14778" y="11631"/>
                  <a:pt x="8207" y="13645"/>
                  <a:pt x="6393" y="12207"/>
                </a:cubicBezTo>
                <a:cubicBezTo>
                  <a:pt x="4579" y="10769"/>
                  <a:pt x="6527" y="5858"/>
                  <a:pt x="5863" y="3845"/>
                </a:cubicBezTo>
                <a:cubicBezTo>
                  <a:pt x="5199" y="1832"/>
                  <a:pt x="3385" y="-580"/>
                  <a:pt x="2411" y="128"/>
                </a:cubicBezTo>
                <a:cubicBezTo>
                  <a:pt x="1438" y="836"/>
                  <a:pt x="111" y="5327"/>
                  <a:pt x="22" y="8092"/>
                </a:cubicBezTo>
                <a:cubicBezTo>
                  <a:pt x="-66" y="10857"/>
                  <a:pt x="354" y="15083"/>
                  <a:pt x="1880" y="16720"/>
                </a:cubicBezTo>
                <a:cubicBezTo>
                  <a:pt x="3407" y="18357"/>
                  <a:pt x="8407" y="17008"/>
                  <a:pt x="9181" y="17915"/>
                </a:cubicBezTo>
                <a:cubicBezTo>
                  <a:pt x="9955" y="18822"/>
                  <a:pt x="6327" y="20923"/>
                  <a:pt x="6526" y="22162"/>
                </a:cubicBezTo>
                <a:cubicBezTo>
                  <a:pt x="6725" y="23401"/>
                  <a:pt x="10088" y="24220"/>
                  <a:pt x="10376" y="25348"/>
                </a:cubicBezTo>
                <a:cubicBezTo>
                  <a:pt x="10664" y="26476"/>
                  <a:pt x="7832" y="27671"/>
                  <a:pt x="8252" y="28932"/>
                </a:cubicBezTo>
                <a:cubicBezTo>
                  <a:pt x="8672" y="30193"/>
                  <a:pt x="11858" y="31454"/>
                  <a:pt x="12898" y="32914"/>
                </a:cubicBezTo>
                <a:cubicBezTo>
                  <a:pt x="13938" y="34374"/>
                  <a:pt x="14158" y="37449"/>
                  <a:pt x="14490" y="37692"/>
                </a:cubicBezTo>
                <a:close/>
              </a:path>
            </a:pathLst>
          </a:custGeom>
          <a:solidFill>
            <a:srgbClr val="FFFFFF">
              <a:alpha val="70440"/>
            </a:srgbClr>
          </a:solidFill>
          <a:ln>
            <a:noFill/>
          </a:ln>
        </p:spPr>
      </p:sp>
      <p:sp>
        <p:nvSpPr>
          <p:cNvPr id="229" name="Google Shape;229;p26"/>
          <p:cNvSpPr/>
          <p:nvPr/>
        </p:nvSpPr>
        <p:spPr>
          <a:xfrm>
            <a:off x="370897" y="2882440"/>
            <a:ext cx="990350" cy="453075"/>
          </a:xfrm>
          <a:custGeom>
            <a:avLst/>
            <a:gdLst/>
            <a:ahLst/>
            <a:cxnLst/>
            <a:rect l="l" t="t" r="r" b="b"/>
            <a:pathLst>
              <a:path w="39614" h="18123" extrusionOk="0">
                <a:moveTo>
                  <a:pt x="3639" y="18106"/>
                </a:moveTo>
                <a:cubicBezTo>
                  <a:pt x="4391" y="18239"/>
                  <a:pt x="2776" y="14102"/>
                  <a:pt x="4568" y="13195"/>
                </a:cubicBezTo>
                <a:cubicBezTo>
                  <a:pt x="6360" y="12288"/>
                  <a:pt x="12776" y="13173"/>
                  <a:pt x="14391" y="12664"/>
                </a:cubicBezTo>
                <a:cubicBezTo>
                  <a:pt x="16006" y="12155"/>
                  <a:pt x="14944" y="10629"/>
                  <a:pt x="14258" y="10142"/>
                </a:cubicBezTo>
                <a:cubicBezTo>
                  <a:pt x="13572" y="9655"/>
                  <a:pt x="10696" y="10209"/>
                  <a:pt x="10276" y="9744"/>
                </a:cubicBezTo>
                <a:cubicBezTo>
                  <a:pt x="9856" y="9280"/>
                  <a:pt x="8307" y="7731"/>
                  <a:pt x="11736" y="7355"/>
                </a:cubicBezTo>
                <a:cubicBezTo>
                  <a:pt x="15165" y="6979"/>
                  <a:pt x="26249" y="8506"/>
                  <a:pt x="30850" y="7488"/>
                </a:cubicBezTo>
                <a:cubicBezTo>
                  <a:pt x="35452" y="6470"/>
                  <a:pt x="40849" y="2466"/>
                  <a:pt x="39345" y="1249"/>
                </a:cubicBezTo>
                <a:cubicBezTo>
                  <a:pt x="37841" y="32"/>
                  <a:pt x="24169" y="-211"/>
                  <a:pt x="21824" y="187"/>
                </a:cubicBezTo>
                <a:cubicBezTo>
                  <a:pt x="19479" y="585"/>
                  <a:pt x="28085" y="2974"/>
                  <a:pt x="25275" y="3638"/>
                </a:cubicBezTo>
                <a:cubicBezTo>
                  <a:pt x="22466" y="4302"/>
                  <a:pt x="8131" y="3019"/>
                  <a:pt x="4967" y="4169"/>
                </a:cubicBezTo>
                <a:cubicBezTo>
                  <a:pt x="1804" y="5320"/>
                  <a:pt x="7113" y="9169"/>
                  <a:pt x="6294" y="10541"/>
                </a:cubicBezTo>
                <a:cubicBezTo>
                  <a:pt x="5475" y="11913"/>
                  <a:pt x="498" y="11138"/>
                  <a:pt x="55" y="12399"/>
                </a:cubicBezTo>
                <a:cubicBezTo>
                  <a:pt x="-387" y="13660"/>
                  <a:pt x="2887" y="17973"/>
                  <a:pt x="3639" y="18106"/>
                </a:cubicBezTo>
                <a:close/>
              </a:path>
            </a:pathLst>
          </a:custGeom>
          <a:solidFill>
            <a:srgbClr val="FFFFFF">
              <a:alpha val="70440"/>
            </a:srgbClr>
          </a:solidFill>
          <a:ln>
            <a:noFill/>
          </a:ln>
        </p:spPr>
      </p:sp>
      <p:sp>
        <p:nvSpPr>
          <p:cNvPr id="230" name="Google Shape;230;p26"/>
          <p:cNvSpPr/>
          <p:nvPr/>
        </p:nvSpPr>
        <p:spPr>
          <a:xfrm>
            <a:off x="75706" y="2574085"/>
            <a:ext cx="1506575" cy="741800"/>
          </a:xfrm>
          <a:custGeom>
            <a:avLst/>
            <a:gdLst/>
            <a:ahLst/>
            <a:cxnLst/>
            <a:rect l="l" t="t" r="r" b="b"/>
            <a:pathLst>
              <a:path w="60263" h="29672" extrusionOk="0">
                <a:moveTo>
                  <a:pt x="6421" y="29645"/>
                </a:moveTo>
                <a:cubicBezTo>
                  <a:pt x="7748" y="29866"/>
                  <a:pt x="8058" y="25442"/>
                  <a:pt x="8014" y="23672"/>
                </a:cubicBezTo>
                <a:cubicBezTo>
                  <a:pt x="7970" y="21902"/>
                  <a:pt x="5581" y="20376"/>
                  <a:pt x="6156" y="19026"/>
                </a:cubicBezTo>
                <a:cubicBezTo>
                  <a:pt x="6731" y="17677"/>
                  <a:pt x="10779" y="16526"/>
                  <a:pt x="11465" y="15575"/>
                </a:cubicBezTo>
                <a:cubicBezTo>
                  <a:pt x="12151" y="14624"/>
                  <a:pt x="10802" y="14182"/>
                  <a:pt x="10271" y="13319"/>
                </a:cubicBezTo>
                <a:cubicBezTo>
                  <a:pt x="9740" y="12456"/>
                  <a:pt x="3656" y="11040"/>
                  <a:pt x="8280" y="10398"/>
                </a:cubicBezTo>
                <a:cubicBezTo>
                  <a:pt x="12904" y="9756"/>
                  <a:pt x="33832" y="10465"/>
                  <a:pt x="38013" y="9469"/>
                </a:cubicBezTo>
                <a:cubicBezTo>
                  <a:pt x="42194" y="8474"/>
                  <a:pt x="29982" y="5354"/>
                  <a:pt x="33367" y="4425"/>
                </a:cubicBezTo>
                <a:cubicBezTo>
                  <a:pt x="36752" y="3496"/>
                  <a:pt x="54782" y="4580"/>
                  <a:pt x="58321" y="3894"/>
                </a:cubicBezTo>
                <a:cubicBezTo>
                  <a:pt x="61861" y="3208"/>
                  <a:pt x="60489" y="797"/>
                  <a:pt x="54604" y="310"/>
                </a:cubicBezTo>
                <a:cubicBezTo>
                  <a:pt x="48719" y="-177"/>
                  <a:pt x="28278" y="-132"/>
                  <a:pt x="23013" y="974"/>
                </a:cubicBezTo>
                <a:cubicBezTo>
                  <a:pt x="17748" y="2080"/>
                  <a:pt x="26553" y="5620"/>
                  <a:pt x="23013" y="6947"/>
                </a:cubicBezTo>
                <a:cubicBezTo>
                  <a:pt x="19474" y="8274"/>
                  <a:pt x="4940" y="7456"/>
                  <a:pt x="1776" y="8938"/>
                </a:cubicBezTo>
                <a:cubicBezTo>
                  <a:pt x="-1387" y="10420"/>
                  <a:pt x="4320" y="13606"/>
                  <a:pt x="4032" y="15840"/>
                </a:cubicBezTo>
                <a:cubicBezTo>
                  <a:pt x="3744" y="18075"/>
                  <a:pt x="-348" y="20044"/>
                  <a:pt x="50" y="22345"/>
                </a:cubicBezTo>
                <a:cubicBezTo>
                  <a:pt x="448" y="24646"/>
                  <a:pt x="5094" y="29424"/>
                  <a:pt x="6421" y="29645"/>
                </a:cubicBezTo>
                <a:close/>
              </a:path>
            </a:pathLst>
          </a:custGeom>
          <a:solidFill>
            <a:srgbClr val="FFFFFF">
              <a:alpha val="70440"/>
            </a:srgbClr>
          </a:solidFill>
          <a:ln>
            <a:noFill/>
          </a:ln>
        </p:spPr>
      </p:sp>
      <p:sp>
        <p:nvSpPr>
          <p:cNvPr id="231" name="Google Shape;231;p26"/>
          <p:cNvSpPr/>
          <p:nvPr/>
        </p:nvSpPr>
        <p:spPr>
          <a:xfrm>
            <a:off x="288142" y="2518770"/>
            <a:ext cx="1469775" cy="943825"/>
          </a:xfrm>
          <a:custGeom>
            <a:avLst/>
            <a:gdLst/>
            <a:ahLst/>
            <a:cxnLst/>
            <a:rect l="l" t="t" r="r" b="b"/>
            <a:pathLst>
              <a:path w="58791" h="37753" extrusionOk="0">
                <a:moveTo>
                  <a:pt x="14490" y="37692"/>
                </a:moveTo>
                <a:cubicBezTo>
                  <a:pt x="14822" y="37935"/>
                  <a:pt x="14026" y="35170"/>
                  <a:pt x="14889" y="34374"/>
                </a:cubicBezTo>
                <a:cubicBezTo>
                  <a:pt x="15752" y="33578"/>
                  <a:pt x="18826" y="33534"/>
                  <a:pt x="19667" y="32914"/>
                </a:cubicBezTo>
                <a:cubicBezTo>
                  <a:pt x="20508" y="32295"/>
                  <a:pt x="20774" y="31210"/>
                  <a:pt x="19933" y="30657"/>
                </a:cubicBezTo>
                <a:cubicBezTo>
                  <a:pt x="19092" y="30104"/>
                  <a:pt x="15442" y="30259"/>
                  <a:pt x="14623" y="29595"/>
                </a:cubicBezTo>
                <a:cubicBezTo>
                  <a:pt x="13804" y="28931"/>
                  <a:pt x="8738" y="27250"/>
                  <a:pt x="15021" y="26675"/>
                </a:cubicBezTo>
                <a:cubicBezTo>
                  <a:pt x="21304" y="26100"/>
                  <a:pt x="45573" y="26542"/>
                  <a:pt x="52320" y="26144"/>
                </a:cubicBezTo>
                <a:cubicBezTo>
                  <a:pt x="59068" y="25746"/>
                  <a:pt x="61147" y="24529"/>
                  <a:pt x="55506" y="24286"/>
                </a:cubicBezTo>
                <a:cubicBezTo>
                  <a:pt x="49865" y="24043"/>
                  <a:pt x="25905" y="25304"/>
                  <a:pt x="18472" y="24684"/>
                </a:cubicBezTo>
                <a:cubicBezTo>
                  <a:pt x="11039" y="24065"/>
                  <a:pt x="10951" y="21808"/>
                  <a:pt x="10907" y="20569"/>
                </a:cubicBezTo>
                <a:cubicBezTo>
                  <a:pt x="10863" y="19330"/>
                  <a:pt x="17234" y="18601"/>
                  <a:pt x="18207" y="17251"/>
                </a:cubicBezTo>
                <a:cubicBezTo>
                  <a:pt x="19180" y="15902"/>
                  <a:pt x="18716" y="13313"/>
                  <a:pt x="16747" y="12472"/>
                </a:cubicBezTo>
                <a:cubicBezTo>
                  <a:pt x="14778" y="11631"/>
                  <a:pt x="8207" y="13645"/>
                  <a:pt x="6393" y="12207"/>
                </a:cubicBezTo>
                <a:cubicBezTo>
                  <a:pt x="4579" y="10769"/>
                  <a:pt x="6527" y="5858"/>
                  <a:pt x="5863" y="3845"/>
                </a:cubicBezTo>
                <a:cubicBezTo>
                  <a:pt x="5199" y="1832"/>
                  <a:pt x="3385" y="-580"/>
                  <a:pt x="2411" y="128"/>
                </a:cubicBezTo>
                <a:cubicBezTo>
                  <a:pt x="1438" y="836"/>
                  <a:pt x="111" y="5327"/>
                  <a:pt x="22" y="8092"/>
                </a:cubicBezTo>
                <a:cubicBezTo>
                  <a:pt x="-66" y="10857"/>
                  <a:pt x="354" y="15083"/>
                  <a:pt x="1880" y="16720"/>
                </a:cubicBezTo>
                <a:cubicBezTo>
                  <a:pt x="3407" y="18357"/>
                  <a:pt x="8407" y="17008"/>
                  <a:pt x="9181" y="17915"/>
                </a:cubicBezTo>
                <a:cubicBezTo>
                  <a:pt x="9955" y="18822"/>
                  <a:pt x="6327" y="20923"/>
                  <a:pt x="6526" y="22162"/>
                </a:cubicBezTo>
                <a:cubicBezTo>
                  <a:pt x="6725" y="23401"/>
                  <a:pt x="10088" y="24220"/>
                  <a:pt x="10376" y="25348"/>
                </a:cubicBezTo>
                <a:cubicBezTo>
                  <a:pt x="10664" y="26476"/>
                  <a:pt x="7832" y="27671"/>
                  <a:pt x="8252" y="28932"/>
                </a:cubicBezTo>
                <a:cubicBezTo>
                  <a:pt x="8672" y="30193"/>
                  <a:pt x="11858" y="31454"/>
                  <a:pt x="12898" y="32914"/>
                </a:cubicBezTo>
                <a:cubicBezTo>
                  <a:pt x="13938" y="34374"/>
                  <a:pt x="14158" y="37449"/>
                  <a:pt x="14490" y="37692"/>
                </a:cubicBezTo>
                <a:close/>
              </a:path>
            </a:pathLst>
          </a:custGeom>
          <a:solidFill>
            <a:srgbClr val="FFFFFF">
              <a:alpha val="70440"/>
            </a:srgbClr>
          </a:solidFill>
          <a:ln>
            <a:noFill/>
          </a:ln>
        </p:spPr>
      </p:sp>
      <p:sp>
        <p:nvSpPr>
          <p:cNvPr id="232" name="Google Shape;232;p26"/>
          <p:cNvSpPr/>
          <p:nvPr/>
        </p:nvSpPr>
        <p:spPr>
          <a:xfrm>
            <a:off x="3797195" y="2993634"/>
            <a:ext cx="1474525" cy="741150"/>
          </a:xfrm>
          <a:custGeom>
            <a:avLst/>
            <a:gdLst/>
            <a:ahLst/>
            <a:cxnLst/>
            <a:rect l="l" t="t" r="r" b="b"/>
            <a:pathLst>
              <a:path w="58981" h="29646" extrusionOk="0">
                <a:moveTo>
                  <a:pt x="53832" y="29631"/>
                </a:moveTo>
                <a:cubicBezTo>
                  <a:pt x="53386" y="29949"/>
                  <a:pt x="52855" y="25392"/>
                  <a:pt x="52239" y="23658"/>
                </a:cubicBezTo>
                <a:cubicBezTo>
                  <a:pt x="51623" y="21924"/>
                  <a:pt x="51769" y="20299"/>
                  <a:pt x="50135" y="19229"/>
                </a:cubicBezTo>
                <a:cubicBezTo>
                  <a:pt x="48501" y="18159"/>
                  <a:pt x="42462" y="18225"/>
                  <a:pt x="42436" y="17238"/>
                </a:cubicBezTo>
                <a:cubicBezTo>
                  <a:pt x="42411" y="16251"/>
                  <a:pt x="48393" y="14447"/>
                  <a:pt x="49982" y="13305"/>
                </a:cubicBezTo>
                <a:cubicBezTo>
                  <a:pt x="51572" y="12163"/>
                  <a:pt x="56597" y="11026"/>
                  <a:pt x="51973" y="10384"/>
                </a:cubicBezTo>
                <a:cubicBezTo>
                  <a:pt x="47349" y="9742"/>
                  <a:pt x="26421" y="10451"/>
                  <a:pt x="22240" y="9455"/>
                </a:cubicBezTo>
                <a:cubicBezTo>
                  <a:pt x="18059" y="8460"/>
                  <a:pt x="30271" y="5340"/>
                  <a:pt x="26886" y="4411"/>
                </a:cubicBezTo>
                <a:cubicBezTo>
                  <a:pt x="23501" y="3482"/>
                  <a:pt x="5472" y="4566"/>
                  <a:pt x="1932" y="3880"/>
                </a:cubicBezTo>
                <a:cubicBezTo>
                  <a:pt x="-1607" y="3194"/>
                  <a:pt x="-236" y="783"/>
                  <a:pt x="5649" y="296"/>
                </a:cubicBezTo>
                <a:cubicBezTo>
                  <a:pt x="11534" y="-191"/>
                  <a:pt x="31975" y="-146"/>
                  <a:pt x="37240" y="960"/>
                </a:cubicBezTo>
                <a:cubicBezTo>
                  <a:pt x="42505" y="2066"/>
                  <a:pt x="33701" y="5606"/>
                  <a:pt x="37240" y="6933"/>
                </a:cubicBezTo>
                <a:cubicBezTo>
                  <a:pt x="40780" y="8260"/>
                  <a:pt x="55930" y="7450"/>
                  <a:pt x="58477" y="8924"/>
                </a:cubicBezTo>
                <a:cubicBezTo>
                  <a:pt x="61024" y="10398"/>
                  <a:pt x="53118" y="13640"/>
                  <a:pt x="52524" y="15778"/>
                </a:cubicBezTo>
                <a:cubicBezTo>
                  <a:pt x="51930" y="17916"/>
                  <a:pt x="54696" y="19442"/>
                  <a:pt x="54914" y="21751"/>
                </a:cubicBezTo>
                <a:cubicBezTo>
                  <a:pt x="55132" y="24060"/>
                  <a:pt x="54278" y="29313"/>
                  <a:pt x="53832" y="29631"/>
                </a:cubicBezTo>
                <a:close/>
              </a:path>
            </a:pathLst>
          </a:custGeom>
          <a:solidFill>
            <a:srgbClr val="FFFFFF">
              <a:alpha val="70440"/>
            </a:srgbClr>
          </a:solidFill>
          <a:ln>
            <a:noFill/>
          </a:ln>
        </p:spPr>
      </p:sp>
      <p:sp>
        <p:nvSpPr>
          <p:cNvPr id="233" name="Google Shape;233;p26"/>
          <p:cNvSpPr/>
          <p:nvPr/>
        </p:nvSpPr>
        <p:spPr>
          <a:xfrm>
            <a:off x="3872456" y="3145260"/>
            <a:ext cx="1506575" cy="741800"/>
          </a:xfrm>
          <a:custGeom>
            <a:avLst/>
            <a:gdLst/>
            <a:ahLst/>
            <a:cxnLst/>
            <a:rect l="l" t="t" r="r" b="b"/>
            <a:pathLst>
              <a:path w="60263" h="29672" extrusionOk="0">
                <a:moveTo>
                  <a:pt x="6421" y="29645"/>
                </a:moveTo>
                <a:cubicBezTo>
                  <a:pt x="7748" y="29866"/>
                  <a:pt x="8058" y="25442"/>
                  <a:pt x="8014" y="23672"/>
                </a:cubicBezTo>
                <a:cubicBezTo>
                  <a:pt x="7970" y="21902"/>
                  <a:pt x="5581" y="20376"/>
                  <a:pt x="6156" y="19026"/>
                </a:cubicBezTo>
                <a:cubicBezTo>
                  <a:pt x="6731" y="17677"/>
                  <a:pt x="10779" y="16526"/>
                  <a:pt x="11465" y="15575"/>
                </a:cubicBezTo>
                <a:cubicBezTo>
                  <a:pt x="12151" y="14624"/>
                  <a:pt x="10802" y="14182"/>
                  <a:pt x="10271" y="13319"/>
                </a:cubicBezTo>
                <a:cubicBezTo>
                  <a:pt x="9740" y="12456"/>
                  <a:pt x="3656" y="11040"/>
                  <a:pt x="8280" y="10398"/>
                </a:cubicBezTo>
                <a:cubicBezTo>
                  <a:pt x="12904" y="9756"/>
                  <a:pt x="33832" y="10465"/>
                  <a:pt x="38013" y="9469"/>
                </a:cubicBezTo>
                <a:cubicBezTo>
                  <a:pt x="42194" y="8474"/>
                  <a:pt x="29982" y="5354"/>
                  <a:pt x="33367" y="4425"/>
                </a:cubicBezTo>
                <a:cubicBezTo>
                  <a:pt x="36752" y="3496"/>
                  <a:pt x="54782" y="4580"/>
                  <a:pt x="58321" y="3894"/>
                </a:cubicBezTo>
                <a:cubicBezTo>
                  <a:pt x="61861" y="3208"/>
                  <a:pt x="60489" y="797"/>
                  <a:pt x="54604" y="310"/>
                </a:cubicBezTo>
                <a:cubicBezTo>
                  <a:pt x="48719" y="-177"/>
                  <a:pt x="28278" y="-132"/>
                  <a:pt x="23013" y="974"/>
                </a:cubicBezTo>
                <a:cubicBezTo>
                  <a:pt x="17748" y="2080"/>
                  <a:pt x="26553" y="5620"/>
                  <a:pt x="23013" y="6947"/>
                </a:cubicBezTo>
                <a:cubicBezTo>
                  <a:pt x="19474" y="8274"/>
                  <a:pt x="4940" y="7456"/>
                  <a:pt x="1776" y="8938"/>
                </a:cubicBezTo>
                <a:cubicBezTo>
                  <a:pt x="-1387" y="10420"/>
                  <a:pt x="4320" y="13606"/>
                  <a:pt x="4032" y="15840"/>
                </a:cubicBezTo>
                <a:cubicBezTo>
                  <a:pt x="3744" y="18075"/>
                  <a:pt x="-348" y="20044"/>
                  <a:pt x="50" y="22345"/>
                </a:cubicBezTo>
                <a:cubicBezTo>
                  <a:pt x="448" y="24646"/>
                  <a:pt x="5094" y="29424"/>
                  <a:pt x="6421" y="29645"/>
                </a:cubicBezTo>
                <a:close/>
              </a:path>
            </a:pathLst>
          </a:custGeom>
          <a:solidFill>
            <a:srgbClr val="FFFFFF">
              <a:alpha val="70440"/>
            </a:srgbClr>
          </a:solidFill>
          <a:ln>
            <a:noFill/>
          </a:ln>
        </p:spPr>
      </p:sp>
      <p:sp>
        <p:nvSpPr>
          <p:cNvPr id="234" name="Google Shape;234;p26"/>
          <p:cNvSpPr/>
          <p:nvPr/>
        </p:nvSpPr>
        <p:spPr>
          <a:xfrm>
            <a:off x="8805345" y="3042404"/>
            <a:ext cx="635025" cy="371375"/>
          </a:xfrm>
          <a:custGeom>
            <a:avLst/>
            <a:gdLst/>
            <a:ahLst/>
            <a:cxnLst/>
            <a:rect l="l" t="t" r="r" b="b"/>
            <a:pathLst>
              <a:path w="25401" h="14855" extrusionOk="0">
                <a:moveTo>
                  <a:pt x="332" y="14756"/>
                </a:moveTo>
                <a:cubicBezTo>
                  <a:pt x="730" y="15154"/>
                  <a:pt x="1482" y="11084"/>
                  <a:pt x="3252" y="10243"/>
                </a:cubicBezTo>
                <a:cubicBezTo>
                  <a:pt x="5022" y="9402"/>
                  <a:pt x="10022" y="10685"/>
                  <a:pt x="10951" y="9712"/>
                </a:cubicBezTo>
                <a:cubicBezTo>
                  <a:pt x="11880" y="8739"/>
                  <a:pt x="6482" y="5244"/>
                  <a:pt x="8827" y="4403"/>
                </a:cubicBezTo>
                <a:cubicBezTo>
                  <a:pt x="11172" y="3562"/>
                  <a:pt x="23384" y="5376"/>
                  <a:pt x="25021" y="4668"/>
                </a:cubicBezTo>
                <a:cubicBezTo>
                  <a:pt x="26658" y="3960"/>
                  <a:pt x="22366" y="642"/>
                  <a:pt x="18649" y="155"/>
                </a:cubicBezTo>
                <a:cubicBezTo>
                  <a:pt x="14932" y="-332"/>
                  <a:pt x="4712" y="598"/>
                  <a:pt x="2721" y="1748"/>
                </a:cubicBezTo>
                <a:cubicBezTo>
                  <a:pt x="730" y="2898"/>
                  <a:pt x="7013" y="6039"/>
                  <a:pt x="6703" y="7057"/>
                </a:cubicBezTo>
                <a:cubicBezTo>
                  <a:pt x="6393" y="8075"/>
                  <a:pt x="1925" y="6571"/>
                  <a:pt x="863" y="7854"/>
                </a:cubicBezTo>
                <a:cubicBezTo>
                  <a:pt x="-199" y="9137"/>
                  <a:pt x="-66" y="14358"/>
                  <a:pt x="332" y="14756"/>
                </a:cubicBezTo>
                <a:close/>
              </a:path>
            </a:pathLst>
          </a:custGeom>
          <a:solidFill>
            <a:srgbClr val="FFFFFF">
              <a:alpha val="70440"/>
            </a:srgbClr>
          </a:solidFill>
          <a:ln>
            <a:noFill/>
          </a:ln>
        </p:spPr>
      </p:sp>
      <p:sp>
        <p:nvSpPr>
          <p:cNvPr id="235" name="Google Shape;235;p26"/>
          <p:cNvSpPr/>
          <p:nvPr/>
        </p:nvSpPr>
        <p:spPr>
          <a:xfrm>
            <a:off x="8297892" y="2928767"/>
            <a:ext cx="990350" cy="453075"/>
          </a:xfrm>
          <a:custGeom>
            <a:avLst/>
            <a:gdLst/>
            <a:ahLst/>
            <a:cxnLst/>
            <a:rect l="l" t="t" r="r" b="b"/>
            <a:pathLst>
              <a:path w="39614" h="18123" extrusionOk="0">
                <a:moveTo>
                  <a:pt x="3639" y="18106"/>
                </a:moveTo>
                <a:cubicBezTo>
                  <a:pt x="4391" y="18239"/>
                  <a:pt x="2776" y="14102"/>
                  <a:pt x="4568" y="13195"/>
                </a:cubicBezTo>
                <a:cubicBezTo>
                  <a:pt x="6360" y="12288"/>
                  <a:pt x="12776" y="13173"/>
                  <a:pt x="14391" y="12664"/>
                </a:cubicBezTo>
                <a:cubicBezTo>
                  <a:pt x="16006" y="12155"/>
                  <a:pt x="14944" y="10629"/>
                  <a:pt x="14258" y="10142"/>
                </a:cubicBezTo>
                <a:cubicBezTo>
                  <a:pt x="13572" y="9655"/>
                  <a:pt x="10696" y="10209"/>
                  <a:pt x="10276" y="9744"/>
                </a:cubicBezTo>
                <a:cubicBezTo>
                  <a:pt x="9856" y="9280"/>
                  <a:pt x="8307" y="7731"/>
                  <a:pt x="11736" y="7355"/>
                </a:cubicBezTo>
                <a:cubicBezTo>
                  <a:pt x="15165" y="6979"/>
                  <a:pt x="26249" y="8506"/>
                  <a:pt x="30850" y="7488"/>
                </a:cubicBezTo>
                <a:cubicBezTo>
                  <a:pt x="35452" y="6470"/>
                  <a:pt x="40849" y="2466"/>
                  <a:pt x="39345" y="1249"/>
                </a:cubicBezTo>
                <a:cubicBezTo>
                  <a:pt x="37841" y="32"/>
                  <a:pt x="24169" y="-211"/>
                  <a:pt x="21824" y="187"/>
                </a:cubicBezTo>
                <a:cubicBezTo>
                  <a:pt x="19479" y="585"/>
                  <a:pt x="28085" y="2974"/>
                  <a:pt x="25275" y="3638"/>
                </a:cubicBezTo>
                <a:cubicBezTo>
                  <a:pt x="22466" y="4302"/>
                  <a:pt x="8131" y="3019"/>
                  <a:pt x="4967" y="4169"/>
                </a:cubicBezTo>
                <a:cubicBezTo>
                  <a:pt x="1804" y="5320"/>
                  <a:pt x="7113" y="9169"/>
                  <a:pt x="6294" y="10541"/>
                </a:cubicBezTo>
                <a:cubicBezTo>
                  <a:pt x="5475" y="11913"/>
                  <a:pt x="498" y="11138"/>
                  <a:pt x="55" y="12399"/>
                </a:cubicBezTo>
                <a:cubicBezTo>
                  <a:pt x="-387" y="13660"/>
                  <a:pt x="2887" y="17973"/>
                  <a:pt x="3639" y="18106"/>
                </a:cubicBezTo>
                <a:close/>
              </a:path>
            </a:pathLst>
          </a:custGeom>
          <a:solidFill>
            <a:srgbClr val="FFFFFF">
              <a:alpha val="70440"/>
            </a:srgbClr>
          </a:solidFill>
          <a:ln>
            <a:noFill/>
          </a:ln>
        </p:spPr>
      </p:sp>
      <p:sp>
        <p:nvSpPr>
          <p:cNvPr id="236" name="Google Shape;236;p26"/>
          <p:cNvSpPr/>
          <p:nvPr/>
        </p:nvSpPr>
        <p:spPr>
          <a:xfrm>
            <a:off x="7962881" y="2633685"/>
            <a:ext cx="1506575" cy="741800"/>
          </a:xfrm>
          <a:custGeom>
            <a:avLst/>
            <a:gdLst/>
            <a:ahLst/>
            <a:cxnLst/>
            <a:rect l="l" t="t" r="r" b="b"/>
            <a:pathLst>
              <a:path w="60263" h="29672" extrusionOk="0">
                <a:moveTo>
                  <a:pt x="6421" y="29645"/>
                </a:moveTo>
                <a:cubicBezTo>
                  <a:pt x="7748" y="29866"/>
                  <a:pt x="8058" y="25442"/>
                  <a:pt x="8014" y="23672"/>
                </a:cubicBezTo>
                <a:cubicBezTo>
                  <a:pt x="7970" y="21902"/>
                  <a:pt x="5581" y="20376"/>
                  <a:pt x="6156" y="19026"/>
                </a:cubicBezTo>
                <a:cubicBezTo>
                  <a:pt x="6731" y="17677"/>
                  <a:pt x="10779" y="16526"/>
                  <a:pt x="11465" y="15575"/>
                </a:cubicBezTo>
                <a:cubicBezTo>
                  <a:pt x="12151" y="14624"/>
                  <a:pt x="10802" y="14182"/>
                  <a:pt x="10271" y="13319"/>
                </a:cubicBezTo>
                <a:cubicBezTo>
                  <a:pt x="9740" y="12456"/>
                  <a:pt x="3656" y="11040"/>
                  <a:pt x="8280" y="10398"/>
                </a:cubicBezTo>
                <a:cubicBezTo>
                  <a:pt x="12904" y="9756"/>
                  <a:pt x="33832" y="10465"/>
                  <a:pt x="38013" y="9469"/>
                </a:cubicBezTo>
                <a:cubicBezTo>
                  <a:pt x="42194" y="8474"/>
                  <a:pt x="29982" y="5354"/>
                  <a:pt x="33367" y="4425"/>
                </a:cubicBezTo>
                <a:cubicBezTo>
                  <a:pt x="36752" y="3496"/>
                  <a:pt x="54782" y="4580"/>
                  <a:pt x="58321" y="3894"/>
                </a:cubicBezTo>
                <a:cubicBezTo>
                  <a:pt x="61861" y="3208"/>
                  <a:pt x="60489" y="797"/>
                  <a:pt x="54604" y="310"/>
                </a:cubicBezTo>
                <a:cubicBezTo>
                  <a:pt x="48719" y="-177"/>
                  <a:pt x="28278" y="-132"/>
                  <a:pt x="23013" y="974"/>
                </a:cubicBezTo>
                <a:cubicBezTo>
                  <a:pt x="17748" y="2080"/>
                  <a:pt x="26553" y="5620"/>
                  <a:pt x="23013" y="6947"/>
                </a:cubicBezTo>
                <a:cubicBezTo>
                  <a:pt x="19474" y="8274"/>
                  <a:pt x="4940" y="7456"/>
                  <a:pt x="1776" y="8938"/>
                </a:cubicBezTo>
                <a:cubicBezTo>
                  <a:pt x="-1387" y="10420"/>
                  <a:pt x="4320" y="13606"/>
                  <a:pt x="4032" y="15840"/>
                </a:cubicBezTo>
                <a:cubicBezTo>
                  <a:pt x="3744" y="18075"/>
                  <a:pt x="-348" y="20044"/>
                  <a:pt x="50" y="22345"/>
                </a:cubicBezTo>
                <a:cubicBezTo>
                  <a:pt x="448" y="24646"/>
                  <a:pt x="5094" y="29424"/>
                  <a:pt x="6421" y="29645"/>
                </a:cubicBezTo>
                <a:close/>
              </a:path>
            </a:pathLst>
          </a:custGeom>
          <a:solidFill>
            <a:srgbClr val="FFFFFF">
              <a:alpha val="70440"/>
            </a:srgbClr>
          </a:solidFill>
          <a:ln>
            <a:noFill/>
          </a:ln>
        </p:spPr>
      </p:sp>
      <p:sp>
        <p:nvSpPr>
          <p:cNvPr id="237" name="Google Shape;237;p26"/>
          <p:cNvSpPr/>
          <p:nvPr/>
        </p:nvSpPr>
        <p:spPr>
          <a:xfrm>
            <a:off x="6947292" y="3207917"/>
            <a:ext cx="990350" cy="453075"/>
          </a:xfrm>
          <a:custGeom>
            <a:avLst/>
            <a:gdLst/>
            <a:ahLst/>
            <a:cxnLst/>
            <a:rect l="l" t="t" r="r" b="b"/>
            <a:pathLst>
              <a:path w="39614" h="18123" extrusionOk="0">
                <a:moveTo>
                  <a:pt x="3639" y="18106"/>
                </a:moveTo>
                <a:cubicBezTo>
                  <a:pt x="4391" y="18239"/>
                  <a:pt x="2776" y="14102"/>
                  <a:pt x="4568" y="13195"/>
                </a:cubicBezTo>
                <a:cubicBezTo>
                  <a:pt x="6360" y="12288"/>
                  <a:pt x="12776" y="13173"/>
                  <a:pt x="14391" y="12664"/>
                </a:cubicBezTo>
                <a:cubicBezTo>
                  <a:pt x="16006" y="12155"/>
                  <a:pt x="14944" y="10629"/>
                  <a:pt x="14258" y="10142"/>
                </a:cubicBezTo>
                <a:cubicBezTo>
                  <a:pt x="13572" y="9655"/>
                  <a:pt x="10696" y="10209"/>
                  <a:pt x="10276" y="9744"/>
                </a:cubicBezTo>
                <a:cubicBezTo>
                  <a:pt x="9856" y="9280"/>
                  <a:pt x="8307" y="7731"/>
                  <a:pt x="11736" y="7355"/>
                </a:cubicBezTo>
                <a:cubicBezTo>
                  <a:pt x="15165" y="6979"/>
                  <a:pt x="26249" y="8506"/>
                  <a:pt x="30850" y="7488"/>
                </a:cubicBezTo>
                <a:cubicBezTo>
                  <a:pt x="35452" y="6470"/>
                  <a:pt x="40849" y="2466"/>
                  <a:pt x="39345" y="1249"/>
                </a:cubicBezTo>
                <a:cubicBezTo>
                  <a:pt x="37841" y="32"/>
                  <a:pt x="24169" y="-211"/>
                  <a:pt x="21824" y="187"/>
                </a:cubicBezTo>
                <a:cubicBezTo>
                  <a:pt x="19479" y="585"/>
                  <a:pt x="28085" y="2974"/>
                  <a:pt x="25275" y="3638"/>
                </a:cubicBezTo>
                <a:cubicBezTo>
                  <a:pt x="22466" y="4302"/>
                  <a:pt x="8131" y="3019"/>
                  <a:pt x="4967" y="4169"/>
                </a:cubicBezTo>
                <a:cubicBezTo>
                  <a:pt x="1804" y="5320"/>
                  <a:pt x="7113" y="9169"/>
                  <a:pt x="6294" y="10541"/>
                </a:cubicBezTo>
                <a:cubicBezTo>
                  <a:pt x="5475" y="11913"/>
                  <a:pt x="498" y="11138"/>
                  <a:pt x="55" y="12399"/>
                </a:cubicBezTo>
                <a:cubicBezTo>
                  <a:pt x="-387" y="13660"/>
                  <a:pt x="2887" y="17973"/>
                  <a:pt x="3639" y="18106"/>
                </a:cubicBezTo>
                <a:close/>
              </a:path>
            </a:pathLst>
          </a:custGeom>
          <a:solidFill>
            <a:srgbClr val="FFFFFF">
              <a:alpha val="70440"/>
            </a:srgbClr>
          </a:solidFill>
          <a:ln>
            <a:noFill/>
          </a:ln>
        </p:spPr>
      </p:sp>
      <p:sp>
        <p:nvSpPr>
          <p:cNvPr id="238" name="Google Shape;238;p26"/>
          <p:cNvSpPr/>
          <p:nvPr/>
        </p:nvSpPr>
        <p:spPr>
          <a:xfrm>
            <a:off x="5920970" y="2721534"/>
            <a:ext cx="1474525" cy="741150"/>
          </a:xfrm>
          <a:custGeom>
            <a:avLst/>
            <a:gdLst/>
            <a:ahLst/>
            <a:cxnLst/>
            <a:rect l="l" t="t" r="r" b="b"/>
            <a:pathLst>
              <a:path w="58981" h="29646" extrusionOk="0">
                <a:moveTo>
                  <a:pt x="53832" y="29631"/>
                </a:moveTo>
                <a:cubicBezTo>
                  <a:pt x="53386" y="29949"/>
                  <a:pt x="52855" y="25392"/>
                  <a:pt x="52239" y="23658"/>
                </a:cubicBezTo>
                <a:cubicBezTo>
                  <a:pt x="51623" y="21924"/>
                  <a:pt x="51769" y="20299"/>
                  <a:pt x="50135" y="19229"/>
                </a:cubicBezTo>
                <a:cubicBezTo>
                  <a:pt x="48501" y="18159"/>
                  <a:pt x="42462" y="18225"/>
                  <a:pt x="42436" y="17238"/>
                </a:cubicBezTo>
                <a:cubicBezTo>
                  <a:pt x="42411" y="16251"/>
                  <a:pt x="48393" y="14447"/>
                  <a:pt x="49982" y="13305"/>
                </a:cubicBezTo>
                <a:cubicBezTo>
                  <a:pt x="51572" y="12163"/>
                  <a:pt x="56597" y="11026"/>
                  <a:pt x="51973" y="10384"/>
                </a:cubicBezTo>
                <a:cubicBezTo>
                  <a:pt x="47349" y="9742"/>
                  <a:pt x="26421" y="10451"/>
                  <a:pt x="22240" y="9455"/>
                </a:cubicBezTo>
                <a:cubicBezTo>
                  <a:pt x="18059" y="8460"/>
                  <a:pt x="30271" y="5340"/>
                  <a:pt x="26886" y="4411"/>
                </a:cubicBezTo>
                <a:cubicBezTo>
                  <a:pt x="23501" y="3482"/>
                  <a:pt x="5472" y="4566"/>
                  <a:pt x="1932" y="3880"/>
                </a:cubicBezTo>
                <a:cubicBezTo>
                  <a:pt x="-1607" y="3194"/>
                  <a:pt x="-236" y="783"/>
                  <a:pt x="5649" y="296"/>
                </a:cubicBezTo>
                <a:cubicBezTo>
                  <a:pt x="11534" y="-191"/>
                  <a:pt x="31975" y="-146"/>
                  <a:pt x="37240" y="960"/>
                </a:cubicBezTo>
                <a:cubicBezTo>
                  <a:pt x="42505" y="2066"/>
                  <a:pt x="33701" y="5606"/>
                  <a:pt x="37240" y="6933"/>
                </a:cubicBezTo>
                <a:cubicBezTo>
                  <a:pt x="40780" y="8260"/>
                  <a:pt x="55930" y="7450"/>
                  <a:pt x="58477" y="8924"/>
                </a:cubicBezTo>
                <a:cubicBezTo>
                  <a:pt x="61024" y="10398"/>
                  <a:pt x="53118" y="13640"/>
                  <a:pt x="52524" y="15778"/>
                </a:cubicBezTo>
                <a:cubicBezTo>
                  <a:pt x="51930" y="17916"/>
                  <a:pt x="54696" y="19442"/>
                  <a:pt x="54914" y="21751"/>
                </a:cubicBezTo>
                <a:cubicBezTo>
                  <a:pt x="55132" y="24060"/>
                  <a:pt x="54278" y="29313"/>
                  <a:pt x="53832" y="29631"/>
                </a:cubicBezTo>
                <a:close/>
              </a:path>
            </a:pathLst>
          </a:custGeom>
          <a:solidFill>
            <a:srgbClr val="FFFFFF">
              <a:alpha val="70440"/>
            </a:srgbClr>
          </a:solidFill>
          <a:ln>
            <a:noFill/>
          </a:ln>
        </p:spPr>
      </p:sp>
      <p:sp>
        <p:nvSpPr>
          <p:cNvPr id="239" name="Google Shape;239;p26"/>
          <p:cNvSpPr/>
          <p:nvPr/>
        </p:nvSpPr>
        <p:spPr>
          <a:xfrm>
            <a:off x="6194377" y="3011978"/>
            <a:ext cx="775225" cy="450350"/>
          </a:xfrm>
          <a:custGeom>
            <a:avLst/>
            <a:gdLst/>
            <a:ahLst/>
            <a:cxnLst/>
            <a:rect l="l" t="t" r="r" b="b"/>
            <a:pathLst>
              <a:path w="31009" h="18014" extrusionOk="0">
                <a:moveTo>
                  <a:pt x="3625" y="18011"/>
                </a:moveTo>
                <a:cubicBezTo>
                  <a:pt x="4377" y="18144"/>
                  <a:pt x="2762" y="14007"/>
                  <a:pt x="4554" y="13100"/>
                </a:cubicBezTo>
                <a:cubicBezTo>
                  <a:pt x="6346" y="12193"/>
                  <a:pt x="12673" y="13019"/>
                  <a:pt x="14377" y="12569"/>
                </a:cubicBezTo>
                <a:cubicBezTo>
                  <a:pt x="16081" y="12119"/>
                  <a:pt x="15462" y="10885"/>
                  <a:pt x="14776" y="10398"/>
                </a:cubicBezTo>
                <a:cubicBezTo>
                  <a:pt x="14090" y="9911"/>
                  <a:pt x="11191" y="10512"/>
                  <a:pt x="10262" y="9649"/>
                </a:cubicBezTo>
                <a:cubicBezTo>
                  <a:pt x="9333" y="8786"/>
                  <a:pt x="5971" y="5938"/>
                  <a:pt x="9201" y="5222"/>
                </a:cubicBezTo>
                <a:cubicBezTo>
                  <a:pt x="12431" y="4506"/>
                  <a:pt x="26456" y="5996"/>
                  <a:pt x="29642" y="5354"/>
                </a:cubicBezTo>
                <a:cubicBezTo>
                  <a:pt x="32828" y="4712"/>
                  <a:pt x="29620" y="2249"/>
                  <a:pt x="28315" y="1372"/>
                </a:cubicBezTo>
                <a:cubicBezTo>
                  <a:pt x="27010" y="495"/>
                  <a:pt x="22319" y="-270"/>
                  <a:pt x="21810" y="92"/>
                </a:cubicBezTo>
                <a:cubicBezTo>
                  <a:pt x="21301" y="454"/>
                  <a:pt x="28071" y="2879"/>
                  <a:pt x="25261" y="3543"/>
                </a:cubicBezTo>
                <a:cubicBezTo>
                  <a:pt x="22452" y="4207"/>
                  <a:pt x="8117" y="2924"/>
                  <a:pt x="4953" y="4074"/>
                </a:cubicBezTo>
                <a:cubicBezTo>
                  <a:pt x="1790" y="5225"/>
                  <a:pt x="7099" y="9074"/>
                  <a:pt x="6280" y="10446"/>
                </a:cubicBezTo>
                <a:cubicBezTo>
                  <a:pt x="5461" y="11818"/>
                  <a:pt x="484" y="11043"/>
                  <a:pt x="41" y="12304"/>
                </a:cubicBezTo>
                <a:cubicBezTo>
                  <a:pt x="-401" y="13565"/>
                  <a:pt x="2873" y="17878"/>
                  <a:pt x="3625" y="18011"/>
                </a:cubicBezTo>
                <a:close/>
              </a:path>
            </a:pathLst>
          </a:custGeom>
          <a:solidFill>
            <a:srgbClr val="FFFFFF">
              <a:alpha val="70440"/>
            </a:srgbClr>
          </a:solidFill>
          <a:ln>
            <a:noFill/>
          </a:ln>
        </p:spPr>
      </p:sp>
      <p:grpSp>
        <p:nvGrpSpPr>
          <p:cNvPr id="240" name="Google Shape;240;p26"/>
          <p:cNvGrpSpPr/>
          <p:nvPr/>
        </p:nvGrpSpPr>
        <p:grpSpPr>
          <a:xfrm>
            <a:off x="6742975" y="3444500"/>
            <a:ext cx="1095050" cy="949050"/>
            <a:chOff x="6742975" y="3444500"/>
            <a:chExt cx="1095050" cy="949050"/>
          </a:xfrm>
        </p:grpSpPr>
        <p:sp>
          <p:nvSpPr>
            <p:cNvPr id="241" name="Google Shape;241;p26"/>
            <p:cNvSpPr/>
            <p:nvPr/>
          </p:nvSpPr>
          <p:spPr>
            <a:xfrm>
              <a:off x="7211325" y="3444500"/>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1"/>
            </a:solidFill>
            <a:ln>
              <a:noFill/>
            </a:ln>
          </p:spPr>
        </p:sp>
        <p:sp>
          <p:nvSpPr>
            <p:cNvPr id="242" name="Google Shape;242;p26"/>
            <p:cNvSpPr/>
            <p:nvPr/>
          </p:nvSpPr>
          <p:spPr>
            <a:xfrm>
              <a:off x="6985675" y="3643600"/>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1"/>
            </a:solidFill>
            <a:ln>
              <a:noFill/>
            </a:ln>
          </p:spPr>
        </p:sp>
        <p:sp>
          <p:nvSpPr>
            <p:cNvPr id="243" name="Google Shape;243;p26"/>
            <p:cNvSpPr/>
            <p:nvPr/>
          </p:nvSpPr>
          <p:spPr>
            <a:xfrm>
              <a:off x="6742975" y="3922325"/>
              <a:ext cx="1095050" cy="471225"/>
            </a:xfrm>
            <a:custGeom>
              <a:avLst/>
              <a:gdLst/>
              <a:ahLst/>
              <a:cxnLst/>
              <a:rect l="l" t="t" r="r" b="b"/>
              <a:pathLst>
                <a:path w="43802" h="18849" extrusionOk="0">
                  <a:moveTo>
                    <a:pt x="37431" y="0"/>
                  </a:moveTo>
                  <a:lnTo>
                    <a:pt x="5043" y="0"/>
                  </a:lnTo>
                  <a:lnTo>
                    <a:pt x="0" y="3717"/>
                  </a:lnTo>
                  <a:lnTo>
                    <a:pt x="1858" y="9557"/>
                  </a:lnTo>
                  <a:lnTo>
                    <a:pt x="37696" y="18849"/>
                  </a:lnTo>
                  <a:lnTo>
                    <a:pt x="43802" y="7434"/>
                  </a:lnTo>
                  <a:close/>
                </a:path>
              </a:pathLst>
            </a:custGeom>
            <a:solidFill>
              <a:schemeClr val="dk1"/>
            </a:solidFill>
            <a:ln>
              <a:noFill/>
            </a:ln>
          </p:spPr>
        </p:sp>
      </p:grpSp>
      <p:grpSp>
        <p:nvGrpSpPr>
          <p:cNvPr id="244" name="Google Shape;244;p26"/>
          <p:cNvGrpSpPr/>
          <p:nvPr/>
        </p:nvGrpSpPr>
        <p:grpSpPr>
          <a:xfrm>
            <a:off x="7466375" y="3371475"/>
            <a:ext cx="1931300" cy="862775"/>
            <a:chOff x="7466375" y="3371475"/>
            <a:chExt cx="1931300" cy="862775"/>
          </a:xfrm>
        </p:grpSpPr>
        <p:sp>
          <p:nvSpPr>
            <p:cNvPr id="245" name="Google Shape;245;p26"/>
            <p:cNvSpPr/>
            <p:nvPr/>
          </p:nvSpPr>
          <p:spPr>
            <a:xfrm>
              <a:off x="806082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246" name="Google Shape;246;p26"/>
            <p:cNvSpPr/>
            <p:nvPr/>
          </p:nvSpPr>
          <p:spPr>
            <a:xfrm>
              <a:off x="7466375" y="3842700"/>
              <a:ext cx="1931300" cy="391550"/>
            </a:xfrm>
            <a:custGeom>
              <a:avLst/>
              <a:gdLst/>
              <a:ahLst/>
              <a:cxnLst/>
              <a:rect l="l" t="t" r="r" b="b"/>
              <a:pathLst>
                <a:path w="77252" h="15662" extrusionOk="0">
                  <a:moveTo>
                    <a:pt x="74863" y="3451"/>
                  </a:moveTo>
                  <a:lnTo>
                    <a:pt x="71677" y="0"/>
                  </a:lnTo>
                  <a:lnTo>
                    <a:pt x="6637" y="0"/>
                  </a:lnTo>
                  <a:lnTo>
                    <a:pt x="0" y="6902"/>
                  </a:lnTo>
                  <a:lnTo>
                    <a:pt x="6902" y="7167"/>
                  </a:lnTo>
                  <a:lnTo>
                    <a:pt x="6637" y="15662"/>
                  </a:lnTo>
                  <a:lnTo>
                    <a:pt x="77252" y="12742"/>
                  </a:lnTo>
                  <a:close/>
                </a:path>
              </a:pathLst>
            </a:custGeom>
            <a:solidFill>
              <a:schemeClr val="dk2"/>
            </a:solidFill>
            <a:ln>
              <a:noFill/>
            </a:ln>
          </p:spPr>
        </p:sp>
        <p:sp>
          <p:nvSpPr>
            <p:cNvPr id="247" name="Google Shape;247;p26"/>
            <p:cNvSpPr/>
            <p:nvPr/>
          </p:nvSpPr>
          <p:spPr>
            <a:xfrm>
              <a:off x="832837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248" name="Google Shape;248;p26"/>
            <p:cNvSpPr/>
            <p:nvPr/>
          </p:nvSpPr>
          <p:spPr>
            <a:xfrm>
              <a:off x="8766400"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grpSp>
      <p:grpSp>
        <p:nvGrpSpPr>
          <p:cNvPr id="249" name="Google Shape;249;p26"/>
          <p:cNvGrpSpPr/>
          <p:nvPr/>
        </p:nvGrpSpPr>
        <p:grpSpPr>
          <a:xfrm>
            <a:off x="-252425" y="3305150"/>
            <a:ext cx="1931300" cy="852900"/>
            <a:chOff x="-252425" y="3305150"/>
            <a:chExt cx="1931300" cy="852900"/>
          </a:xfrm>
        </p:grpSpPr>
        <p:sp>
          <p:nvSpPr>
            <p:cNvPr id="250" name="Google Shape;250;p26"/>
            <p:cNvSpPr/>
            <p:nvPr/>
          </p:nvSpPr>
          <p:spPr>
            <a:xfrm>
              <a:off x="182975" y="3305150"/>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1"/>
            </a:solidFill>
            <a:ln>
              <a:noFill/>
            </a:ln>
          </p:spPr>
        </p:sp>
        <p:sp>
          <p:nvSpPr>
            <p:cNvPr id="251" name="Google Shape;251;p26"/>
            <p:cNvSpPr/>
            <p:nvPr/>
          </p:nvSpPr>
          <p:spPr>
            <a:xfrm>
              <a:off x="395375" y="3305150"/>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1"/>
            </a:solidFill>
            <a:ln>
              <a:noFill/>
            </a:ln>
          </p:spPr>
        </p:sp>
        <p:sp>
          <p:nvSpPr>
            <p:cNvPr id="252" name="Google Shape;252;p26"/>
            <p:cNvSpPr/>
            <p:nvPr/>
          </p:nvSpPr>
          <p:spPr>
            <a:xfrm>
              <a:off x="598750" y="3451151"/>
              <a:ext cx="102408" cy="391508"/>
            </a:xfrm>
            <a:custGeom>
              <a:avLst/>
              <a:gdLst/>
              <a:ahLst/>
              <a:cxnLst/>
              <a:rect l="l" t="t" r="r" b="b"/>
              <a:pathLst>
                <a:path w="7433" h="39024" extrusionOk="0">
                  <a:moveTo>
                    <a:pt x="7433" y="39024"/>
                  </a:moveTo>
                  <a:lnTo>
                    <a:pt x="5575" y="0"/>
                  </a:lnTo>
                  <a:lnTo>
                    <a:pt x="2124" y="0"/>
                  </a:lnTo>
                  <a:lnTo>
                    <a:pt x="0" y="38759"/>
                  </a:lnTo>
                  <a:close/>
                </a:path>
              </a:pathLst>
            </a:custGeom>
            <a:solidFill>
              <a:schemeClr val="dk1"/>
            </a:solidFill>
            <a:ln>
              <a:noFill/>
            </a:ln>
          </p:spPr>
        </p:sp>
        <p:sp>
          <p:nvSpPr>
            <p:cNvPr id="253" name="Google Shape;253;p26"/>
            <p:cNvSpPr/>
            <p:nvPr/>
          </p:nvSpPr>
          <p:spPr>
            <a:xfrm>
              <a:off x="-252425" y="3766500"/>
              <a:ext cx="1931300" cy="391550"/>
            </a:xfrm>
            <a:custGeom>
              <a:avLst/>
              <a:gdLst/>
              <a:ahLst/>
              <a:cxnLst/>
              <a:rect l="l" t="t" r="r" b="b"/>
              <a:pathLst>
                <a:path w="77252" h="15662" extrusionOk="0">
                  <a:moveTo>
                    <a:pt x="74863" y="3451"/>
                  </a:moveTo>
                  <a:lnTo>
                    <a:pt x="71677" y="0"/>
                  </a:lnTo>
                  <a:lnTo>
                    <a:pt x="6637" y="0"/>
                  </a:lnTo>
                  <a:lnTo>
                    <a:pt x="0" y="6902"/>
                  </a:lnTo>
                  <a:lnTo>
                    <a:pt x="6902" y="7167"/>
                  </a:lnTo>
                  <a:lnTo>
                    <a:pt x="6637" y="15662"/>
                  </a:lnTo>
                  <a:lnTo>
                    <a:pt x="77252" y="12742"/>
                  </a:lnTo>
                  <a:close/>
                </a:path>
              </a:pathLst>
            </a:custGeom>
            <a:solidFill>
              <a:schemeClr val="dk1"/>
            </a:solidFill>
            <a:ln>
              <a:noFill/>
            </a:ln>
          </p:spPr>
        </p:sp>
      </p:grpSp>
      <p:grpSp>
        <p:nvGrpSpPr>
          <p:cNvPr id="254" name="Google Shape;254;p26"/>
          <p:cNvGrpSpPr/>
          <p:nvPr/>
        </p:nvGrpSpPr>
        <p:grpSpPr>
          <a:xfrm>
            <a:off x="5355625" y="3444501"/>
            <a:ext cx="1357650" cy="584024"/>
            <a:chOff x="5355625" y="3444501"/>
            <a:chExt cx="1357650" cy="584024"/>
          </a:xfrm>
        </p:grpSpPr>
        <p:sp>
          <p:nvSpPr>
            <p:cNvPr id="255" name="Google Shape;255;p26"/>
            <p:cNvSpPr/>
            <p:nvPr/>
          </p:nvSpPr>
          <p:spPr>
            <a:xfrm>
              <a:off x="6222450" y="3444501"/>
              <a:ext cx="102408" cy="464483"/>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256" name="Google Shape;256;p26"/>
            <p:cNvSpPr/>
            <p:nvPr/>
          </p:nvSpPr>
          <p:spPr>
            <a:xfrm>
              <a:off x="5355625" y="3796225"/>
              <a:ext cx="1357650" cy="232300"/>
            </a:xfrm>
            <a:custGeom>
              <a:avLst/>
              <a:gdLst/>
              <a:ahLst/>
              <a:cxnLst/>
              <a:rect l="l" t="t" r="r" b="b"/>
              <a:pathLst>
                <a:path w="54306" h="9292" extrusionOk="0">
                  <a:moveTo>
                    <a:pt x="50705" y="8761"/>
                  </a:moveTo>
                  <a:lnTo>
                    <a:pt x="50705" y="4779"/>
                  </a:lnTo>
                  <a:lnTo>
                    <a:pt x="54306" y="5744"/>
                  </a:lnTo>
                  <a:lnTo>
                    <a:pt x="46458" y="0"/>
                  </a:lnTo>
                  <a:lnTo>
                    <a:pt x="0" y="0"/>
                  </a:lnTo>
                  <a:lnTo>
                    <a:pt x="2124" y="9292"/>
                  </a:lnTo>
                  <a:close/>
                </a:path>
              </a:pathLst>
            </a:custGeom>
            <a:solidFill>
              <a:schemeClr val="dk2"/>
            </a:solidFill>
            <a:ln>
              <a:noFill/>
            </a:ln>
          </p:spPr>
        </p:sp>
      </p:grpSp>
      <p:sp>
        <p:nvSpPr>
          <p:cNvPr id="257" name="Google Shape;257;p26"/>
          <p:cNvSpPr/>
          <p:nvPr/>
        </p:nvSpPr>
        <p:spPr>
          <a:xfrm>
            <a:off x="-629720" y="3661011"/>
            <a:ext cx="10155050" cy="1648825"/>
          </a:xfrm>
          <a:custGeom>
            <a:avLst/>
            <a:gdLst/>
            <a:ahLst/>
            <a:cxnLst/>
            <a:rect l="l" t="t" r="r" b="b"/>
            <a:pathLst>
              <a:path w="406202" h="65953" extrusionOk="0">
                <a:moveTo>
                  <a:pt x="16694" y="17356"/>
                </a:moveTo>
                <a:cubicBezTo>
                  <a:pt x="24172" y="8817"/>
                  <a:pt x="41826" y="11825"/>
                  <a:pt x="63948" y="11250"/>
                </a:cubicBezTo>
                <a:cubicBezTo>
                  <a:pt x="86071" y="10675"/>
                  <a:pt x="120493" y="15762"/>
                  <a:pt x="149429" y="13904"/>
                </a:cubicBezTo>
                <a:cubicBezTo>
                  <a:pt x="178365" y="12046"/>
                  <a:pt x="209736" y="-696"/>
                  <a:pt x="237566" y="100"/>
                </a:cubicBezTo>
                <a:cubicBezTo>
                  <a:pt x="265396" y="897"/>
                  <a:pt x="289776" y="16604"/>
                  <a:pt x="316411" y="18683"/>
                </a:cubicBezTo>
                <a:cubicBezTo>
                  <a:pt x="343047" y="20763"/>
                  <a:pt x="382822" y="7887"/>
                  <a:pt x="397379" y="12577"/>
                </a:cubicBezTo>
                <a:cubicBezTo>
                  <a:pt x="411936" y="17267"/>
                  <a:pt x="404105" y="38903"/>
                  <a:pt x="403751" y="46823"/>
                </a:cubicBezTo>
                <a:cubicBezTo>
                  <a:pt x="403397" y="54743"/>
                  <a:pt x="401627" y="57486"/>
                  <a:pt x="395256" y="60096"/>
                </a:cubicBezTo>
                <a:cubicBezTo>
                  <a:pt x="388885" y="62707"/>
                  <a:pt x="391495" y="62044"/>
                  <a:pt x="365523" y="62486"/>
                </a:cubicBezTo>
                <a:cubicBezTo>
                  <a:pt x="339551" y="62929"/>
                  <a:pt x="297164" y="62751"/>
                  <a:pt x="239424" y="62751"/>
                </a:cubicBezTo>
                <a:cubicBezTo>
                  <a:pt x="181684" y="62751"/>
                  <a:pt x="56205" y="70052"/>
                  <a:pt x="19083" y="62486"/>
                </a:cubicBezTo>
                <a:cubicBezTo>
                  <a:pt x="-18039" y="54920"/>
                  <a:pt x="9217" y="25895"/>
                  <a:pt x="16694" y="17356"/>
                </a:cubicBezTo>
                <a:close/>
              </a:path>
            </a:pathLst>
          </a:custGeom>
          <a:solidFill>
            <a:schemeClr val="accent3"/>
          </a:solidFill>
          <a:ln>
            <a:noFill/>
          </a:ln>
        </p:spPr>
      </p:sp>
      <p:sp>
        <p:nvSpPr>
          <p:cNvPr id="258" name="Google Shape;258;p26"/>
          <p:cNvSpPr/>
          <p:nvPr/>
        </p:nvSpPr>
        <p:spPr>
          <a:xfrm>
            <a:off x="-1313748" y="4208575"/>
            <a:ext cx="11491825" cy="993275"/>
          </a:xfrm>
          <a:custGeom>
            <a:avLst/>
            <a:gdLst/>
            <a:ahLst/>
            <a:cxnLst/>
            <a:rect l="l" t="t" r="r" b="b"/>
            <a:pathLst>
              <a:path w="459673" h="39731" extrusionOk="0">
                <a:moveTo>
                  <a:pt x="40073" y="8726"/>
                </a:moveTo>
                <a:cubicBezTo>
                  <a:pt x="62815" y="3063"/>
                  <a:pt x="120467" y="3461"/>
                  <a:pt x="168030" y="3417"/>
                </a:cubicBezTo>
                <a:cubicBezTo>
                  <a:pt x="215594" y="3373"/>
                  <a:pt x="281563" y="8904"/>
                  <a:pt x="325454" y="8461"/>
                </a:cubicBezTo>
                <a:cubicBezTo>
                  <a:pt x="369345" y="8019"/>
                  <a:pt x="412175" y="-2822"/>
                  <a:pt x="431377" y="762"/>
                </a:cubicBezTo>
                <a:cubicBezTo>
                  <a:pt x="450580" y="4346"/>
                  <a:pt x="441775" y="23902"/>
                  <a:pt x="440669" y="29964"/>
                </a:cubicBezTo>
                <a:cubicBezTo>
                  <a:pt x="439563" y="36026"/>
                  <a:pt x="492922" y="35893"/>
                  <a:pt x="424740" y="37132"/>
                </a:cubicBezTo>
                <a:cubicBezTo>
                  <a:pt x="356558" y="38371"/>
                  <a:pt x="95689" y="42131"/>
                  <a:pt x="31578" y="37397"/>
                </a:cubicBezTo>
                <a:cubicBezTo>
                  <a:pt x="-32533" y="32663"/>
                  <a:pt x="17331" y="14389"/>
                  <a:pt x="40073" y="8726"/>
                </a:cubicBezTo>
                <a:close/>
              </a:path>
            </a:pathLst>
          </a:custGeom>
          <a:solidFill>
            <a:schemeClr val="accent1"/>
          </a:solidFill>
          <a:ln>
            <a:noFill/>
          </a:ln>
        </p:spPr>
      </p:sp>
      <p:sp>
        <p:nvSpPr>
          <p:cNvPr id="259" name="Google Shape;259;p26"/>
          <p:cNvSpPr txBox="1">
            <a:spLocks noGrp="1"/>
          </p:cNvSpPr>
          <p:nvPr>
            <p:ph type="ctrTitle"/>
          </p:nvPr>
        </p:nvSpPr>
        <p:spPr>
          <a:xfrm>
            <a:off x="1007275" y="542250"/>
            <a:ext cx="7129500" cy="1773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What was the Industrial Revolution?</a:t>
            </a:r>
            <a:endParaRPr/>
          </a:p>
        </p:txBody>
      </p:sp>
      <p:sp>
        <p:nvSpPr>
          <p:cNvPr id="260" name="Google Shape;260;p26"/>
          <p:cNvSpPr/>
          <p:nvPr/>
        </p:nvSpPr>
        <p:spPr>
          <a:xfrm>
            <a:off x="-451000" y="442700"/>
            <a:ext cx="2534875" cy="666275"/>
          </a:xfrm>
          <a:custGeom>
            <a:avLst/>
            <a:gdLst/>
            <a:ahLst/>
            <a:cxnLst/>
            <a:rect l="l" t="t" r="r" b="b"/>
            <a:pathLst>
              <a:path w="112175" h="26651" extrusionOk="0">
                <a:moveTo>
                  <a:pt x="5032" y="24291"/>
                </a:moveTo>
                <a:cubicBezTo>
                  <a:pt x="17686" y="24026"/>
                  <a:pt x="72860" y="25308"/>
                  <a:pt x="83612" y="24025"/>
                </a:cubicBezTo>
                <a:cubicBezTo>
                  <a:pt x="94364" y="22742"/>
                  <a:pt x="64852" y="18362"/>
                  <a:pt x="69542" y="16592"/>
                </a:cubicBezTo>
                <a:cubicBezTo>
                  <a:pt x="74232" y="14822"/>
                  <a:pt x="116618" y="14379"/>
                  <a:pt x="111751" y="13406"/>
                </a:cubicBezTo>
                <a:cubicBezTo>
                  <a:pt x="106884" y="12433"/>
                  <a:pt x="56003" y="12964"/>
                  <a:pt x="40340" y="10752"/>
                </a:cubicBezTo>
                <a:cubicBezTo>
                  <a:pt x="24677" y="8540"/>
                  <a:pt x="24014" y="664"/>
                  <a:pt x="17775" y="133"/>
                </a:cubicBezTo>
                <a:cubicBezTo>
                  <a:pt x="11536" y="-398"/>
                  <a:pt x="4589" y="3319"/>
                  <a:pt x="2908" y="7566"/>
                </a:cubicBezTo>
                <a:cubicBezTo>
                  <a:pt x="1227" y="11814"/>
                  <a:pt x="7333" y="22831"/>
                  <a:pt x="7687" y="25618"/>
                </a:cubicBezTo>
                <a:cubicBezTo>
                  <a:pt x="8041" y="28406"/>
                  <a:pt x="-7622" y="24557"/>
                  <a:pt x="5032" y="24291"/>
                </a:cubicBezTo>
                <a:close/>
              </a:path>
            </a:pathLst>
          </a:custGeom>
          <a:solidFill>
            <a:srgbClr val="FFFFFF">
              <a:alpha val="70440"/>
            </a:srgbClr>
          </a:solidFill>
          <a:ln>
            <a:noFill/>
          </a:ln>
        </p:spPr>
      </p:sp>
      <p:grpSp>
        <p:nvGrpSpPr>
          <p:cNvPr id="261" name="Google Shape;261;p26"/>
          <p:cNvGrpSpPr/>
          <p:nvPr/>
        </p:nvGrpSpPr>
        <p:grpSpPr>
          <a:xfrm>
            <a:off x="802119" y="2721164"/>
            <a:ext cx="4180743" cy="2181079"/>
            <a:chOff x="1571950" y="2235250"/>
            <a:chExt cx="4958775" cy="2586975"/>
          </a:xfrm>
        </p:grpSpPr>
        <p:sp>
          <p:nvSpPr>
            <p:cNvPr id="262" name="Google Shape;262;p26"/>
            <p:cNvSpPr/>
            <p:nvPr/>
          </p:nvSpPr>
          <p:spPr>
            <a:xfrm>
              <a:off x="2184350" y="3453775"/>
              <a:ext cx="138025" cy="103025"/>
            </a:xfrm>
            <a:custGeom>
              <a:avLst/>
              <a:gdLst/>
              <a:ahLst/>
              <a:cxnLst/>
              <a:rect l="l" t="t" r="r" b="b"/>
              <a:pathLst>
                <a:path w="5521" h="4121" extrusionOk="0">
                  <a:moveTo>
                    <a:pt x="2533" y="0"/>
                  </a:moveTo>
                  <a:cubicBezTo>
                    <a:pt x="2309" y="0"/>
                    <a:pt x="2156" y="35"/>
                    <a:pt x="2126" y="127"/>
                  </a:cubicBezTo>
                  <a:cubicBezTo>
                    <a:pt x="1985" y="556"/>
                    <a:pt x="973" y="1147"/>
                    <a:pt x="464" y="1364"/>
                  </a:cubicBezTo>
                  <a:cubicBezTo>
                    <a:pt x="0" y="1560"/>
                    <a:pt x="1198" y="3964"/>
                    <a:pt x="1590" y="4108"/>
                  </a:cubicBezTo>
                  <a:cubicBezTo>
                    <a:pt x="1615" y="4116"/>
                    <a:pt x="1643" y="4121"/>
                    <a:pt x="1676" y="4121"/>
                  </a:cubicBezTo>
                  <a:cubicBezTo>
                    <a:pt x="2173" y="4121"/>
                    <a:pt x="3623" y="3165"/>
                    <a:pt x="5359" y="3136"/>
                  </a:cubicBezTo>
                  <a:cubicBezTo>
                    <a:pt x="5359" y="3136"/>
                    <a:pt x="5521" y="401"/>
                    <a:pt x="5194" y="401"/>
                  </a:cubicBezTo>
                  <a:cubicBezTo>
                    <a:pt x="5192" y="401"/>
                    <a:pt x="5191" y="401"/>
                    <a:pt x="5189" y="401"/>
                  </a:cubicBezTo>
                  <a:cubicBezTo>
                    <a:pt x="5182" y="402"/>
                    <a:pt x="5174" y="402"/>
                    <a:pt x="5166" y="402"/>
                  </a:cubicBezTo>
                  <a:cubicBezTo>
                    <a:pt x="4845" y="402"/>
                    <a:pt x="3288" y="0"/>
                    <a:pt x="2533" y="0"/>
                  </a:cubicBezTo>
                  <a:close/>
                </a:path>
              </a:pathLst>
            </a:custGeom>
            <a:solidFill>
              <a:srgbClr val="FFA8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6"/>
            <p:cNvSpPr/>
            <p:nvPr/>
          </p:nvSpPr>
          <p:spPr>
            <a:xfrm>
              <a:off x="2210550" y="3403100"/>
              <a:ext cx="74150" cy="70800"/>
            </a:xfrm>
            <a:custGeom>
              <a:avLst/>
              <a:gdLst/>
              <a:ahLst/>
              <a:cxnLst/>
              <a:rect l="l" t="t" r="r" b="b"/>
              <a:pathLst>
                <a:path w="2966" h="2832" extrusionOk="0">
                  <a:moveTo>
                    <a:pt x="671" y="0"/>
                  </a:moveTo>
                  <a:cubicBezTo>
                    <a:pt x="537" y="0"/>
                    <a:pt x="25" y="71"/>
                    <a:pt x="14" y="262"/>
                  </a:cubicBezTo>
                  <a:cubicBezTo>
                    <a:pt x="0" y="510"/>
                    <a:pt x="672" y="2037"/>
                    <a:pt x="736" y="2300"/>
                  </a:cubicBezTo>
                  <a:cubicBezTo>
                    <a:pt x="799" y="2563"/>
                    <a:pt x="962" y="2831"/>
                    <a:pt x="962" y="2831"/>
                  </a:cubicBezTo>
                  <a:lnTo>
                    <a:pt x="2965" y="2343"/>
                  </a:lnTo>
                  <a:cubicBezTo>
                    <a:pt x="2175" y="2050"/>
                    <a:pt x="1281" y="836"/>
                    <a:pt x="1151" y="698"/>
                  </a:cubicBezTo>
                  <a:cubicBezTo>
                    <a:pt x="1021" y="560"/>
                    <a:pt x="786" y="7"/>
                    <a:pt x="689" y="1"/>
                  </a:cubicBezTo>
                  <a:cubicBezTo>
                    <a:pt x="684" y="0"/>
                    <a:pt x="678" y="0"/>
                    <a:pt x="671" y="0"/>
                  </a:cubicBezTo>
                  <a:close/>
                </a:path>
              </a:pathLst>
            </a:custGeom>
            <a:solidFill>
              <a:srgbClr val="FFA8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6"/>
            <p:cNvSpPr/>
            <p:nvPr/>
          </p:nvSpPr>
          <p:spPr>
            <a:xfrm>
              <a:off x="2142775" y="3477525"/>
              <a:ext cx="80650" cy="48375"/>
            </a:xfrm>
            <a:custGeom>
              <a:avLst/>
              <a:gdLst/>
              <a:ahLst/>
              <a:cxnLst/>
              <a:rect l="l" t="t" r="r" b="b"/>
              <a:pathLst>
                <a:path w="3226" h="1935" extrusionOk="0">
                  <a:moveTo>
                    <a:pt x="3225" y="1"/>
                  </a:moveTo>
                  <a:lnTo>
                    <a:pt x="3225" y="1"/>
                  </a:lnTo>
                  <a:cubicBezTo>
                    <a:pt x="2239" y="364"/>
                    <a:pt x="113" y="1259"/>
                    <a:pt x="56" y="1300"/>
                  </a:cubicBezTo>
                  <a:cubicBezTo>
                    <a:pt x="0" y="1341"/>
                    <a:pt x="76" y="1925"/>
                    <a:pt x="262" y="1935"/>
                  </a:cubicBezTo>
                  <a:cubicBezTo>
                    <a:pt x="263" y="1935"/>
                    <a:pt x="264" y="1935"/>
                    <a:pt x="265" y="1935"/>
                  </a:cubicBezTo>
                  <a:cubicBezTo>
                    <a:pt x="472" y="1935"/>
                    <a:pt x="2388" y="1180"/>
                    <a:pt x="2388" y="1180"/>
                  </a:cubicBezTo>
                  <a:lnTo>
                    <a:pt x="3225" y="1"/>
                  </a:lnTo>
                  <a:close/>
                </a:path>
              </a:pathLst>
            </a:custGeom>
            <a:solidFill>
              <a:srgbClr val="FFA8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6"/>
            <p:cNvSpPr/>
            <p:nvPr/>
          </p:nvSpPr>
          <p:spPr>
            <a:xfrm>
              <a:off x="2154800" y="3498600"/>
              <a:ext cx="72725" cy="61800"/>
            </a:xfrm>
            <a:custGeom>
              <a:avLst/>
              <a:gdLst/>
              <a:ahLst/>
              <a:cxnLst/>
              <a:rect l="l" t="t" r="r" b="b"/>
              <a:pathLst>
                <a:path w="2909" h="2472" extrusionOk="0">
                  <a:moveTo>
                    <a:pt x="2908" y="1"/>
                  </a:moveTo>
                  <a:lnTo>
                    <a:pt x="2908" y="1"/>
                  </a:lnTo>
                  <a:cubicBezTo>
                    <a:pt x="2009" y="549"/>
                    <a:pt x="94" y="1835"/>
                    <a:pt x="46" y="1886"/>
                  </a:cubicBezTo>
                  <a:cubicBezTo>
                    <a:pt x="0" y="1937"/>
                    <a:pt x="173" y="2472"/>
                    <a:pt x="354" y="2472"/>
                  </a:cubicBezTo>
                  <a:cubicBezTo>
                    <a:pt x="358" y="2472"/>
                    <a:pt x="363" y="2472"/>
                    <a:pt x="367" y="2471"/>
                  </a:cubicBezTo>
                  <a:cubicBezTo>
                    <a:pt x="553" y="2444"/>
                    <a:pt x="2309" y="1322"/>
                    <a:pt x="2309" y="1322"/>
                  </a:cubicBezTo>
                  <a:lnTo>
                    <a:pt x="2908" y="1"/>
                  </a:lnTo>
                  <a:close/>
                </a:path>
              </a:pathLst>
            </a:custGeom>
            <a:solidFill>
              <a:srgbClr val="FFA8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6"/>
            <p:cNvSpPr/>
            <p:nvPr/>
          </p:nvSpPr>
          <p:spPr>
            <a:xfrm>
              <a:off x="2177925" y="3518575"/>
              <a:ext cx="69300" cy="66000"/>
            </a:xfrm>
            <a:custGeom>
              <a:avLst/>
              <a:gdLst/>
              <a:ahLst/>
              <a:cxnLst/>
              <a:rect l="l" t="t" r="r" b="b"/>
              <a:pathLst>
                <a:path w="2772" h="2640" extrusionOk="0">
                  <a:moveTo>
                    <a:pt x="2772" y="1"/>
                  </a:moveTo>
                  <a:cubicBezTo>
                    <a:pt x="1911" y="607"/>
                    <a:pt x="84" y="2021"/>
                    <a:pt x="41" y="2075"/>
                  </a:cubicBezTo>
                  <a:cubicBezTo>
                    <a:pt x="0" y="2128"/>
                    <a:pt x="201" y="2640"/>
                    <a:pt x="380" y="2640"/>
                  </a:cubicBezTo>
                  <a:cubicBezTo>
                    <a:pt x="386" y="2640"/>
                    <a:pt x="393" y="2639"/>
                    <a:pt x="399" y="2638"/>
                  </a:cubicBezTo>
                  <a:cubicBezTo>
                    <a:pt x="582" y="2599"/>
                    <a:pt x="2261" y="1360"/>
                    <a:pt x="2261" y="1360"/>
                  </a:cubicBezTo>
                  <a:lnTo>
                    <a:pt x="2772" y="1"/>
                  </a:lnTo>
                  <a:close/>
                </a:path>
              </a:pathLst>
            </a:custGeom>
            <a:solidFill>
              <a:srgbClr val="FFA8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6"/>
            <p:cNvSpPr/>
            <p:nvPr/>
          </p:nvSpPr>
          <p:spPr>
            <a:xfrm>
              <a:off x="3292175" y="3240275"/>
              <a:ext cx="140925" cy="101875"/>
            </a:xfrm>
            <a:custGeom>
              <a:avLst/>
              <a:gdLst/>
              <a:ahLst/>
              <a:cxnLst/>
              <a:rect l="l" t="t" r="r" b="b"/>
              <a:pathLst>
                <a:path w="5637" h="4075" extrusionOk="0">
                  <a:moveTo>
                    <a:pt x="2963" y="0"/>
                  </a:moveTo>
                  <a:cubicBezTo>
                    <a:pt x="2429" y="0"/>
                    <a:pt x="620" y="1397"/>
                    <a:pt x="324" y="1490"/>
                  </a:cubicBezTo>
                  <a:cubicBezTo>
                    <a:pt x="0" y="1594"/>
                    <a:pt x="1250" y="4074"/>
                    <a:pt x="1250" y="4074"/>
                  </a:cubicBezTo>
                  <a:cubicBezTo>
                    <a:pt x="2992" y="3380"/>
                    <a:pt x="4850" y="3782"/>
                    <a:pt x="5160" y="3497"/>
                  </a:cubicBezTo>
                  <a:cubicBezTo>
                    <a:pt x="5471" y="3212"/>
                    <a:pt x="5637" y="530"/>
                    <a:pt x="5124" y="530"/>
                  </a:cubicBezTo>
                  <a:cubicBezTo>
                    <a:pt x="4562" y="530"/>
                    <a:pt x="3382" y="381"/>
                    <a:pt x="3079" y="42"/>
                  </a:cubicBezTo>
                  <a:cubicBezTo>
                    <a:pt x="3054" y="13"/>
                    <a:pt x="3014" y="0"/>
                    <a:pt x="2963" y="0"/>
                  </a:cubicBezTo>
                  <a:close/>
                </a:path>
              </a:pathLst>
            </a:custGeom>
            <a:solidFill>
              <a:srgbClr val="FFA8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6"/>
            <p:cNvSpPr/>
            <p:nvPr/>
          </p:nvSpPr>
          <p:spPr>
            <a:xfrm>
              <a:off x="3326875" y="3185275"/>
              <a:ext cx="52850" cy="78875"/>
            </a:xfrm>
            <a:custGeom>
              <a:avLst/>
              <a:gdLst/>
              <a:ahLst/>
              <a:cxnLst/>
              <a:rect l="l" t="t" r="r" b="b"/>
              <a:pathLst>
                <a:path w="2114" h="3155" extrusionOk="0">
                  <a:moveTo>
                    <a:pt x="1713" y="0"/>
                  </a:moveTo>
                  <a:cubicBezTo>
                    <a:pt x="1517" y="0"/>
                    <a:pt x="1260" y="78"/>
                    <a:pt x="1201" y="106"/>
                  </a:cubicBezTo>
                  <a:cubicBezTo>
                    <a:pt x="1112" y="152"/>
                    <a:pt x="1112" y="752"/>
                    <a:pt x="1046" y="930"/>
                  </a:cubicBezTo>
                  <a:cubicBezTo>
                    <a:pt x="979" y="1108"/>
                    <a:pt x="624" y="2575"/>
                    <a:pt x="0" y="3154"/>
                  </a:cubicBezTo>
                  <a:lnTo>
                    <a:pt x="2069" y="2820"/>
                  </a:lnTo>
                  <a:cubicBezTo>
                    <a:pt x="2069" y="2820"/>
                    <a:pt x="2114" y="2509"/>
                    <a:pt x="2069" y="2242"/>
                  </a:cubicBezTo>
                  <a:cubicBezTo>
                    <a:pt x="2025" y="1974"/>
                    <a:pt x="2047" y="307"/>
                    <a:pt x="1935" y="84"/>
                  </a:cubicBezTo>
                  <a:cubicBezTo>
                    <a:pt x="1904" y="22"/>
                    <a:pt x="1817" y="0"/>
                    <a:pt x="1713" y="0"/>
                  </a:cubicBezTo>
                  <a:close/>
                </a:path>
              </a:pathLst>
            </a:custGeom>
            <a:solidFill>
              <a:srgbClr val="FFA8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6"/>
            <p:cNvSpPr/>
            <p:nvPr/>
          </p:nvSpPr>
          <p:spPr>
            <a:xfrm>
              <a:off x="3390475" y="3253525"/>
              <a:ext cx="92750" cy="20250"/>
            </a:xfrm>
            <a:custGeom>
              <a:avLst/>
              <a:gdLst/>
              <a:ahLst/>
              <a:cxnLst/>
              <a:rect l="l" t="t" r="r" b="b"/>
              <a:pathLst>
                <a:path w="3710" h="810" extrusionOk="0">
                  <a:moveTo>
                    <a:pt x="2881" y="0"/>
                  </a:moveTo>
                  <a:cubicBezTo>
                    <a:pt x="2098" y="0"/>
                    <a:pt x="742" y="14"/>
                    <a:pt x="1" y="49"/>
                  </a:cubicBezTo>
                  <a:lnTo>
                    <a:pt x="1251" y="810"/>
                  </a:lnTo>
                  <a:cubicBezTo>
                    <a:pt x="1251" y="810"/>
                    <a:pt x="3367" y="755"/>
                    <a:pt x="3539" y="672"/>
                  </a:cubicBezTo>
                  <a:cubicBezTo>
                    <a:pt x="3710" y="590"/>
                    <a:pt x="3549" y="24"/>
                    <a:pt x="3480" y="8"/>
                  </a:cubicBezTo>
                  <a:cubicBezTo>
                    <a:pt x="3459" y="3"/>
                    <a:pt x="3225" y="0"/>
                    <a:pt x="2881" y="0"/>
                  </a:cubicBezTo>
                  <a:close/>
                </a:path>
              </a:pathLst>
            </a:custGeom>
            <a:solidFill>
              <a:srgbClr val="FFA8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6"/>
            <p:cNvSpPr/>
            <p:nvPr/>
          </p:nvSpPr>
          <p:spPr>
            <a:xfrm>
              <a:off x="3395025" y="3275750"/>
              <a:ext cx="88550" cy="32175"/>
            </a:xfrm>
            <a:custGeom>
              <a:avLst/>
              <a:gdLst/>
              <a:ahLst/>
              <a:cxnLst/>
              <a:rect l="l" t="t" r="r" b="b"/>
              <a:pathLst>
                <a:path w="3542" h="1287" extrusionOk="0">
                  <a:moveTo>
                    <a:pt x="0" y="0"/>
                  </a:moveTo>
                  <a:lnTo>
                    <a:pt x="1086" y="984"/>
                  </a:lnTo>
                  <a:cubicBezTo>
                    <a:pt x="1086" y="984"/>
                    <a:pt x="2909" y="1287"/>
                    <a:pt x="3297" y="1287"/>
                  </a:cubicBezTo>
                  <a:cubicBezTo>
                    <a:pt x="3324" y="1287"/>
                    <a:pt x="3345" y="1285"/>
                    <a:pt x="3357" y="1282"/>
                  </a:cubicBezTo>
                  <a:cubicBezTo>
                    <a:pt x="3541" y="1233"/>
                    <a:pt x="3488" y="647"/>
                    <a:pt x="3425" y="619"/>
                  </a:cubicBezTo>
                  <a:cubicBezTo>
                    <a:pt x="3361" y="589"/>
                    <a:pt x="1058" y="154"/>
                    <a:pt x="0" y="0"/>
                  </a:cubicBezTo>
                  <a:close/>
                </a:path>
              </a:pathLst>
            </a:custGeom>
            <a:solidFill>
              <a:srgbClr val="FFA8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6"/>
            <p:cNvSpPr/>
            <p:nvPr/>
          </p:nvSpPr>
          <p:spPr>
            <a:xfrm>
              <a:off x="3384525" y="3301850"/>
              <a:ext cx="86300" cy="37575"/>
            </a:xfrm>
            <a:custGeom>
              <a:avLst/>
              <a:gdLst/>
              <a:ahLst/>
              <a:cxnLst/>
              <a:rect l="l" t="t" r="r" b="b"/>
              <a:pathLst>
                <a:path w="3452" h="1503" extrusionOk="0">
                  <a:moveTo>
                    <a:pt x="1" y="0"/>
                  </a:moveTo>
                  <a:lnTo>
                    <a:pt x="1018" y="1052"/>
                  </a:lnTo>
                  <a:cubicBezTo>
                    <a:pt x="1018" y="1052"/>
                    <a:pt x="2930" y="1503"/>
                    <a:pt x="3237" y="1503"/>
                  </a:cubicBezTo>
                  <a:cubicBezTo>
                    <a:pt x="3248" y="1503"/>
                    <a:pt x="3257" y="1502"/>
                    <a:pt x="3264" y="1501"/>
                  </a:cubicBezTo>
                  <a:cubicBezTo>
                    <a:pt x="3452" y="1465"/>
                    <a:pt x="3439" y="876"/>
                    <a:pt x="3377" y="843"/>
                  </a:cubicBezTo>
                  <a:cubicBezTo>
                    <a:pt x="3314" y="809"/>
                    <a:pt x="1046" y="223"/>
                    <a:pt x="1" y="0"/>
                  </a:cubicBezTo>
                  <a:close/>
                </a:path>
              </a:pathLst>
            </a:custGeom>
            <a:solidFill>
              <a:srgbClr val="FFA8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6"/>
            <p:cNvSpPr/>
            <p:nvPr/>
          </p:nvSpPr>
          <p:spPr>
            <a:xfrm>
              <a:off x="2678675" y="3228250"/>
              <a:ext cx="127900" cy="250450"/>
            </a:xfrm>
            <a:custGeom>
              <a:avLst/>
              <a:gdLst/>
              <a:ahLst/>
              <a:cxnLst/>
              <a:rect l="l" t="t" r="r" b="b"/>
              <a:pathLst>
                <a:path w="5116" h="10018" extrusionOk="0">
                  <a:moveTo>
                    <a:pt x="2780" y="0"/>
                  </a:moveTo>
                  <a:cubicBezTo>
                    <a:pt x="2492" y="0"/>
                    <a:pt x="2216" y="91"/>
                    <a:pt x="2047" y="368"/>
                  </a:cubicBezTo>
                  <a:cubicBezTo>
                    <a:pt x="1558" y="1168"/>
                    <a:pt x="0" y="5660"/>
                    <a:pt x="1780" y="10017"/>
                  </a:cubicBezTo>
                  <a:lnTo>
                    <a:pt x="5115" y="7438"/>
                  </a:lnTo>
                  <a:lnTo>
                    <a:pt x="3915" y="323"/>
                  </a:lnTo>
                  <a:cubicBezTo>
                    <a:pt x="3915" y="323"/>
                    <a:pt x="3325" y="0"/>
                    <a:pt x="2780" y="0"/>
                  </a:cubicBezTo>
                  <a:close/>
                </a:path>
              </a:pathLst>
            </a:custGeom>
            <a:solidFill>
              <a:srgbClr val="AA4B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6"/>
            <p:cNvSpPr/>
            <p:nvPr/>
          </p:nvSpPr>
          <p:spPr>
            <a:xfrm>
              <a:off x="2695975" y="3221550"/>
              <a:ext cx="129600" cy="246025"/>
            </a:xfrm>
            <a:custGeom>
              <a:avLst/>
              <a:gdLst/>
              <a:ahLst/>
              <a:cxnLst/>
              <a:rect l="l" t="t" r="r" b="b"/>
              <a:pathLst>
                <a:path w="5184" h="9841" extrusionOk="0">
                  <a:moveTo>
                    <a:pt x="2563" y="1"/>
                  </a:moveTo>
                  <a:cubicBezTo>
                    <a:pt x="2275" y="1"/>
                    <a:pt x="2002" y="90"/>
                    <a:pt x="1844" y="362"/>
                  </a:cubicBezTo>
                  <a:cubicBezTo>
                    <a:pt x="1385" y="1148"/>
                    <a:pt x="1" y="5560"/>
                    <a:pt x="1947" y="9841"/>
                  </a:cubicBezTo>
                  <a:lnTo>
                    <a:pt x="5184" y="7307"/>
                  </a:lnTo>
                  <a:lnTo>
                    <a:pt x="3709" y="318"/>
                  </a:lnTo>
                  <a:cubicBezTo>
                    <a:pt x="3709" y="318"/>
                    <a:pt x="3107" y="1"/>
                    <a:pt x="2563" y="1"/>
                  </a:cubicBezTo>
                  <a:close/>
                </a:path>
              </a:pathLst>
            </a:custGeom>
            <a:solidFill>
              <a:srgbClr val="963C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6"/>
            <p:cNvSpPr/>
            <p:nvPr/>
          </p:nvSpPr>
          <p:spPr>
            <a:xfrm>
              <a:off x="2807650" y="3174375"/>
              <a:ext cx="192400" cy="250975"/>
            </a:xfrm>
            <a:custGeom>
              <a:avLst/>
              <a:gdLst/>
              <a:ahLst/>
              <a:cxnLst/>
              <a:rect l="l" t="t" r="r" b="b"/>
              <a:pathLst>
                <a:path w="7696" h="10039" extrusionOk="0">
                  <a:moveTo>
                    <a:pt x="2493" y="1"/>
                  </a:moveTo>
                  <a:cubicBezTo>
                    <a:pt x="1270" y="1"/>
                    <a:pt x="1" y="565"/>
                    <a:pt x="1" y="565"/>
                  </a:cubicBezTo>
                  <a:lnTo>
                    <a:pt x="890" y="1767"/>
                  </a:lnTo>
                  <a:cubicBezTo>
                    <a:pt x="3381" y="2077"/>
                    <a:pt x="4404" y="7592"/>
                    <a:pt x="4493" y="10039"/>
                  </a:cubicBezTo>
                  <a:lnTo>
                    <a:pt x="7695" y="9060"/>
                  </a:lnTo>
                  <a:cubicBezTo>
                    <a:pt x="7695" y="9060"/>
                    <a:pt x="5160" y="1099"/>
                    <a:pt x="3781" y="299"/>
                  </a:cubicBezTo>
                  <a:cubicBezTo>
                    <a:pt x="3405" y="80"/>
                    <a:pt x="2952" y="1"/>
                    <a:pt x="2493" y="1"/>
                  </a:cubicBezTo>
                  <a:close/>
                </a:path>
              </a:pathLst>
            </a:custGeom>
            <a:solidFill>
              <a:srgbClr val="AA4B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6"/>
            <p:cNvSpPr/>
            <p:nvPr/>
          </p:nvSpPr>
          <p:spPr>
            <a:xfrm>
              <a:off x="2805100" y="3223725"/>
              <a:ext cx="170725" cy="224950"/>
            </a:xfrm>
            <a:custGeom>
              <a:avLst/>
              <a:gdLst/>
              <a:ahLst/>
              <a:cxnLst/>
              <a:rect l="l" t="t" r="r" b="b"/>
              <a:pathLst>
                <a:path w="6829" h="8998" extrusionOk="0">
                  <a:moveTo>
                    <a:pt x="2922" y="0"/>
                  </a:moveTo>
                  <a:cubicBezTo>
                    <a:pt x="1606" y="0"/>
                    <a:pt x="1" y="785"/>
                    <a:pt x="1" y="785"/>
                  </a:cubicBezTo>
                  <a:lnTo>
                    <a:pt x="769" y="1826"/>
                  </a:lnTo>
                  <a:cubicBezTo>
                    <a:pt x="3227" y="2096"/>
                    <a:pt x="3688" y="6877"/>
                    <a:pt x="3527" y="8998"/>
                  </a:cubicBezTo>
                  <a:lnTo>
                    <a:pt x="6829" y="8150"/>
                  </a:lnTo>
                  <a:cubicBezTo>
                    <a:pt x="6829" y="8150"/>
                    <a:pt x="5196" y="902"/>
                    <a:pt x="3898" y="207"/>
                  </a:cubicBezTo>
                  <a:cubicBezTo>
                    <a:pt x="3620" y="59"/>
                    <a:pt x="3282" y="0"/>
                    <a:pt x="2922" y="0"/>
                  </a:cubicBezTo>
                  <a:close/>
                </a:path>
              </a:pathLst>
            </a:custGeom>
            <a:solidFill>
              <a:srgbClr val="963C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6"/>
            <p:cNvSpPr/>
            <p:nvPr/>
          </p:nvSpPr>
          <p:spPr>
            <a:xfrm>
              <a:off x="2303650" y="3416425"/>
              <a:ext cx="410625" cy="240900"/>
            </a:xfrm>
            <a:custGeom>
              <a:avLst/>
              <a:gdLst/>
              <a:ahLst/>
              <a:cxnLst/>
              <a:rect l="l" t="t" r="r" b="b"/>
              <a:pathLst>
                <a:path w="16425" h="9636" extrusionOk="0">
                  <a:moveTo>
                    <a:pt x="16425" y="1"/>
                  </a:moveTo>
                  <a:cubicBezTo>
                    <a:pt x="16424" y="1"/>
                    <a:pt x="3469" y="445"/>
                    <a:pt x="148" y="1157"/>
                  </a:cubicBezTo>
                  <a:lnTo>
                    <a:pt x="0" y="5485"/>
                  </a:lnTo>
                  <a:cubicBezTo>
                    <a:pt x="4684" y="5959"/>
                    <a:pt x="13875" y="9636"/>
                    <a:pt x="13875" y="9636"/>
                  </a:cubicBezTo>
                  <a:lnTo>
                    <a:pt x="16425" y="1"/>
                  </a:lnTo>
                  <a:close/>
                </a:path>
              </a:pathLst>
            </a:custGeom>
            <a:solidFill>
              <a:srgbClr val="6D42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6"/>
            <p:cNvSpPr/>
            <p:nvPr/>
          </p:nvSpPr>
          <p:spPr>
            <a:xfrm>
              <a:off x="2303650" y="3514150"/>
              <a:ext cx="384800" cy="143175"/>
            </a:xfrm>
            <a:custGeom>
              <a:avLst/>
              <a:gdLst/>
              <a:ahLst/>
              <a:cxnLst/>
              <a:rect l="l" t="t" r="r" b="b"/>
              <a:pathLst>
                <a:path w="15392" h="5727" extrusionOk="0">
                  <a:moveTo>
                    <a:pt x="15391" y="0"/>
                  </a:moveTo>
                  <a:cubicBezTo>
                    <a:pt x="13388" y="796"/>
                    <a:pt x="10548" y="1294"/>
                    <a:pt x="7397" y="1294"/>
                  </a:cubicBezTo>
                  <a:cubicBezTo>
                    <a:pt x="4569" y="1294"/>
                    <a:pt x="1992" y="894"/>
                    <a:pt x="46" y="237"/>
                  </a:cubicBezTo>
                  <a:lnTo>
                    <a:pt x="0" y="1576"/>
                  </a:lnTo>
                  <a:cubicBezTo>
                    <a:pt x="4684" y="2051"/>
                    <a:pt x="13875" y="5727"/>
                    <a:pt x="13875" y="5727"/>
                  </a:cubicBezTo>
                  <a:lnTo>
                    <a:pt x="15391" y="0"/>
                  </a:lnTo>
                  <a:close/>
                </a:path>
              </a:pathLst>
            </a:custGeom>
            <a:solidFill>
              <a:srgbClr val="5E35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6"/>
            <p:cNvSpPr/>
            <p:nvPr/>
          </p:nvSpPr>
          <p:spPr>
            <a:xfrm>
              <a:off x="2958500" y="3258550"/>
              <a:ext cx="369500" cy="383600"/>
            </a:xfrm>
            <a:custGeom>
              <a:avLst/>
              <a:gdLst/>
              <a:ahLst/>
              <a:cxnLst/>
              <a:rect l="l" t="t" r="r" b="b"/>
              <a:pathLst>
                <a:path w="14780" h="15344" extrusionOk="0">
                  <a:moveTo>
                    <a:pt x="14129" y="0"/>
                  </a:moveTo>
                  <a:cubicBezTo>
                    <a:pt x="14129" y="0"/>
                    <a:pt x="2254" y="4433"/>
                    <a:pt x="0" y="4907"/>
                  </a:cubicBezTo>
                  <a:lnTo>
                    <a:pt x="2906" y="15344"/>
                  </a:lnTo>
                  <a:lnTo>
                    <a:pt x="14780" y="4625"/>
                  </a:lnTo>
                  <a:lnTo>
                    <a:pt x="14129" y="0"/>
                  </a:lnTo>
                  <a:close/>
                </a:path>
              </a:pathLst>
            </a:custGeom>
            <a:solidFill>
              <a:srgbClr val="6D42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6"/>
            <p:cNvSpPr/>
            <p:nvPr/>
          </p:nvSpPr>
          <p:spPr>
            <a:xfrm>
              <a:off x="3015200" y="3380450"/>
              <a:ext cx="305875" cy="261700"/>
            </a:xfrm>
            <a:custGeom>
              <a:avLst/>
              <a:gdLst/>
              <a:ahLst/>
              <a:cxnLst/>
              <a:rect l="l" t="t" r="r" b="b"/>
              <a:pathLst>
                <a:path w="12235" h="10468" extrusionOk="0">
                  <a:moveTo>
                    <a:pt x="12234" y="0"/>
                  </a:moveTo>
                  <a:cubicBezTo>
                    <a:pt x="4330" y="5797"/>
                    <a:pt x="1424" y="7577"/>
                    <a:pt x="0" y="8110"/>
                  </a:cubicBezTo>
                  <a:lnTo>
                    <a:pt x="638" y="10468"/>
                  </a:lnTo>
                  <a:lnTo>
                    <a:pt x="12234" y="0"/>
                  </a:lnTo>
                  <a:close/>
                </a:path>
              </a:pathLst>
            </a:custGeom>
            <a:solidFill>
              <a:srgbClr val="5E35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6"/>
            <p:cNvSpPr/>
            <p:nvPr/>
          </p:nvSpPr>
          <p:spPr>
            <a:xfrm>
              <a:off x="2958500" y="3292425"/>
              <a:ext cx="261200" cy="164275"/>
            </a:xfrm>
            <a:custGeom>
              <a:avLst/>
              <a:gdLst/>
              <a:ahLst/>
              <a:cxnLst/>
              <a:rect l="l" t="t" r="r" b="b"/>
              <a:pathLst>
                <a:path w="10448" h="6571" extrusionOk="0">
                  <a:moveTo>
                    <a:pt x="10447" y="1"/>
                  </a:moveTo>
                  <a:lnTo>
                    <a:pt x="10447" y="1"/>
                  </a:lnTo>
                  <a:cubicBezTo>
                    <a:pt x="6760" y="1347"/>
                    <a:pt x="1434" y="3251"/>
                    <a:pt x="0" y="3552"/>
                  </a:cubicBezTo>
                  <a:lnTo>
                    <a:pt x="840" y="6570"/>
                  </a:lnTo>
                  <a:cubicBezTo>
                    <a:pt x="1047" y="6548"/>
                    <a:pt x="1254" y="6524"/>
                    <a:pt x="1464" y="6495"/>
                  </a:cubicBezTo>
                  <a:cubicBezTo>
                    <a:pt x="5003" y="6000"/>
                    <a:pt x="9009" y="2502"/>
                    <a:pt x="10447" y="1"/>
                  </a:cubicBezTo>
                  <a:close/>
                </a:path>
              </a:pathLst>
            </a:custGeom>
            <a:solidFill>
              <a:srgbClr val="5E35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6"/>
            <p:cNvSpPr/>
            <p:nvPr/>
          </p:nvSpPr>
          <p:spPr>
            <a:xfrm>
              <a:off x="2580850" y="3354150"/>
              <a:ext cx="560400" cy="938425"/>
            </a:xfrm>
            <a:custGeom>
              <a:avLst/>
              <a:gdLst/>
              <a:ahLst/>
              <a:cxnLst/>
              <a:rect l="l" t="t" r="r" b="b"/>
              <a:pathLst>
                <a:path w="22416" h="37537" extrusionOk="0">
                  <a:moveTo>
                    <a:pt x="10763" y="1"/>
                  </a:moveTo>
                  <a:cubicBezTo>
                    <a:pt x="10763" y="1"/>
                    <a:pt x="4804" y="2269"/>
                    <a:pt x="4004" y="3158"/>
                  </a:cubicBezTo>
                  <a:cubicBezTo>
                    <a:pt x="3203" y="4048"/>
                    <a:pt x="0" y="24461"/>
                    <a:pt x="4181" y="37536"/>
                  </a:cubicBezTo>
                  <a:cubicBezTo>
                    <a:pt x="6533" y="36913"/>
                    <a:pt x="9174" y="36659"/>
                    <a:pt x="12041" y="36659"/>
                  </a:cubicBezTo>
                  <a:cubicBezTo>
                    <a:pt x="15245" y="36659"/>
                    <a:pt x="18732" y="36976"/>
                    <a:pt x="22416" y="37448"/>
                  </a:cubicBezTo>
                  <a:cubicBezTo>
                    <a:pt x="22416" y="37448"/>
                    <a:pt x="17092" y="1290"/>
                    <a:pt x="16722" y="1290"/>
                  </a:cubicBezTo>
                  <a:cubicBezTo>
                    <a:pt x="16722" y="1290"/>
                    <a:pt x="16722" y="1290"/>
                    <a:pt x="16722" y="1290"/>
                  </a:cubicBezTo>
                  <a:cubicBezTo>
                    <a:pt x="16676" y="1295"/>
                    <a:pt x="16624" y="1297"/>
                    <a:pt x="16566" y="1297"/>
                  </a:cubicBezTo>
                  <a:cubicBezTo>
                    <a:pt x="15210" y="1297"/>
                    <a:pt x="10763" y="1"/>
                    <a:pt x="10763" y="1"/>
                  </a:cubicBezTo>
                  <a:close/>
                </a:path>
              </a:pathLst>
            </a:custGeom>
            <a:solidFill>
              <a:srgbClr val="3318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6"/>
            <p:cNvSpPr/>
            <p:nvPr/>
          </p:nvSpPr>
          <p:spPr>
            <a:xfrm>
              <a:off x="2635700" y="3721050"/>
              <a:ext cx="304650" cy="622650"/>
            </a:xfrm>
            <a:custGeom>
              <a:avLst/>
              <a:gdLst/>
              <a:ahLst/>
              <a:cxnLst/>
              <a:rect l="l" t="t" r="r" b="b"/>
              <a:pathLst>
                <a:path w="12186" h="24906" extrusionOk="0">
                  <a:moveTo>
                    <a:pt x="1690" y="1"/>
                  </a:moveTo>
                  <a:cubicBezTo>
                    <a:pt x="1690" y="1"/>
                    <a:pt x="1" y="15389"/>
                    <a:pt x="3469" y="24905"/>
                  </a:cubicBezTo>
                  <a:lnTo>
                    <a:pt x="12186" y="89"/>
                  </a:lnTo>
                  <a:lnTo>
                    <a:pt x="1690" y="1"/>
                  </a:lnTo>
                  <a:close/>
                </a:path>
              </a:pathLst>
            </a:custGeom>
            <a:solidFill>
              <a:srgbClr val="754E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6"/>
            <p:cNvSpPr/>
            <p:nvPr/>
          </p:nvSpPr>
          <p:spPr>
            <a:xfrm>
              <a:off x="2697950" y="3721500"/>
              <a:ext cx="242400" cy="487025"/>
            </a:xfrm>
            <a:custGeom>
              <a:avLst/>
              <a:gdLst/>
              <a:ahLst/>
              <a:cxnLst/>
              <a:rect l="l" t="t" r="r" b="b"/>
              <a:pathLst>
                <a:path w="9696" h="19481" extrusionOk="0">
                  <a:moveTo>
                    <a:pt x="1368" y="1"/>
                  </a:moveTo>
                  <a:cubicBezTo>
                    <a:pt x="510" y="2306"/>
                    <a:pt x="0" y="5161"/>
                    <a:pt x="0" y="8255"/>
                  </a:cubicBezTo>
                  <a:cubicBezTo>
                    <a:pt x="0" y="12875"/>
                    <a:pt x="1136" y="16964"/>
                    <a:pt x="2880" y="19480"/>
                  </a:cubicBezTo>
                  <a:lnTo>
                    <a:pt x="9696" y="71"/>
                  </a:lnTo>
                  <a:lnTo>
                    <a:pt x="1368" y="1"/>
                  </a:lnTo>
                  <a:close/>
                </a:path>
              </a:pathLst>
            </a:custGeom>
            <a:solidFill>
              <a:srgbClr val="A077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6"/>
            <p:cNvSpPr/>
            <p:nvPr/>
          </p:nvSpPr>
          <p:spPr>
            <a:xfrm>
              <a:off x="2672500" y="3721050"/>
              <a:ext cx="280475" cy="622650"/>
            </a:xfrm>
            <a:custGeom>
              <a:avLst/>
              <a:gdLst/>
              <a:ahLst/>
              <a:cxnLst/>
              <a:rect l="l" t="t" r="r" b="b"/>
              <a:pathLst>
                <a:path w="11219" h="24906" extrusionOk="0">
                  <a:moveTo>
                    <a:pt x="218" y="1"/>
                  </a:moveTo>
                  <a:cubicBezTo>
                    <a:pt x="218" y="1"/>
                    <a:pt x="107" y="1015"/>
                    <a:pt x="1" y="2684"/>
                  </a:cubicBezTo>
                  <a:cubicBezTo>
                    <a:pt x="1374" y="2839"/>
                    <a:pt x="2635" y="2875"/>
                    <a:pt x="3511" y="2875"/>
                  </a:cubicBezTo>
                  <a:cubicBezTo>
                    <a:pt x="4270" y="2875"/>
                    <a:pt x="4739" y="2848"/>
                    <a:pt x="4739" y="2848"/>
                  </a:cubicBezTo>
                  <a:lnTo>
                    <a:pt x="4739" y="2848"/>
                  </a:lnTo>
                  <a:lnTo>
                    <a:pt x="1838" y="24454"/>
                  </a:lnTo>
                  <a:cubicBezTo>
                    <a:pt x="1889" y="24606"/>
                    <a:pt x="1943" y="24756"/>
                    <a:pt x="1997" y="24905"/>
                  </a:cubicBezTo>
                  <a:lnTo>
                    <a:pt x="11219" y="298"/>
                  </a:lnTo>
                  <a:lnTo>
                    <a:pt x="218" y="1"/>
                  </a:lnTo>
                  <a:close/>
                </a:path>
              </a:pathLst>
            </a:custGeom>
            <a:solidFill>
              <a:srgbClr val="754E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6"/>
            <p:cNvSpPr/>
            <p:nvPr/>
          </p:nvSpPr>
          <p:spPr>
            <a:xfrm>
              <a:off x="2738725" y="3682525"/>
              <a:ext cx="348050" cy="659700"/>
            </a:xfrm>
            <a:custGeom>
              <a:avLst/>
              <a:gdLst/>
              <a:ahLst/>
              <a:cxnLst/>
              <a:rect l="l" t="t" r="r" b="b"/>
              <a:pathLst>
                <a:path w="13922" h="26388" extrusionOk="0">
                  <a:moveTo>
                    <a:pt x="9103" y="0"/>
                  </a:moveTo>
                  <a:lnTo>
                    <a:pt x="1" y="963"/>
                  </a:lnTo>
                  <a:cubicBezTo>
                    <a:pt x="1780" y="12438"/>
                    <a:pt x="11563" y="25143"/>
                    <a:pt x="13609" y="26387"/>
                  </a:cubicBezTo>
                  <a:cubicBezTo>
                    <a:pt x="13921" y="25143"/>
                    <a:pt x="9103" y="0"/>
                    <a:pt x="9103" y="0"/>
                  </a:cubicBezTo>
                  <a:close/>
                </a:path>
              </a:pathLst>
            </a:custGeom>
            <a:solidFill>
              <a:srgbClr val="A077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6"/>
            <p:cNvSpPr/>
            <p:nvPr/>
          </p:nvSpPr>
          <p:spPr>
            <a:xfrm>
              <a:off x="2723300" y="3676575"/>
              <a:ext cx="363475" cy="665650"/>
            </a:xfrm>
            <a:custGeom>
              <a:avLst/>
              <a:gdLst/>
              <a:ahLst/>
              <a:cxnLst/>
              <a:rect l="l" t="t" r="r" b="b"/>
              <a:pathLst>
                <a:path w="14539" h="26626" extrusionOk="0">
                  <a:moveTo>
                    <a:pt x="10461" y="0"/>
                  </a:moveTo>
                  <a:lnTo>
                    <a:pt x="233" y="1157"/>
                  </a:lnTo>
                  <a:cubicBezTo>
                    <a:pt x="395" y="2208"/>
                    <a:pt x="1" y="3564"/>
                    <a:pt x="292" y="4627"/>
                  </a:cubicBezTo>
                  <a:lnTo>
                    <a:pt x="7704" y="4745"/>
                  </a:lnTo>
                  <a:lnTo>
                    <a:pt x="13964" y="26436"/>
                  </a:lnTo>
                  <a:cubicBezTo>
                    <a:pt x="14061" y="26515"/>
                    <a:pt x="14150" y="26580"/>
                    <a:pt x="14226" y="26625"/>
                  </a:cubicBezTo>
                  <a:cubicBezTo>
                    <a:pt x="14538" y="25381"/>
                    <a:pt x="10461" y="0"/>
                    <a:pt x="10461" y="0"/>
                  </a:cubicBezTo>
                  <a:close/>
                </a:path>
              </a:pathLst>
            </a:custGeom>
            <a:solidFill>
              <a:srgbClr val="754E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6"/>
            <p:cNvSpPr/>
            <p:nvPr/>
          </p:nvSpPr>
          <p:spPr>
            <a:xfrm>
              <a:off x="2635325" y="4326075"/>
              <a:ext cx="105650" cy="44325"/>
            </a:xfrm>
            <a:custGeom>
              <a:avLst/>
              <a:gdLst/>
              <a:ahLst/>
              <a:cxnLst/>
              <a:rect l="l" t="t" r="r" b="b"/>
              <a:pathLst>
                <a:path w="4226" h="1773" extrusionOk="0">
                  <a:moveTo>
                    <a:pt x="3553" y="1"/>
                  </a:moveTo>
                  <a:cubicBezTo>
                    <a:pt x="3530" y="1"/>
                    <a:pt x="3507" y="12"/>
                    <a:pt x="3484" y="37"/>
                  </a:cubicBezTo>
                  <a:cubicBezTo>
                    <a:pt x="3084" y="483"/>
                    <a:pt x="1" y="1772"/>
                    <a:pt x="1" y="1772"/>
                  </a:cubicBezTo>
                  <a:lnTo>
                    <a:pt x="4226" y="1772"/>
                  </a:lnTo>
                  <a:cubicBezTo>
                    <a:pt x="4226" y="1772"/>
                    <a:pt x="3847" y="1"/>
                    <a:pt x="3553" y="1"/>
                  </a:cubicBezTo>
                  <a:close/>
                </a:path>
              </a:pathLst>
            </a:custGeom>
            <a:solidFill>
              <a:srgbClr val="FFF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6"/>
            <p:cNvSpPr/>
            <p:nvPr/>
          </p:nvSpPr>
          <p:spPr>
            <a:xfrm>
              <a:off x="3055200" y="4325550"/>
              <a:ext cx="93800" cy="39275"/>
            </a:xfrm>
            <a:custGeom>
              <a:avLst/>
              <a:gdLst/>
              <a:ahLst/>
              <a:cxnLst/>
              <a:rect l="l" t="t" r="r" b="b"/>
              <a:pathLst>
                <a:path w="3752" h="1571" extrusionOk="0">
                  <a:moveTo>
                    <a:pt x="923" y="1"/>
                  </a:moveTo>
                  <a:cubicBezTo>
                    <a:pt x="873" y="1"/>
                    <a:pt x="826" y="6"/>
                    <a:pt x="784" y="17"/>
                  </a:cubicBezTo>
                  <a:cubicBezTo>
                    <a:pt x="1" y="216"/>
                    <a:pt x="561" y="1570"/>
                    <a:pt x="561" y="1570"/>
                  </a:cubicBezTo>
                  <a:lnTo>
                    <a:pt x="3752" y="1570"/>
                  </a:lnTo>
                  <a:cubicBezTo>
                    <a:pt x="3752" y="1570"/>
                    <a:pt x="1798" y="1"/>
                    <a:pt x="923" y="1"/>
                  </a:cubicBezTo>
                  <a:close/>
                </a:path>
              </a:pathLst>
            </a:custGeom>
            <a:solidFill>
              <a:srgbClr val="FFF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6"/>
            <p:cNvSpPr/>
            <p:nvPr/>
          </p:nvSpPr>
          <p:spPr>
            <a:xfrm>
              <a:off x="2659775" y="3368000"/>
              <a:ext cx="329500" cy="380050"/>
            </a:xfrm>
            <a:custGeom>
              <a:avLst/>
              <a:gdLst/>
              <a:ahLst/>
              <a:cxnLst/>
              <a:rect l="l" t="t" r="r" b="b"/>
              <a:pathLst>
                <a:path w="13180" h="15202" extrusionOk="0">
                  <a:moveTo>
                    <a:pt x="7919" y="1"/>
                  </a:moveTo>
                  <a:cubicBezTo>
                    <a:pt x="6992" y="1"/>
                    <a:pt x="3114" y="939"/>
                    <a:pt x="1603" y="2115"/>
                  </a:cubicBezTo>
                  <a:cubicBezTo>
                    <a:pt x="0" y="3360"/>
                    <a:pt x="550" y="14953"/>
                    <a:pt x="550" y="14953"/>
                  </a:cubicBezTo>
                  <a:cubicBezTo>
                    <a:pt x="1148" y="15127"/>
                    <a:pt x="1864" y="15201"/>
                    <a:pt x="2647" y="15201"/>
                  </a:cubicBezTo>
                  <a:cubicBezTo>
                    <a:pt x="6915" y="15201"/>
                    <a:pt x="13179" y="13011"/>
                    <a:pt x="13179" y="13011"/>
                  </a:cubicBezTo>
                  <a:lnTo>
                    <a:pt x="12187" y="603"/>
                  </a:lnTo>
                  <a:cubicBezTo>
                    <a:pt x="12187" y="603"/>
                    <a:pt x="8643" y="129"/>
                    <a:pt x="8051" y="11"/>
                  </a:cubicBezTo>
                  <a:cubicBezTo>
                    <a:pt x="8018" y="4"/>
                    <a:pt x="7974" y="1"/>
                    <a:pt x="7919" y="1"/>
                  </a:cubicBezTo>
                  <a:close/>
                </a:path>
              </a:pathLst>
            </a:custGeom>
            <a:solidFill>
              <a:srgbClr val="FFF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6"/>
            <p:cNvSpPr/>
            <p:nvPr/>
          </p:nvSpPr>
          <p:spPr>
            <a:xfrm>
              <a:off x="2659775" y="3356925"/>
              <a:ext cx="329500" cy="391025"/>
            </a:xfrm>
            <a:custGeom>
              <a:avLst/>
              <a:gdLst/>
              <a:ahLst/>
              <a:cxnLst/>
              <a:rect l="l" t="t" r="r" b="b"/>
              <a:pathLst>
                <a:path w="13180" h="15641" extrusionOk="0">
                  <a:moveTo>
                    <a:pt x="7877" y="1"/>
                  </a:moveTo>
                  <a:cubicBezTo>
                    <a:pt x="7046" y="1"/>
                    <a:pt x="3141" y="1362"/>
                    <a:pt x="1603" y="2558"/>
                  </a:cubicBezTo>
                  <a:cubicBezTo>
                    <a:pt x="0" y="3803"/>
                    <a:pt x="550" y="15396"/>
                    <a:pt x="550" y="15396"/>
                  </a:cubicBezTo>
                  <a:cubicBezTo>
                    <a:pt x="1077" y="15551"/>
                    <a:pt x="1696" y="15625"/>
                    <a:pt x="2372" y="15641"/>
                  </a:cubicBezTo>
                  <a:cubicBezTo>
                    <a:pt x="1831" y="14195"/>
                    <a:pt x="1512" y="12428"/>
                    <a:pt x="1512" y="10518"/>
                  </a:cubicBezTo>
                  <a:cubicBezTo>
                    <a:pt x="1512" y="5631"/>
                    <a:pt x="2465" y="3243"/>
                    <a:pt x="5027" y="3092"/>
                  </a:cubicBezTo>
                  <a:cubicBezTo>
                    <a:pt x="5143" y="3086"/>
                    <a:pt x="5257" y="3082"/>
                    <a:pt x="5371" y="3082"/>
                  </a:cubicBezTo>
                  <a:cubicBezTo>
                    <a:pt x="8945" y="3082"/>
                    <a:pt x="11431" y="6449"/>
                    <a:pt x="11431" y="11186"/>
                  </a:cubicBezTo>
                  <a:cubicBezTo>
                    <a:pt x="11431" y="12243"/>
                    <a:pt x="11304" y="13225"/>
                    <a:pt x="11080" y="14115"/>
                  </a:cubicBezTo>
                  <a:cubicBezTo>
                    <a:pt x="12345" y="13746"/>
                    <a:pt x="13179" y="13454"/>
                    <a:pt x="13179" y="13454"/>
                  </a:cubicBezTo>
                  <a:lnTo>
                    <a:pt x="12187" y="1046"/>
                  </a:lnTo>
                  <a:cubicBezTo>
                    <a:pt x="12187" y="1046"/>
                    <a:pt x="8554" y="127"/>
                    <a:pt x="7962" y="8"/>
                  </a:cubicBezTo>
                  <a:cubicBezTo>
                    <a:pt x="7939" y="3"/>
                    <a:pt x="7910" y="1"/>
                    <a:pt x="7877" y="1"/>
                  </a:cubicBezTo>
                  <a:close/>
                </a:path>
              </a:pathLst>
            </a:custGeom>
            <a:solidFill>
              <a:srgbClr val="EAD1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6"/>
            <p:cNvSpPr/>
            <p:nvPr/>
          </p:nvSpPr>
          <p:spPr>
            <a:xfrm>
              <a:off x="2755425" y="3362825"/>
              <a:ext cx="141225" cy="113650"/>
            </a:xfrm>
            <a:custGeom>
              <a:avLst/>
              <a:gdLst/>
              <a:ahLst/>
              <a:cxnLst/>
              <a:rect l="l" t="t" r="r" b="b"/>
              <a:pathLst>
                <a:path w="5649" h="4546" extrusionOk="0">
                  <a:moveTo>
                    <a:pt x="4119" y="1"/>
                  </a:moveTo>
                  <a:cubicBezTo>
                    <a:pt x="3513" y="1"/>
                    <a:pt x="1745" y="647"/>
                    <a:pt x="0" y="1566"/>
                  </a:cubicBezTo>
                  <a:cubicBezTo>
                    <a:pt x="445" y="3257"/>
                    <a:pt x="801" y="3878"/>
                    <a:pt x="1157" y="4546"/>
                  </a:cubicBezTo>
                  <a:cubicBezTo>
                    <a:pt x="1157" y="4546"/>
                    <a:pt x="3467" y="2436"/>
                    <a:pt x="5648" y="588"/>
                  </a:cubicBezTo>
                  <a:cubicBezTo>
                    <a:pt x="4950" y="429"/>
                    <a:pt x="4455" y="55"/>
                    <a:pt x="4225" y="10"/>
                  </a:cubicBezTo>
                  <a:cubicBezTo>
                    <a:pt x="4195" y="4"/>
                    <a:pt x="4160" y="1"/>
                    <a:pt x="4119" y="1"/>
                  </a:cubicBezTo>
                  <a:close/>
                </a:path>
              </a:pathLst>
            </a:custGeom>
            <a:solidFill>
              <a:srgbClr val="FF8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6"/>
            <p:cNvSpPr/>
            <p:nvPr/>
          </p:nvSpPr>
          <p:spPr>
            <a:xfrm>
              <a:off x="2664825" y="3691000"/>
              <a:ext cx="329425" cy="63900"/>
            </a:xfrm>
            <a:custGeom>
              <a:avLst/>
              <a:gdLst/>
              <a:ahLst/>
              <a:cxnLst/>
              <a:rect l="l" t="t" r="r" b="b"/>
              <a:pathLst>
                <a:path w="13177" h="2556" extrusionOk="0">
                  <a:moveTo>
                    <a:pt x="12876" y="0"/>
                  </a:moveTo>
                  <a:cubicBezTo>
                    <a:pt x="12843" y="0"/>
                    <a:pt x="12809" y="6"/>
                    <a:pt x="12776" y="20"/>
                  </a:cubicBezTo>
                  <a:cubicBezTo>
                    <a:pt x="12719" y="44"/>
                    <a:pt x="7866" y="2019"/>
                    <a:pt x="3013" y="2019"/>
                  </a:cubicBezTo>
                  <a:cubicBezTo>
                    <a:pt x="2108" y="2019"/>
                    <a:pt x="1204" y="1950"/>
                    <a:pt x="330" y="1788"/>
                  </a:cubicBezTo>
                  <a:cubicBezTo>
                    <a:pt x="314" y="1785"/>
                    <a:pt x="298" y="1783"/>
                    <a:pt x="282" y="1783"/>
                  </a:cubicBezTo>
                  <a:cubicBezTo>
                    <a:pt x="158" y="1783"/>
                    <a:pt x="48" y="1873"/>
                    <a:pt x="26" y="2002"/>
                  </a:cubicBezTo>
                  <a:cubicBezTo>
                    <a:pt x="1" y="2146"/>
                    <a:pt x="95" y="2285"/>
                    <a:pt x="238" y="2312"/>
                  </a:cubicBezTo>
                  <a:cubicBezTo>
                    <a:pt x="1123" y="2477"/>
                    <a:pt x="2031" y="2549"/>
                    <a:pt x="2936" y="2555"/>
                  </a:cubicBezTo>
                  <a:cubicBezTo>
                    <a:pt x="2978" y="2556"/>
                    <a:pt x="3021" y="2556"/>
                    <a:pt x="3063" y="2556"/>
                  </a:cubicBezTo>
                  <a:cubicBezTo>
                    <a:pt x="7965" y="2556"/>
                    <a:pt x="12740" y="613"/>
                    <a:pt x="12979" y="515"/>
                  </a:cubicBezTo>
                  <a:cubicBezTo>
                    <a:pt x="13113" y="459"/>
                    <a:pt x="13177" y="304"/>
                    <a:pt x="13121" y="166"/>
                  </a:cubicBezTo>
                  <a:cubicBezTo>
                    <a:pt x="13079" y="63"/>
                    <a:pt x="12981" y="0"/>
                    <a:pt x="12876" y="0"/>
                  </a:cubicBezTo>
                  <a:close/>
                </a:path>
              </a:pathLst>
            </a:custGeom>
            <a:solidFill>
              <a:srgbClr val="5134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6"/>
            <p:cNvSpPr/>
            <p:nvPr/>
          </p:nvSpPr>
          <p:spPr>
            <a:xfrm>
              <a:off x="2716475" y="3743000"/>
              <a:ext cx="69725" cy="93700"/>
            </a:xfrm>
            <a:custGeom>
              <a:avLst/>
              <a:gdLst/>
              <a:ahLst/>
              <a:cxnLst/>
              <a:rect l="l" t="t" r="r" b="b"/>
              <a:pathLst>
                <a:path w="2789" h="3748" extrusionOk="0">
                  <a:moveTo>
                    <a:pt x="891" y="0"/>
                  </a:moveTo>
                  <a:cubicBezTo>
                    <a:pt x="870" y="0"/>
                    <a:pt x="850" y="2"/>
                    <a:pt x="829" y="4"/>
                  </a:cubicBezTo>
                  <a:cubicBezTo>
                    <a:pt x="666" y="26"/>
                    <a:pt x="528" y="136"/>
                    <a:pt x="469" y="289"/>
                  </a:cubicBezTo>
                  <a:cubicBezTo>
                    <a:pt x="294" y="744"/>
                    <a:pt x="1" y="1763"/>
                    <a:pt x="1" y="3482"/>
                  </a:cubicBezTo>
                  <a:cubicBezTo>
                    <a:pt x="1" y="3628"/>
                    <a:pt x="120" y="3748"/>
                    <a:pt x="268" y="3748"/>
                  </a:cubicBezTo>
                  <a:cubicBezTo>
                    <a:pt x="415" y="3748"/>
                    <a:pt x="535" y="3628"/>
                    <a:pt x="535" y="3482"/>
                  </a:cubicBezTo>
                  <a:cubicBezTo>
                    <a:pt x="535" y="2013"/>
                    <a:pt x="754" y="1099"/>
                    <a:pt x="916" y="623"/>
                  </a:cubicBezTo>
                  <a:cubicBezTo>
                    <a:pt x="1267" y="1116"/>
                    <a:pt x="1833" y="2060"/>
                    <a:pt x="2235" y="3466"/>
                  </a:cubicBezTo>
                  <a:cubicBezTo>
                    <a:pt x="2269" y="3583"/>
                    <a:pt x="2376" y="3659"/>
                    <a:pt x="2492" y="3659"/>
                  </a:cubicBezTo>
                  <a:cubicBezTo>
                    <a:pt x="2516" y="3659"/>
                    <a:pt x="2541" y="3655"/>
                    <a:pt x="2565" y="3649"/>
                  </a:cubicBezTo>
                  <a:cubicBezTo>
                    <a:pt x="2707" y="3609"/>
                    <a:pt x="2788" y="3461"/>
                    <a:pt x="2749" y="3319"/>
                  </a:cubicBezTo>
                  <a:cubicBezTo>
                    <a:pt x="2286" y="1704"/>
                    <a:pt x="1613" y="658"/>
                    <a:pt x="1253" y="180"/>
                  </a:cubicBezTo>
                  <a:cubicBezTo>
                    <a:pt x="1166" y="65"/>
                    <a:pt x="1032" y="0"/>
                    <a:pt x="891" y="0"/>
                  </a:cubicBezTo>
                  <a:close/>
                </a:path>
              </a:pathLst>
            </a:custGeom>
            <a:solidFill>
              <a:srgbClr val="5134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6"/>
            <p:cNvSpPr/>
            <p:nvPr/>
          </p:nvSpPr>
          <p:spPr>
            <a:xfrm>
              <a:off x="2742050" y="3846675"/>
              <a:ext cx="104550" cy="47825"/>
            </a:xfrm>
            <a:custGeom>
              <a:avLst/>
              <a:gdLst/>
              <a:ahLst/>
              <a:cxnLst/>
              <a:rect l="l" t="t" r="r" b="b"/>
              <a:pathLst>
                <a:path w="4182" h="1913" extrusionOk="0">
                  <a:moveTo>
                    <a:pt x="4181" y="1"/>
                  </a:moveTo>
                  <a:lnTo>
                    <a:pt x="4181" y="1"/>
                  </a:lnTo>
                  <a:cubicBezTo>
                    <a:pt x="3040" y="462"/>
                    <a:pt x="2160" y="739"/>
                    <a:pt x="1325" y="739"/>
                  </a:cubicBezTo>
                  <a:cubicBezTo>
                    <a:pt x="882" y="739"/>
                    <a:pt x="451" y="661"/>
                    <a:pt x="1" y="491"/>
                  </a:cubicBezTo>
                  <a:lnTo>
                    <a:pt x="1" y="491"/>
                  </a:lnTo>
                  <a:lnTo>
                    <a:pt x="1824" y="1913"/>
                  </a:lnTo>
                  <a:lnTo>
                    <a:pt x="4181" y="1"/>
                  </a:lnTo>
                  <a:close/>
                </a:path>
              </a:pathLst>
            </a:custGeom>
            <a:solidFill>
              <a:srgbClr val="754E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6"/>
            <p:cNvSpPr/>
            <p:nvPr/>
          </p:nvSpPr>
          <p:spPr>
            <a:xfrm>
              <a:off x="2895100" y="3359350"/>
              <a:ext cx="263900" cy="933950"/>
            </a:xfrm>
            <a:custGeom>
              <a:avLst/>
              <a:gdLst/>
              <a:ahLst/>
              <a:cxnLst/>
              <a:rect l="l" t="t" r="r" b="b"/>
              <a:pathLst>
                <a:path w="10556" h="37358" extrusionOk="0">
                  <a:moveTo>
                    <a:pt x="1" y="1"/>
                  </a:moveTo>
                  <a:lnTo>
                    <a:pt x="1" y="1"/>
                  </a:lnTo>
                  <a:cubicBezTo>
                    <a:pt x="3604" y="9026"/>
                    <a:pt x="3678" y="20635"/>
                    <a:pt x="6761" y="36113"/>
                  </a:cubicBezTo>
                  <a:lnTo>
                    <a:pt x="10556" y="37358"/>
                  </a:lnTo>
                  <a:cubicBezTo>
                    <a:pt x="10556" y="37358"/>
                    <a:pt x="4523" y="1082"/>
                    <a:pt x="4152" y="1082"/>
                  </a:cubicBezTo>
                  <a:cubicBezTo>
                    <a:pt x="4152" y="1082"/>
                    <a:pt x="4152" y="1082"/>
                    <a:pt x="4152" y="1082"/>
                  </a:cubicBezTo>
                  <a:cubicBezTo>
                    <a:pt x="4145" y="1082"/>
                    <a:pt x="4138" y="1083"/>
                    <a:pt x="4130" y="1083"/>
                  </a:cubicBezTo>
                  <a:cubicBezTo>
                    <a:pt x="3701" y="1083"/>
                    <a:pt x="759" y="157"/>
                    <a:pt x="1" y="1"/>
                  </a:cubicBezTo>
                  <a:close/>
                </a:path>
              </a:pathLst>
            </a:custGeom>
            <a:solidFill>
              <a:srgbClr val="6D42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6"/>
            <p:cNvSpPr/>
            <p:nvPr/>
          </p:nvSpPr>
          <p:spPr>
            <a:xfrm>
              <a:off x="3033700" y="3560550"/>
              <a:ext cx="125300" cy="732750"/>
            </a:xfrm>
            <a:custGeom>
              <a:avLst/>
              <a:gdLst/>
              <a:ahLst/>
              <a:cxnLst/>
              <a:rect l="l" t="t" r="r" b="b"/>
              <a:pathLst>
                <a:path w="5012" h="29310" extrusionOk="0">
                  <a:moveTo>
                    <a:pt x="0" y="0"/>
                  </a:moveTo>
                  <a:cubicBezTo>
                    <a:pt x="1481" y="9894"/>
                    <a:pt x="3662" y="25549"/>
                    <a:pt x="4145" y="29025"/>
                  </a:cubicBezTo>
                  <a:lnTo>
                    <a:pt x="5012" y="29310"/>
                  </a:lnTo>
                  <a:cubicBezTo>
                    <a:pt x="5012" y="29310"/>
                    <a:pt x="1890" y="10536"/>
                    <a:pt x="0" y="0"/>
                  </a:cubicBezTo>
                  <a:close/>
                </a:path>
              </a:pathLst>
            </a:custGeom>
            <a:solidFill>
              <a:srgbClr val="5E35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6"/>
            <p:cNvSpPr/>
            <p:nvPr/>
          </p:nvSpPr>
          <p:spPr>
            <a:xfrm>
              <a:off x="2550475" y="3389750"/>
              <a:ext cx="188275" cy="909475"/>
            </a:xfrm>
            <a:custGeom>
              <a:avLst/>
              <a:gdLst/>
              <a:ahLst/>
              <a:cxnLst/>
              <a:rect l="l" t="t" r="r" b="b"/>
              <a:pathLst>
                <a:path w="7531" h="36379" extrusionOk="0">
                  <a:moveTo>
                    <a:pt x="7531" y="0"/>
                  </a:moveTo>
                  <a:lnTo>
                    <a:pt x="7531" y="0"/>
                  </a:lnTo>
                  <a:cubicBezTo>
                    <a:pt x="7230" y="177"/>
                    <a:pt x="5216" y="1441"/>
                    <a:pt x="5099" y="1571"/>
                  </a:cubicBezTo>
                  <a:cubicBezTo>
                    <a:pt x="4299" y="2460"/>
                    <a:pt x="0" y="23304"/>
                    <a:pt x="4180" y="36378"/>
                  </a:cubicBezTo>
                  <a:lnTo>
                    <a:pt x="7166" y="36103"/>
                  </a:lnTo>
                  <a:cubicBezTo>
                    <a:pt x="5363" y="32018"/>
                    <a:pt x="4180" y="25154"/>
                    <a:pt x="4180" y="17374"/>
                  </a:cubicBezTo>
                  <a:cubicBezTo>
                    <a:pt x="4180" y="11205"/>
                    <a:pt x="5663" y="3706"/>
                    <a:pt x="7531" y="0"/>
                  </a:cubicBezTo>
                  <a:close/>
                </a:path>
              </a:pathLst>
            </a:custGeom>
            <a:solidFill>
              <a:srgbClr val="6D42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6"/>
            <p:cNvSpPr/>
            <p:nvPr/>
          </p:nvSpPr>
          <p:spPr>
            <a:xfrm>
              <a:off x="2617650" y="4110150"/>
              <a:ext cx="112000" cy="189075"/>
            </a:xfrm>
            <a:custGeom>
              <a:avLst/>
              <a:gdLst/>
              <a:ahLst/>
              <a:cxnLst/>
              <a:rect l="l" t="t" r="r" b="b"/>
              <a:pathLst>
                <a:path w="4480" h="7563" extrusionOk="0">
                  <a:moveTo>
                    <a:pt x="1" y="0"/>
                  </a:moveTo>
                  <a:cubicBezTo>
                    <a:pt x="275" y="2663"/>
                    <a:pt x="749" y="5236"/>
                    <a:pt x="1493" y="7562"/>
                  </a:cubicBezTo>
                  <a:lnTo>
                    <a:pt x="4479" y="7287"/>
                  </a:lnTo>
                  <a:cubicBezTo>
                    <a:pt x="4032" y="6273"/>
                    <a:pt x="3623" y="5087"/>
                    <a:pt x="3259" y="3758"/>
                  </a:cubicBezTo>
                  <a:cubicBezTo>
                    <a:pt x="2180" y="2945"/>
                    <a:pt x="1068" y="1653"/>
                    <a:pt x="1" y="0"/>
                  </a:cubicBezTo>
                  <a:close/>
                </a:path>
              </a:pathLst>
            </a:custGeom>
            <a:solidFill>
              <a:srgbClr val="5E35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6"/>
            <p:cNvSpPr/>
            <p:nvPr/>
          </p:nvSpPr>
          <p:spPr>
            <a:xfrm>
              <a:off x="2668300" y="3389750"/>
              <a:ext cx="70450" cy="109475"/>
            </a:xfrm>
            <a:custGeom>
              <a:avLst/>
              <a:gdLst/>
              <a:ahLst/>
              <a:cxnLst/>
              <a:rect l="l" t="t" r="r" b="b"/>
              <a:pathLst>
                <a:path w="2818" h="4379" extrusionOk="0">
                  <a:moveTo>
                    <a:pt x="2818" y="0"/>
                  </a:moveTo>
                  <a:cubicBezTo>
                    <a:pt x="2517" y="177"/>
                    <a:pt x="503" y="1441"/>
                    <a:pt x="386" y="1571"/>
                  </a:cubicBezTo>
                  <a:cubicBezTo>
                    <a:pt x="296" y="1672"/>
                    <a:pt x="161" y="2026"/>
                    <a:pt x="1" y="2593"/>
                  </a:cubicBezTo>
                  <a:cubicBezTo>
                    <a:pt x="414" y="3132"/>
                    <a:pt x="823" y="3730"/>
                    <a:pt x="1228" y="4378"/>
                  </a:cubicBezTo>
                  <a:cubicBezTo>
                    <a:pt x="1699" y="2657"/>
                    <a:pt x="2239" y="1146"/>
                    <a:pt x="2818" y="0"/>
                  </a:cubicBezTo>
                  <a:close/>
                </a:path>
              </a:pathLst>
            </a:custGeom>
            <a:solidFill>
              <a:srgbClr val="5E35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6"/>
            <p:cNvSpPr/>
            <p:nvPr/>
          </p:nvSpPr>
          <p:spPr>
            <a:xfrm>
              <a:off x="2689750" y="3389750"/>
              <a:ext cx="49000" cy="44600"/>
            </a:xfrm>
            <a:custGeom>
              <a:avLst/>
              <a:gdLst/>
              <a:ahLst/>
              <a:cxnLst/>
              <a:rect l="l" t="t" r="r" b="b"/>
              <a:pathLst>
                <a:path w="1960" h="1784" extrusionOk="0">
                  <a:moveTo>
                    <a:pt x="1960" y="0"/>
                  </a:moveTo>
                  <a:cubicBezTo>
                    <a:pt x="1743" y="127"/>
                    <a:pt x="646" y="814"/>
                    <a:pt x="0" y="1240"/>
                  </a:cubicBezTo>
                  <a:cubicBezTo>
                    <a:pt x="353" y="1435"/>
                    <a:pt x="754" y="1617"/>
                    <a:pt x="1195" y="1784"/>
                  </a:cubicBezTo>
                  <a:cubicBezTo>
                    <a:pt x="1440" y="1124"/>
                    <a:pt x="1696" y="523"/>
                    <a:pt x="1960" y="0"/>
                  </a:cubicBezTo>
                  <a:close/>
                </a:path>
              </a:pathLst>
            </a:custGeom>
            <a:solidFill>
              <a:srgbClr val="5E35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6"/>
            <p:cNvSpPr/>
            <p:nvPr/>
          </p:nvSpPr>
          <p:spPr>
            <a:xfrm>
              <a:off x="2641525" y="3389750"/>
              <a:ext cx="97225" cy="904325"/>
            </a:xfrm>
            <a:custGeom>
              <a:avLst/>
              <a:gdLst/>
              <a:ahLst/>
              <a:cxnLst/>
              <a:rect l="l" t="t" r="r" b="b"/>
              <a:pathLst>
                <a:path w="3889" h="36173" extrusionOk="0">
                  <a:moveTo>
                    <a:pt x="3889" y="0"/>
                  </a:moveTo>
                  <a:lnTo>
                    <a:pt x="3889" y="0"/>
                  </a:lnTo>
                  <a:cubicBezTo>
                    <a:pt x="3789" y="59"/>
                    <a:pt x="3498" y="239"/>
                    <a:pt x="3151" y="456"/>
                  </a:cubicBezTo>
                  <a:cubicBezTo>
                    <a:pt x="1417" y="4421"/>
                    <a:pt x="66" y="11550"/>
                    <a:pt x="38" y="17477"/>
                  </a:cubicBezTo>
                  <a:cubicBezTo>
                    <a:pt x="1" y="25160"/>
                    <a:pt x="1079" y="31967"/>
                    <a:pt x="2767" y="36173"/>
                  </a:cubicBezTo>
                  <a:lnTo>
                    <a:pt x="3845" y="36112"/>
                  </a:lnTo>
                  <a:cubicBezTo>
                    <a:pt x="2042" y="32027"/>
                    <a:pt x="538" y="25154"/>
                    <a:pt x="538" y="17374"/>
                  </a:cubicBezTo>
                  <a:cubicBezTo>
                    <a:pt x="538" y="11205"/>
                    <a:pt x="2021" y="3706"/>
                    <a:pt x="3889" y="0"/>
                  </a:cubicBezTo>
                  <a:close/>
                </a:path>
              </a:pathLst>
            </a:custGeom>
            <a:solidFill>
              <a:srgbClr val="FFF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6"/>
            <p:cNvSpPr/>
            <p:nvPr/>
          </p:nvSpPr>
          <p:spPr>
            <a:xfrm>
              <a:off x="2895100" y="3359350"/>
              <a:ext cx="131975" cy="103225"/>
            </a:xfrm>
            <a:custGeom>
              <a:avLst/>
              <a:gdLst/>
              <a:ahLst/>
              <a:cxnLst/>
              <a:rect l="l" t="t" r="r" b="b"/>
              <a:pathLst>
                <a:path w="5279" h="4129" extrusionOk="0">
                  <a:moveTo>
                    <a:pt x="1" y="1"/>
                  </a:moveTo>
                  <a:lnTo>
                    <a:pt x="1" y="1"/>
                  </a:lnTo>
                  <a:cubicBezTo>
                    <a:pt x="490" y="1225"/>
                    <a:pt x="990" y="2616"/>
                    <a:pt x="1488" y="4128"/>
                  </a:cubicBezTo>
                  <a:cubicBezTo>
                    <a:pt x="2647" y="4081"/>
                    <a:pt x="4212" y="3973"/>
                    <a:pt x="5278" y="3499"/>
                  </a:cubicBezTo>
                  <a:cubicBezTo>
                    <a:pt x="4955" y="1812"/>
                    <a:pt x="4220" y="1082"/>
                    <a:pt x="4152" y="1082"/>
                  </a:cubicBezTo>
                  <a:cubicBezTo>
                    <a:pt x="4152" y="1082"/>
                    <a:pt x="4152" y="1082"/>
                    <a:pt x="4152" y="1082"/>
                  </a:cubicBezTo>
                  <a:cubicBezTo>
                    <a:pt x="4145" y="1082"/>
                    <a:pt x="4138" y="1083"/>
                    <a:pt x="4130" y="1083"/>
                  </a:cubicBezTo>
                  <a:cubicBezTo>
                    <a:pt x="3701" y="1083"/>
                    <a:pt x="759" y="157"/>
                    <a:pt x="1" y="1"/>
                  </a:cubicBezTo>
                  <a:close/>
                </a:path>
              </a:pathLst>
            </a:custGeom>
            <a:solidFill>
              <a:srgbClr val="5E35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6"/>
            <p:cNvSpPr/>
            <p:nvPr/>
          </p:nvSpPr>
          <p:spPr>
            <a:xfrm>
              <a:off x="2895100" y="3359350"/>
              <a:ext cx="183200" cy="907500"/>
            </a:xfrm>
            <a:custGeom>
              <a:avLst/>
              <a:gdLst/>
              <a:ahLst/>
              <a:cxnLst/>
              <a:rect l="l" t="t" r="r" b="b"/>
              <a:pathLst>
                <a:path w="7328" h="36300" extrusionOk="0">
                  <a:moveTo>
                    <a:pt x="1" y="1"/>
                  </a:moveTo>
                  <a:cubicBezTo>
                    <a:pt x="3604" y="9026"/>
                    <a:pt x="3471" y="20696"/>
                    <a:pt x="6554" y="36172"/>
                  </a:cubicBezTo>
                  <a:lnTo>
                    <a:pt x="7328" y="36299"/>
                  </a:lnTo>
                  <a:cubicBezTo>
                    <a:pt x="4364" y="20975"/>
                    <a:pt x="4143" y="9340"/>
                    <a:pt x="838" y="216"/>
                  </a:cubicBezTo>
                  <a:cubicBezTo>
                    <a:pt x="479" y="116"/>
                    <a:pt x="180" y="38"/>
                    <a:pt x="1" y="1"/>
                  </a:cubicBezTo>
                  <a:close/>
                </a:path>
              </a:pathLst>
            </a:custGeom>
            <a:solidFill>
              <a:srgbClr val="FFF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6"/>
            <p:cNvSpPr/>
            <p:nvPr/>
          </p:nvSpPr>
          <p:spPr>
            <a:xfrm>
              <a:off x="2905700" y="3314575"/>
              <a:ext cx="74900" cy="40325"/>
            </a:xfrm>
            <a:custGeom>
              <a:avLst/>
              <a:gdLst/>
              <a:ahLst/>
              <a:cxnLst/>
              <a:rect l="l" t="t" r="r" b="b"/>
              <a:pathLst>
                <a:path w="2996" h="1613" extrusionOk="0">
                  <a:moveTo>
                    <a:pt x="2571" y="1"/>
                  </a:moveTo>
                  <a:cubicBezTo>
                    <a:pt x="2022" y="241"/>
                    <a:pt x="1206" y="482"/>
                    <a:pt x="1" y="627"/>
                  </a:cubicBezTo>
                  <a:cubicBezTo>
                    <a:pt x="83" y="956"/>
                    <a:pt x="157" y="1285"/>
                    <a:pt x="221" y="1612"/>
                  </a:cubicBezTo>
                  <a:cubicBezTo>
                    <a:pt x="267" y="1612"/>
                    <a:pt x="313" y="1613"/>
                    <a:pt x="358" y="1613"/>
                  </a:cubicBezTo>
                  <a:cubicBezTo>
                    <a:pt x="1519" y="1613"/>
                    <a:pt x="2388" y="1399"/>
                    <a:pt x="2995" y="1161"/>
                  </a:cubicBezTo>
                  <a:cubicBezTo>
                    <a:pt x="2864" y="795"/>
                    <a:pt x="2722" y="404"/>
                    <a:pt x="2571" y="1"/>
                  </a:cubicBezTo>
                  <a:close/>
                </a:path>
              </a:pathLst>
            </a:custGeom>
            <a:solidFill>
              <a:srgbClr val="FFF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6"/>
            <p:cNvSpPr/>
            <p:nvPr/>
          </p:nvSpPr>
          <p:spPr>
            <a:xfrm>
              <a:off x="2886500" y="3255675"/>
              <a:ext cx="72450" cy="39850"/>
            </a:xfrm>
            <a:custGeom>
              <a:avLst/>
              <a:gdLst/>
              <a:ahLst/>
              <a:cxnLst/>
              <a:rect l="l" t="t" r="r" b="b"/>
              <a:pathLst>
                <a:path w="2898" h="1594" extrusionOk="0">
                  <a:moveTo>
                    <a:pt x="2399" y="0"/>
                  </a:moveTo>
                  <a:cubicBezTo>
                    <a:pt x="1870" y="258"/>
                    <a:pt x="1104" y="529"/>
                    <a:pt x="1" y="741"/>
                  </a:cubicBezTo>
                  <a:cubicBezTo>
                    <a:pt x="126" y="1013"/>
                    <a:pt x="242" y="1298"/>
                    <a:pt x="348" y="1593"/>
                  </a:cubicBezTo>
                  <a:cubicBezTo>
                    <a:pt x="1503" y="1561"/>
                    <a:pt x="2332" y="1390"/>
                    <a:pt x="2898" y="1208"/>
                  </a:cubicBezTo>
                  <a:cubicBezTo>
                    <a:pt x="2736" y="799"/>
                    <a:pt x="2567" y="391"/>
                    <a:pt x="2399" y="0"/>
                  </a:cubicBezTo>
                  <a:close/>
                </a:path>
              </a:pathLst>
            </a:custGeom>
            <a:solidFill>
              <a:srgbClr val="FFF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6"/>
            <p:cNvSpPr/>
            <p:nvPr/>
          </p:nvSpPr>
          <p:spPr>
            <a:xfrm>
              <a:off x="2702225" y="3331925"/>
              <a:ext cx="46425" cy="44450"/>
            </a:xfrm>
            <a:custGeom>
              <a:avLst/>
              <a:gdLst/>
              <a:ahLst/>
              <a:cxnLst/>
              <a:rect l="l" t="t" r="r" b="b"/>
              <a:pathLst>
                <a:path w="1857" h="1778" extrusionOk="0">
                  <a:moveTo>
                    <a:pt x="1774" y="1"/>
                  </a:moveTo>
                  <a:cubicBezTo>
                    <a:pt x="1774" y="1"/>
                    <a:pt x="1192" y="281"/>
                    <a:pt x="46" y="436"/>
                  </a:cubicBezTo>
                  <a:cubicBezTo>
                    <a:pt x="14" y="866"/>
                    <a:pt x="1" y="1315"/>
                    <a:pt x="12" y="1777"/>
                  </a:cubicBezTo>
                  <a:cubicBezTo>
                    <a:pt x="1279" y="1674"/>
                    <a:pt x="1857" y="1525"/>
                    <a:pt x="1857" y="1525"/>
                  </a:cubicBezTo>
                  <a:lnTo>
                    <a:pt x="1774" y="1"/>
                  </a:lnTo>
                  <a:close/>
                </a:path>
              </a:pathLst>
            </a:custGeom>
            <a:solidFill>
              <a:srgbClr val="FFF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6"/>
            <p:cNvSpPr/>
            <p:nvPr/>
          </p:nvSpPr>
          <p:spPr>
            <a:xfrm>
              <a:off x="2708125" y="3264475"/>
              <a:ext cx="46175" cy="45975"/>
            </a:xfrm>
            <a:custGeom>
              <a:avLst/>
              <a:gdLst/>
              <a:ahLst/>
              <a:cxnLst/>
              <a:rect l="l" t="t" r="r" b="b"/>
              <a:pathLst>
                <a:path w="1847" h="1839" extrusionOk="0">
                  <a:moveTo>
                    <a:pt x="1847" y="1"/>
                  </a:moveTo>
                  <a:lnTo>
                    <a:pt x="1847" y="1"/>
                  </a:lnTo>
                  <a:cubicBezTo>
                    <a:pt x="1847" y="1"/>
                    <a:pt x="1522" y="88"/>
                    <a:pt x="912" y="88"/>
                  </a:cubicBezTo>
                  <a:cubicBezTo>
                    <a:pt x="758" y="88"/>
                    <a:pt x="586" y="83"/>
                    <a:pt x="397" y="69"/>
                  </a:cubicBezTo>
                  <a:cubicBezTo>
                    <a:pt x="255" y="513"/>
                    <a:pt x="113" y="1055"/>
                    <a:pt x="1" y="1674"/>
                  </a:cubicBezTo>
                  <a:cubicBezTo>
                    <a:pt x="918" y="1827"/>
                    <a:pt x="1425" y="1838"/>
                    <a:pt x="1550" y="1838"/>
                  </a:cubicBezTo>
                  <a:cubicBezTo>
                    <a:pt x="1570" y="1838"/>
                    <a:pt x="1581" y="1838"/>
                    <a:pt x="1581" y="1838"/>
                  </a:cubicBezTo>
                  <a:lnTo>
                    <a:pt x="1847" y="1"/>
                  </a:lnTo>
                  <a:close/>
                </a:path>
              </a:pathLst>
            </a:custGeom>
            <a:solidFill>
              <a:srgbClr val="FFF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6"/>
            <p:cNvSpPr/>
            <p:nvPr/>
          </p:nvSpPr>
          <p:spPr>
            <a:xfrm>
              <a:off x="2717625" y="3235350"/>
              <a:ext cx="212350" cy="193525"/>
            </a:xfrm>
            <a:custGeom>
              <a:avLst/>
              <a:gdLst/>
              <a:ahLst/>
              <a:cxnLst/>
              <a:rect l="l" t="t" r="r" b="b"/>
              <a:pathLst>
                <a:path w="8494" h="7741" extrusionOk="0">
                  <a:moveTo>
                    <a:pt x="3737" y="0"/>
                  </a:moveTo>
                  <a:cubicBezTo>
                    <a:pt x="2564" y="0"/>
                    <a:pt x="1478" y="79"/>
                    <a:pt x="1241" y="284"/>
                  </a:cubicBezTo>
                  <a:cubicBezTo>
                    <a:pt x="746" y="714"/>
                    <a:pt x="0" y="6532"/>
                    <a:pt x="0" y="6532"/>
                  </a:cubicBezTo>
                  <a:cubicBezTo>
                    <a:pt x="1198" y="7356"/>
                    <a:pt x="2438" y="7740"/>
                    <a:pt x="3650" y="7740"/>
                  </a:cubicBezTo>
                  <a:cubicBezTo>
                    <a:pt x="5384" y="7740"/>
                    <a:pt x="7064" y="6956"/>
                    <a:pt x="8494" y="5553"/>
                  </a:cubicBezTo>
                  <a:cubicBezTo>
                    <a:pt x="8494" y="5553"/>
                    <a:pt x="7456" y="513"/>
                    <a:pt x="6893" y="216"/>
                  </a:cubicBezTo>
                  <a:cubicBezTo>
                    <a:pt x="6385" y="93"/>
                    <a:pt x="5010" y="0"/>
                    <a:pt x="3737" y="0"/>
                  </a:cubicBezTo>
                  <a:close/>
                </a:path>
              </a:pathLst>
            </a:custGeom>
            <a:solidFill>
              <a:srgbClr val="3F24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6"/>
            <p:cNvSpPr/>
            <p:nvPr/>
          </p:nvSpPr>
          <p:spPr>
            <a:xfrm>
              <a:off x="2745000" y="3238750"/>
              <a:ext cx="130375" cy="60400"/>
            </a:xfrm>
            <a:custGeom>
              <a:avLst/>
              <a:gdLst/>
              <a:ahLst/>
              <a:cxnLst/>
              <a:rect l="l" t="t" r="r" b="b"/>
              <a:pathLst>
                <a:path w="5215" h="2416" extrusionOk="0">
                  <a:moveTo>
                    <a:pt x="3155" y="0"/>
                  </a:moveTo>
                  <a:cubicBezTo>
                    <a:pt x="2097" y="0"/>
                    <a:pt x="878" y="95"/>
                    <a:pt x="521" y="376"/>
                  </a:cubicBezTo>
                  <a:cubicBezTo>
                    <a:pt x="1" y="786"/>
                    <a:pt x="264" y="1945"/>
                    <a:pt x="264" y="1945"/>
                  </a:cubicBezTo>
                  <a:lnTo>
                    <a:pt x="685" y="1991"/>
                  </a:lnTo>
                  <a:cubicBezTo>
                    <a:pt x="685" y="1991"/>
                    <a:pt x="685" y="1613"/>
                    <a:pt x="1736" y="1607"/>
                  </a:cubicBezTo>
                  <a:cubicBezTo>
                    <a:pt x="1745" y="1607"/>
                    <a:pt x="1754" y="1607"/>
                    <a:pt x="1763" y="1607"/>
                  </a:cubicBezTo>
                  <a:cubicBezTo>
                    <a:pt x="2809" y="1607"/>
                    <a:pt x="4119" y="1940"/>
                    <a:pt x="4234" y="2133"/>
                  </a:cubicBezTo>
                  <a:cubicBezTo>
                    <a:pt x="4351" y="2328"/>
                    <a:pt x="4398" y="2415"/>
                    <a:pt x="4398" y="2415"/>
                  </a:cubicBezTo>
                  <a:lnTo>
                    <a:pt x="5145" y="2356"/>
                  </a:lnTo>
                  <a:cubicBezTo>
                    <a:pt x="5145" y="2356"/>
                    <a:pt x="5215" y="284"/>
                    <a:pt x="4841" y="125"/>
                  </a:cubicBezTo>
                  <a:cubicBezTo>
                    <a:pt x="4679" y="56"/>
                    <a:pt x="3964" y="0"/>
                    <a:pt x="3155" y="0"/>
                  </a:cubicBezTo>
                  <a:close/>
                </a:path>
              </a:pathLst>
            </a:custGeom>
            <a:solidFill>
              <a:srgbClr val="FFA8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6"/>
            <p:cNvSpPr/>
            <p:nvPr/>
          </p:nvSpPr>
          <p:spPr>
            <a:xfrm>
              <a:off x="2751075" y="3238750"/>
              <a:ext cx="122325" cy="33575"/>
            </a:xfrm>
            <a:custGeom>
              <a:avLst/>
              <a:gdLst/>
              <a:ahLst/>
              <a:cxnLst/>
              <a:rect l="l" t="t" r="r" b="b"/>
              <a:pathLst>
                <a:path w="4893" h="1343" extrusionOk="0">
                  <a:moveTo>
                    <a:pt x="2912" y="0"/>
                  </a:moveTo>
                  <a:cubicBezTo>
                    <a:pt x="1854" y="0"/>
                    <a:pt x="635" y="95"/>
                    <a:pt x="278" y="376"/>
                  </a:cubicBezTo>
                  <a:cubicBezTo>
                    <a:pt x="129" y="494"/>
                    <a:pt x="46" y="674"/>
                    <a:pt x="0" y="870"/>
                  </a:cubicBezTo>
                  <a:cubicBezTo>
                    <a:pt x="388" y="839"/>
                    <a:pt x="795" y="822"/>
                    <a:pt x="1211" y="822"/>
                  </a:cubicBezTo>
                  <a:cubicBezTo>
                    <a:pt x="2652" y="822"/>
                    <a:pt x="3954" y="1021"/>
                    <a:pt x="4892" y="1343"/>
                  </a:cubicBezTo>
                  <a:cubicBezTo>
                    <a:pt x="4866" y="792"/>
                    <a:pt x="4790" y="207"/>
                    <a:pt x="4598" y="125"/>
                  </a:cubicBezTo>
                  <a:cubicBezTo>
                    <a:pt x="4436" y="56"/>
                    <a:pt x="3721" y="0"/>
                    <a:pt x="2912" y="0"/>
                  </a:cubicBezTo>
                  <a:close/>
                </a:path>
              </a:pathLst>
            </a:custGeom>
            <a:solidFill>
              <a:srgbClr val="FF8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6"/>
            <p:cNvSpPr/>
            <p:nvPr/>
          </p:nvSpPr>
          <p:spPr>
            <a:xfrm>
              <a:off x="2715725" y="3173075"/>
              <a:ext cx="203150" cy="81025"/>
            </a:xfrm>
            <a:custGeom>
              <a:avLst/>
              <a:gdLst/>
              <a:ahLst/>
              <a:cxnLst/>
              <a:rect l="l" t="t" r="r" b="b"/>
              <a:pathLst>
                <a:path w="8126" h="3241" extrusionOk="0">
                  <a:moveTo>
                    <a:pt x="3526" y="0"/>
                  </a:moveTo>
                  <a:cubicBezTo>
                    <a:pt x="1878" y="0"/>
                    <a:pt x="302" y="591"/>
                    <a:pt x="832" y="1551"/>
                  </a:cubicBezTo>
                  <a:cubicBezTo>
                    <a:pt x="101" y="2213"/>
                    <a:pt x="1" y="2694"/>
                    <a:pt x="298" y="3241"/>
                  </a:cubicBezTo>
                  <a:cubicBezTo>
                    <a:pt x="1487" y="2971"/>
                    <a:pt x="2998" y="2890"/>
                    <a:pt x="4374" y="2890"/>
                  </a:cubicBezTo>
                  <a:cubicBezTo>
                    <a:pt x="6395" y="2890"/>
                    <a:pt x="8125" y="3063"/>
                    <a:pt x="8125" y="3063"/>
                  </a:cubicBezTo>
                  <a:cubicBezTo>
                    <a:pt x="8125" y="3063"/>
                    <a:pt x="7117" y="795"/>
                    <a:pt x="5160" y="216"/>
                  </a:cubicBezTo>
                  <a:cubicBezTo>
                    <a:pt x="4662" y="69"/>
                    <a:pt x="4089" y="0"/>
                    <a:pt x="3526" y="0"/>
                  </a:cubicBezTo>
                  <a:close/>
                </a:path>
              </a:pathLst>
            </a:custGeom>
            <a:solidFill>
              <a:srgbClr val="AA4B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6"/>
            <p:cNvSpPr/>
            <p:nvPr/>
          </p:nvSpPr>
          <p:spPr>
            <a:xfrm>
              <a:off x="2724050" y="3202875"/>
              <a:ext cx="194825" cy="46800"/>
            </a:xfrm>
            <a:custGeom>
              <a:avLst/>
              <a:gdLst/>
              <a:ahLst/>
              <a:cxnLst/>
              <a:rect l="l" t="t" r="r" b="b"/>
              <a:pathLst>
                <a:path w="7793" h="1872" extrusionOk="0">
                  <a:moveTo>
                    <a:pt x="6444" y="0"/>
                  </a:moveTo>
                  <a:cubicBezTo>
                    <a:pt x="6239" y="288"/>
                    <a:pt x="5338" y="449"/>
                    <a:pt x="4101" y="449"/>
                  </a:cubicBezTo>
                  <a:cubicBezTo>
                    <a:pt x="3482" y="449"/>
                    <a:pt x="2780" y="409"/>
                    <a:pt x="2038" y="324"/>
                  </a:cubicBezTo>
                  <a:cubicBezTo>
                    <a:pt x="1455" y="256"/>
                    <a:pt x="904" y="169"/>
                    <a:pt x="400" y="65"/>
                  </a:cubicBezTo>
                  <a:lnTo>
                    <a:pt x="400" y="65"/>
                  </a:lnTo>
                  <a:cubicBezTo>
                    <a:pt x="412" y="160"/>
                    <a:pt x="442" y="257"/>
                    <a:pt x="499" y="359"/>
                  </a:cubicBezTo>
                  <a:cubicBezTo>
                    <a:pt x="276" y="560"/>
                    <a:pt x="112" y="745"/>
                    <a:pt x="0" y="920"/>
                  </a:cubicBezTo>
                  <a:cubicBezTo>
                    <a:pt x="795" y="718"/>
                    <a:pt x="1796" y="597"/>
                    <a:pt x="2886" y="597"/>
                  </a:cubicBezTo>
                  <a:cubicBezTo>
                    <a:pt x="5185" y="597"/>
                    <a:pt x="7095" y="1135"/>
                    <a:pt x="7482" y="1843"/>
                  </a:cubicBezTo>
                  <a:cubicBezTo>
                    <a:pt x="7680" y="1860"/>
                    <a:pt x="7792" y="1871"/>
                    <a:pt x="7792" y="1871"/>
                  </a:cubicBezTo>
                  <a:cubicBezTo>
                    <a:pt x="7792" y="1871"/>
                    <a:pt x="7336" y="848"/>
                    <a:pt x="6444" y="0"/>
                  </a:cubicBezTo>
                  <a:close/>
                </a:path>
              </a:pathLst>
            </a:custGeom>
            <a:solidFill>
              <a:srgbClr val="963C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6"/>
            <p:cNvSpPr/>
            <p:nvPr/>
          </p:nvSpPr>
          <p:spPr>
            <a:xfrm>
              <a:off x="2756850" y="3258325"/>
              <a:ext cx="27200" cy="10950"/>
            </a:xfrm>
            <a:custGeom>
              <a:avLst/>
              <a:gdLst/>
              <a:ahLst/>
              <a:cxnLst/>
              <a:rect l="l" t="t" r="r" b="b"/>
              <a:pathLst>
                <a:path w="1088" h="438" extrusionOk="0">
                  <a:moveTo>
                    <a:pt x="680" y="0"/>
                  </a:moveTo>
                  <a:cubicBezTo>
                    <a:pt x="489" y="0"/>
                    <a:pt x="249" y="96"/>
                    <a:pt x="1" y="437"/>
                  </a:cubicBezTo>
                  <a:lnTo>
                    <a:pt x="1088" y="157"/>
                  </a:lnTo>
                  <a:cubicBezTo>
                    <a:pt x="1088" y="157"/>
                    <a:pt x="924" y="0"/>
                    <a:pt x="680" y="0"/>
                  </a:cubicBezTo>
                  <a:close/>
                </a:path>
              </a:pathLst>
            </a:custGeom>
            <a:solidFill>
              <a:srgbClr val="772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6"/>
            <p:cNvSpPr/>
            <p:nvPr/>
          </p:nvSpPr>
          <p:spPr>
            <a:xfrm>
              <a:off x="2815475" y="3259775"/>
              <a:ext cx="31900" cy="12125"/>
            </a:xfrm>
            <a:custGeom>
              <a:avLst/>
              <a:gdLst/>
              <a:ahLst/>
              <a:cxnLst/>
              <a:rect l="l" t="t" r="r" b="b"/>
              <a:pathLst>
                <a:path w="1276" h="485" extrusionOk="0">
                  <a:moveTo>
                    <a:pt x="465" y="1"/>
                  </a:moveTo>
                  <a:cubicBezTo>
                    <a:pt x="330" y="1"/>
                    <a:pt x="176" y="27"/>
                    <a:pt x="1" y="92"/>
                  </a:cubicBezTo>
                  <a:lnTo>
                    <a:pt x="1275" y="484"/>
                  </a:lnTo>
                  <a:cubicBezTo>
                    <a:pt x="1275" y="484"/>
                    <a:pt x="1046" y="1"/>
                    <a:pt x="465" y="1"/>
                  </a:cubicBezTo>
                  <a:close/>
                </a:path>
              </a:pathLst>
            </a:custGeom>
            <a:solidFill>
              <a:srgbClr val="772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6"/>
            <p:cNvSpPr/>
            <p:nvPr/>
          </p:nvSpPr>
          <p:spPr>
            <a:xfrm>
              <a:off x="2783225" y="3262975"/>
              <a:ext cx="29650" cy="29350"/>
            </a:xfrm>
            <a:custGeom>
              <a:avLst/>
              <a:gdLst/>
              <a:ahLst/>
              <a:cxnLst/>
              <a:rect l="l" t="t" r="r" b="b"/>
              <a:pathLst>
                <a:path w="1186" h="1174" extrusionOk="0">
                  <a:moveTo>
                    <a:pt x="386" y="0"/>
                  </a:moveTo>
                  <a:cubicBezTo>
                    <a:pt x="30" y="356"/>
                    <a:pt x="0" y="1038"/>
                    <a:pt x="355" y="1157"/>
                  </a:cubicBezTo>
                  <a:cubicBezTo>
                    <a:pt x="389" y="1168"/>
                    <a:pt x="424" y="1173"/>
                    <a:pt x="460" y="1173"/>
                  </a:cubicBezTo>
                  <a:cubicBezTo>
                    <a:pt x="797" y="1173"/>
                    <a:pt x="1186" y="712"/>
                    <a:pt x="1186" y="712"/>
                  </a:cubicBezTo>
                  <a:lnTo>
                    <a:pt x="386" y="0"/>
                  </a:lnTo>
                  <a:close/>
                </a:path>
              </a:pathLst>
            </a:custGeom>
            <a:solidFill>
              <a:srgbClr val="FF87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6"/>
            <p:cNvSpPr/>
            <p:nvPr/>
          </p:nvSpPr>
          <p:spPr>
            <a:xfrm>
              <a:off x="2765800" y="3434225"/>
              <a:ext cx="59000" cy="42250"/>
            </a:xfrm>
            <a:custGeom>
              <a:avLst/>
              <a:gdLst/>
              <a:ahLst/>
              <a:cxnLst/>
              <a:rect l="l" t="t" r="r" b="b"/>
              <a:pathLst>
                <a:path w="2360" h="1690" extrusionOk="0">
                  <a:moveTo>
                    <a:pt x="874" y="0"/>
                  </a:moveTo>
                  <a:cubicBezTo>
                    <a:pt x="570" y="0"/>
                    <a:pt x="278" y="29"/>
                    <a:pt x="0" y="79"/>
                  </a:cubicBezTo>
                  <a:cubicBezTo>
                    <a:pt x="265" y="817"/>
                    <a:pt x="504" y="1244"/>
                    <a:pt x="742" y="1690"/>
                  </a:cubicBezTo>
                  <a:cubicBezTo>
                    <a:pt x="742" y="1690"/>
                    <a:pt x="1406" y="1083"/>
                    <a:pt x="2360" y="234"/>
                  </a:cubicBezTo>
                  <a:cubicBezTo>
                    <a:pt x="1918" y="85"/>
                    <a:pt x="1412" y="0"/>
                    <a:pt x="874" y="0"/>
                  </a:cubicBezTo>
                  <a:close/>
                </a:path>
              </a:pathLst>
            </a:custGeom>
            <a:solidFill>
              <a:srgbClr val="FFA8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6"/>
            <p:cNvSpPr/>
            <p:nvPr/>
          </p:nvSpPr>
          <p:spPr>
            <a:xfrm>
              <a:off x="2295125" y="3430875"/>
              <a:ext cx="86725" cy="146800"/>
            </a:xfrm>
            <a:custGeom>
              <a:avLst/>
              <a:gdLst/>
              <a:ahLst/>
              <a:cxnLst/>
              <a:rect l="l" t="t" r="r" b="b"/>
              <a:pathLst>
                <a:path w="3469" h="5872" extrusionOk="0">
                  <a:moveTo>
                    <a:pt x="2890" y="0"/>
                  </a:moveTo>
                  <a:cubicBezTo>
                    <a:pt x="2757" y="0"/>
                    <a:pt x="222" y="400"/>
                    <a:pt x="222" y="400"/>
                  </a:cubicBezTo>
                  <a:cubicBezTo>
                    <a:pt x="222" y="400"/>
                    <a:pt x="0" y="5071"/>
                    <a:pt x="0" y="5381"/>
                  </a:cubicBezTo>
                  <a:lnTo>
                    <a:pt x="3469" y="5871"/>
                  </a:lnTo>
                  <a:cubicBezTo>
                    <a:pt x="3469" y="5871"/>
                    <a:pt x="3024" y="0"/>
                    <a:pt x="2890" y="0"/>
                  </a:cubicBezTo>
                  <a:close/>
                </a:path>
              </a:pathLst>
            </a:custGeom>
            <a:solidFill>
              <a:srgbClr val="A077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6"/>
            <p:cNvSpPr/>
            <p:nvPr/>
          </p:nvSpPr>
          <p:spPr>
            <a:xfrm>
              <a:off x="2296775" y="3430875"/>
              <a:ext cx="81275" cy="100100"/>
            </a:xfrm>
            <a:custGeom>
              <a:avLst/>
              <a:gdLst/>
              <a:ahLst/>
              <a:cxnLst/>
              <a:rect l="l" t="t" r="r" b="b"/>
              <a:pathLst>
                <a:path w="3251" h="4004" extrusionOk="0">
                  <a:moveTo>
                    <a:pt x="2824" y="0"/>
                  </a:moveTo>
                  <a:cubicBezTo>
                    <a:pt x="2691" y="0"/>
                    <a:pt x="156" y="400"/>
                    <a:pt x="156" y="400"/>
                  </a:cubicBezTo>
                  <a:cubicBezTo>
                    <a:pt x="156" y="400"/>
                    <a:pt x="67" y="2280"/>
                    <a:pt x="1" y="3734"/>
                  </a:cubicBezTo>
                  <a:cubicBezTo>
                    <a:pt x="679" y="3906"/>
                    <a:pt x="1449" y="4003"/>
                    <a:pt x="2269" y="4003"/>
                  </a:cubicBezTo>
                  <a:cubicBezTo>
                    <a:pt x="2606" y="4003"/>
                    <a:pt x="2933" y="3987"/>
                    <a:pt x="3251" y="3956"/>
                  </a:cubicBezTo>
                  <a:cubicBezTo>
                    <a:pt x="3109" y="2243"/>
                    <a:pt x="2907" y="0"/>
                    <a:pt x="2824" y="0"/>
                  </a:cubicBezTo>
                  <a:close/>
                </a:path>
              </a:pathLst>
            </a:custGeom>
            <a:solidFill>
              <a:srgbClr val="BC8A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6"/>
            <p:cNvSpPr/>
            <p:nvPr/>
          </p:nvSpPr>
          <p:spPr>
            <a:xfrm>
              <a:off x="2310675" y="3514250"/>
              <a:ext cx="23375" cy="21150"/>
            </a:xfrm>
            <a:custGeom>
              <a:avLst/>
              <a:gdLst/>
              <a:ahLst/>
              <a:cxnLst/>
              <a:rect l="l" t="t" r="r" b="b"/>
              <a:pathLst>
                <a:path w="935" h="846" extrusionOk="0">
                  <a:moveTo>
                    <a:pt x="468" y="1"/>
                  </a:moveTo>
                  <a:cubicBezTo>
                    <a:pt x="210" y="1"/>
                    <a:pt x="0" y="190"/>
                    <a:pt x="0" y="423"/>
                  </a:cubicBezTo>
                  <a:cubicBezTo>
                    <a:pt x="0" y="656"/>
                    <a:pt x="210" y="845"/>
                    <a:pt x="468" y="845"/>
                  </a:cubicBezTo>
                  <a:cubicBezTo>
                    <a:pt x="725" y="845"/>
                    <a:pt x="935" y="656"/>
                    <a:pt x="935" y="423"/>
                  </a:cubicBezTo>
                  <a:cubicBezTo>
                    <a:pt x="935" y="190"/>
                    <a:pt x="725" y="1"/>
                    <a:pt x="468" y="1"/>
                  </a:cubicBezTo>
                  <a:close/>
                </a:path>
              </a:pathLst>
            </a:custGeom>
            <a:solidFill>
              <a:srgbClr val="5E35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6"/>
            <p:cNvSpPr/>
            <p:nvPr/>
          </p:nvSpPr>
          <p:spPr>
            <a:xfrm>
              <a:off x="3240650" y="3249350"/>
              <a:ext cx="109125" cy="178225"/>
            </a:xfrm>
            <a:custGeom>
              <a:avLst/>
              <a:gdLst/>
              <a:ahLst/>
              <a:cxnLst/>
              <a:rect l="l" t="t" r="r" b="b"/>
              <a:pathLst>
                <a:path w="4365" h="7129" extrusionOk="0">
                  <a:moveTo>
                    <a:pt x="2905" y="1"/>
                  </a:moveTo>
                  <a:cubicBezTo>
                    <a:pt x="2905" y="1"/>
                    <a:pt x="278" y="644"/>
                    <a:pt x="139" y="706"/>
                  </a:cubicBezTo>
                  <a:cubicBezTo>
                    <a:pt x="0" y="770"/>
                    <a:pt x="1657" y="7128"/>
                    <a:pt x="1657" y="7128"/>
                  </a:cubicBezTo>
                  <a:lnTo>
                    <a:pt x="4365" y="5043"/>
                  </a:lnTo>
                  <a:cubicBezTo>
                    <a:pt x="4296" y="4763"/>
                    <a:pt x="2905" y="1"/>
                    <a:pt x="2905" y="1"/>
                  </a:cubicBezTo>
                  <a:close/>
                </a:path>
              </a:pathLst>
            </a:custGeom>
            <a:solidFill>
              <a:srgbClr val="A077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6"/>
            <p:cNvSpPr/>
            <p:nvPr/>
          </p:nvSpPr>
          <p:spPr>
            <a:xfrm>
              <a:off x="3241975" y="3249350"/>
              <a:ext cx="97000" cy="132000"/>
            </a:xfrm>
            <a:custGeom>
              <a:avLst/>
              <a:gdLst/>
              <a:ahLst/>
              <a:cxnLst/>
              <a:rect l="l" t="t" r="r" b="b"/>
              <a:pathLst>
                <a:path w="3880" h="5280" extrusionOk="0">
                  <a:moveTo>
                    <a:pt x="2852" y="1"/>
                  </a:moveTo>
                  <a:cubicBezTo>
                    <a:pt x="2852" y="1"/>
                    <a:pt x="225" y="644"/>
                    <a:pt x="86" y="706"/>
                  </a:cubicBezTo>
                  <a:cubicBezTo>
                    <a:pt x="0" y="746"/>
                    <a:pt x="665" y="3447"/>
                    <a:pt x="1130" y="5279"/>
                  </a:cubicBezTo>
                  <a:cubicBezTo>
                    <a:pt x="1427" y="5152"/>
                    <a:pt x="1726" y="5008"/>
                    <a:pt x="2023" y="4844"/>
                  </a:cubicBezTo>
                  <a:cubicBezTo>
                    <a:pt x="2735" y="4456"/>
                    <a:pt x="3361" y="4004"/>
                    <a:pt x="3879" y="3533"/>
                  </a:cubicBezTo>
                  <a:cubicBezTo>
                    <a:pt x="3458" y="2078"/>
                    <a:pt x="2852" y="1"/>
                    <a:pt x="2852" y="1"/>
                  </a:cubicBezTo>
                  <a:close/>
                </a:path>
              </a:pathLst>
            </a:custGeom>
            <a:solidFill>
              <a:srgbClr val="BC8A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6"/>
            <p:cNvSpPr/>
            <p:nvPr/>
          </p:nvSpPr>
          <p:spPr>
            <a:xfrm>
              <a:off x="3306100" y="3338050"/>
              <a:ext cx="23025" cy="23375"/>
            </a:xfrm>
            <a:custGeom>
              <a:avLst/>
              <a:gdLst/>
              <a:ahLst/>
              <a:cxnLst/>
              <a:rect l="l" t="t" r="r" b="b"/>
              <a:pathLst>
                <a:path w="921" h="935" extrusionOk="0">
                  <a:moveTo>
                    <a:pt x="544" y="0"/>
                  </a:moveTo>
                  <a:cubicBezTo>
                    <a:pt x="482" y="0"/>
                    <a:pt x="417" y="16"/>
                    <a:pt x="352" y="51"/>
                  </a:cubicBezTo>
                  <a:cubicBezTo>
                    <a:pt x="127" y="171"/>
                    <a:pt x="0" y="457"/>
                    <a:pt x="67" y="687"/>
                  </a:cubicBezTo>
                  <a:cubicBezTo>
                    <a:pt x="112" y="845"/>
                    <a:pt x="236" y="935"/>
                    <a:pt x="381" y="935"/>
                  </a:cubicBezTo>
                  <a:cubicBezTo>
                    <a:pt x="444" y="935"/>
                    <a:pt x="512" y="918"/>
                    <a:pt x="579" y="881"/>
                  </a:cubicBezTo>
                  <a:cubicBezTo>
                    <a:pt x="793" y="761"/>
                    <a:pt x="920" y="484"/>
                    <a:pt x="860" y="258"/>
                  </a:cubicBezTo>
                  <a:cubicBezTo>
                    <a:pt x="818" y="95"/>
                    <a:pt x="692" y="0"/>
                    <a:pt x="544" y="0"/>
                  </a:cubicBezTo>
                  <a:close/>
                </a:path>
              </a:pathLst>
            </a:custGeom>
            <a:solidFill>
              <a:srgbClr val="5E35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6"/>
            <p:cNvSpPr/>
            <p:nvPr/>
          </p:nvSpPr>
          <p:spPr>
            <a:xfrm>
              <a:off x="2777375" y="3497050"/>
              <a:ext cx="15500" cy="17300"/>
            </a:xfrm>
            <a:custGeom>
              <a:avLst/>
              <a:gdLst/>
              <a:ahLst/>
              <a:cxnLst/>
              <a:rect l="l" t="t" r="r" b="b"/>
              <a:pathLst>
                <a:path w="620" h="692" extrusionOk="0">
                  <a:moveTo>
                    <a:pt x="311" y="1"/>
                  </a:moveTo>
                  <a:cubicBezTo>
                    <a:pt x="140" y="1"/>
                    <a:pt x="1" y="156"/>
                    <a:pt x="1" y="346"/>
                  </a:cubicBezTo>
                  <a:cubicBezTo>
                    <a:pt x="1" y="537"/>
                    <a:pt x="140" y="692"/>
                    <a:pt x="311" y="692"/>
                  </a:cubicBezTo>
                  <a:cubicBezTo>
                    <a:pt x="481" y="692"/>
                    <a:pt x="620" y="537"/>
                    <a:pt x="620" y="346"/>
                  </a:cubicBezTo>
                  <a:cubicBezTo>
                    <a:pt x="620" y="156"/>
                    <a:pt x="481" y="1"/>
                    <a:pt x="311" y="1"/>
                  </a:cubicBezTo>
                  <a:close/>
                </a:path>
              </a:pathLst>
            </a:custGeom>
            <a:solidFill>
              <a:srgbClr val="A077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6"/>
            <p:cNvSpPr/>
            <p:nvPr/>
          </p:nvSpPr>
          <p:spPr>
            <a:xfrm>
              <a:off x="2774650" y="3539775"/>
              <a:ext cx="15500" cy="17300"/>
            </a:xfrm>
            <a:custGeom>
              <a:avLst/>
              <a:gdLst/>
              <a:ahLst/>
              <a:cxnLst/>
              <a:rect l="l" t="t" r="r" b="b"/>
              <a:pathLst>
                <a:path w="620" h="692" extrusionOk="0">
                  <a:moveTo>
                    <a:pt x="311" y="0"/>
                  </a:moveTo>
                  <a:cubicBezTo>
                    <a:pt x="139" y="0"/>
                    <a:pt x="1" y="155"/>
                    <a:pt x="1" y="346"/>
                  </a:cubicBezTo>
                  <a:cubicBezTo>
                    <a:pt x="1" y="536"/>
                    <a:pt x="139" y="691"/>
                    <a:pt x="311" y="691"/>
                  </a:cubicBezTo>
                  <a:cubicBezTo>
                    <a:pt x="481" y="691"/>
                    <a:pt x="619" y="536"/>
                    <a:pt x="619" y="346"/>
                  </a:cubicBezTo>
                  <a:cubicBezTo>
                    <a:pt x="619" y="155"/>
                    <a:pt x="481" y="0"/>
                    <a:pt x="311" y="0"/>
                  </a:cubicBezTo>
                  <a:close/>
                </a:path>
              </a:pathLst>
            </a:custGeom>
            <a:solidFill>
              <a:srgbClr val="A077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6"/>
            <p:cNvSpPr/>
            <p:nvPr/>
          </p:nvSpPr>
          <p:spPr>
            <a:xfrm>
              <a:off x="2891050" y="3494250"/>
              <a:ext cx="49150" cy="137675"/>
            </a:xfrm>
            <a:custGeom>
              <a:avLst/>
              <a:gdLst/>
              <a:ahLst/>
              <a:cxnLst/>
              <a:rect l="l" t="t" r="r" b="b"/>
              <a:pathLst>
                <a:path w="1966" h="5507" extrusionOk="0">
                  <a:moveTo>
                    <a:pt x="0" y="0"/>
                  </a:moveTo>
                  <a:lnTo>
                    <a:pt x="0" y="0"/>
                  </a:lnTo>
                  <a:cubicBezTo>
                    <a:pt x="869" y="2099"/>
                    <a:pt x="1199" y="3357"/>
                    <a:pt x="1676" y="5507"/>
                  </a:cubicBezTo>
                  <a:cubicBezTo>
                    <a:pt x="1966" y="1833"/>
                    <a:pt x="1" y="1"/>
                    <a:pt x="0" y="0"/>
                  </a:cubicBezTo>
                  <a:close/>
                </a:path>
              </a:pathLst>
            </a:custGeom>
            <a:solidFill>
              <a:srgbClr val="EAD1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6"/>
            <p:cNvSpPr/>
            <p:nvPr/>
          </p:nvSpPr>
          <p:spPr>
            <a:xfrm>
              <a:off x="3010025" y="3503150"/>
              <a:ext cx="46725" cy="107850"/>
            </a:xfrm>
            <a:custGeom>
              <a:avLst/>
              <a:gdLst/>
              <a:ahLst/>
              <a:cxnLst/>
              <a:rect l="l" t="t" r="r" b="b"/>
              <a:pathLst>
                <a:path w="1869" h="4314" extrusionOk="0">
                  <a:moveTo>
                    <a:pt x="1" y="0"/>
                  </a:moveTo>
                  <a:cubicBezTo>
                    <a:pt x="1" y="1"/>
                    <a:pt x="1245" y="3113"/>
                    <a:pt x="1423" y="4314"/>
                  </a:cubicBezTo>
                  <a:lnTo>
                    <a:pt x="1869" y="3780"/>
                  </a:lnTo>
                  <a:cubicBezTo>
                    <a:pt x="1468" y="1690"/>
                    <a:pt x="1" y="1"/>
                    <a:pt x="1" y="0"/>
                  </a:cubicBezTo>
                  <a:close/>
                </a:path>
              </a:pathLst>
            </a:custGeom>
            <a:solidFill>
              <a:srgbClr val="5E35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6"/>
            <p:cNvSpPr/>
            <p:nvPr/>
          </p:nvSpPr>
          <p:spPr>
            <a:xfrm>
              <a:off x="2817650" y="3227475"/>
              <a:ext cx="45625" cy="24300"/>
            </a:xfrm>
            <a:custGeom>
              <a:avLst/>
              <a:gdLst/>
              <a:ahLst/>
              <a:cxnLst/>
              <a:rect l="l" t="t" r="r" b="b"/>
              <a:pathLst>
                <a:path w="1825" h="972" extrusionOk="0">
                  <a:moveTo>
                    <a:pt x="673" y="1"/>
                  </a:moveTo>
                  <a:cubicBezTo>
                    <a:pt x="564" y="1"/>
                    <a:pt x="464" y="10"/>
                    <a:pt x="386" y="28"/>
                  </a:cubicBezTo>
                  <a:cubicBezTo>
                    <a:pt x="1" y="117"/>
                    <a:pt x="60" y="650"/>
                    <a:pt x="165" y="694"/>
                  </a:cubicBezTo>
                  <a:cubicBezTo>
                    <a:pt x="253" y="733"/>
                    <a:pt x="1084" y="972"/>
                    <a:pt x="1500" y="972"/>
                  </a:cubicBezTo>
                  <a:cubicBezTo>
                    <a:pt x="1575" y="972"/>
                    <a:pt x="1636" y="964"/>
                    <a:pt x="1677" y="946"/>
                  </a:cubicBezTo>
                  <a:cubicBezTo>
                    <a:pt x="1780" y="902"/>
                    <a:pt x="1825" y="754"/>
                    <a:pt x="1751" y="413"/>
                  </a:cubicBezTo>
                  <a:cubicBezTo>
                    <a:pt x="1692" y="141"/>
                    <a:pt x="1104" y="1"/>
                    <a:pt x="673" y="1"/>
                  </a:cubicBezTo>
                  <a:close/>
                </a:path>
              </a:pathLst>
            </a:custGeom>
            <a:solidFill>
              <a:srgbClr val="3F24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6"/>
            <p:cNvSpPr/>
            <p:nvPr/>
          </p:nvSpPr>
          <p:spPr>
            <a:xfrm>
              <a:off x="2730850" y="3218600"/>
              <a:ext cx="48475" cy="27125"/>
            </a:xfrm>
            <a:custGeom>
              <a:avLst/>
              <a:gdLst/>
              <a:ahLst/>
              <a:cxnLst/>
              <a:rect l="l" t="t" r="r" b="b"/>
              <a:pathLst>
                <a:path w="1939" h="1085" extrusionOk="0">
                  <a:moveTo>
                    <a:pt x="1378" y="1"/>
                  </a:moveTo>
                  <a:cubicBezTo>
                    <a:pt x="1027" y="1"/>
                    <a:pt x="518" y="205"/>
                    <a:pt x="300" y="389"/>
                  </a:cubicBezTo>
                  <a:cubicBezTo>
                    <a:pt x="1" y="642"/>
                    <a:pt x="290" y="1084"/>
                    <a:pt x="405" y="1084"/>
                  </a:cubicBezTo>
                  <a:cubicBezTo>
                    <a:pt x="406" y="1084"/>
                    <a:pt x="407" y="1084"/>
                    <a:pt x="407" y="1084"/>
                  </a:cubicBezTo>
                  <a:cubicBezTo>
                    <a:pt x="520" y="1075"/>
                    <a:pt x="1679" y="844"/>
                    <a:pt x="1868" y="616"/>
                  </a:cubicBezTo>
                  <a:cubicBezTo>
                    <a:pt x="1939" y="529"/>
                    <a:pt x="1911" y="377"/>
                    <a:pt x="1689" y="107"/>
                  </a:cubicBezTo>
                  <a:cubicBezTo>
                    <a:pt x="1627" y="32"/>
                    <a:pt x="1514" y="1"/>
                    <a:pt x="1378" y="1"/>
                  </a:cubicBezTo>
                  <a:close/>
                </a:path>
              </a:pathLst>
            </a:custGeom>
            <a:solidFill>
              <a:srgbClr val="3F24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6"/>
            <p:cNvSpPr/>
            <p:nvPr/>
          </p:nvSpPr>
          <p:spPr>
            <a:xfrm>
              <a:off x="2778050" y="3291500"/>
              <a:ext cx="63000" cy="36300"/>
            </a:xfrm>
            <a:custGeom>
              <a:avLst/>
              <a:gdLst/>
              <a:ahLst/>
              <a:cxnLst/>
              <a:rect l="l" t="t" r="r" b="b"/>
              <a:pathLst>
                <a:path w="2520" h="1452" extrusionOk="0">
                  <a:moveTo>
                    <a:pt x="2208" y="1"/>
                  </a:moveTo>
                  <a:cubicBezTo>
                    <a:pt x="2208" y="1"/>
                    <a:pt x="644" y="301"/>
                    <a:pt x="1" y="335"/>
                  </a:cubicBezTo>
                  <a:cubicBezTo>
                    <a:pt x="1" y="335"/>
                    <a:pt x="348" y="1451"/>
                    <a:pt x="1104" y="1451"/>
                  </a:cubicBezTo>
                  <a:cubicBezTo>
                    <a:pt x="1149" y="1451"/>
                    <a:pt x="1196" y="1447"/>
                    <a:pt x="1244" y="1439"/>
                  </a:cubicBezTo>
                  <a:cubicBezTo>
                    <a:pt x="2520" y="1218"/>
                    <a:pt x="2208" y="1"/>
                    <a:pt x="2208" y="1"/>
                  </a:cubicBezTo>
                  <a:close/>
                </a:path>
              </a:pathLst>
            </a:custGeom>
            <a:solidFill>
              <a:srgbClr val="2818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6"/>
            <p:cNvSpPr/>
            <p:nvPr/>
          </p:nvSpPr>
          <p:spPr>
            <a:xfrm>
              <a:off x="2781225" y="3293500"/>
              <a:ext cx="52400" cy="21450"/>
            </a:xfrm>
            <a:custGeom>
              <a:avLst/>
              <a:gdLst/>
              <a:ahLst/>
              <a:cxnLst/>
              <a:rect l="l" t="t" r="r" b="b"/>
              <a:pathLst>
                <a:path w="2096" h="858" extrusionOk="0">
                  <a:moveTo>
                    <a:pt x="1951" y="1"/>
                  </a:moveTo>
                  <a:cubicBezTo>
                    <a:pt x="1951" y="1"/>
                    <a:pt x="569" y="265"/>
                    <a:pt x="1" y="294"/>
                  </a:cubicBezTo>
                  <a:cubicBezTo>
                    <a:pt x="1" y="294"/>
                    <a:pt x="178" y="858"/>
                    <a:pt x="782" y="858"/>
                  </a:cubicBezTo>
                  <a:cubicBezTo>
                    <a:pt x="840" y="858"/>
                    <a:pt x="902" y="852"/>
                    <a:pt x="969" y="841"/>
                  </a:cubicBezTo>
                  <a:cubicBezTo>
                    <a:pt x="2096" y="644"/>
                    <a:pt x="1951" y="1"/>
                    <a:pt x="1951" y="1"/>
                  </a:cubicBezTo>
                  <a:close/>
                </a:path>
              </a:pathLst>
            </a:custGeom>
            <a:solidFill>
              <a:srgbClr val="FFFC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6"/>
            <p:cNvSpPr/>
            <p:nvPr/>
          </p:nvSpPr>
          <p:spPr>
            <a:xfrm>
              <a:off x="2737550" y="2460550"/>
              <a:ext cx="29125" cy="415200"/>
            </a:xfrm>
            <a:custGeom>
              <a:avLst/>
              <a:gdLst/>
              <a:ahLst/>
              <a:cxnLst/>
              <a:rect l="l" t="t" r="r" b="b"/>
              <a:pathLst>
                <a:path w="1165" h="16608" extrusionOk="0">
                  <a:moveTo>
                    <a:pt x="582" y="0"/>
                  </a:moveTo>
                  <a:cubicBezTo>
                    <a:pt x="262" y="0"/>
                    <a:pt x="1" y="260"/>
                    <a:pt x="1" y="582"/>
                  </a:cubicBezTo>
                  <a:lnTo>
                    <a:pt x="1" y="16608"/>
                  </a:lnTo>
                  <a:lnTo>
                    <a:pt x="1164" y="16608"/>
                  </a:lnTo>
                  <a:lnTo>
                    <a:pt x="1164" y="582"/>
                  </a:lnTo>
                  <a:cubicBezTo>
                    <a:pt x="1164" y="260"/>
                    <a:pt x="904" y="0"/>
                    <a:pt x="5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6"/>
            <p:cNvSpPr/>
            <p:nvPr/>
          </p:nvSpPr>
          <p:spPr>
            <a:xfrm>
              <a:off x="3370800" y="2730975"/>
              <a:ext cx="516100" cy="103275"/>
            </a:xfrm>
            <a:custGeom>
              <a:avLst/>
              <a:gdLst/>
              <a:ahLst/>
              <a:cxnLst/>
              <a:rect l="l" t="t" r="r" b="b"/>
              <a:pathLst>
                <a:path w="20644" h="4131" extrusionOk="0">
                  <a:moveTo>
                    <a:pt x="294" y="1"/>
                  </a:moveTo>
                  <a:lnTo>
                    <a:pt x="1" y="295"/>
                  </a:lnTo>
                  <a:cubicBezTo>
                    <a:pt x="2749" y="3041"/>
                    <a:pt x="7782" y="4131"/>
                    <a:pt x="12289" y="4131"/>
                  </a:cubicBezTo>
                  <a:cubicBezTo>
                    <a:pt x="15886" y="4131"/>
                    <a:pt x="19148" y="3437"/>
                    <a:pt x="20644" y="2338"/>
                  </a:cubicBezTo>
                  <a:lnTo>
                    <a:pt x="20399" y="2005"/>
                  </a:lnTo>
                  <a:cubicBezTo>
                    <a:pt x="18991" y="3037"/>
                    <a:pt x="15839" y="3686"/>
                    <a:pt x="12348" y="3686"/>
                  </a:cubicBezTo>
                  <a:cubicBezTo>
                    <a:pt x="7912" y="3686"/>
                    <a:pt x="2931" y="2639"/>
                    <a:pt x="2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6"/>
            <p:cNvSpPr/>
            <p:nvPr/>
          </p:nvSpPr>
          <p:spPr>
            <a:xfrm>
              <a:off x="2748000" y="2476675"/>
              <a:ext cx="391625" cy="227425"/>
            </a:xfrm>
            <a:custGeom>
              <a:avLst/>
              <a:gdLst/>
              <a:ahLst/>
              <a:cxnLst/>
              <a:rect l="l" t="t" r="r" b="b"/>
              <a:pathLst>
                <a:path w="15665" h="9097" extrusionOk="0">
                  <a:moveTo>
                    <a:pt x="399" y="0"/>
                  </a:moveTo>
                  <a:lnTo>
                    <a:pt x="1" y="116"/>
                  </a:lnTo>
                  <a:cubicBezTo>
                    <a:pt x="1581" y="5581"/>
                    <a:pt x="5640" y="8238"/>
                    <a:pt x="8912" y="8904"/>
                  </a:cubicBezTo>
                  <a:cubicBezTo>
                    <a:pt x="9551" y="9034"/>
                    <a:pt x="10179" y="9096"/>
                    <a:pt x="10784" y="9096"/>
                  </a:cubicBezTo>
                  <a:cubicBezTo>
                    <a:pt x="12821" y="9096"/>
                    <a:pt x="14601" y="8380"/>
                    <a:pt x="15665" y="7073"/>
                  </a:cubicBezTo>
                  <a:lnTo>
                    <a:pt x="15343" y="6812"/>
                  </a:lnTo>
                  <a:cubicBezTo>
                    <a:pt x="14359" y="8022"/>
                    <a:pt x="12696" y="8683"/>
                    <a:pt x="10785" y="8683"/>
                  </a:cubicBezTo>
                  <a:cubicBezTo>
                    <a:pt x="10207" y="8683"/>
                    <a:pt x="9606" y="8623"/>
                    <a:pt x="8995" y="8498"/>
                  </a:cubicBezTo>
                  <a:cubicBezTo>
                    <a:pt x="5841" y="7856"/>
                    <a:pt x="1928" y="5287"/>
                    <a:pt x="3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6"/>
            <p:cNvSpPr/>
            <p:nvPr/>
          </p:nvSpPr>
          <p:spPr>
            <a:xfrm>
              <a:off x="4046175" y="2771475"/>
              <a:ext cx="500450" cy="84425"/>
            </a:xfrm>
            <a:custGeom>
              <a:avLst/>
              <a:gdLst/>
              <a:ahLst/>
              <a:cxnLst/>
              <a:rect l="l" t="t" r="r" b="b"/>
              <a:pathLst>
                <a:path w="20018" h="3377" extrusionOk="0">
                  <a:moveTo>
                    <a:pt x="287" y="1"/>
                  </a:moveTo>
                  <a:lnTo>
                    <a:pt x="0" y="299"/>
                  </a:lnTo>
                  <a:cubicBezTo>
                    <a:pt x="2300" y="2512"/>
                    <a:pt x="6252" y="3376"/>
                    <a:pt x="10102" y="3376"/>
                  </a:cubicBezTo>
                  <a:cubicBezTo>
                    <a:pt x="14271" y="3376"/>
                    <a:pt x="18318" y="2365"/>
                    <a:pt x="20018" y="959"/>
                  </a:cubicBezTo>
                  <a:lnTo>
                    <a:pt x="19753" y="640"/>
                  </a:lnTo>
                  <a:cubicBezTo>
                    <a:pt x="18144" y="1970"/>
                    <a:pt x="14183" y="2930"/>
                    <a:pt x="10109" y="2930"/>
                  </a:cubicBezTo>
                  <a:cubicBezTo>
                    <a:pt x="6342" y="2930"/>
                    <a:pt x="2478" y="2109"/>
                    <a:pt x="2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6"/>
            <p:cNvSpPr/>
            <p:nvPr/>
          </p:nvSpPr>
          <p:spPr>
            <a:xfrm>
              <a:off x="4595450" y="2887200"/>
              <a:ext cx="34375" cy="206325"/>
            </a:xfrm>
            <a:custGeom>
              <a:avLst/>
              <a:gdLst/>
              <a:ahLst/>
              <a:cxnLst/>
              <a:rect l="l" t="t" r="r" b="b"/>
              <a:pathLst>
                <a:path w="1375" h="8253" extrusionOk="0">
                  <a:moveTo>
                    <a:pt x="687" y="1"/>
                  </a:moveTo>
                  <a:cubicBezTo>
                    <a:pt x="307" y="1"/>
                    <a:pt x="0" y="308"/>
                    <a:pt x="0" y="688"/>
                  </a:cubicBezTo>
                  <a:lnTo>
                    <a:pt x="0" y="8252"/>
                  </a:lnTo>
                  <a:lnTo>
                    <a:pt x="1375" y="8252"/>
                  </a:lnTo>
                  <a:lnTo>
                    <a:pt x="1375" y="688"/>
                  </a:lnTo>
                  <a:cubicBezTo>
                    <a:pt x="1375" y="308"/>
                    <a:pt x="1066"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6"/>
            <p:cNvSpPr/>
            <p:nvPr/>
          </p:nvSpPr>
          <p:spPr>
            <a:xfrm>
              <a:off x="4519000" y="2975875"/>
              <a:ext cx="61550" cy="61575"/>
            </a:xfrm>
            <a:custGeom>
              <a:avLst/>
              <a:gdLst/>
              <a:ahLst/>
              <a:cxnLst/>
              <a:rect l="l" t="t" r="r" b="b"/>
              <a:pathLst>
                <a:path w="2462" h="2463" extrusionOk="0">
                  <a:moveTo>
                    <a:pt x="1232" y="1"/>
                  </a:moveTo>
                  <a:cubicBezTo>
                    <a:pt x="551" y="1"/>
                    <a:pt x="0" y="552"/>
                    <a:pt x="0" y="1231"/>
                  </a:cubicBezTo>
                  <a:cubicBezTo>
                    <a:pt x="0" y="1911"/>
                    <a:pt x="551" y="2462"/>
                    <a:pt x="1232" y="2462"/>
                  </a:cubicBezTo>
                  <a:cubicBezTo>
                    <a:pt x="1911" y="2462"/>
                    <a:pt x="2462" y="1911"/>
                    <a:pt x="2462" y="1231"/>
                  </a:cubicBezTo>
                  <a:cubicBezTo>
                    <a:pt x="2462" y="552"/>
                    <a:pt x="1911" y="1"/>
                    <a:pt x="12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6"/>
            <p:cNvSpPr/>
            <p:nvPr/>
          </p:nvSpPr>
          <p:spPr>
            <a:xfrm>
              <a:off x="4526925" y="2769150"/>
              <a:ext cx="45700" cy="45700"/>
            </a:xfrm>
            <a:custGeom>
              <a:avLst/>
              <a:gdLst/>
              <a:ahLst/>
              <a:cxnLst/>
              <a:rect l="l" t="t" r="r" b="b"/>
              <a:pathLst>
                <a:path w="1828" h="1828" extrusionOk="0">
                  <a:moveTo>
                    <a:pt x="915" y="1"/>
                  </a:moveTo>
                  <a:cubicBezTo>
                    <a:pt x="410" y="1"/>
                    <a:pt x="0" y="410"/>
                    <a:pt x="0" y="915"/>
                  </a:cubicBezTo>
                  <a:cubicBezTo>
                    <a:pt x="0" y="1418"/>
                    <a:pt x="410" y="1827"/>
                    <a:pt x="915" y="1827"/>
                  </a:cubicBezTo>
                  <a:cubicBezTo>
                    <a:pt x="1418" y="1827"/>
                    <a:pt x="1827" y="1418"/>
                    <a:pt x="1827" y="915"/>
                  </a:cubicBezTo>
                  <a:cubicBezTo>
                    <a:pt x="1827" y="410"/>
                    <a:pt x="1418" y="1"/>
                    <a:pt x="9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6"/>
            <p:cNvSpPr/>
            <p:nvPr/>
          </p:nvSpPr>
          <p:spPr>
            <a:xfrm>
              <a:off x="4461000" y="2795250"/>
              <a:ext cx="177550" cy="216275"/>
            </a:xfrm>
            <a:custGeom>
              <a:avLst/>
              <a:gdLst/>
              <a:ahLst/>
              <a:cxnLst/>
              <a:rect l="l" t="t" r="r" b="b"/>
              <a:pathLst>
                <a:path w="7102" h="8651" extrusionOk="0">
                  <a:moveTo>
                    <a:pt x="3552" y="1"/>
                  </a:moveTo>
                  <a:cubicBezTo>
                    <a:pt x="365" y="1"/>
                    <a:pt x="1124" y="2478"/>
                    <a:pt x="1124" y="5535"/>
                  </a:cubicBezTo>
                  <a:cubicBezTo>
                    <a:pt x="1124" y="5557"/>
                    <a:pt x="0" y="8112"/>
                    <a:pt x="0" y="8140"/>
                  </a:cubicBezTo>
                  <a:cubicBezTo>
                    <a:pt x="0" y="8480"/>
                    <a:pt x="1776" y="8650"/>
                    <a:pt x="3551" y="8650"/>
                  </a:cubicBezTo>
                  <a:cubicBezTo>
                    <a:pt x="5326" y="8650"/>
                    <a:pt x="7101" y="8480"/>
                    <a:pt x="7101" y="8140"/>
                  </a:cubicBezTo>
                  <a:cubicBezTo>
                    <a:pt x="7101" y="8112"/>
                    <a:pt x="5978" y="5557"/>
                    <a:pt x="5978" y="5535"/>
                  </a:cubicBezTo>
                  <a:cubicBezTo>
                    <a:pt x="5978" y="2478"/>
                    <a:pt x="6737" y="1"/>
                    <a:pt x="35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6"/>
            <p:cNvSpPr/>
            <p:nvPr/>
          </p:nvSpPr>
          <p:spPr>
            <a:xfrm>
              <a:off x="4461000" y="2795250"/>
              <a:ext cx="136200" cy="215575"/>
            </a:xfrm>
            <a:custGeom>
              <a:avLst/>
              <a:gdLst/>
              <a:ahLst/>
              <a:cxnLst/>
              <a:rect l="l" t="t" r="r" b="b"/>
              <a:pathLst>
                <a:path w="5448" h="8623" extrusionOk="0">
                  <a:moveTo>
                    <a:pt x="3552" y="1"/>
                  </a:moveTo>
                  <a:cubicBezTo>
                    <a:pt x="365" y="1"/>
                    <a:pt x="1124" y="2478"/>
                    <a:pt x="1124" y="5535"/>
                  </a:cubicBezTo>
                  <a:cubicBezTo>
                    <a:pt x="1124" y="5557"/>
                    <a:pt x="0" y="8112"/>
                    <a:pt x="0" y="8140"/>
                  </a:cubicBezTo>
                  <a:cubicBezTo>
                    <a:pt x="0" y="8143"/>
                    <a:pt x="3" y="8146"/>
                    <a:pt x="3" y="8150"/>
                  </a:cubicBezTo>
                  <a:cubicBezTo>
                    <a:pt x="124" y="8237"/>
                    <a:pt x="248" y="8315"/>
                    <a:pt x="377" y="8383"/>
                  </a:cubicBezTo>
                  <a:cubicBezTo>
                    <a:pt x="795" y="8504"/>
                    <a:pt x="1520" y="8584"/>
                    <a:pt x="2348" y="8623"/>
                  </a:cubicBezTo>
                  <a:cubicBezTo>
                    <a:pt x="4111" y="8138"/>
                    <a:pt x="5448" y="5844"/>
                    <a:pt x="5448" y="3079"/>
                  </a:cubicBezTo>
                  <a:cubicBezTo>
                    <a:pt x="5448" y="2043"/>
                    <a:pt x="5257" y="1074"/>
                    <a:pt x="4929" y="240"/>
                  </a:cubicBezTo>
                  <a:cubicBezTo>
                    <a:pt x="4582" y="85"/>
                    <a:pt x="4133" y="1"/>
                    <a:pt x="35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6"/>
            <p:cNvSpPr/>
            <p:nvPr/>
          </p:nvSpPr>
          <p:spPr>
            <a:xfrm>
              <a:off x="4488950" y="2795250"/>
              <a:ext cx="73000" cy="133400"/>
            </a:xfrm>
            <a:custGeom>
              <a:avLst/>
              <a:gdLst/>
              <a:ahLst/>
              <a:cxnLst/>
              <a:rect l="l" t="t" r="r" b="b"/>
              <a:pathLst>
                <a:path w="2920" h="5336" extrusionOk="0">
                  <a:moveTo>
                    <a:pt x="2434" y="1"/>
                  </a:moveTo>
                  <a:cubicBezTo>
                    <a:pt x="759" y="1"/>
                    <a:pt x="177" y="689"/>
                    <a:pt x="0" y="1781"/>
                  </a:cubicBezTo>
                  <a:cubicBezTo>
                    <a:pt x="71" y="3776"/>
                    <a:pt x="696" y="5336"/>
                    <a:pt x="1456" y="5336"/>
                  </a:cubicBezTo>
                  <a:cubicBezTo>
                    <a:pt x="2264" y="5336"/>
                    <a:pt x="2919" y="3576"/>
                    <a:pt x="2919" y="1403"/>
                  </a:cubicBezTo>
                  <a:cubicBezTo>
                    <a:pt x="2919" y="915"/>
                    <a:pt x="2885" y="448"/>
                    <a:pt x="2823" y="15"/>
                  </a:cubicBezTo>
                  <a:cubicBezTo>
                    <a:pt x="2701" y="7"/>
                    <a:pt x="2571" y="1"/>
                    <a:pt x="2434"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6"/>
            <p:cNvSpPr/>
            <p:nvPr/>
          </p:nvSpPr>
          <p:spPr>
            <a:xfrm>
              <a:off x="4485000" y="2932175"/>
              <a:ext cx="129925" cy="12350"/>
            </a:xfrm>
            <a:custGeom>
              <a:avLst/>
              <a:gdLst/>
              <a:ahLst/>
              <a:cxnLst/>
              <a:rect l="l" t="t" r="r" b="b"/>
              <a:pathLst>
                <a:path w="5197" h="494" extrusionOk="0">
                  <a:moveTo>
                    <a:pt x="3201" y="0"/>
                  </a:moveTo>
                  <a:cubicBezTo>
                    <a:pt x="2073" y="0"/>
                    <a:pt x="1028" y="15"/>
                    <a:pt x="164" y="43"/>
                  </a:cubicBezTo>
                  <a:cubicBezTo>
                    <a:pt x="164" y="48"/>
                    <a:pt x="164" y="52"/>
                    <a:pt x="164" y="58"/>
                  </a:cubicBezTo>
                  <a:cubicBezTo>
                    <a:pt x="164" y="62"/>
                    <a:pt x="99" y="217"/>
                    <a:pt x="0" y="445"/>
                  </a:cubicBezTo>
                  <a:cubicBezTo>
                    <a:pt x="895" y="474"/>
                    <a:pt x="1999" y="494"/>
                    <a:pt x="3201" y="494"/>
                  </a:cubicBezTo>
                  <a:cubicBezTo>
                    <a:pt x="3907" y="494"/>
                    <a:pt x="4578" y="486"/>
                    <a:pt x="5196" y="476"/>
                  </a:cubicBezTo>
                  <a:cubicBezTo>
                    <a:pt x="5088" y="229"/>
                    <a:pt x="5018" y="64"/>
                    <a:pt x="5018" y="58"/>
                  </a:cubicBezTo>
                  <a:cubicBezTo>
                    <a:pt x="5018" y="43"/>
                    <a:pt x="5018" y="28"/>
                    <a:pt x="5018" y="14"/>
                  </a:cubicBezTo>
                  <a:cubicBezTo>
                    <a:pt x="4449" y="5"/>
                    <a:pt x="3839" y="0"/>
                    <a:pt x="32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6"/>
            <p:cNvSpPr/>
            <p:nvPr/>
          </p:nvSpPr>
          <p:spPr>
            <a:xfrm>
              <a:off x="4494925" y="2900875"/>
              <a:ext cx="34425" cy="110325"/>
            </a:xfrm>
            <a:custGeom>
              <a:avLst/>
              <a:gdLst/>
              <a:ahLst/>
              <a:cxnLst/>
              <a:rect l="l" t="t" r="r" b="b"/>
              <a:pathLst>
                <a:path w="1377" h="4413" extrusionOk="0">
                  <a:moveTo>
                    <a:pt x="688" y="0"/>
                  </a:moveTo>
                  <a:cubicBezTo>
                    <a:pt x="309" y="0"/>
                    <a:pt x="0" y="273"/>
                    <a:pt x="0" y="612"/>
                  </a:cubicBezTo>
                  <a:lnTo>
                    <a:pt x="0" y="4336"/>
                  </a:lnTo>
                  <a:cubicBezTo>
                    <a:pt x="409" y="4374"/>
                    <a:pt x="882" y="4399"/>
                    <a:pt x="1376" y="4412"/>
                  </a:cubicBezTo>
                  <a:lnTo>
                    <a:pt x="1376" y="612"/>
                  </a:lnTo>
                  <a:cubicBezTo>
                    <a:pt x="1376" y="273"/>
                    <a:pt x="1068" y="0"/>
                    <a:pt x="688"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6"/>
            <p:cNvSpPr/>
            <p:nvPr/>
          </p:nvSpPr>
          <p:spPr>
            <a:xfrm>
              <a:off x="4475550" y="2887200"/>
              <a:ext cx="34375" cy="206325"/>
            </a:xfrm>
            <a:custGeom>
              <a:avLst/>
              <a:gdLst/>
              <a:ahLst/>
              <a:cxnLst/>
              <a:rect l="l" t="t" r="r" b="b"/>
              <a:pathLst>
                <a:path w="1375" h="8253" extrusionOk="0">
                  <a:moveTo>
                    <a:pt x="688" y="1"/>
                  </a:moveTo>
                  <a:cubicBezTo>
                    <a:pt x="307" y="1"/>
                    <a:pt x="0" y="308"/>
                    <a:pt x="0" y="688"/>
                  </a:cubicBezTo>
                  <a:lnTo>
                    <a:pt x="0" y="8252"/>
                  </a:lnTo>
                  <a:lnTo>
                    <a:pt x="1375" y="8252"/>
                  </a:lnTo>
                  <a:lnTo>
                    <a:pt x="1375" y="688"/>
                  </a:lnTo>
                  <a:cubicBezTo>
                    <a:pt x="1375" y="308"/>
                    <a:pt x="1068" y="1"/>
                    <a:pt x="6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6"/>
            <p:cNvSpPr/>
            <p:nvPr/>
          </p:nvSpPr>
          <p:spPr>
            <a:xfrm>
              <a:off x="5575575" y="2669450"/>
              <a:ext cx="245350" cy="116375"/>
            </a:xfrm>
            <a:custGeom>
              <a:avLst/>
              <a:gdLst/>
              <a:ahLst/>
              <a:cxnLst/>
              <a:rect l="l" t="t" r="r" b="b"/>
              <a:pathLst>
                <a:path w="9814" h="4655" extrusionOk="0">
                  <a:moveTo>
                    <a:pt x="3995" y="0"/>
                  </a:moveTo>
                  <a:lnTo>
                    <a:pt x="1" y="4655"/>
                  </a:lnTo>
                  <a:lnTo>
                    <a:pt x="6689" y="4655"/>
                  </a:lnTo>
                  <a:lnTo>
                    <a:pt x="981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6"/>
            <p:cNvSpPr/>
            <p:nvPr/>
          </p:nvSpPr>
          <p:spPr>
            <a:xfrm>
              <a:off x="5738900" y="2669450"/>
              <a:ext cx="165325" cy="116375"/>
            </a:xfrm>
            <a:custGeom>
              <a:avLst/>
              <a:gdLst/>
              <a:ahLst/>
              <a:cxnLst/>
              <a:rect l="l" t="t" r="r" b="b"/>
              <a:pathLst>
                <a:path w="6613" h="4655" extrusionOk="0">
                  <a:moveTo>
                    <a:pt x="3131" y="0"/>
                  </a:moveTo>
                  <a:lnTo>
                    <a:pt x="0" y="4655"/>
                  </a:lnTo>
                  <a:lnTo>
                    <a:pt x="6613" y="4655"/>
                  </a:lnTo>
                  <a:lnTo>
                    <a:pt x="3462" y="0"/>
                  </a:lnTo>
                  <a:close/>
                </a:path>
              </a:pathLst>
            </a:custGeom>
            <a:solidFill>
              <a:srgbClr val="B57A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6"/>
            <p:cNvSpPr/>
            <p:nvPr/>
          </p:nvSpPr>
          <p:spPr>
            <a:xfrm>
              <a:off x="5769238" y="2701625"/>
              <a:ext cx="103900" cy="73200"/>
            </a:xfrm>
            <a:custGeom>
              <a:avLst/>
              <a:gdLst/>
              <a:ahLst/>
              <a:cxnLst/>
              <a:rect l="l" t="t" r="r" b="b"/>
              <a:pathLst>
                <a:path w="4156" h="2928" extrusionOk="0">
                  <a:moveTo>
                    <a:pt x="1967" y="1"/>
                  </a:moveTo>
                  <a:lnTo>
                    <a:pt x="0" y="2928"/>
                  </a:lnTo>
                  <a:lnTo>
                    <a:pt x="4155" y="2928"/>
                  </a:lnTo>
                  <a:lnTo>
                    <a:pt x="21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6"/>
            <p:cNvSpPr/>
            <p:nvPr/>
          </p:nvSpPr>
          <p:spPr>
            <a:xfrm>
              <a:off x="5606713" y="2684400"/>
              <a:ext cx="182325" cy="86525"/>
            </a:xfrm>
            <a:custGeom>
              <a:avLst/>
              <a:gdLst/>
              <a:ahLst/>
              <a:cxnLst/>
              <a:rect l="l" t="t" r="r" b="b"/>
              <a:pathLst>
                <a:path w="7293" h="3461" extrusionOk="0">
                  <a:moveTo>
                    <a:pt x="2967" y="0"/>
                  </a:moveTo>
                  <a:lnTo>
                    <a:pt x="1" y="3460"/>
                  </a:lnTo>
                  <a:lnTo>
                    <a:pt x="4970" y="3460"/>
                  </a:lnTo>
                  <a:lnTo>
                    <a:pt x="72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6"/>
            <p:cNvSpPr/>
            <p:nvPr/>
          </p:nvSpPr>
          <p:spPr>
            <a:xfrm>
              <a:off x="5607100" y="2684400"/>
              <a:ext cx="182325" cy="86525"/>
            </a:xfrm>
            <a:custGeom>
              <a:avLst/>
              <a:gdLst/>
              <a:ahLst/>
              <a:cxnLst/>
              <a:rect l="l" t="t" r="r" b="b"/>
              <a:pathLst>
                <a:path w="7293" h="3461" extrusionOk="0">
                  <a:moveTo>
                    <a:pt x="2967" y="0"/>
                  </a:moveTo>
                  <a:lnTo>
                    <a:pt x="1" y="3460"/>
                  </a:lnTo>
                  <a:lnTo>
                    <a:pt x="733" y="3460"/>
                  </a:lnTo>
                  <a:lnTo>
                    <a:pt x="3233" y="547"/>
                  </a:lnTo>
                  <a:lnTo>
                    <a:pt x="6925" y="547"/>
                  </a:lnTo>
                  <a:lnTo>
                    <a:pt x="7292"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6"/>
            <p:cNvSpPr/>
            <p:nvPr/>
          </p:nvSpPr>
          <p:spPr>
            <a:xfrm>
              <a:off x="5581900" y="2789800"/>
              <a:ext cx="191725" cy="276375"/>
            </a:xfrm>
            <a:custGeom>
              <a:avLst/>
              <a:gdLst/>
              <a:ahLst/>
              <a:cxnLst/>
              <a:rect l="l" t="t" r="r" b="b"/>
              <a:pathLst>
                <a:path w="7669" h="11055" extrusionOk="0">
                  <a:moveTo>
                    <a:pt x="0" y="0"/>
                  </a:moveTo>
                  <a:lnTo>
                    <a:pt x="0" y="11054"/>
                  </a:lnTo>
                  <a:lnTo>
                    <a:pt x="7668" y="11054"/>
                  </a:lnTo>
                  <a:lnTo>
                    <a:pt x="76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6"/>
            <p:cNvSpPr/>
            <p:nvPr/>
          </p:nvSpPr>
          <p:spPr>
            <a:xfrm>
              <a:off x="5581900" y="2831875"/>
              <a:ext cx="191725" cy="171050"/>
            </a:xfrm>
            <a:custGeom>
              <a:avLst/>
              <a:gdLst/>
              <a:ahLst/>
              <a:cxnLst/>
              <a:rect l="l" t="t" r="r" b="b"/>
              <a:pathLst>
                <a:path w="7669" h="6842" extrusionOk="0">
                  <a:moveTo>
                    <a:pt x="0" y="0"/>
                  </a:moveTo>
                  <a:lnTo>
                    <a:pt x="0" y="3897"/>
                  </a:lnTo>
                  <a:lnTo>
                    <a:pt x="7668" y="6842"/>
                  </a:lnTo>
                  <a:lnTo>
                    <a:pt x="7668" y="2945"/>
                  </a:lnTo>
                  <a:lnTo>
                    <a:pt x="0" y="0"/>
                  </a:lnTo>
                  <a:close/>
                </a:path>
              </a:pathLst>
            </a:custGeom>
            <a:solidFill>
              <a:srgbClr val="F9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6"/>
            <p:cNvSpPr/>
            <p:nvPr/>
          </p:nvSpPr>
          <p:spPr>
            <a:xfrm>
              <a:off x="5760375" y="2789800"/>
              <a:ext cx="137575" cy="276375"/>
            </a:xfrm>
            <a:custGeom>
              <a:avLst/>
              <a:gdLst/>
              <a:ahLst/>
              <a:cxnLst/>
              <a:rect l="l" t="t" r="r" b="b"/>
              <a:pathLst>
                <a:path w="5503" h="11055" extrusionOk="0">
                  <a:moveTo>
                    <a:pt x="1" y="0"/>
                  </a:moveTo>
                  <a:lnTo>
                    <a:pt x="1" y="11054"/>
                  </a:lnTo>
                  <a:lnTo>
                    <a:pt x="5503" y="11054"/>
                  </a:lnTo>
                  <a:lnTo>
                    <a:pt x="5503" y="0"/>
                  </a:lnTo>
                  <a:close/>
                </a:path>
              </a:pathLst>
            </a:custGeom>
            <a:solidFill>
              <a:srgbClr val="B57A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6"/>
            <p:cNvSpPr/>
            <p:nvPr/>
          </p:nvSpPr>
          <p:spPr>
            <a:xfrm>
              <a:off x="5775600" y="2818875"/>
              <a:ext cx="107150" cy="194950"/>
            </a:xfrm>
            <a:custGeom>
              <a:avLst/>
              <a:gdLst/>
              <a:ahLst/>
              <a:cxnLst/>
              <a:rect l="l" t="t" r="r" b="b"/>
              <a:pathLst>
                <a:path w="4286" h="7798" extrusionOk="0">
                  <a:moveTo>
                    <a:pt x="31" y="1"/>
                  </a:moveTo>
                  <a:cubicBezTo>
                    <a:pt x="14" y="1"/>
                    <a:pt x="0" y="14"/>
                    <a:pt x="0" y="30"/>
                  </a:cubicBezTo>
                  <a:lnTo>
                    <a:pt x="0" y="7768"/>
                  </a:lnTo>
                  <a:cubicBezTo>
                    <a:pt x="0" y="7784"/>
                    <a:pt x="14" y="7797"/>
                    <a:pt x="31" y="7797"/>
                  </a:cubicBezTo>
                  <a:lnTo>
                    <a:pt x="4254" y="7797"/>
                  </a:lnTo>
                  <a:cubicBezTo>
                    <a:pt x="4271" y="7797"/>
                    <a:pt x="4285" y="7784"/>
                    <a:pt x="4285" y="7768"/>
                  </a:cubicBezTo>
                  <a:lnTo>
                    <a:pt x="4285" y="30"/>
                  </a:lnTo>
                  <a:cubicBezTo>
                    <a:pt x="4285" y="14"/>
                    <a:pt x="4271" y="1"/>
                    <a:pt x="4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6"/>
            <p:cNvSpPr/>
            <p:nvPr/>
          </p:nvSpPr>
          <p:spPr>
            <a:xfrm>
              <a:off x="5581900" y="3030450"/>
              <a:ext cx="316050" cy="43650"/>
            </a:xfrm>
            <a:custGeom>
              <a:avLst/>
              <a:gdLst/>
              <a:ahLst/>
              <a:cxnLst/>
              <a:rect l="l" t="t" r="r" b="b"/>
              <a:pathLst>
                <a:path w="12642" h="1746" extrusionOk="0">
                  <a:moveTo>
                    <a:pt x="0" y="0"/>
                  </a:moveTo>
                  <a:lnTo>
                    <a:pt x="0" y="1746"/>
                  </a:lnTo>
                  <a:lnTo>
                    <a:pt x="12642" y="1746"/>
                  </a:lnTo>
                  <a:lnTo>
                    <a:pt x="12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6"/>
            <p:cNvSpPr/>
            <p:nvPr/>
          </p:nvSpPr>
          <p:spPr>
            <a:xfrm>
              <a:off x="5123550" y="2235250"/>
              <a:ext cx="125325" cy="125275"/>
            </a:xfrm>
            <a:custGeom>
              <a:avLst/>
              <a:gdLst/>
              <a:ahLst/>
              <a:cxnLst/>
              <a:rect l="l" t="t" r="r" b="b"/>
              <a:pathLst>
                <a:path w="5013" h="5011" extrusionOk="0">
                  <a:moveTo>
                    <a:pt x="2506" y="0"/>
                  </a:moveTo>
                  <a:cubicBezTo>
                    <a:pt x="1123" y="0"/>
                    <a:pt x="1" y="1123"/>
                    <a:pt x="1" y="2506"/>
                  </a:cubicBezTo>
                  <a:cubicBezTo>
                    <a:pt x="1" y="3890"/>
                    <a:pt x="1123" y="5010"/>
                    <a:pt x="2506" y="5010"/>
                  </a:cubicBezTo>
                  <a:cubicBezTo>
                    <a:pt x="3890" y="5010"/>
                    <a:pt x="5012" y="3890"/>
                    <a:pt x="5012" y="2506"/>
                  </a:cubicBezTo>
                  <a:cubicBezTo>
                    <a:pt x="5012" y="1123"/>
                    <a:pt x="3890" y="0"/>
                    <a:pt x="25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6"/>
            <p:cNvSpPr/>
            <p:nvPr/>
          </p:nvSpPr>
          <p:spPr>
            <a:xfrm>
              <a:off x="4990225" y="2266150"/>
              <a:ext cx="392025" cy="146800"/>
            </a:xfrm>
            <a:custGeom>
              <a:avLst/>
              <a:gdLst/>
              <a:ahLst/>
              <a:cxnLst/>
              <a:rect l="l" t="t" r="r" b="b"/>
              <a:pathLst>
                <a:path w="15681" h="5872" extrusionOk="0">
                  <a:moveTo>
                    <a:pt x="5604" y="0"/>
                  </a:moveTo>
                  <a:lnTo>
                    <a:pt x="0" y="5871"/>
                  </a:lnTo>
                  <a:lnTo>
                    <a:pt x="15680" y="5871"/>
                  </a:lnTo>
                  <a:lnTo>
                    <a:pt x="10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6"/>
            <p:cNvSpPr/>
            <p:nvPr/>
          </p:nvSpPr>
          <p:spPr>
            <a:xfrm>
              <a:off x="5038050" y="2266150"/>
              <a:ext cx="231025" cy="103775"/>
            </a:xfrm>
            <a:custGeom>
              <a:avLst/>
              <a:gdLst/>
              <a:ahLst/>
              <a:cxnLst/>
              <a:rect l="l" t="t" r="r" b="b"/>
              <a:pathLst>
                <a:path w="9241" h="4151" extrusionOk="0">
                  <a:moveTo>
                    <a:pt x="3691" y="0"/>
                  </a:moveTo>
                  <a:lnTo>
                    <a:pt x="1" y="3865"/>
                  </a:lnTo>
                  <a:cubicBezTo>
                    <a:pt x="594" y="4052"/>
                    <a:pt x="1284" y="4150"/>
                    <a:pt x="2032" y="4150"/>
                  </a:cubicBezTo>
                  <a:cubicBezTo>
                    <a:pt x="3004" y="4150"/>
                    <a:pt x="4073" y="3985"/>
                    <a:pt x="5159" y="3637"/>
                  </a:cubicBezTo>
                  <a:cubicBezTo>
                    <a:pt x="6908" y="3076"/>
                    <a:pt x="8347" y="2153"/>
                    <a:pt x="9240" y="1128"/>
                  </a:cubicBezTo>
                  <a:lnTo>
                    <a:pt x="8162"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6"/>
            <p:cNvSpPr/>
            <p:nvPr/>
          </p:nvSpPr>
          <p:spPr>
            <a:xfrm>
              <a:off x="5088750" y="2266150"/>
              <a:ext cx="111500" cy="103600"/>
            </a:xfrm>
            <a:custGeom>
              <a:avLst/>
              <a:gdLst/>
              <a:ahLst/>
              <a:cxnLst/>
              <a:rect l="l" t="t" r="r" b="b"/>
              <a:pathLst>
                <a:path w="4460" h="4144" extrusionOk="0">
                  <a:moveTo>
                    <a:pt x="3337" y="0"/>
                  </a:moveTo>
                  <a:lnTo>
                    <a:pt x="0" y="4144"/>
                  </a:lnTo>
                  <a:cubicBezTo>
                    <a:pt x="5" y="4144"/>
                    <a:pt x="9" y="4144"/>
                    <a:pt x="14" y="4144"/>
                  </a:cubicBezTo>
                  <a:cubicBezTo>
                    <a:pt x="983" y="4144"/>
                    <a:pt x="2047" y="3984"/>
                    <a:pt x="3131" y="3637"/>
                  </a:cubicBezTo>
                  <a:cubicBezTo>
                    <a:pt x="3187" y="3619"/>
                    <a:pt x="3238" y="3597"/>
                    <a:pt x="3295" y="3580"/>
                  </a:cubicBezTo>
                  <a:lnTo>
                    <a:pt x="446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6"/>
            <p:cNvSpPr/>
            <p:nvPr/>
          </p:nvSpPr>
          <p:spPr>
            <a:xfrm>
              <a:off x="5059250" y="2432750"/>
              <a:ext cx="253925" cy="554075"/>
            </a:xfrm>
            <a:custGeom>
              <a:avLst/>
              <a:gdLst/>
              <a:ahLst/>
              <a:cxnLst/>
              <a:rect l="l" t="t" r="r" b="b"/>
              <a:pathLst>
                <a:path w="10157" h="22163" extrusionOk="0">
                  <a:moveTo>
                    <a:pt x="0" y="0"/>
                  </a:moveTo>
                  <a:lnTo>
                    <a:pt x="0" y="22163"/>
                  </a:lnTo>
                  <a:lnTo>
                    <a:pt x="10157" y="22163"/>
                  </a:lnTo>
                  <a:lnTo>
                    <a:pt x="101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6"/>
            <p:cNvSpPr/>
            <p:nvPr/>
          </p:nvSpPr>
          <p:spPr>
            <a:xfrm>
              <a:off x="5086700" y="2432750"/>
              <a:ext cx="154050" cy="554075"/>
            </a:xfrm>
            <a:custGeom>
              <a:avLst/>
              <a:gdLst/>
              <a:ahLst/>
              <a:cxnLst/>
              <a:rect l="l" t="t" r="r" b="b"/>
              <a:pathLst>
                <a:path w="6162" h="22163" extrusionOk="0">
                  <a:moveTo>
                    <a:pt x="1" y="0"/>
                  </a:moveTo>
                  <a:lnTo>
                    <a:pt x="1" y="22163"/>
                  </a:lnTo>
                  <a:lnTo>
                    <a:pt x="6161" y="22163"/>
                  </a:lnTo>
                  <a:lnTo>
                    <a:pt x="6161"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6"/>
            <p:cNvSpPr/>
            <p:nvPr/>
          </p:nvSpPr>
          <p:spPr>
            <a:xfrm>
              <a:off x="5105250" y="2432750"/>
              <a:ext cx="41625" cy="556750"/>
            </a:xfrm>
            <a:custGeom>
              <a:avLst/>
              <a:gdLst/>
              <a:ahLst/>
              <a:cxnLst/>
              <a:rect l="l" t="t" r="r" b="b"/>
              <a:pathLst>
                <a:path w="1665" h="22270" extrusionOk="0">
                  <a:moveTo>
                    <a:pt x="0" y="0"/>
                  </a:moveTo>
                  <a:lnTo>
                    <a:pt x="0" y="22163"/>
                  </a:lnTo>
                  <a:lnTo>
                    <a:pt x="1664" y="22269"/>
                  </a:lnTo>
                  <a:lnTo>
                    <a:pt x="1664" y="107"/>
                  </a:lnTo>
                  <a:lnTo>
                    <a:pt x="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6"/>
            <p:cNvSpPr/>
            <p:nvPr/>
          </p:nvSpPr>
          <p:spPr>
            <a:xfrm>
              <a:off x="5059250" y="2432750"/>
              <a:ext cx="253925" cy="133575"/>
            </a:xfrm>
            <a:custGeom>
              <a:avLst/>
              <a:gdLst/>
              <a:ahLst/>
              <a:cxnLst/>
              <a:rect l="l" t="t" r="r" b="b"/>
              <a:pathLst>
                <a:path w="10157" h="5343" extrusionOk="0">
                  <a:moveTo>
                    <a:pt x="0" y="0"/>
                  </a:moveTo>
                  <a:lnTo>
                    <a:pt x="0" y="2698"/>
                  </a:lnTo>
                  <a:lnTo>
                    <a:pt x="10157" y="5343"/>
                  </a:lnTo>
                  <a:lnTo>
                    <a:pt x="10157"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6"/>
            <p:cNvSpPr/>
            <p:nvPr/>
          </p:nvSpPr>
          <p:spPr>
            <a:xfrm>
              <a:off x="5023250" y="2974925"/>
              <a:ext cx="325925" cy="44975"/>
            </a:xfrm>
            <a:custGeom>
              <a:avLst/>
              <a:gdLst/>
              <a:ahLst/>
              <a:cxnLst/>
              <a:rect l="l" t="t" r="r" b="b"/>
              <a:pathLst>
                <a:path w="13037" h="1799" extrusionOk="0">
                  <a:moveTo>
                    <a:pt x="900" y="0"/>
                  </a:moveTo>
                  <a:cubicBezTo>
                    <a:pt x="404" y="0"/>
                    <a:pt x="1" y="402"/>
                    <a:pt x="1" y="900"/>
                  </a:cubicBezTo>
                  <a:cubicBezTo>
                    <a:pt x="1" y="1396"/>
                    <a:pt x="404" y="1799"/>
                    <a:pt x="900" y="1799"/>
                  </a:cubicBezTo>
                  <a:lnTo>
                    <a:pt x="12137" y="1799"/>
                  </a:lnTo>
                  <a:cubicBezTo>
                    <a:pt x="12635" y="1799"/>
                    <a:pt x="13036" y="1396"/>
                    <a:pt x="13036" y="900"/>
                  </a:cubicBezTo>
                  <a:cubicBezTo>
                    <a:pt x="13036" y="402"/>
                    <a:pt x="12635" y="0"/>
                    <a:pt x="121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6"/>
            <p:cNvSpPr/>
            <p:nvPr/>
          </p:nvSpPr>
          <p:spPr>
            <a:xfrm>
              <a:off x="5055000" y="2974925"/>
              <a:ext cx="201625" cy="44975"/>
            </a:xfrm>
            <a:custGeom>
              <a:avLst/>
              <a:gdLst/>
              <a:ahLst/>
              <a:cxnLst/>
              <a:rect l="l" t="t" r="r" b="b"/>
              <a:pathLst>
                <a:path w="8065" h="1799" extrusionOk="0">
                  <a:moveTo>
                    <a:pt x="46" y="0"/>
                  </a:moveTo>
                  <a:cubicBezTo>
                    <a:pt x="21" y="0"/>
                    <a:pt x="1" y="21"/>
                    <a:pt x="1" y="46"/>
                  </a:cubicBezTo>
                  <a:lnTo>
                    <a:pt x="1" y="1752"/>
                  </a:lnTo>
                  <a:cubicBezTo>
                    <a:pt x="1" y="1777"/>
                    <a:pt x="21" y="1799"/>
                    <a:pt x="46" y="1799"/>
                  </a:cubicBezTo>
                  <a:lnTo>
                    <a:pt x="8017" y="1799"/>
                  </a:lnTo>
                  <a:cubicBezTo>
                    <a:pt x="8044" y="1799"/>
                    <a:pt x="8064" y="1777"/>
                    <a:pt x="8064" y="1752"/>
                  </a:cubicBezTo>
                  <a:lnTo>
                    <a:pt x="8064" y="46"/>
                  </a:lnTo>
                  <a:cubicBezTo>
                    <a:pt x="8064" y="21"/>
                    <a:pt x="8044" y="0"/>
                    <a:pt x="8017"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6"/>
            <p:cNvSpPr/>
            <p:nvPr/>
          </p:nvSpPr>
          <p:spPr>
            <a:xfrm>
              <a:off x="4967100" y="2398275"/>
              <a:ext cx="438225" cy="51800"/>
            </a:xfrm>
            <a:custGeom>
              <a:avLst/>
              <a:gdLst/>
              <a:ahLst/>
              <a:cxnLst/>
              <a:rect l="l" t="t" r="r" b="b"/>
              <a:pathLst>
                <a:path w="17529" h="2072" extrusionOk="0">
                  <a:moveTo>
                    <a:pt x="1036" y="0"/>
                  </a:moveTo>
                  <a:cubicBezTo>
                    <a:pt x="464" y="0"/>
                    <a:pt x="1" y="464"/>
                    <a:pt x="1" y="1037"/>
                  </a:cubicBezTo>
                  <a:cubicBezTo>
                    <a:pt x="1" y="1608"/>
                    <a:pt x="464" y="2072"/>
                    <a:pt x="1036" y="2072"/>
                  </a:cubicBezTo>
                  <a:lnTo>
                    <a:pt x="16493" y="2072"/>
                  </a:lnTo>
                  <a:cubicBezTo>
                    <a:pt x="17065" y="2072"/>
                    <a:pt x="17528" y="1608"/>
                    <a:pt x="17528" y="1037"/>
                  </a:cubicBezTo>
                  <a:cubicBezTo>
                    <a:pt x="17528" y="464"/>
                    <a:pt x="17065" y="0"/>
                    <a:pt x="164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6"/>
            <p:cNvSpPr/>
            <p:nvPr/>
          </p:nvSpPr>
          <p:spPr>
            <a:xfrm>
              <a:off x="4991500" y="2398275"/>
              <a:ext cx="300825" cy="51800"/>
            </a:xfrm>
            <a:custGeom>
              <a:avLst/>
              <a:gdLst/>
              <a:ahLst/>
              <a:cxnLst/>
              <a:rect l="l" t="t" r="r" b="b"/>
              <a:pathLst>
                <a:path w="12033" h="2072" extrusionOk="0">
                  <a:moveTo>
                    <a:pt x="58" y="0"/>
                  </a:moveTo>
                  <a:cubicBezTo>
                    <a:pt x="26" y="0"/>
                    <a:pt x="1" y="25"/>
                    <a:pt x="1" y="56"/>
                  </a:cubicBezTo>
                  <a:lnTo>
                    <a:pt x="1" y="2016"/>
                  </a:lnTo>
                  <a:cubicBezTo>
                    <a:pt x="1" y="2047"/>
                    <a:pt x="26" y="2072"/>
                    <a:pt x="58" y="2072"/>
                  </a:cubicBezTo>
                  <a:lnTo>
                    <a:pt x="11976" y="2072"/>
                  </a:lnTo>
                  <a:cubicBezTo>
                    <a:pt x="12007" y="2072"/>
                    <a:pt x="12032" y="2047"/>
                    <a:pt x="12032" y="2016"/>
                  </a:cubicBezTo>
                  <a:lnTo>
                    <a:pt x="12032" y="56"/>
                  </a:lnTo>
                  <a:cubicBezTo>
                    <a:pt x="12032" y="25"/>
                    <a:pt x="12007" y="0"/>
                    <a:pt x="11976"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6"/>
            <p:cNvSpPr/>
            <p:nvPr/>
          </p:nvSpPr>
          <p:spPr>
            <a:xfrm>
              <a:off x="4934725" y="3002675"/>
              <a:ext cx="502975" cy="51300"/>
            </a:xfrm>
            <a:custGeom>
              <a:avLst/>
              <a:gdLst/>
              <a:ahLst/>
              <a:cxnLst/>
              <a:rect l="l" t="t" r="r" b="b"/>
              <a:pathLst>
                <a:path w="20119" h="2052" extrusionOk="0">
                  <a:moveTo>
                    <a:pt x="4444" y="1"/>
                  </a:moveTo>
                  <a:cubicBezTo>
                    <a:pt x="4020" y="1"/>
                    <a:pt x="1" y="1155"/>
                    <a:pt x="1" y="1474"/>
                  </a:cubicBezTo>
                  <a:cubicBezTo>
                    <a:pt x="1" y="1793"/>
                    <a:pt x="176" y="2052"/>
                    <a:pt x="872" y="2052"/>
                  </a:cubicBezTo>
                  <a:lnTo>
                    <a:pt x="19249" y="2052"/>
                  </a:lnTo>
                  <a:cubicBezTo>
                    <a:pt x="19943" y="2052"/>
                    <a:pt x="20118" y="1793"/>
                    <a:pt x="20118" y="1474"/>
                  </a:cubicBezTo>
                  <a:cubicBezTo>
                    <a:pt x="20118" y="1155"/>
                    <a:pt x="16100" y="1"/>
                    <a:pt x="156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6"/>
            <p:cNvSpPr/>
            <p:nvPr/>
          </p:nvSpPr>
          <p:spPr>
            <a:xfrm>
              <a:off x="4897200" y="3049825"/>
              <a:ext cx="578025" cy="45425"/>
            </a:xfrm>
            <a:custGeom>
              <a:avLst/>
              <a:gdLst/>
              <a:ahLst/>
              <a:cxnLst/>
              <a:rect l="l" t="t" r="r" b="b"/>
              <a:pathLst>
                <a:path w="23121" h="1817" extrusionOk="0">
                  <a:moveTo>
                    <a:pt x="58" y="0"/>
                  </a:moveTo>
                  <a:cubicBezTo>
                    <a:pt x="27" y="0"/>
                    <a:pt x="0" y="27"/>
                    <a:pt x="0" y="58"/>
                  </a:cubicBezTo>
                  <a:lnTo>
                    <a:pt x="0" y="1759"/>
                  </a:lnTo>
                  <a:cubicBezTo>
                    <a:pt x="0" y="1792"/>
                    <a:pt x="27" y="1817"/>
                    <a:pt x="58" y="1817"/>
                  </a:cubicBezTo>
                  <a:lnTo>
                    <a:pt x="23063" y="1817"/>
                  </a:lnTo>
                  <a:cubicBezTo>
                    <a:pt x="23094" y="1817"/>
                    <a:pt x="23121" y="1792"/>
                    <a:pt x="23121" y="1759"/>
                  </a:cubicBezTo>
                  <a:lnTo>
                    <a:pt x="23121" y="58"/>
                  </a:lnTo>
                  <a:cubicBezTo>
                    <a:pt x="23121" y="27"/>
                    <a:pt x="23096" y="0"/>
                    <a:pt x="230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6"/>
            <p:cNvSpPr/>
            <p:nvPr/>
          </p:nvSpPr>
          <p:spPr>
            <a:xfrm>
              <a:off x="4951425" y="3049825"/>
              <a:ext cx="318425" cy="45425"/>
            </a:xfrm>
            <a:custGeom>
              <a:avLst/>
              <a:gdLst/>
              <a:ahLst/>
              <a:cxnLst/>
              <a:rect l="l" t="t" r="r" b="b"/>
              <a:pathLst>
                <a:path w="12737" h="1817" extrusionOk="0">
                  <a:moveTo>
                    <a:pt x="43" y="0"/>
                  </a:moveTo>
                  <a:cubicBezTo>
                    <a:pt x="19" y="0"/>
                    <a:pt x="0" y="20"/>
                    <a:pt x="0" y="43"/>
                  </a:cubicBezTo>
                  <a:lnTo>
                    <a:pt x="0" y="1774"/>
                  </a:lnTo>
                  <a:cubicBezTo>
                    <a:pt x="0" y="1797"/>
                    <a:pt x="19" y="1817"/>
                    <a:pt x="43" y="1817"/>
                  </a:cubicBezTo>
                  <a:lnTo>
                    <a:pt x="12693" y="1817"/>
                  </a:lnTo>
                  <a:cubicBezTo>
                    <a:pt x="12717" y="1817"/>
                    <a:pt x="12736" y="1797"/>
                    <a:pt x="12736" y="1774"/>
                  </a:cubicBezTo>
                  <a:lnTo>
                    <a:pt x="12736" y="43"/>
                  </a:lnTo>
                  <a:cubicBezTo>
                    <a:pt x="12736" y="20"/>
                    <a:pt x="12717" y="0"/>
                    <a:pt x="12693"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6"/>
            <p:cNvSpPr/>
            <p:nvPr/>
          </p:nvSpPr>
          <p:spPr>
            <a:xfrm>
              <a:off x="5073025" y="2936350"/>
              <a:ext cx="20275" cy="20275"/>
            </a:xfrm>
            <a:custGeom>
              <a:avLst/>
              <a:gdLst/>
              <a:ahLst/>
              <a:cxnLst/>
              <a:rect l="l" t="t" r="r" b="b"/>
              <a:pathLst>
                <a:path w="811" h="811" extrusionOk="0">
                  <a:moveTo>
                    <a:pt x="405" y="0"/>
                  </a:moveTo>
                  <a:cubicBezTo>
                    <a:pt x="182" y="0"/>
                    <a:pt x="0" y="182"/>
                    <a:pt x="0" y="406"/>
                  </a:cubicBezTo>
                  <a:cubicBezTo>
                    <a:pt x="0" y="629"/>
                    <a:pt x="182" y="811"/>
                    <a:pt x="405" y="811"/>
                  </a:cubicBezTo>
                  <a:cubicBezTo>
                    <a:pt x="629" y="811"/>
                    <a:pt x="811" y="629"/>
                    <a:pt x="811" y="406"/>
                  </a:cubicBezTo>
                  <a:cubicBezTo>
                    <a:pt x="811" y="182"/>
                    <a:pt x="629" y="0"/>
                    <a:pt x="4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6"/>
            <p:cNvSpPr/>
            <p:nvPr/>
          </p:nvSpPr>
          <p:spPr>
            <a:xfrm>
              <a:off x="5139350" y="2936350"/>
              <a:ext cx="20300" cy="20275"/>
            </a:xfrm>
            <a:custGeom>
              <a:avLst/>
              <a:gdLst/>
              <a:ahLst/>
              <a:cxnLst/>
              <a:rect l="l" t="t" r="r" b="b"/>
              <a:pathLst>
                <a:path w="812" h="811" extrusionOk="0">
                  <a:moveTo>
                    <a:pt x="405" y="0"/>
                  </a:moveTo>
                  <a:cubicBezTo>
                    <a:pt x="182" y="0"/>
                    <a:pt x="1" y="182"/>
                    <a:pt x="1" y="406"/>
                  </a:cubicBezTo>
                  <a:cubicBezTo>
                    <a:pt x="1" y="629"/>
                    <a:pt x="182" y="811"/>
                    <a:pt x="405" y="811"/>
                  </a:cubicBezTo>
                  <a:cubicBezTo>
                    <a:pt x="630" y="811"/>
                    <a:pt x="811" y="629"/>
                    <a:pt x="811" y="406"/>
                  </a:cubicBezTo>
                  <a:cubicBezTo>
                    <a:pt x="811" y="182"/>
                    <a:pt x="630" y="0"/>
                    <a:pt x="4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6"/>
            <p:cNvSpPr/>
            <p:nvPr/>
          </p:nvSpPr>
          <p:spPr>
            <a:xfrm>
              <a:off x="5272025" y="2936350"/>
              <a:ext cx="20300" cy="20275"/>
            </a:xfrm>
            <a:custGeom>
              <a:avLst/>
              <a:gdLst/>
              <a:ahLst/>
              <a:cxnLst/>
              <a:rect l="l" t="t" r="r" b="b"/>
              <a:pathLst>
                <a:path w="812" h="811" extrusionOk="0">
                  <a:moveTo>
                    <a:pt x="405" y="0"/>
                  </a:moveTo>
                  <a:cubicBezTo>
                    <a:pt x="182" y="0"/>
                    <a:pt x="1" y="182"/>
                    <a:pt x="1" y="406"/>
                  </a:cubicBezTo>
                  <a:cubicBezTo>
                    <a:pt x="1" y="629"/>
                    <a:pt x="182" y="811"/>
                    <a:pt x="405" y="811"/>
                  </a:cubicBezTo>
                  <a:cubicBezTo>
                    <a:pt x="630" y="811"/>
                    <a:pt x="811" y="629"/>
                    <a:pt x="811" y="406"/>
                  </a:cubicBezTo>
                  <a:cubicBezTo>
                    <a:pt x="811" y="182"/>
                    <a:pt x="630" y="0"/>
                    <a:pt x="4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6"/>
            <p:cNvSpPr/>
            <p:nvPr/>
          </p:nvSpPr>
          <p:spPr>
            <a:xfrm>
              <a:off x="5205700" y="2936350"/>
              <a:ext cx="20275" cy="20275"/>
            </a:xfrm>
            <a:custGeom>
              <a:avLst/>
              <a:gdLst/>
              <a:ahLst/>
              <a:cxnLst/>
              <a:rect l="l" t="t" r="r" b="b"/>
              <a:pathLst>
                <a:path w="811" h="811" extrusionOk="0">
                  <a:moveTo>
                    <a:pt x="405" y="0"/>
                  </a:moveTo>
                  <a:cubicBezTo>
                    <a:pt x="182" y="0"/>
                    <a:pt x="0" y="182"/>
                    <a:pt x="0" y="406"/>
                  </a:cubicBezTo>
                  <a:cubicBezTo>
                    <a:pt x="0" y="629"/>
                    <a:pt x="182" y="811"/>
                    <a:pt x="405" y="811"/>
                  </a:cubicBezTo>
                  <a:cubicBezTo>
                    <a:pt x="629" y="811"/>
                    <a:pt x="811" y="629"/>
                    <a:pt x="811" y="406"/>
                  </a:cubicBezTo>
                  <a:cubicBezTo>
                    <a:pt x="811" y="182"/>
                    <a:pt x="629" y="0"/>
                    <a:pt x="4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6"/>
            <p:cNvSpPr/>
            <p:nvPr/>
          </p:nvSpPr>
          <p:spPr>
            <a:xfrm>
              <a:off x="5073025" y="2474875"/>
              <a:ext cx="20275" cy="20275"/>
            </a:xfrm>
            <a:custGeom>
              <a:avLst/>
              <a:gdLst/>
              <a:ahLst/>
              <a:cxnLst/>
              <a:rect l="l" t="t" r="r" b="b"/>
              <a:pathLst>
                <a:path w="811" h="811" extrusionOk="0">
                  <a:moveTo>
                    <a:pt x="405" y="0"/>
                  </a:moveTo>
                  <a:cubicBezTo>
                    <a:pt x="182" y="0"/>
                    <a:pt x="0" y="182"/>
                    <a:pt x="0" y="405"/>
                  </a:cubicBezTo>
                  <a:cubicBezTo>
                    <a:pt x="0" y="629"/>
                    <a:pt x="182" y="811"/>
                    <a:pt x="405" y="811"/>
                  </a:cubicBezTo>
                  <a:cubicBezTo>
                    <a:pt x="629" y="811"/>
                    <a:pt x="811" y="629"/>
                    <a:pt x="811" y="405"/>
                  </a:cubicBezTo>
                  <a:cubicBezTo>
                    <a:pt x="811" y="182"/>
                    <a:pt x="629" y="0"/>
                    <a:pt x="4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6"/>
            <p:cNvSpPr/>
            <p:nvPr/>
          </p:nvSpPr>
          <p:spPr>
            <a:xfrm>
              <a:off x="5139350" y="2474875"/>
              <a:ext cx="20300" cy="20275"/>
            </a:xfrm>
            <a:custGeom>
              <a:avLst/>
              <a:gdLst/>
              <a:ahLst/>
              <a:cxnLst/>
              <a:rect l="l" t="t" r="r" b="b"/>
              <a:pathLst>
                <a:path w="812" h="811" extrusionOk="0">
                  <a:moveTo>
                    <a:pt x="405" y="0"/>
                  </a:moveTo>
                  <a:cubicBezTo>
                    <a:pt x="182" y="0"/>
                    <a:pt x="1" y="182"/>
                    <a:pt x="1" y="405"/>
                  </a:cubicBezTo>
                  <a:cubicBezTo>
                    <a:pt x="1" y="629"/>
                    <a:pt x="182" y="811"/>
                    <a:pt x="405" y="811"/>
                  </a:cubicBezTo>
                  <a:cubicBezTo>
                    <a:pt x="630" y="811"/>
                    <a:pt x="811" y="629"/>
                    <a:pt x="811" y="405"/>
                  </a:cubicBezTo>
                  <a:cubicBezTo>
                    <a:pt x="811" y="182"/>
                    <a:pt x="630" y="0"/>
                    <a:pt x="4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6"/>
            <p:cNvSpPr/>
            <p:nvPr/>
          </p:nvSpPr>
          <p:spPr>
            <a:xfrm>
              <a:off x="5272025" y="2474875"/>
              <a:ext cx="20300" cy="20275"/>
            </a:xfrm>
            <a:custGeom>
              <a:avLst/>
              <a:gdLst/>
              <a:ahLst/>
              <a:cxnLst/>
              <a:rect l="l" t="t" r="r" b="b"/>
              <a:pathLst>
                <a:path w="812" h="811" extrusionOk="0">
                  <a:moveTo>
                    <a:pt x="405" y="0"/>
                  </a:moveTo>
                  <a:cubicBezTo>
                    <a:pt x="182" y="0"/>
                    <a:pt x="1" y="182"/>
                    <a:pt x="1" y="405"/>
                  </a:cubicBezTo>
                  <a:cubicBezTo>
                    <a:pt x="1" y="629"/>
                    <a:pt x="182" y="811"/>
                    <a:pt x="405" y="811"/>
                  </a:cubicBezTo>
                  <a:cubicBezTo>
                    <a:pt x="630" y="811"/>
                    <a:pt x="811" y="629"/>
                    <a:pt x="811" y="405"/>
                  </a:cubicBezTo>
                  <a:cubicBezTo>
                    <a:pt x="811" y="182"/>
                    <a:pt x="630" y="0"/>
                    <a:pt x="4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6"/>
            <p:cNvSpPr/>
            <p:nvPr/>
          </p:nvSpPr>
          <p:spPr>
            <a:xfrm>
              <a:off x="5205700" y="2474875"/>
              <a:ext cx="20275" cy="20275"/>
            </a:xfrm>
            <a:custGeom>
              <a:avLst/>
              <a:gdLst/>
              <a:ahLst/>
              <a:cxnLst/>
              <a:rect l="l" t="t" r="r" b="b"/>
              <a:pathLst>
                <a:path w="811" h="811" extrusionOk="0">
                  <a:moveTo>
                    <a:pt x="405" y="0"/>
                  </a:moveTo>
                  <a:cubicBezTo>
                    <a:pt x="182" y="0"/>
                    <a:pt x="0" y="182"/>
                    <a:pt x="0" y="405"/>
                  </a:cubicBezTo>
                  <a:cubicBezTo>
                    <a:pt x="0" y="629"/>
                    <a:pt x="182" y="811"/>
                    <a:pt x="405" y="811"/>
                  </a:cubicBezTo>
                  <a:cubicBezTo>
                    <a:pt x="629" y="811"/>
                    <a:pt x="811" y="629"/>
                    <a:pt x="811" y="405"/>
                  </a:cubicBezTo>
                  <a:cubicBezTo>
                    <a:pt x="811" y="182"/>
                    <a:pt x="629" y="0"/>
                    <a:pt x="4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6"/>
            <p:cNvSpPr/>
            <p:nvPr/>
          </p:nvSpPr>
          <p:spPr>
            <a:xfrm>
              <a:off x="5524875" y="3049825"/>
              <a:ext cx="390250" cy="45425"/>
            </a:xfrm>
            <a:custGeom>
              <a:avLst/>
              <a:gdLst/>
              <a:ahLst/>
              <a:cxnLst/>
              <a:rect l="l" t="t" r="r" b="b"/>
              <a:pathLst>
                <a:path w="15610" h="1817" extrusionOk="0">
                  <a:moveTo>
                    <a:pt x="47" y="0"/>
                  </a:moveTo>
                  <a:cubicBezTo>
                    <a:pt x="21" y="0"/>
                    <a:pt x="0" y="23"/>
                    <a:pt x="0" y="48"/>
                  </a:cubicBezTo>
                  <a:lnTo>
                    <a:pt x="0" y="1769"/>
                  </a:lnTo>
                  <a:cubicBezTo>
                    <a:pt x="0" y="1796"/>
                    <a:pt x="21" y="1817"/>
                    <a:pt x="47" y="1817"/>
                  </a:cubicBezTo>
                  <a:lnTo>
                    <a:pt x="15562" y="1817"/>
                  </a:lnTo>
                  <a:cubicBezTo>
                    <a:pt x="15589" y="1817"/>
                    <a:pt x="15609" y="1796"/>
                    <a:pt x="15609" y="1769"/>
                  </a:cubicBezTo>
                  <a:lnTo>
                    <a:pt x="15609" y="48"/>
                  </a:lnTo>
                  <a:cubicBezTo>
                    <a:pt x="15609" y="23"/>
                    <a:pt x="15589" y="0"/>
                    <a:pt x="155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6"/>
            <p:cNvSpPr/>
            <p:nvPr/>
          </p:nvSpPr>
          <p:spPr>
            <a:xfrm>
              <a:off x="5561475" y="3049825"/>
              <a:ext cx="253975" cy="45425"/>
            </a:xfrm>
            <a:custGeom>
              <a:avLst/>
              <a:gdLst/>
              <a:ahLst/>
              <a:cxnLst/>
              <a:rect l="l" t="t" r="r" b="b"/>
              <a:pathLst>
                <a:path w="10159" h="1817" extrusionOk="0">
                  <a:moveTo>
                    <a:pt x="39" y="0"/>
                  </a:moveTo>
                  <a:cubicBezTo>
                    <a:pt x="17" y="0"/>
                    <a:pt x="1" y="18"/>
                    <a:pt x="1" y="39"/>
                  </a:cubicBezTo>
                  <a:lnTo>
                    <a:pt x="1" y="1778"/>
                  </a:lnTo>
                  <a:cubicBezTo>
                    <a:pt x="1" y="1800"/>
                    <a:pt x="17" y="1817"/>
                    <a:pt x="39" y="1817"/>
                  </a:cubicBezTo>
                  <a:lnTo>
                    <a:pt x="10120" y="1817"/>
                  </a:lnTo>
                  <a:cubicBezTo>
                    <a:pt x="10141" y="1817"/>
                    <a:pt x="10159" y="1800"/>
                    <a:pt x="10159" y="1778"/>
                  </a:cubicBezTo>
                  <a:lnTo>
                    <a:pt x="10159" y="39"/>
                  </a:lnTo>
                  <a:cubicBezTo>
                    <a:pt x="10159" y="18"/>
                    <a:pt x="10141" y="0"/>
                    <a:pt x="10120"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6"/>
            <p:cNvSpPr/>
            <p:nvPr/>
          </p:nvSpPr>
          <p:spPr>
            <a:xfrm>
              <a:off x="2475750" y="2894250"/>
              <a:ext cx="242450" cy="595075"/>
            </a:xfrm>
            <a:custGeom>
              <a:avLst/>
              <a:gdLst/>
              <a:ahLst/>
              <a:cxnLst/>
              <a:rect l="l" t="t" r="r" b="b"/>
              <a:pathLst>
                <a:path w="9698" h="23803" extrusionOk="0">
                  <a:moveTo>
                    <a:pt x="0" y="1"/>
                  </a:moveTo>
                  <a:lnTo>
                    <a:pt x="0" y="2364"/>
                  </a:lnTo>
                  <a:cubicBezTo>
                    <a:pt x="2143" y="2364"/>
                    <a:pt x="3880" y="4100"/>
                    <a:pt x="3880" y="6241"/>
                  </a:cubicBezTo>
                  <a:lnTo>
                    <a:pt x="3880" y="8075"/>
                  </a:lnTo>
                  <a:lnTo>
                    <a:pt x="4726" y="8075"/>
                  </a:lnTo>
                  <a:lnTo>
                    <a:pt x="4726" y="23803"/>
                  </a:lnTo>
                  <a:lnTo>
                    <a:pt x="9697" y="23803"/>
                  </a:lnTo>
                  <a:lnTo>
                    <a:pt x="96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6"/>
            <p:cNvSpPr/>
            <p:nvPr/>
          </p:nvSpPr>
          <p:spPr>
            <a:xfrm>
              <a:off x="2128850" y="2912575"/>
              <a:ext cx="87300" cy="576750"/>
            </a:xfrm>
            <a:custGeom>
              <a:avLst/>
              <a:gdLst/>
              <a:ahLst/>
              <a:cxnLst/>
              <a:rect l="l" t="t" r="r" b="b"/>
              <a:pathLst>
                <a:path w="3492" h="23070" extrusionOk="0">
                  <a:moveTo>
                    <a:pt x="1" y="0"/>
                  </a:moveTo>
                  <a:lnTo>
                    <a:pt x="1" y="23070"/>
                  </a:lnTo>
                  <a:lnTo>
                    <a:pt x="3491" y="23070"/>
                  </a:lnTo>
                  <a:lnTo>
                    <a:pt x="3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6"/>
            <p:cNvSpPr/>
            <p:nvPr/>
          </p:nvSpPr>
          <p:spPr>
            <a:xfrm>
              <a:off x="2406975" y="2912575"/>
              <a:ext cx="87300" cy="576750"/>
            </a:xfrm>
            <a:custGeom>
              <a:avLst/>
              <a:gdLst/>
              <a:ahLst/>
              <a:cxnLst/>
              <a:rect l="l" t="t" r="r" b="b"/>
              <a:pathLst>
                <a:path w="3492" h="23070" extrusionOk="0">
                  <a:moveTo>
                    <a:pt x="1" y="0"/>
                  </a:moveTo>
                  <a:lnTo>
                    <a:pt x="1" y="23070"/>
                  </a:lnTo>
                  <a:lnTo>
                    <a:pt x="3491" y="23070"/>
                  </a:lnTo>
                  <a:lnTo>
                    <a:pt x="3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6"/>
            <p:cNvSpPr/>
            <p:nvPr/>
          </p:nvSpPr>
          <p:spPr>
            <a:xfrm>
              <a:off x="2821325" y="2912575"/>
              <a:ext cx="87275" cy="257625"/>
            </a:xfrm>
            <a:custGeom>
              <a:avLst/>
              <a:gdLst/>
              <a:ahLst/>
              <a:cxnLst/>
              <a:rect l="l" t="t" r="r" b="b"/>
              <a:pathLst>
                <a:path w="3491" h="10305" extrusionOk="0">
                  <a:moveTo>
                    <a:pt x="0" y="0"/>
                  </a:moveTo>
                  <a:lnTo>
                    <a:pt x="0" y="10304"/>
                  </a:lnTo>
                  <a:lnTo>
                    <a:pt x="3491" y="10304"/>
                  </a:lnTo>
                  <a:lnTo>
                    <a:pt x="3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6"/>
            <p:cNvSpPr/>
            <p:nvPr/>
          </p:nvSpPr>
          <p:spPr>
            <a:xfrm>
              <a:off x="1896150" y="2894250"/>
              <a:ext cx="87275" cy="595075"/>
            </a:xfrm>
            <a:custGeom>
              <a:avLst/>
              <a:gdLst/>
              <a:ahLst/>
              <a:cxnLst/>
              <a:rect l="l" t="t" r="r" b="b"/>
              <a:pathLst>
                <a:path w="3491" h="23803" extrusionOk="0">
                  <a:moveTo>
                    <a:pt x="0" y="1"/>
                  </a:moveTo>
                  <a:lnTo>
                    <a:pt x="0" y="23803"/>
                  </a:lnTo>
                  <a:lnTo>
                    <a:pt x="3491" y="23803"/>
                  </a:lnTo>
                  <a:lnTo>
                    <a:pt x="34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6"/>
            <p:cNvSpPr/>
            <p:nvPr/>
          </p:nvSpPr>
          <p:spPr>
            <a:xfrm>
              <a:off x="1740975" y="2893375"/>
              <a:ext cx="148125" cy="172800"/>
            </a:xfrm>
            <a:custGeom>
              <a:avLst/>
              <a:gdLst/>
              <a:ahLst/>
              <a:cxnLst/>
              <a:rect l="l" t="t" r="r" b="b"/>
              <a:pathLst>
                <a:path w="5925" h="6912" extrusionOk="0">
                  <a:moveTo>
                    <a:pt x="5925" y="0"/>
                  </a:moveTo>
                  <a:lnTo>
                    <a:pt x="1" y="740"/>
                  </a:lnTo>
                  <a:lnTo>
                    <a:pt x="1" y="1913"/>
                  </a:lnTo>
                  <a:cubicBezTo>
                    <a:pt x="2142" y="1913"/>
                    <a:pt x="3878" y="3432"/>
                    <a:pt x="3878" y="5307"/>
                  </a:cubicBezTo>
                  <a:lnTo>
                    <a:pt x="3878" y="6911"/>
                  </a:lnTo>
                  <a:lnTo>
                    <a:pt x="5925" y="6911"/>
                  </a:lnTo>
                  <a:lnTo>
                    <a:pt x="59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6"/>
            <p:cNvSpPr/>
            <p:nvPr/>
          </p:nvSpPr>
          <p:spPr>
            <a:xfrm>
              <a:off x="2469150" y="2821100"/>
              <a:ext cx="724625" cy="111050"/>
            </a:xfrm>
            <a:custGeom>
              <a:avLst/>
              <a:gdLst/>
              <a:ahLst/>
              <a:cxnLst/>
              <a:rect l="l" t="t" r="r" b="b"/>
              <a:pathLst>
                <a:path w="28985" h="4442" extrusionOk="0">
                  <a:moveTo>
                    <a:pt x="0" y="0"/>
                  </a:moveTo>
                  <a:lnTo>
                    <a:pt x="0" y="4442"/>
                  </a:lnTo>
                  <a:lnTo>
                    <a:pt x="28985" y="4442"/>
                  </a:lnTo>
                  <a:lnTo>
                    <a:pt x="289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6"/>
            <p:cNvSpPr/>
            <p:nvPr/>
          </p:nvSpPr>
          <p:spPr>
            <a:xfrm>
              <a:off x="2458775" y="2810725"/>
              <a:ext cx="745375" cy="131800"/>
            </a:xfrm>
            <a:custGeom>
              <a:avLst/>
              <a:gdLst/>
              <a:ahLst/>
              <a:cxnLst/>
              <a:rect l="l" t="t" r="r" b="b"/>
              <a:pathLst>
                <a:path w="29815" h="5272" extrusionOk="0">
                  <a:moveTo>
                    <a:pt x="28986" y="829"/>
                  </a:moveTo>
                  <a:lnTo>
                    <a:pt x="28986" y="4443"/>
                  </a:lnTo>
                  <a:lnTo>
                    <a:pt x="829" y="4443"/>
                  </a:lnTo>
                  <a:lnTo>
                    <a:pt x="829" y="829"/>
                  </a:lnTo>
                  <a:close/>
                  <a:moveTo>
                    <a:pt x="0" y="0"/>
                  </a:moveTo>
                  <a:lnTo>
                    <a:pt x="0" y="5272"/>
                  </a:lnTo>
                  <a:lnTo>
                    <a:pt x="29815" y="5272"/>
                  </a:lnTo>
                  <a:lnTo>
                    <a:pt x="29815" y="0"/>
                  </a:lnTo>
                  <a:close/>
                </a:path>
              </a:pathLst>
            </a:custGeom>
            <a:solidFill>
              <a:srgbClr val="B56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6"/>
            <p:cNvSpPr/>
            <p:nvPr/>
          </p:nvSpPr>
          <p:spPr>
            <a:xfrm>
              <a:off x="2373925" y="2907475"/>
              <a:ext cx="76700" cy="581850"/>
            </a:xfrm>
            <a:custGeom>
              <a:avLst/>
              <a:gdLst/>
              <a:ahLst/>
              <a:cxnLst/>
              <a:rect l="l" t="t" r="r" b="b"/>
              <a:pathLst>
                <a:path w="3068" h="23274" extrusionOk="0">
                  <a:moveTo>
                    <a:pt x="1" y="1"/>
                  </a:moveTo>
                  <a:lnTo>
                    <a:pt x="1" y="23274"/>
                  </a:lnTo>
                  <a:lnTo>
                    <a:pt x="3068" y="23274"/>
                  </a:lnTo>
                  <a:lnTo>
                    <a:pt x="30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6"/>
            <p:cNvSpPr/>
            <p:nvPr/>
          </p:nvSpPr>
          <p:spPr>
            <a:xfrm>
              <a:off x="2091825" y="2907475"/>
              <a:ext cx="87300" cy="581850"/>
            </a:xfrm>
            <a:custGeom>
              <a:avLst/>
              <a:gdLst/>
              <a:ahLst/>
              <a:cxnLst/>
              <a:rect l="l" t="t" r="r" b="b"/>
              <a:pathLst>
                <a:path w="3492" h="23274" extrusionOk="0">
                  <a:moveTo>
                    <a:pt x="1" y="1"/>
                  </a:moveTo>
                  <a:lnTo>
                    <a:pt x="1" y="23274"/>
                  </a:lnTo>
                  <a:lnTo>
                    <a:pt x="3491" y="23274"/>
                  </a:lnTo>
                  <a:lnTo>
                    <a:pt x="349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6"/>
            <p:cNvSpPr/>
            <p:nvPr/>
          </p:nvSpPr>
          <p:spPr>
            <a:xfrm>
              <a:off x="1859100" y="2916300"/>
              <a:ext cx="87300" cy="573025"/>
            </a:xfrm>
            <a:custGeom>
              <a:avLst/>
              <a:gdLst/>
              <a:ahLst/>
              <a:cxnLst/>
              <a:rect l="l" t="t" r="r" b="b"/>
              <a:pathLst>
                <a:path w="3492" h="22921" extrusionOk="0">
                  <a:moveTo>
                    <a:pt x="1" y="0"/>
                  </a:moveTo>
                  <a:lnTo>
                    <a:pt x="1" y="22921"/>
                  </a:lnTo>
                  <a:lnTo>
                    <a:pt x="3492" y="22921"/>
                  </a:lnTo>
                  <a:lnTo>
                    <a:pt x="349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6"/>
            <p:cNvSpPr/>
            <p:nvPr/>
          </p:nvSpPr>
          <p:spPr>
            <a:xfrm>
              <a:off x="2373925" y="2865175"/>
              <a:ext cx="76700" cy="201000"/>
            </a:xfrm>
            <a:custGeom>
              <a:avLst/>
              <a:gdLst/>
              <a:ahLst/>
              <a:cxnLst/>
              <a:rect l="l" t="t" r="r" b="b"/>
              <a:pathLst>
                <a:path w="3068" h="8040" extrusionOk="0">
                  <a:moveTo>
                    <a:pt x="1" y="0"/>
                  </a:moveTo>
                  <a:lnTo>
                    <a:pt x="1" y="8039"/>
                  </a:lnTo>
                  <a:lnTo>
                    <a:pt x="3068" y="8039"/>
                  </a:lnTo>
                  <a:lnTo>
                    <a:pt x="30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6"/>
            <p:cNvSpPr/>
            <p:nvPr/>
          </p:nvSpPr>
          <p:spPr>
            <a:xfrm>
              <a:off x="2091825" y="2865175"/>
              <a:ext cx="87300" cy="201000"/>
            </a:xfrm>
            <a:custGeom>
              <a:avLst/>
              <a:gdLst/>
              <a:ahLst/>
              <a:cxnLst/>
              <a:rect l="l" t="t" r="r" b="b"/>
              <a:pathLst>
                <a:path w="3492" h="8040" extrusionOk="0">
                  <a:moveTo>
                    <a:pt x="1" y="0"/>
                  </a:moveTo>
                  <a:lnTo>
                    <a:pt x="1" y="8039"/>
                  </a:lnTo>
                  <a:lnTo>
                    <a:pt x="3491" y="8039"/>
                  </a:lnTo>
                  <a:lnTo>
                    <a:pt x="3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6"/>
            <p:cNvSpPr/>
            <p:nvPr/>
          </p:nvSpPr>
          <p:spPr>
            <a:xfrm>
              <a:off x="1859100" y="2868200"/>
              <a:ext cx="87300" cy="197975"/>
            </a:xfrm>
            <a:custGeom>
              <a:avLst/>
              <a:gdLst/>
              <a:ahLst/>
              <a:cxnLst/>
              <a:rect l="l" t="t" r="r" b="b"/>
              <a:pathLst>
                <a:path w="3492" h="7919" extrusionOk="0">
                  <a:moveTo>
                    <a:pt x="1" y="0"/>
                  </a:moveTo>
                  <a:lnTo>
                    <a:pt x="1" y="7918"/>
                  </a:lnTo>
                  <a:lnTo>
                    <a:pt x="3492" y="7918"/>
                  </a:lnTo>
                  <a:lnTo>
                    <a:pt x="34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6"/>
            <p:cNvSpPr/>
            <p:nvPr/>
          </p:nvSpPr>
          <p:spPr>
            <a:xfrm>
              <a:off x="1726875" y="3408200"/>
              <a:ext cx="966175" cy="945025"/>
            </a:xfrm>
            <a:custGeom>
              <a:avLst/>
              <a:gdLst/>
              <a:ahLst/>
              <a:cxnLst/>
              <a:rect l="l" t="t" r="r" b="b"/>
              <a:pathLst>
                <a:path w="38647" h="37801" extrusionOk="0">
                  <a:moveTo>
                    <a:pt x="538" y="0"/>
                  </a:moveTo>
                  <a:cubicBezTo>
                    <a:pt x="241" y="0"/>
                    <a:pt x="1" y="241"/>
                    <a:pt x="1" y="538"/>
                  </a:cubicBezTo>
                  <a:lnTo>
                    <a:pt x="1" y="37800"/>
                  </a:lnTo>
                  <a:lnTo>
                    <a:pt x="38647" y="37800"/>
                  </a:lnTo>
                  <a:lnTo>
                    <a:pt x="386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6"/>
            <p:cNvSpPr/>
            <p:nvPr/>
          </p:nvSpPr>
          <p:spPr>
            <a:xfrm>
              <a:off x="1726875" y="3408200"/>
              <a:ext cx="966175" cy="945025"/>
            </a:xfrm>
            <a:custGeom>
              <a:avLst/>
              <a:gdLst/>
              <a:ahLst/>
              <a:cxnLst/>
              <a:rect l="l" t="t" r="r" b="b"/>
              <a:pathLst>
                <a:path w="38647" h="37801" extrusionOk="0">
                  <a:moveTo>
                    <a:pt x="30992" y="0"/>
                  </a:moveTo>
                  <a:cubicBezTo>
                    <a:pt x="26756" y="3578"/>
                    <a:pt x="19167" y="6997"/>
                    <a:pt x="10157" y="9012"/>
                  </a:cubicBezTo>
                  <a:cubicBezTo>
                    <a:pt x="6619" y="9804"/>
                    <a:pt x="3189" y="10303"/>
                    <a:pt x="1" y="10535"/>
                  </a:cubicBezTo>
                  <a:lnTo>
                    <a:pt x="1" y="37800"/>
                  </a:lnTo>
                  <a:lnTo>
                    <a:pt x="38647" y="37800"/>
                  </a:lnTo>
                  <a:lnTo>
                    <a:pt x="38647"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6"/>
            <p:cNvSpPr/>
            <p:nvPr/>
          </p:nvSpPr>
          <p:spPr>
            <a:xfrm>
              <a:off x="1817475" y="3640925"/>
              <a:ext cx="875575" cy="712300"/>
            </a:xfrm>
            <a:custGeom>
              <a:avLst/>
              <a:gdLst/>
              <a:ahLst/>
              <a:cxnLst/>
              <a:rect l="l" t="t" r="r" b="b"/>
              <a:pathLst>
                <a:path w="35023" h="28492" extrusionOk="0">
                  <a:moveTo>
                    <a:pt x="15276" y="0"/>
                  </a:moveTo>
                  <a:lnTo>
                    <a:pt x="15276" y="24"/>
                  </a:lnTo>
                  <a:cubicBezTo>
                    <a:pt x="15251" y="24"/>
                    <a:pt x="15224" y="27"/>
                    <a:pt x="15198" y="27"/>
                  </a:cubicBezTo>
                  <a:cubicBezTo>
                    <a:pt x="15165" y="27"/>
                    <a:pt x="15133" y="22"/>
                    <a:pt x="15100" y="22"/>
                  </a:cubicBezTo>
                  <a:cubicBezTo>
                    <a:pt x="15068" y="22"/>
                    <a:pt x="15035" y="27"/>
                    <a:pt x="15003" y="27"/>
                  </a:cubicBezTo>
                  <a:cubicBezTo>
                    <a:pt x="14969" y="27"/>
                    <a:pt x="14936" y="22"/>
                    <a:pt x="14904" y="22"/>
                  </a:cubicBezTo>
                  <a:cubicBezTo>
                    <a:pt x="14871" y="22"/>
                    <a:pt x="14839" y="27"/>
                    <a:pt x="14806" y="27"/>
                  </a:cubicBezTo>
                  <a:cubicBezTo>
                    <a:pt x="14774" y="27"/>
                    <a:pt x="14741" y="22"/>
                    <a:pt x="14707" y="22"/>
                  </a:cubicBezTo>
                  <a:cubicBezTo>
                    <a:pt x="14675" y="22"/>
                    <a:pt x="14643" y="27"/>
                    <a:pt x="14610" y="27"/>
                  </a:cubicBezTo>
                  <a:cubicBezTo>
                    <a:pt x="14578" y="27"/>
                    <a:pt x="14545" y="22"/>
                    <a:pt x="14513" y="22"/>
                  </a:cubicBezTo>
                  <a:cubicBezTo>
                    <a:pt x="6497" y="22"/>
                    <a:pt x="0" y="10391"/>
                    <a:pt x="0" y="23182"/>
                  </a:cubicBezTo>
                  <a:cubicBezTo>
                    <a:pt x="0" y="25010"/>
                    <a:pt x="136" y="26786"/>
                    <a:pt x="387" y="28491"/>
                  </a:cubicBezTo>
                  <a:lnTo>
                    <a:pt x="35023" y="28491"/>
                  </a:lnTo>
                  <a:lnTo>
                    <a:pt x="350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6"/>
            <p:cNvSpPr/>
            <p:nvPr/>
          </p:nvSpPr>
          <p:spPr>
            <a:xfrm>
              <a:off x="1716500" y="3397825"/>
              <a:ext cx="986925" cy="965775"/>
            </a:xfrm>
            <a:custGeom>
              <a:avLst/>
              <a:gdLst/>
              <a:ahLst/>
              <a:cxnLst/>
              <a:rect l="l" t="t" r="r" b="b"/>
              <a:pathLst>
                <a:path w="39477" h="38631" extrusionOk="0">
                  <a:moveTo>
                    <a:pt x="38648" y="829"/>
                  </a:moveTo>
                  <a:lnTo>
                    <a:pt x="38648" y="37802"/>
                  </a:lnTo>
                  <a:lnTo>
                    <a:pt x="829" y="37802"/>
                  </a:lnTo>
                  <a:lnTo>
                    <a:pt x="829" y="8596"/>
                  </a:lnTo>
                  <a:cubicBezTo>
                    <a:pt x="829" y="4314"/>
                    <a:pt x="4314" y="829"/>
                    <a:pt x="8596" y="829"/>
                  </a:cubicBezTo>
                  <a:close/>
                  <a:moveTo>
                    <a:pt x="8596" y="1"/>
                  </a:moveTo>
                  <a:cubicBezTo>
                    <a:pt x="3856" y="1"/>
                    <a:pt x="1" y="3856"/>
                    <a:pt x="1" y="8596"/>
                  </a:cubicBezTo>
                  <a:lnTo>
                    <a:pt x="1" y="38630"/>
                  </a:lnTo>
                  <a:lnTo>
                    <a:pt x="39477" y="38630"/>
                  </a:lnTo>
                  <a:lnTo>
                    <a:pt x="394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6"/>
            <p:cNvSpPr/>
            <p:nvPr/>
          </p:nvSpPr>
          <p:spPr>
            <a:xfrm>
              <a:off x="2432325" y="3397825"/>
              <a:ext cx="20750" cy="253475"/>
            </a:xfrm>
            <a:custGeom>
              <a:avLst/>
              <a:gdLst/>
              <a:ahLst/>
              <a:cxnLst/>
              <a:rect l="l" t="t" r="r" b="b"/>
              <a:pathLst>
                <a:path w="830" h="10139" extrusionOk="0">
                  <a:moveTo>
                    <a:pt x="1" y="1"/>
                  </a:moveTo>
                  <a:lnTo>
                    <a:pt x="1" y="10139"/>
                  </a:lnTo>
                  <a:lnTo>
                    <a:pt x="829" y="10139"/>
                  </a:lnTo>
                  <a:lnTo>
                    <a:pt x="8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6"/>
            <p:cNvSpPr/>
            <p:nvPr/>
          </p:nvSpPr>
          <p:spPr>
            <a:xfrm>
              <a:off x="1819200" y="3630575"/>
              <a:ext cx="633875" cy="724150"/>
            </a:xfrm>
            <a:custGeom>
              <a:avLst/>
              <a:gdLst/>
              <a:ahLst/>
              <a:cxnLst/>
              <a:rect l="l" t="t" r="r" b="b"/>
              <a:pathLst>
                <a:path w="25355" h="28966" extrusionOk="0">
                  <a:moveTo>
                    <a:pt x="15693" y="1"/>
                  </a:moveTo>
                  <a:lnTo>
                    <a:pt x="15278" y="23"/>
                  </a:lnTo>
                  <a:cubicBezTo>
                    <a:pt x="15266" y="23"/>
                    <a:pt x="15256" y="24"/>
                    <a:pt x="15244" y="24"/>
                  </a:cubicBezTo>
                  <a:lnTo>
                    <a:pt x="15201" y="24"/>
                  </a:lnTo>
                  <a:cubicBezTo>
                    <a:pt x="15175" y="23"/>
                    <a:pt x="15150" y="22"/>
                    <a:pt x="15124" y="22"/>
                  </a:cubicBezTo>
                  <a:cubicBezTo>
                    <a:pt x="15099" y="22"/>
                    <a:pt x="15073" y="23"/>
                    <a:pt x="15048" y="24"/>
                  </a:cubicBezTo>
                  <a:lnTo>
                    <a:pt x="15005" y="24"/>
                  </a:lnTo>
                  <a:cubicBezTo>
                    <a:pt x="14980" y="23"/>
                    <a:pt x="14953" y="21"/>
                    <a:pt x="14928" y="21"/>
                  </a:cubicBezTo>
                  <a:cubicBezTo>
                    <a:pt x="6697" y="21"/>
                    <a:pt x="1" y="10597"/>
                    <a:pt x="1" y="23594"/>
                  </a:cubicBezTo>
                  <a:cubicBezTo>
                    <a:pt x="1" y="25390"/>
                    <a:pt x="134" y="27197"/>
                    <a:pt x="394" y="28966"/>
                  </a:cubicBezTo>
                  <a:lnTo>
                    <a:pt x="1213" y="28845"/>
                  </a:lnTo>
                  <a:cubicBezTo>
                    <a:pt x="959" y="27116"/>
                    <a:pt x="831" y="25350"/>
                    <a:pt x="831" y="23594"/>
                  </a:cubicBezTo>
                  <a:cubicBezTo>
                    <a:pt x="831" y="11055"/>
                    <a:pt x="7153" y="853"/>
                    <a:pt x="14954" y="853"/>
                  </a:cubicBezTo>
                  <a:lnTo>
                    <a:pt x="15031" y="854"/>
                  </a:lnTo>
                  <a:lnTo>
                    <a:pt x="15096" y="851"/>
                  </a:lnTo>
                  <a:lnTo>
                    <a:pt x="15228" y="854"/>
                  </a:lnTo>
                  <a:lnTo>
                    <a:pt x="15293" y="853"/>
                  </a:lnTo>
                  <a:lnTo>
                    <a:pt x="15423" y="854"/>
                  </a:lnTo>
                  <a:lnTo>
                    <a:pt x="15489" y="853"/>
                  </a:lnTo>
                  <a:lnTo>
                    <a:pt x="15617" y="854"/>
                  </a:lnTo>
                  <a:lnTo>
                    <a:pt x="15942" y="829"/>
                  </a:lnTo>
                  <a:lnTo>
                    <a:pt x="25354" y="829"/>
                  </a:lnTo>
                  <a:lnTo>
                    <a:pt x="2535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6"/>
            <p:cNvSpPr/>
            <p:nvPr/>
          </p:nvSpPr>
          <p:spPr>
            <a:xfrm>
              <a:off x="2391550" y="3594175"/>
              <a:ext cx="20275" cy="20325"/>
            </a:xfrm>
            <a:custGeom>
              <a:avLst/>
              <a:gdLst/>
              <a:ahLst/>
              <a:cxnLst/>
              <a:rect l="l" t="t" r="r" b="b"/>
              <a:pathLst>
                <a:path w="811" h="813" extrusionOk="0">
                  <a:moveTo>
                    <a:pt x="406" y="1"/>
                  </a:moveTo>
                  <a:cubicBezTo>
                    <a:pt x="182" y="1"/>
                    <a:pt x="0" y="182"/>
                    <a:pt x="0" y="407"/>
                  </a:cubicBezTo>
                  <a:cubicBezTo>
                    <a:pt x="0" y="631"/>
                    <a:pt x="182" y="813"/>
                    <a:pt x="406" y="813"/>
                  </a:cubicBezTo>
                  <a:cubicBezTo>
                    <a:pt x="631" y="813"/>
                    <a:pt x="811" y="631"/>
                    <a:pt x="811" y="407"/>
                  </a:cubicBezTo>
                  <a:cubicBezTo>
                    <a:pt x="811" y="182"/>
                    <a:pt x="631" y="1"/>
                    <a:pt x="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6"/>
            <p:cNvSpPr/>
            <p:nvPr/>
          </p:nvSpPr>
          <p:spPr>
            <a:xfrm>
              <a:off x="2174700" y="3594175"/>
              <a:ext cx="20300" cy="20325"/>
            </a:xfrm>
            <a:custGeom>
              <a:avLst/>
              <a:gdLst/>
              <a:ahLst/>
              <a:cxnLst/>
              <a:rect l="l" t="t" r="r" b="b"/>
              <a:pathLst>
                <a:path w="812" h="813" extrusionOk="0">
                  <a:moveTo>
                    <a:pt x="405" y="1"/>
                  </a:moveTo>
                  <a:cubicBezTo>
                    <a:pt x="182" y="1"/>
                    <a:pt x="1" y="182"/>
                    <a:pt x="1" y="407"/>
                  </a:cubicBezTo>
                  <a:cubicBezTo>
                    <a:pt x="1" y="631"/>
                    <a:pt x="182" y="813"/>
                    <a:pt x="405" y="813"/>
                  </a:cubicBezTo>
                  <a:cubicBezTo>
                    <a:pt x="630" y="813"/>
                    <a:pt x="811" y="631"/>
                    <a:pt x="811" y="407"/>
                  </a:cubicBezTo>
                  <a:cubicBezTo>
                    <a:pt x="811" y="182"/>
                    <a:pt x="630" y="1"/>
                    <a:pt x="4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6"/>
            <p:cNvSpPr/>
            <p:nvPr/>
          </p:nvSpPr>
          <p:spPr>
            <a:xfrm>
              <a:off x="1889525" y="3792125"/>
              <a:ext cx="20300" cy="20275"/>
            </a:xfrm>
            <a:custGeom>
              <a:avLst/>
              <a:gdLst/>
              <a:ahLst/>
              <a:cxnLst/>
              <a:rect l="l" t="t" r="r" b="b"/>
              <a:pathLst>
                <a:path w="812" h="811" extrusionOk="0">
                  <a:moveTo>
                    <a:pt x="405" y="0"/>
                  </a:moveTo>
                  <a:cubicBezTo>
                    <a:pt x="181" y="0"/>
                    <a:pt x="1" y="182"/>
                    <a:pt x="1" y="405"/>
                  </a:cubicBezTo>
                  <a:cubicBezTo>
                    <a:pt x="1" y="629"/>
                    <a:pt x="181" y="811"/>
                    <a:pt x="405" y="811"/>
                  </a:cubicBezTo>
                  <a:cubicBezTo>
                    <a:pt x="630" y="811"/>
                    <a:pt x="811" y="629"/>
                    <a:pt x="811" y="405"/>
                  </a:cubicBezTo>
                  <a:cubicBezTo>
                    <a:pt x="811" y="182"/>
                    <a:pt x="630" y="0"/>
                    <a:pt x="4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6"/>
            <p:cNvSpPr/>
            <p:nvPr/>
          </p:nvSpPr>
          <p:spPr>
            <a:xfrm>
              <a:off x="1996175" y="3661625"/>
              <a:ext cx="20300" cy="20325"/>
            </a:xfrm>
            <a:custGeom>
              <a:avLst/>
              <a:gdLst/>
              <a:ahLst/>
              <a:cxnLst/>
              <a:rect l="l" t="t" r="r" b="b"/>
              <a:pathLst>
                <a:path w="812" h="813" extrusionOk="0">
                  <a:moveTo>
                    <a:pt x="407" y="0"/>
                  </a:moveTo>
                  <a:cubicBezTo>
                    <a:pt x="182" y="0"/>
                    <a:pt x="1" y="182"/>
                    <a:pt x="1" y="407"/>
                  </a:cubicBezTo>
                  <a:cubicBezTo>
                    <a:pt x="1" y="631"/>
                    <a:pt x="182" y="813"/>
                    <a:pt x="407" y="813"/>
                  </a:cubicBezTo>
                  <a:cubicBezTo>
                    <a:pt x="630" y="813"/>
                    <a:pt x="811" y="631"/>
                    <a:pt x="811" y="407"/>
                  </a:cubicBezTo>
                  <a:cubicBezTo>
                    <a:pt x="811" y="182"/>
                    <a:pt x="630" y="0"/>
                    <a:pt x="4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6"/>
            <p:cNvSpPr/>
            <p:nvPr/>
          </p:nvSpPr>
          <p:spPr>
            <a:xfrm>
              <a:off x="1810150" y="3487975"/>
              <a:ext cx="20350" cy="20300"/>
            </a:xfrm>
            <a:custGeom>
              <a:avLst/>
              <a:gdLst/>
              <a:ahLst/>
              <a:cxnLst/>
              <a:rect l="l" t="t" r="r" b="b"/>
              <a:pathLst>
                <a:path w="814" h="812" extrusionOk="0">
                  <a:moveTo>
                    <a:pt x="407" y="0"/>
                  </a:moveTo>
                  <a:cubicBezTo>
                    <a:pt x="183" y="0"/>
                    <a:pt x="1" y="182"/>
                    <a:pt x="1" y="406"/>
                  </a:cubicBezTo>
                  <a:cubicBezTo>
                    <a:pt x="1" y="629"/>
                    <a:pt x="183" y="811"/>
                    <a:pt x="407" y="811"/>
                  </a:cubicBezTo>
                  <a:cubicBezTo>
                    <a:pt x="631" y="811"/>
                    <a:pt x="813" y="629"/>
                    <a:pt x="813" y="406"/>
                  </a:cubicBezTo>
                  <a:cubicBezTo>
                    <a:pt x="813" y="182"/>
                    <a:pt x="631" y="0"/>
                    <a:pt x="4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6"/>
            <p:cNvSpPr/>
            <p:nvPr/>
          </p:nvSpPr>
          <p:spPr>
            <a:xfrm>
              <a:off x="1754650" y="3590225"/>
              <a:ext cx="20275" cy="20300"/>
            </a:xfrm>
            <a:custGeom>
              <a:avLst/>
              <a:gdLst/>
              <a:ahLst/>
              <a:cxnLst/>
              <a:rect l="l" t="t" r="r" b="b"/>
              <a:pathLst>
                <a:path w="811" h="812" extrusionOk="0">
                  <a:moveTo>
                    <a:pt x="405" y="1"/>
                  </a:moveTo>
                  <a:cubicBezTo>
                    <a:pt x="182" y="1"/>
                    <a:pt x="0" y="182"/>
                    <a:pt x="0" y="407"/>
                  </a:cubicBezTo>
                  <a:cubicBezTo>
                    <a:pt x="0" y="630"/>
                    <a:pt x="182" y="811"/>
                    <a:pt x="405" y="811"/>
                  </a:cubicBezTo>
                  <a:cubicBezTo>
                    <a:pt x="629" y="811"/>
                    <a:pt x="811" y="630"/>
                    <a:pt x="811" y="407"/>
                  </a:cubicBezTo>
                  <a:cubicBezTo>
                    <a:pt x="811" y="182"/>
                    <a:pt x="629" y="1"/>
                    <a:pt x="4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6"/>
            <p:cNvSpPr/>
            <p:nvPr/>
          </p:nvSpPr>
          <p:spPr>
            <a:xfrm>
              <a:off x="1754650" y="3762150"/>
              <a:ext cx="20275" cy="20275"/>
            </a:xfrm>
            <a:custGeom>
              <a:avLst/>
              <a:gdLst/>
              <a:ahLst/>
              <a:cxnLst/>
              <a:rect l="l" t="t" r="r" b="b"/>
              <a:pathLst>
                <a:path w="811" h="811" extrusionOk="0">
                  <a:moveTo>
                    <a:pt x="405" y="0"/>
                  </a:moveTo>
                  <a:cubicBezTo>
                    <a:pt x="182" y="0"/>
                    <a:pt x="0" y="182"/>
                    <a:pt x="0" y="405"/>
                  </a:cubicBezTo>
                  <a:cubicBezTo>
                    <a:pt x="0" y="629"/>
                    <a:pt x="182" y="811"/>
                    <a:pt x="405" y="811"/>
                  </a:cubicBezTo>
                  <a:cubicBezTo>
                    <a:pt x="629" y="811"/>
                    <a:pt x="811" y="629"/>
                    <a:pt x="811" y="405"/>
                  </a:cubicBezTo>
                  <a:cubicBezTo>
                    <a:pt x="811" y="182"/>
                    <a:pt x="629" y="0"/>
                    <a:pt x="4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6"/>
            <p:cNvSpPr/>
            <p:nvPr/>
          </p:nvSpPr>
          <p:spPr>
            <a:xfrm>
              <a:off x="1754650" y="3945500"/>
              <a:ext cx="20275" cy="20300"/>
            </a:xfrm>
            <a:custGeom>
              <a:avLst/>
              <a:gdLst/>
              <a:ahLst/>
              <a:cxnLst/>
              <a:rect l="l" t="t" r="r" b="b"/>
              <a:pathLst>
                <a:path w="811" h="812" extrusionOk="0">
                  <a:moveTo>
                    <a:pt x="405" y="1"/>
                  </a:moveTo>
                  <a:cubicBezTo>
                    <a:pt x="182" y="1"/>
                    <a:pt x="0" y="182"/>
                    <a:pt x="0" y="405"/>
                  </a:cubicBezTo>
                  <a:cubicBezTo>
                    <a:pt x="0" y="630"/>
                    <a:pt x="182" y="811"/>
                    <a:pt x="405" y="811"/>
                  </a:cubicBezTo>
                  <a:cubicBezTo>
                    <a:pt x="629" y="811"/>
                    <a:pt x="811" y="630"/>
                    <a:pt x="811" y="405"/>
                  </a:cubicBezTo>
                  <a:cubicBezTo>
                    <a:pt x="811" y="182"/>
                    <a:pt x="629" y="1"/>
                    <a:pt x="4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6"/>
            <p:cNvSpPr/>
            <p:nvPr/>
          </p:nvSpPr>
          <p:spPr>
            <a:xfrm>
              <a:off x="2391550" y="3432425"/>
              <a:ext cx="20275" cy="20325"/>
            </a:xfrm>
            <a:custGeom>
              <a:avLst/>
              <a:gdLst/>
              <a:ahLst/>
              <a:cxnLst/>
              <a:rect l="l" t="t" r="r" b="b"/>
              <a:pathLst>
                <a:path w="811" h="813" extrusionOk="0">
                  <a:moveTo>
                    <a:pt x="406" y="0"/>
                  </a:moveTo>
                  <a:cubicBezTo>
                    <a:pt x="182" y="0"/>
                    <a:pt x="0" y="182"/>
                    <a:pt x="0" y="406"/>
                  </a:cubicBezTo>
                  <a:cubicBezTo>
                    <a:pt x="0" y="631"/>
                    <a:pt x="182" y="812"/>
                    <a:pt x="406" y="812"/>
                  </a:cubicBezTo>
                  <a:cubicBezTo>
                    <a:pt x="631" y="812"/>
                    <a:pt x="811" y="631"/>
                    <a:pt x="811" y="406"/>
                  </a:cubicBezTo>
                  <a:cubicBezTo>
                    <a:pt x="811" y="182"/>
                    <a:pt x="631" y="0"/>
                    <a:pt x="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6"/>
            <p:cNvSpPr/>
            <p:nvPr/>
          </p:nvSpPr>
          <p:spPr>
            <a:xfrm>
              <a:off x="1904075" y="3432425"/>
              <a:ext cx="20300" cy="20325"/>
            </a:xfrm>
            <a:custGeom>
              <a:avLst/>
              <a:gdLst/>
              <a:ahLst/>
              <a:cxnLst/>
              <a:rect l="l" t="t" r="r" b="b"/>
              <a:pathLst>
                <a:path w="812" h="813" extrusionOk="0">
                  <a:moveTo>
                    <a:pt x="405" y="0"/>
                  </a:moveTo>
                  <a:cubicBezTo>
                    <a:pt x="181" y="0"/>
                    <a:pt x="0" y="182"/>
                    <a:pt x="0" y="406"/>
                  </a:cubicBezTo>
                  <a:cubicBezTo>
                    <a:pt x="0" y="631"/>
                    <a:pt x="181" y="812"/>
                    <a:pt x="405" y="812"/>
                  </a:cubicBezTo>
                  <a:cubicBezTo>
                    <a:pt x="630" y="812"/>
                    <a:pt x="811" y="631"/>
                    <a:pt x="811" y="406"/>
                  </a:cubicBezTo>
                  <a:cubicBezTo>
                    <a:pt x="811" y="182"/>
                    <a:pt x="630" y="0"/>
                    <a:pt x="4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6"/>
            <p:cNvSpPr/>
            <p:nvPr/>
          </p:nvSpPr>
          <p:spPr>
            <a:xfrm>
              <a:off x="2165000" y="3432425"/>
              <a:ext cx="20275" cy="20325"/>
            </a:xfrm>
            <a:custGeom>
              <a:avLst/>
              <a:gdLst/>
              <a:ahLst/>
              <a:cxnLst/>
              <a:rect l="l" t="t" r="r" b="b"/>
              <a:pathLst>
                <a:path w="811" h="813" extrusionOk="0">
                  <a:moveTo>
                    <a:pt x="406" y="0"/>
                  </a:moveTo>
                  <a:cubicBezTo>
                    <a:pt x="182" y="0"/>
                    <a:pt x="0" y="182"/>
                    <a:pt x="0" y="406"/>
                  </a:cubicBezTo>
                  <a:cubicBezTo>
                    <a:pt x="0" y="631"/>
                    <a:pt x="182" y="812"/>
                    <a:pt x="406" y="812"/>
                  </a:cubicBezTo>
                  <a:cubicBezTo>
                    <a:pt x="629" y="812"/>
                    <a:pt x="811" y="631"/>
                    <a:pt x="811" y="406"/>
                  </a:cubicBezTo>
                  <a:cubicBezTo>
                    <a:pt x="811" y="182"/>
                    <a:pt x="629" y="0"/>
                    <a:pt x="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6"/>
            <p:cNvSpPr/>
            <p:nvPr/>
          </p:nvSpPr>
          <p:spPr>
            <a:xfrm>
              <a:off x="2487525" y="3024325"/>
              <a:ext cx="842725" cy="1129475"/>
            </a:xfrm>
            <a:custGeom>
              <a:avLst/>
              <a:gdLst/>
              <a:ahLst/>
              <a:cxnLst/>
              <a:rect l="l" t="t" r="r" b="b"/>
              <a:pathLst>
                <a:path w="33709" h="45179" extrusionOk="0">
                  <a:moveTo>
                    <a:pt x="16855" y="0"/>
                  </a:moveTo>
                  <a:cubicBezTo>
                    <a:pt x="12385" y="0"/>
                    <a:pt x="8098" y="2379"/>
                    <a:pt x="4937" y="6615"/>
                  </a:cubicBezTo>
                  <a:cubicBezTo>
                    <a:pt x="1777" y="10852"/>
                    <a:pt x="0" y="16597"/>
                    <a:pt x="0" y="22589"/>
                  </a:cubicBezTo>
                  <a:cubicBezTo>
                    <a:pt x="0" y="28580"/>
                    <a:pt x="1777" y="34326"/>
                    <a:pt x="4937" y="38562"/>
                  </a:cubicBezTo>
                  <a:cubicBezTo>
                    <a:pt x="8098" y="42798"/>
                    <a:pt x="12385" y="45179"/>
                    <a:pt x="16855" y="45179"/>
                  </a:cubicBezTo>
                  <a:cubicBezTo>
                    <a:pt x="21324" y="45179"/>
                    <a:pt x="25611" y="42798"/>
                    <a:pt x="28772" y="38562"/>
                  </a:cubicBezTo>
                  <a:cubicBezTo>
                    <a:pt x="31932" y="34326"/>
                    <a:pt x="33709" y="28580"/>
                    <a:pt x="33709" y="22589"/>
                  </a:cubicBezTo>
                  <a:cubicBezTo>
                    <a:pt x="33709" y="16597"/>
                    <a:pt x="31932" y="10852"/>
                    <a:pt x="28772" y="6615"/>
                  </a:cubicBezTo>
                  <a:cubicBezTo>
                    <a:pt x="25611" y="2379"/>
                    <a:pt x="21324" y="0"/>
                    <a:pt x="16855" y="0"/>
                  </a:cubicBezTo>
                  <a:close/>
                </a:path>
              </a:pathLst>
            </a:custGeom>
            <a:solidFill>
              <a:srgbClr val="231E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6"/>
            <p:cNvSpPr/>
            <p:nvPr/>
          </p:nvSpPr>
          <p:spPr>
            <a:xfrm>
              <a:off x="2453275" y="3395825"/>
              <a:ext cx="407275" cy="957400"/>
            </a:xfrm>
            <a:custGeom>
              <a:avLst/>
              <a:gdLst/>
              <a:ahLst/>
              <a:cxnLst/>
              <a:rect l="l" t="t" r="r" b="b"/>
              <a:pathLst>
                <a:path w="16291" h="38296" extrusionOk="0">
                  <a:moveTo>
                    <a:pt x="0" y="1"/>
                  </a:moveTo>
                  <a:lnTo>
                    <a:pt x="0" y="38295"/>
                  </a:lnTo>
                  <a:lnTo>
                    <a:pt x="16290" y="38295"/>
                  </a:lnTo>
                  <a:lnTo>
                    <a:pt x="16290" y="352"/>
                  </a:lnTo>
                  <a:cubicBezTo>
                    <a:pt x="16290" y="159"/>
                    <a:pt x="16134" y="1"/>
                    <a:pt x="159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6"/>
            <p:cNvSpPr/>
            <p:nvPr/>
          </p:nvSpPr>
          <p:spPr>
            <a:xfrm>
              <a:off x="5024725" y="4341300"/>
              <a:ext cx="358000" cy="480925"/>
            </a:xfrm>
            <a:custGeom>
              <a:avLst/>
              <a:gdLst/>
              <a:ahLst/>
              <a:cxnLst/>
              <a:rect l="l" t="t" r="r" b="b"/>
              <a:pathLst>
                <a:path w="14320" h="19237" extrusionOk="0">
                  <a:moveTo>
                    <a:pt x="6900" y="919"/>
                  </a:moveTo>
                  <a:cubicBezTo>
                    <a:pt x="7006" y="933"/>
                    <a:pt x="7111" y="956"/>
                    <a:pt x="7216" y="978"/>
                  </a:cubicBezTo>
                  <a:cubicBezTo>
                    <a:pt x="7193" y="978"/>
                    <a:pt x="7171" y="983"/>
                    <a:pt x="7151" y="983"/>
                  </a:cubicBezTo>
                  <a:cubicBezTo>
                    <a:pt x="7109" y="981"/>
                    <a:pt x="7069" y="974"/>
                    <a:pt x="7028" y="974"/>
                  </a:cubicBezTo>
                  <a:cubicBezTo>
                    <a:pt x="6957" y="974"/>
                    <a:pt x="6888" y="986"/>
                    <a:pt x="6817" y="990"/>
                  </a:cubicBezTo>
                  <a:cubicBezTo>
                    <a:pt x="6747" y="986"/>
                    <a:pt x="6678" y="974"/>
                    <a:pt x="6607" y="974"/>
                  </a:cubicBezTo>
                  <a:cubicBezTo>
                    <a:pt x="6576" y="974"/>
                    <a:pt x="6545" y="980"/>
                    <a:pt x="6516" y="981"/>
                  </a:cubicBezTo>
                  <a:cubicBezTo>
                    <a:pt x="6641" y="953"/>
                    <a:pt x="6770" y="934"/>
                    <a:pt x="6900" y="919"/>
                  </a:cubicBezTo>
                  <a:close/>
                  <a:moveTo>
                    <a:pt x="6858" y="1859"/>
                  </a:moveTo>
                  <a:cubicBezTo>
                    <a:pt x="7459" y="1919"/>
                    <a:pt x="8032" y="2138"/>
                    <a:pt x="8558" y="2495"/>
                  </a:cubicBezTo>
                  <a:cubicBezTo>
                    <a:pt x="8553" y="2505"/>
                    <a:pt x="8544" y="2513"/>
                    <a:pt x="8542" y="2523"/>
                  </a:cubicBezTo>
                  <a:lnTo>
                    <a:pt x="6922" y="7306"/>
                  </a:lnTo>
                  <a:cubicBezTo>
                    <a:pt x="6900" y="7315"/>
                    <a:pt x="6876" y="7322"/>
                    <a:pt x="6854" y="7332"/>
                  </a:cubicBezTo>
                  <a:cubicBezTo>
                    <a:pt x="6753" y="7287"/>
                    <a:pt x="6648" y="7256"/>
                    <a:pt x="6542" y="7241"/>
                  </a:cubicBezTo>
                  <a:lnTo>
                    <a:pt x="5461" y="2312"/>
                  </a:lnTo>
                  <a:cubicBezTo>
                    <a:pt x="5903" y="2064"/>
                    <a:pt x="6371" y="1907"/>
                    <a:pt x="6858" y="1859"/>
                  </a:cubicBezTo>
                  <a:close/>
                  <a:moveTo>
                    <a:pt x="4695" y="2857"/>
                  </a:moveTo>
                  <a:lnTo>
                    <a:pt x="5706" y="7471"/>
                  </a:lnTo>
                  <a:cubicBezTo>
                    <a:pt x="5517" y="7609"/>
                    <a:pt x="5351" y="7800"/>
                    <a:pt x="5213" y="8034"/>
                  </a:cubicBezTo>
                  <a:lnTo>
                    <a:pt x="2687" y="6114"/>
                  </a:lnTo>
                  <a:cubicBezTo>
                    <a:pt x="3136" y="4748"/>
                    <a:pt x="3837" y="3614"/>
                    <a:pt x="4695" y="2857"/>
                  </a:cubicBezTo>
                  <a:close/>
                  <a:moveTo>
                    <a:pt x="9261" y="3081"/>
                  </a:moveTo>
                  <a:cubicBezTo>
                    <a:pt x="10166" y="3985"/>
                    <a:pt x="10870" y="5323"/>
                    <a:pt x="11257" y="6906"/>
                  </a:cubicBezTo>
                  <a:lnTo>
                    <a:pt x="8589" y="8208"/>
                  </a:lnTo>
                  <a:cubicBezTo>
                    <a:pt x="8397" y="7814"/>
                    <a:pt x="8128" y="7513"/>
                    <a:pt x="7814" y="7355"/>
                  </a:cubicBezTo>
                  <a:lnTo>
                    <a:pt x="9261" y="3081"/>
                  </a:lnTo>
                  <a:close/>
                  <a:moveTo>
                    <a:pt x="2448" y="6963"/>
                  </a:moveTo>
                  <a:lnTo>
                    <a:pt x="4903" y="8827"/>
                  </a:lnTo>
                  <a:cubicBezTo>
                    <a:pt x="4844" y="9075"/>
                    <a:pt x="4812" y="9341"/>
                    <a:pt x="4812" y="9618"/>
                  </a:cubicBezTo>
                  <a:cubicBezTo>
                    <a:pt x="4812" y="9763"/>
                    <a:pt x="4822" y="9903"/>
                    <a:pt x="4838" y="10041"/>
                  </a:cubicBezTo>
                  <a:lnTo>
                    <a:pt x="2245" y="11306"/>
                  </a:lnTo>
                  <a:cubicBezTo>
                    <a:pt x="2173" y="10776"/>
                    <a:pt x="2133" y="10228"/>
                    <a:pt x="2133" y="9665"/>
                  </a:cubicBezTo>
                  <a:cubicBezTo>
                    <a:pt x="2133" y="8713"/>
                    <a:pt x="2247" y="7806"/>
                    <a:pt x="2448" y="6963"/>
                  </a:cubicBezTo>
                  <a:close/>
                  <a:moveTo>
                    <a:pt x="11422" y="7721"/>
                  </a:moveTo>
                  <a:cubicBezTo>
                    <a:pt x="11524" y="8344"/>
                    <a:pt x="11585" y="8992"/>
                    <a:pt x="11585" y="9665"/>
                  </a:cubicBezTo>
                  <a:cubicBezTo>
                    <a:pt x="11585" y="10701"/>
                    <a:pt x="11452" y="11688"/>
                    <a:pt x="11216" y="12594"/>
                  </a:cubicBezTo>
                  <a:lnTo>
                    <a:pt x="8723" y="10701"/>
                  </a:lnTo>
                  <a:cubicBezTo>
                    <a:pt x="8834" y="10376"/>
                    <a:pt x="8896" y="10008"/>
                    <a:pt x="8896" y="9618"/>
                  </a:cubicBezTo>
                  <a:cubicBezTo>
                    <a:pt x="8896" y="9398"/>
                    <a:pt x="8875" y="9186"/>
                    <a:pt x="8838" y="8983"/>
                  </a:cubicBezTo>
                  <a:lnTo>
                    <a:pt x="11422" y="7721"/>
                  </a:lnTo>
                  <a:close/>
                  <a:moveTo>
                    <a:pt x="5036" y="10839"/>
                  </a:moveTo>
                  <a:cubicBezTo>
                    <a:pt x="5148" y="11126"/>
                    <a:pt x="5300" y="11372"/>
                    <a:pt x="5479" y="11566"/>
                  </a:cubicBezTo>
                  <a:lnTo>
                    <a:pt x="4048" y="15795"/>
                  </a:lnTo>
                  <a:cubicBezTo>
                    <a:pt x="3286" y="14857"/>
                    <a:pt x="2704" y="13590"/>
                    <a:pt x="2391" y="12130"/>
                  </a:cubicBezTo>
                  <a:lnTo>
                    <a:pt x="5036" y="10839"/>
                  </a:lnTo>
                  <a:close/>
                  <a:moveTo>
                    <a:pt x="8339" y="11437"/>
                  </a:moveTo>
                  <a:lnTo>
                    <a:pt x="10962" y="13429"/>
                  </a:lnTo>
                  <a:cubicBezTo>
                    <a:pt x="10440" y="14900"/>
                    <a:pt x="9621" y="16077"/>
                    <a:pt x="8632" y="16780"/>
                  </a:cubicBezTo>
                  <a:lnTo>
                    <a:pt x="7577" y="11972"/>
                  </a:lnTo>
                  <a:cubicBezTo>
                    <a:pt x="7865" y="11898"/>
                    <a:pt x="8127" y="11711"/>
                    <a:pt x="8339" y="11437"/>
                  </a:cubicBezTo>
                  <a:close/>
                  <a:moveTo>
                    <a:pt x="6690" y="11965"/>
                  </a:moveTo>
                  <a:lnTo>
                    <a:pt x="7842" y="17220"/>
                  </a:lnTo>
                  <a:cubicBezTo>
                    <a:pt x="7524" y="17353"/>
                    <a:pt x="7196" y="17437"/>
                    <a:pt x="6858" y="17471"/>
                  </a:cubicBezTo>
                  <a:cubicBezTo>
                    <a:pt x="6086" y="17393"/>
                    <a:pt x="5359" y="17051"/>
                    <a:pt x="4720" y="16495"/>
                  </a:cubicBezTo>
                  <a:lnTo>
                    <a:pt x="6242" y="11996"/>
                  </a:lnTo>
                  <a:cubicBezTo>
                    <a:pt x="6293" y="12003"/>
                    <a:pt x="6344" y="12007"/>
                    <a:pt x="6396" y="12007"/>
                  </a:cubicBezTo>
                  <a:cubicBezTo>
                    <a:pt x="6496" y="12007"/>
                    <a:pt x="6595" y="11993"/>
                    <a:pt x="6690" y="11965"/>
                  </a:cubicBezTo>
                  <a:close/>
                  <a:moveTo>
                    <a:pt x="6569" y="1"/>
                  </a:moveTo>
                  <a:cubicBezTo>
                    <a:pt x="2941" y="1"/>
                    <a:pt x="1" y="4307"/>
                    <a:pt x="1" y="9618"/>
                  </a:cubicBezTo>
                  <a:cubicBezTo>
                    <a:pt x="1" y="14931"/>
                    <a:pt x="2941" y="19237"/>
                    <a:pt x="6569" y="19237"/>
                  </a:cubicBezTo>
                  <a:cubicBezTo>
                    <a:pt x="6613" y="19237"/>
                    <a:pt x="6657" y="19232"/>
                    <a:pt x="6702" y="19231"/>
                  </a:cubicBezTo>
                  <a:cubicBezTo>
                    <a:pt x="6747" y="19232"/>
                    <a:pt x="6793" y="19237"/>
                    <a:pt x="6839" y="19237"/>
                  </a:cubicBezTo>
                  <a:cubicBezTo>
                    <a:pt x="6855" y="19237"/>
                    <a:pt x="6870" y="19235"/>
                    <a:pt x="6885" y="19234"/>
                  </a:cubicBezTo>
                  <a:cubicBezTo>
                    <a:pt x="6901" y="19235"/>
                    <a:pt x="6916" y="19237"/>
                    <a:pt x="6931" y="19237"/>
                  </a:cubicBezTo>
                  <a:cubicBezTo>
                    <a:pt x="6947" y="19237"/>
                    <a:pt x="6962" y="19235"/>
                    <a:pt x="6976" y="19234"/>
                  </a:cubicBezTo>
                  <a:cubicBezTo>
                    <a:pt x="6991" y="19235"/>
                    <a:pt x="7007" y="19237"/>
                    <a:pt x="7022" y="19237"/>
                  </a:cubicBezTo>
                  <a:cubicBezTo>
                    <a:pt x="7037" y="19237"/>
                    <a:pt x="7053" y="19235"/>
                    <a:pt x="7068" y="19234"/>
                  </a:cubicBezTo>
                  <a:cubicBezTo>
                    <a:pt x="7083" y="19235"/>
                    <a:pt x="7097" y="19237"/>
                    <a:pt x="7114" y="19237"/>
                  </a:cubicBezTo>
                  <a:cubicBezTo>
                    <a:pt x="7128" y="19237"/>
                    <a:pt x="7143" y="19235"/>
                    <a:pt x="7159" y="19234"/>
                  </a:cubicBezTo>
                  <a:cubicBezTo>
                    <a:pt x="7174" y="19235"/>
                    <a:pt x="7189" y="19237"/>
                    <a:pt x="7205" y="19237"/>
                  </a:cubicBezTo>
                  <a:cubicBezTo>
                    <a:pt x="7220" y="19237"/>
                    <a:pt x="7235" y="19235"/>
                    <a:pt x="7249" y="19234"/>
                  </a:cubicBezTo>
                  <a:cubicBezTo>
                    <a:pt x="7266" y="19235"/>
                    <a:pt x="7280" y="19237"/>
                    <a:pt x="7295" y="19237"/>
                  </a:cubicBezTo>
                  <a:cubicBezTo>
                    <a:pt x="7311" y="19237"/>
                    <a:pt x="7326" y="19235"/>
                    <a:pt x="7341" y="19234"/>
                  </a:cubicBezTo>
                  <a:cubicBezTo>
                    <a:pt x="7357" y="19235"/>
                    <a:pt x="7372" y="19237"/>
                    <a:pt x="7387" y="19237"/>
                  </a:cubicBezTo>
                  <a:cubicBezTo>
                    <a:pt x="7402" y="19237"/>
                    <a:pt x="7418" y="19235"/>
                    <a:pt x="7433" y="19234"/>
                  </a:cubicBezTo>
                  <a:cubicBezTo>
                    <a:pt x="7447" y="19235"/>
                    <a:pt x="7464" y="19237"/>
                    <a:pt x="7478" y="19237"/>
                  </a:cubicBezTo>
                  <a:cubicBezTo>
                    <a:pt x="7493" y="19237"/>
                    <a:pt x="7508" y="19235"/>
                    <a:pt x="7524" y="19234"/>
                  </a:cubicBezTo>
                  <a:cubicBezTo>
                    <a:pt x="7539" y="19235"/>
                    <a:pt x="7554" y="19237"/>
                    <a:pt x="7570" y="19237"/>
                  </a:cubicBezTo>
                  <a:cubicBezTo>
                    <a:pt x="11297" y="19237"/>
                    <a:pt x="14320" y="14931"/>
                    <a:pt x="14320" y="9618"/>
                  </a:cubicBezTo>
                  <a:cubicBezTo>
                    <a:pt x="14320" y="4307"/>
                    <a:pt x="11297" y="1"/>
                    <a:pt x="7570" y="1"/>
                  </a:cubicBezTo>
                  <a:cubicBezTo>
                    <a:pt x="7554" y="1"/>
                    <a:pt x="7539" y="2"/>
                    <a:pt x="7524" y="2"/>
                  </a:cubicBezTo>
                  <a:cubicBezTo>
                    <a:pt x="7508" y="2"/>
                    <a:pt x="7493" y="1"/>
                    <a:pt x="7478" y="1"/>
                  </a:cubicBezTo>
                  <a:cubicBezTo>
                    <a:pt x="7464" y="1"/>
                    <a:pt x="7447" y="2"/>
                    <a:pt x="7433" y="2"/>
                  </a:cubicBezTo>
                  <a:cubicBezTo>
                    <a:pt x="7418" y="2"/>
                    <a:pt x="7402" y="1"/>
                    <a:pt x="7387" y="1"/>
                  </a:cubicBezTo>
                  <a:cubicBezTo>
                    <a:pt x="7372" y="1"/>
                    <a:pt x="7357" y="2"/>
                    <a:pt x="7341" y="2"/>
                  </a:cubicBezTo>
                  <a:cubicBezTo>
                    <a:pt x="7326" y="2"/>
                    <a:pt x="7311" y="1"/>
                    <a:pt x="7295" y="1"/>
                  </a:cubicBezTo>
                  <a:cubicBezTo>
                    <a:pt x="7280" y="1"/>
                    <a:pt x="7266" y="2"/>
                    <a:pt x="7249" y="2"/>
                  </a:cubicBezTo>
                  <a:cubicBezTo>
                    <a:pt x="7235" y="2"/>
                    <a:pt x="7220" y="1"/>
                    <a:pt x="7205" y="1"/>
                  </a:cubicBezTo>
                  <a:cubicBezTo>
                    <a:pt x="7189" y="1"/>
                    <a:pt x="7174" y="2"/>
                    <a:pt x="7159" y="2"/>
                  </a:cubicBezTo>
                  <a:cubicBezTo>
                    <a:pt x="7143" y="2"/>
                    <a:pt x="7128" y="1"/>
                    <a:pt x="7114" y="1"/>
                  </a:cubicBezTo>
                  <a:cubicBezTo>
                    <a:pt x="7097" y="1"/>
                    <a:pt x="7083" y="2"/>
                    <a:pt x="7068" y="2"/>
                  </a:cubicBezTo>
                  <a:cubicBezTo>
                    <a:pt x="7053" y="2"/>
                    <a:pt x="7037" y="1"/>
                    <a:pt x="7022" y="1"/>
                  </a:cubicBezTo>
                  <a:cubicBezTo>
                    <a:pt x="7007" y="1"/>
                    <a:pt x="6991" y="2"/>
                    <a:pt x="6976" y="2"/>
                  </a:cubicBezTo>
                  <a:cubicBezTo>
                    <a:pt x="6962" y="2"/>
                    <a:pt x="6947" y="1"/>
                    <a:pt x="6931" y="1"/>
                  </a:cubicBezTo>
                  <a:cubicBezTo>
                    <a:pt x="6916" y="1"/>
                    <a:pt x="6901" y="2"/>
                    <a:pt x="6885" y="2"/>
                  </a:cubicBezTo>
                  <a:cubicBezTo>
                    <a:pt x="6870" y="2"/>
                    <a:pt x="6855" y="1"/>
                    <a:pt x="6839" y="1"/>
                  </a:cubicBezTo>
                  <a:cubicBezTo>
                    <a:pt x="6793" y="1"/>
                    <a:pt x="6747" y="5"/>
                    <a:pt x="6702" y="7"/>
                  </a:cubicBezTo>
                  <a:cubicBezTo>
                    <a:pt x="6657" y="5"/>
                    <a:pt x="6613" y="1"/>
                    <a:pt x="65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6"/>
            <p:cNvSpPr/>
            <p:nvPr/>
          </p:nvSpPr>
          <p:spPr>
            <a:xfrm>
              <a:off x="5304850" y="4341300"/>
              <a:ext cx="816475" cy="480925"/>
            </a:xfrm>
            <a:custGeom>
              <a:avLst/>
              <a:gdLst/>
              <a:ahLst/>
              <a:cxnLst/>
              <a:rect l="l" t="t" r="r" b="b"/>
              <a:pathLst>
                <a:path w="32659" h="19237" extrusionOk="0">
                  <a:moveTo>
                    <a:pt x="25239" y="919"/>
                  </a:moveTo>
                  <a:cubicBezTo>
                    <a:pt x="25345" y="933"/>
                    <a:pt x="25450" y="956"/>
                    <a:pt x="25555" y="978"/>
                  </a:cubicBezTo>
                  <a:cubicBezTo>
                    <a:pt x="25533" y="978"/>
                    <a:pt x="25512" y="983"/>
                    <a:pt x="25490" y="983"/>
                  </a:cubicBezTo>
                  <a:cubicBezTo>
                    <a:pt x="25448" y="981"/>
                    <a:pt x="25409" y="974"/>
                    <a:pt x="25367" y="974"/>
                  </a:cubicBezTo>
                  <a:cubicBezTo>
                    <a:pt x="25296" y="974"/>
                    <a:pt x="25227" y="986"/>
                    <a:pt x="25156" y="990"/>
                  </a:cubicBezTo>
                  <a:cubicBezTo>
                    <a:pt x="25087" y="986"/>
                    <a:pt x="25017" y="974"/>
                    <a:pt x="24946" y="974"/>
                  </a:cubicBezTo>
                  <a:cubicBezTo>
                    <a:pt x="24915" y="974"/>
                    <a:pt x="24886" y="980"/>
                    <a:pt x="24855" y="981"/>
                  </a:cubicBezTo>
                  <a:cubicBezTo>
                    <a:pt x="24980" y="953"/>
                    <a:pt x="25109" y="934"/>
                    <a:pt x="25239" y="919"/>
                  </a:cubicBezTo>
                  <a:close/>
                  <a:moveTo>
                    <a:pt x="25199" y="1859"/>
                  </a:moveTo>
                  <a:cubicBezTo>
                    <a:pt x="25800" y="1919"/>
                    <a:pt x="26371" y="2138"/>
                    <a:pt x="26897" y="2495"/>
                  </a:cubicBezTo>
                  <a:cubicBezTo>
                    <a:pt x="26893" y="2505"/>
                    <a:pt x="26884" y="2513"/>
                    <a:pt x="26881" y="2523"/>
                  </a:cubicBezTo>
                  <a:lnTo>
                    <a:pt x="25261" y="7306"/>
                  </a:lnTo>
                  <a:cubicBezTo>
                    <a:pt x="25239" y="7315"/>
                    <a:pt x="25215" y="7322"/>
                    <a:pt x="25193" y="7332"/>
                  </a:cubicBezTo>
                  <a:cubicBezTo>
                    <a:pt x="25093" y="7287"/>
                    <a:pt x="24989" y="7256"/>
                    <a:pt x="24881" y="7241"/>
                  </a:cubicBezTo>
                  <a:lnTo>
                    <a:pt x="23802" y="2312"/>
                  </a:lnTo>
                  <a:cubicBezTo>
                    <a:pt x="24242" y="2064"/>
                    <a:pt x="24710" y="1907"/>
                    <a:pt x="25199" y="1859"/>
                  </a:cubicBezTo>
                  <a:close/>
                  <a:moveTo>
                    <a:pt x="23034" y="2857"/>
                  </a:moveTo>
                  <a:lnTo>
                    <a:pt x="24046" y="7471"/>
                  </a:lnTo>
                  <a:cubicBezTo>
                    <a:pt x="23857" y="7609"/>
                    <a:pt x="23690" y="7800"/>
                    <a:pt x="23552" y="8034"/>
                  </a:cubicBezTo>
                  <a:lnTo>
                    <a:pt x="21026" y="6114"/>
                  </a:lnTo>
                  <a:cubicBezTo>
                    <a:pt x="21476" y="4748"/>
                    <a:pt x="22176" y="3614"/>
                    <a:pt x="23034" y="2857"/>
                  </a:cubicBezTo>
                  <a:close/>
                  <a:moveTo>
                    <a:pt x="27600" y="3081"/>
                  </a:moveTo>
                  <a:cubicBezTo>
                    <a:pt x="28507" y="3985"/>
                    <a:pt x="29211" y="5323"/>
                    <a:pt x="29596" y="6906"/>
                  </a:cubicBezTo>
                  <a:lnTo>
                    <a:pt x="26928" y="8208"/>
                  </a:lnTo>
                  <a:cubicBezTo>
                    <a:pt x="26736" y="7814"/>
                    <a:pt x="26467" y="7513"/>
                    <a:pt x="26154" y="7355"/>
                  </a:cubicBezTo>
                  <a:lnTo>
                    <a:pt x="27600" y="3081"/>
                  </a:lnTo>
                  <a:close/>
                  <a:moveTo>
                    <a:pt x="20787" y="6963"/>
                  </a:moveTo>
                  <a:lnTo>
                    <a:pt x="23242" y="8827"/>
                  </a:lnTo>
                  <a:cubicBezTo>
                    <a:pt x="23183" y="9075"/>
                    <a:pt x="23151" y="9341"/>
                    <a:pt x="23151" y="9618"/>
                  </a:cubicBezTo>
                  <a:cubicBezTo>
                    <a:pt x="23151" y="9763"/>
                    <a:pt x="23161" y="9903"/>
                    <a:pt x="23177" y="10041"/>
                  </a:cubicBezTo>
                  <a:lnTo>
                    <a:pt x="20584" y="11306"/>
                  </a:lnTo>
                  <a:cubicBezTo>
                    <a:pt x="20512" y="10776"/>
                    <a:pt x="20472" y="10228"/>
                    <a:pt x="20472" y="9665"/>
                  </a:cubicBezTo>
                  <a:cubicBezTo>
                    <a:pt x="20472" y="8713"/>
                    <a:pt x="20587" y="7806"/>
                    <a:pt x="20787" y="6963"/>
                  </a:cubicBezTo>
                  <a:close/>
                  <a:moveTo>
                    <a:pt x="29762" y="7721"/>
                  </a:moveTo>
                  <a:cubicBezTo>
                    <a:pt x="29864" y="8344"/>
                    <a:pt x="29924" y="8992"/>
                    <a:pt x="29924" y="9665"/>
                  </a:cubicBezTo>
                  <a:cubicBezTo>
                    <a:pt x="29924" y="10701"/>
                    <a:pt x="29791" y="11688"/>
                    <a:pt x="29555" y="12594"/>
                  </a:cubicBezTo>
                  <a:lnTo>
                    <a:pt x="27062" y="10701"/>
                  </a:lnTo>
                  <a:cubicBezTo>
                    <a:pt x="27173" y="10376"/>
                    <a:pt x="27237" y="10008"/>
                    <a:pt x="27237" y="9618"/>
                  </a:cubicBezTo>
                  <a:cubicBezTo>
                    <a:pt x="27237" y="9398"/>
                    <a:pt x="27214" y="9186"/>
                    <a:pt x="27178" y="8983"/>
                  </a:cubicBezTo>
                  <a:lnTo>
                    <a:pt x="29762" y="7721"/>
                  </a:lnTo>
                  <a:close/>
                  <a:moveTo>
                    <a:pt x="23375" y="10839"/>
                  </a:moveTo>
                  <a:cubicBezTo>
                    <a:pt x="23487" y="11126"/>
                    <a:pt x="23640" y="11372"/>
                    <a:pt x="23818" y="11566"/>
                  </a:cubicBezTo>
                  <a:lnTo>
                    <a:pt x="22387" y="15795"/>
                  </a:lnTo>
                  <a:cubicBezTo>
                    <a:pt x="21625" y="14857"/>
                    <a:pt x="21044" y="13590"/>
                    <a:pt x="20732" y="12130"/>
                  </a:cubicBezTo>
                  <a:lnTo>
                    <a:pt x="23375" y="10839"/>
                  </a:lnTo>
                  <a:close/>
                  <a:moveTo>
                    <a:pt x="26678" y="11437"/>
                  </a:moveTo>
                  <a:lnTo>
                    <a:pt x="29302" y="13429"/>
                  </a:lnTo>
                  <a:cubicBezTo>
                    <a:pt x="28780" y="14900"/>
                    <a:pt x="27960" y="16077"/>
                    <a:pt x="26971" y="16780"/>
                  </a:cubicBezTo>
                  <a:lnTo>
                    <a:pt x="25917" y="11972"/>
                  </a:lnTo>
                  <a:cubicBezTo>
                    <a:pt x="26204" y="11898"/>
                    <a:pt x="26466" y="11711"/>
                    <a:pt x="26678" y="11437"/>
                  </a:cubicBezTo>
                  <a:close/>
                  <a:moveTo>
                    <a:pt x="25029" y="11965"/>
                  </a:moveTo>
                  <a:lnTo>
                    <a:pt x="26181" y="17220"/>
                  </a:lnTo>
                  <a:cubicBezTo>
                    <a:pt x="25865" y="17353"/>
                    <a:pt x="25536" y="17437"/>
                    <a:pt x="25199" y="17471"/>
                  </a:cubicBezTo>
                  <a:cubicBezTo>
                    <a:pt x="24425" y="17393"/>
                    <a:pt x="23699" y="17051"/>
                    <a:pt x="23059" y="16495"/>
                  </a:cubicBezTo>
                  <a:lnTo>
                    <a:pt x="24582" y="11996"/>
                  </a:lnTo>
                  <a:cubicBezTo>
                    <a:pt x="24632" y="12003"/>
                    <a:pt x="24684" y="12007"/>
                    <a:pt x="24735" y="12007"/>
                  </a:cubicBezTo>
                  <a:cubicBezTo>
                    <a:pt x="24836" y="12007"/>
                    <a:pt x="24935" y="11993"/>
                    <a:pt x="25029" y="11965"/>
                  </a:cubicBezTo>
                  <a:close/>
                  <a:moveTo>
                    <a:pt x="24908" y="1"/>
                  </a:moveTo>
                  <a:cubicBezTo>
                    <a:pt x="23679" y="1"/>
                    <a:pt x="22532" y="496"/>
                    <a:pt x="21549" y="1355"/>
                  </a:cubicBezTo>
                  <a:cubicBezTo>
                    <a:pt x="21812" y="1057"/>
                    <a:pt x="22086" y="792"/>
                    <a:pt x="22373" y="565"/>
                  </a:cubicBezTo>
                  <a:lnTo>
                    <a:pt x="18966" y="565"/>
                  </a:lnTo>
                  <a:cubicBezTo>
                    <a:pt x="17094" y="2708"/>
                    <a:pt x="15816" y="6265"/>
                    <a:pt x="15650" y="10351"/>
                  </a:cubicBezTo>
                  <a:lnTo>
                    <a:pt x="6567" y="10351"/>
                  </a:lnTo>
                  <a:cubicBezTo>
                    <a:pt x="6404" y="6265"/>
                    <a:pt x="5157" y="2708"/>
                    <a:pt x="3327" y="565"/>
                  </a:cubicBezTo>
                  <a:lnTo>
                    <a:pt x="0" y="565"/>
                  </a:lnTo>
                  <a:cubicBezTo>
                    <a:pt x="2209" y="2358"/>
                    <a:pt x="3757" y="6463"/>
                    <a:pt x="3757" y="11257"/>
                  </a:cubicBezTo>
                  <a:cubicBezTo>
                    <a:pt x="3757" y="11866"/>
                    <a:pt x="3732" y="12464"/>
                    <a:pt x="3685" y="13048"/>
                  </a:cubicBezTo>
                  <a:lnTo>
                    <a:pt x="6514" y="13048"/>
                  </a:lnTo>
                  <a:cubicBezTo>
                    <a:pt x="6514" y="13042"/>
                    <a:pt x="6514" y="13037"/>
                    <a:pt x="6515" y="13031"/>
                  </a:cubicBezTo>
                  <a:lnTo>
                    <a:pt x="15703" y="13031"/>
                  </a:lnTo>
                  <a:cubicBezTo>
                    <a:pt x="15704" y="13037"/>
                    <a:pt x="15704" y="13042"/>
                    <a:pt x="15704" y="13048"/>
                  </a:cubicBezTo>
                  <a:lnTo>
                    <a:pt x="18601" y="13048"/>
                  </a:lnTo>
                  <a:cubicBezTo>
                    <a:pt x="18572" y="12700"/>
                    <a:pt x="18554" y="12344"/>
                    <a:pt x="18542" y="11987"/>
                  </a:cubicBezTo>
                  <a:lnTo>
                    <a:pt x="18542" y="11987"/>
                  </a:lnTo>
                  <a:cubicBezTo>
                    <a:pt x="19261" y="16154"/>
                    <a:pt x="21838" y="19237"/>
                    <a:pt x="24908" y="19237"/>
                  </a:cubicBezTo>
                  <a:cubicBezTo>
                    <a:pt x="24952" y="19237"/>
                    <a:pt x="24997" y="19232"/>
                    <a:pt x="25041" y="19231"/>
                  </a:cubicBezTo>
                  <a:cubicBezTo>
                    <a:pt x="25087" y="19232"/>
                    <a:pt x="25132" y="19237"/>
                    <a:pt x="25180" y="19237"/>
                  </a:cubicBezTo>
                  <a:cubicBezTo>
                    <a:pt x="25194" y="19237"/>
                    <a:pt x="25209" y="19235"/>
                    <a:pt x="25224" y="19234"/>
                  </a:cubicBezTo>
                  <a:cubicBezTo>
                    <a:pt x="25240" y="19235"/>
                    <a:pt x="25255" y="19237"/>
                    <a:pt x="25270" y="19237"/>
                  </a:cubicBezTo>
                  <a:cubicBezTo>
                    <a:pt x="25286" y="19237"/>
                    <a:pt x="25301" y="19235"/>
                    <a:pt x="25316" y="19234"/>
                  </a:cubicBezTo>
                  <a:cubicBezTo>
                    <a:pt x="25332" y="19235"/>
                    <a:pt x="25347" y="19237"/>
                    <a:pt x="25361" y="19237"/>
                  </a:cubicBezTo>
                  <a:cubicBezTo>
                    <a:pt x="25376" y="19237"/>
                    <a:pt x="25392" y="19235"/>
                    <a:pt x="25407" y="19234"/>
                  </a:cubicBezTo>
                  <a:cubicBezTo>
                    <a:pt x="25422" y="19235"/>
                    <a:pt x="25437" y="19237"/>
                    <a:pt x="25453" y="19237"/>
                  </a:cubicBezTo>
                  <a:cubicBezTo>
                    <a:pt x="25468" y="19237"/>
                    <a:pt x="25482" y="19235"/>
                    <a:pt x="25499" y="19234"/>
                  </a:cubicBezTo>
                  <a:cubicBezTo>
                    <a:pt x="25513" y="19235"/>
                    <a:pt x="25528" y="19237"/>
                    <a:pt x="25544" y="19237"/>
                  </a:cubicBezTo>
                  <a:cubicBezTo>
                    <a:pt x="25559" y="19237"/>
                    <a:pt x="25574" y="19235"/>
                    <a:pt x="25590" y="19234"/>
                  </a:cubicBezTo>
                  <a:cubicBezTo>
                    <a:pt x="25605" y="19235"/>
                    <a:pt x="25620" y="19237"/>
                    <a:pt x="25635" y="19237"/>
                  </a:cubicBezTo>
                  <a:cubicBezTo>
                    <a:pt x="25651" y="19237"/>
                    <a:pt x="25666" y="19235"/>
                    <a:pt x="25680" y="19234"/>
                  </a:cubicBezTo>
                  <a:cubicBezTo>
                    <a:pt x="25697" y="19235"/>
                    <a:pt x="25711" y="19237"/>
                    <a:pt x="25726" y="19237"/>
                  </a:cubicBezTo>
                  <a:cubicBezTo>
                    <a:pt x="25742" y="19237"/>
                    <a:pt x="25757" y="19235"/>
                    <a:pt x="25772" y="19234"/>
                  </a:cubicBezTo>
                  <a:cubicBezTo>
                    <a:pt x="25787" y="19235"/>
                    <a:pt x="25803" y="19237"/>
                    <a:pt x="25818" y="19237"/>
                  </a:cubicBezTo>
                  <a:cubicBezTo>
                    <a:pt x="25832" y="19237"/>
                    <a:pt x="25849" y="19235"/>
                    <a:pt x="25863" y="19234"/>
                  </a:cubicBezTo>
                  <a:cubicBezTo>
                    <a:pt x="25878" y="19235"/>
                    <a:pt x="25893" y="19237"/>
                    <a:pt x="25909" y="19237"/>
                  </a:cubicBezTo>
                  <a:cubicBezTo>
                    <a:pt x="29636" y="19237"/>
                    <a:pt x="32659" y="14931"/>
                    <a:pt x="32659" y="9618"/>
                  </a:cubicBezTo>
                  <a:cubicBezTo>
                    <a:pt x="32659" y="4307"/>
                    <a:pt x="29636" y="1"/>
                    <a:pt x="25909" y="1"/>
                  </a:cubicBezTo>
                  <a:cubicBezTo>
                    <a:pt x="25893" y="1"/>
                    <a:pt x="25878" y="2"/>
                    <a:pt x="25863" y="2"/>
                  </a:cubicBezTo>
                  <a:cubicBezTo>
                    <a:pt x="25849" y="2"/>
                    <a:pt x="25832" y="1"/>
                    <a:pt x="25818" y="1"/>
                  </a:cubicBezTo>
                  <a:cubicBezTo>
                    <a:pt x="25803" y="1"/>
                    <a:pt x="25787" y="2"/>
                    <a:pt x="25772" y="2"/>
                  </a:cubicBezTo>
                  <a:cubicBezTo>
                    <a:pt x="25757" y="2"/>
                    <a:pt x="25742" y="1"/>
                    <a:pt x="25726" y="1"/>
                  </a:cubicBezTo>
                  <a:cubicBezTo>
                    <a:pt x="25711" y="1"/>
                    <a:pt x="25697" y="2"/>
                    <a:pt x="25680" y="2"/>
                  </a:cubicBezTo>
                  <a:cubicBezTo>
                    <a:pt x="25666" y="2"/>
                    <a:pt x="25651" y="1"/>
                    <a:pt x="25635" y="1"/>
                  </a:cubicBezTo>
                  <a:cubicBezTo>
                    <a:pt x="25620" y="1"/>
                    <a:pt x="25605" y="2"/>
                    <a:pt x="25590" y="2"/>
                  </a:cubicBezTo>
                  <a:cubicBezTo>
                    <a:pt x="25574" y="2"/>
                    <a:pt x="25559" y="1"/>
                    <a:pt x="25544" y="1"/>
                  </a:cubicBezTo>
                  <a:cubicBezTo>
                    <a:pt x="25528" y="1"/>
                    <a:pt x="25513" y="2"/>
                    <a:pt x="25499" y="2"/>
                  </a:cubicBezTo>
                  <a:cubicBezTo>
                    <a:pt x="25482" y="2"/>
                    <a:pt x="25468" y="1"/>
                    <a:pt x="25453" y="1"/>
                  </a:cubicBezTo>
                  <a:cubicBezTo>
                    <a:pt x="25437" y="1"/>
                    <a:pt x="25422" y="2"/>
                    <a:pt x="25407" y="2"/>
                  </a:cubicBezTo>
                  <a:cubicBezTo>
                    <a:pt x="25392" y="2"/>
                    <a:pt x="25376" y="1"/>
                    <a:pt x="25361" y="1"/>
                  </a:cubicBezTo>
                  <a:cubicBezTo>
                    <a:pt x="25347" y="1"/>
                    <a:pt x="25332" y="2"/>
                    <a:pt x="25316" y="2"/>
                  </a:cubicBezTo>
                  <a:cubicBezTo>
                    <a:pt x="25301" y="2"/>
                    <a:pt x="25286" y="1"/>
                    <a:pt x="25270" y="1"/>
                  </a:cubicBezTo>
                  <a:cubicBezTo>
                    <a:pt x="25255" y="1"/>
                    <a:pt x="25240" y="2"/>
                    <a:pt x="25224" y="2"/>
                  </a:cubicBezTo>
                  <a:cubicBezTo>
                    <a:pt x="25209" y="2"/>
                    <a:pt x="25194" y="1"/>
                    <a:pt x="25180" y="1"/>
                  </a:cubicBezTo>
                  <a:cubicBezTo>
                    <a:pt x="25132" y="1"/>
                    <a:pt x="25087" y="5"/>
                    <a:pt x="25041" y="7"/>
                  </a:cubicBezTo>
                  <a:cubicBezTo>
                    <a:pt x="24997" y="5"/>
                    <a:pt x="24952" y="1"/>
                    <a:pt x="249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6"/>
            <p:cNvSpPr/>
            <p:nvPr/>
          </p:nvSpPr>
          <p:spPr>
            <a:xfrm>
              <a:off x="3481150" y="4023425"/>
              <a:ext cx="190425" cy="626900"/>
            </a:xfrm>
            <a:custGeom>
              <a:avLst/>
              <a:gdLst/>
              <a:ahLst/>
              <a:cxnLst/>
              <a:rect l="l" t="t" r="r" b="b"/>
              <a:pathLst>
                <a:path w="7617" h="25076" extrusionOk="0">
                  <a:moveTo>
                    <a:pt x="1441" y="1"/>
                  </a:moveTo>
                  <a:cubicBezTo>
                    <a:pt x="646" y="1"/>
                    <a:pt x="0" y="646"/>
                    <a:pt x="0" y="1442"/>
                  </a:cubicBezTo>
                  <a:lnTo>
                    <a:pt x="0" y="14392"/>
                  </a:lnTo>
                  <a:cubicBezTo>
                    <a:pt x="0" y="15188"/>
                    <a:pt x="646" y="15833"/>
                    <a:pt x="1441" y="15833"/>
                  </a:cubicBezTo>
                  <a:lnTo>
                    <a:pt x="2259" y="15833"/>
                  </a:lnTo>
                  <a:lnTo>
                    <a:pt x="2259" y="22239"/>
                  </a:lnTo>
                  <a:lnTo>
                    <a:pt x="45" y="22239"/>
                  </a:lnTo>
                  <a:lnTo>
                    <a:pt x="45" y="22540"/>
                  </a:lnTo>
                  <a:cubicBezTo>
                    <a:pt x="45" y="23940"/>
                    <a:pt x="1180" y="25075"/>
                    <a:pt x="2580" y="25075"/>
                  </a:cubicBezTo>
                  <a:lnTo>
                    <a:pt x="5037" y="25075"/>
                  </a:lnTo>
                  <a:cubicBezTo>
                    <a:pt x="6438" y="25075"/>
                    <a:pt x="7572" y="23940"/>
                    <a:pt x="7572" y="22540"/>
                  </a:cubicBezTo>
                  <a:lnTo>
                    <a:pt x="7572" y="22239"/>
                  </a:lnTo>
                  <a:lnTo>
                    <a:pt x="5359" y="22239"/>
                  </a:lnTo>
                  <a:lnTo>
                    <a:pt x="5359" y="15833"/>
                  </a:lnTo>
                  <a:lnTo>
                    <a:pt x="6177" y="15833"/>
                  </a:lnTo>
                  <a:cubicBezTo>
                    <a:pt x="6971" y="15833"/>
                    <a:pt x="7617" y="15188"/>
                    <a:pt x="7617" y="14392"/>
                  </a:cubicBezTo>
                  <a:lnTo>
                    <a:pt x="7617" y="1442"/>
                  </a:lnTo>
                  <a:cubicBezTo>
                    <a:pt x="7617" y="646"/>
                    <a:pt x="6971" y="1"/>
                    <a:pt x="61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6"/>
            <p:cNvSpPr/>
            <p:nvPr/>
          </p:nvSpPr>
          <p:spPr>
            <a:xfrm>
              <a:off x="3481150" y="3861000"/>
              <a:ext cx="190425" cy="128150"/>
            </a:xfrm>
            <a:custGeom>
              <a:avLst/>
              <a:gdLst/>
              <a:ahLst/>
              <a:cxnLst/>
              <a:rect l="l" t="t" r="r" b="b"/>
              <a:pathLst>
                <a:path w="7617" h="5126" extrusionOk="0">
                  <a:moveTo>
                    <a:pt x="1441" y="1"/>
                  </a:moveTo>
                  <a:cubicBezTo>
                    <a:pt x="646" y="1"/>
                    <a:pt x="0" y="646"/>
                    <a:pt x="0" y="1442"/>
                  </a:cubicBezTo>
                  <a:lnTo>
                    <a:pt x="0" y="3685"/>
                  </a:lnTo>
                  <a:cubicBezTo>
                    <a:pt x="0" y="4481"/>
                    <a:pt x="646" y="5126"/>
                    <a:pt x="1441" y="5126"/>
                  </a:cubicBezTo>
                  <a:lnTo>
                    <a:pt x="6177" y="5126"/>
                  </a:lnTo>
                  <a:cubicBezTo>
                    <a:pt x="6971" y="5126"/>
                    <a:pt x="7617" y="4481"/>
                    <a:pt x="7617" y="3685"/>
                  </a:cubicBezTo>
                  <a:lnTo>
                    <a:pt x="7617" y="1442"/>
                  </a:lnTo>
                  <a:cubicBezTo>
                    <a:pt x="7617" y="646"/>
                    <a:pt x="6971" y="1"/>
                    <a:pt x="6177" y="1"/>
                  </a:cubicBezTo>
                  <a:close/>
                </a:path>
              </a:pathLst>
            </a:custGeom>
            <a:solidFill>
              <a:srgbClr val="231E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6"/>
            <p:cNvSpPr/>
            <p:nvPr/>
          </p:nvSpPr>
          <p:spPr>
            <a:xfrm>
              <a:off x="3481150" y="3700875"/>
              <a:ext cx="190425" cy="128100"/>
            </a:xfrm>
            <a:custGeom>
              <a:avLst/>
              <a:gdLst/>
              <a:ahLst/>
              <a:cxnLst/>
              <a:rect l="l" t="t" r="r" b="b"/>
              <a:pathLst>
                <a:path w="7617" h="5124" extrusionOk="0">
                  <a:moveTo>
                    <a:pt x="1441" y="0"/>
                  </a:moveTo>
                  <a:cubicBezTo>
                    <a:pt x="646" y="0"/>
                    <a:pt x="0" y="645"/>
                    <a:pt x="0" y="1441"/>
                  </a:cubicBezTo>
                  <a:lnTo>
                    <a:pt x="0" y="3684"/>
                  </a:lnTo>
                  <a:cubicBezTo>
                    <a:pt x="0" y="4480"/>
                    <a:pt x="646" y="5124"/>
                    <a:pt x="1441" y="5124"/>
                  </a:cubicBezTo>
                  <a:lnTo>
                    <a:pt x="6177" y="5124"/>
                  </a:lnTo>
                  <a:cubicBezTo>
                    <a:pt x="6971" y="5124"/>
                    <a:pt x="7617" y="4480"/>
                    <a:pt x="7617" y="3684"/>
                  </a:cubicBezTo>
                  <a:lnTo>
                    <a:pt x="7617" y="1441"/>
                  </a:lnTo>
                  <a:cubicBezTo>
                    <a:pt x="7617" y="645"/>
                    <a:pt x="6971" y="0"/>
                    <a:pt x="6177" y="0"/>
                  </a:cubicBezTo>
                  <a:close/>
                </a:path>
              </a:pathLst>
            </a:custGeom>
            <a:solidFill>
              <a:srgbClr val="231E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6"/>
            <p:cNvSpPr/>
            <p:nvPr/>
          </p:nvSpPr>
          <p:spPr>
            <a:xfrm>
              <a:off x="3701525" y="3679700"/>
              <a:ext cx="841925" cy="1142525"/>
            </a:xfrm>
            <a:custGeom>
              <a:avLst/>
              <a:gdLst/>
              <a:ahLst/>
              <a:cxnLst/>
              <a:rect l="l" t="t" r="r" b="b"/>
              <a:pathLst>
                <a:path w="33677" h="45701" extrusionOk="0">
                  <a:moveTo>
                    <a:pt x="16434" y="2172"/>
                  </a:moveTo>
                  <a:cubicBezTo>
                    <a:pt x="16878" y="2229"/>
                    <a:pt x="17319" y="2318"/>
                    <a:pt x="17750" y="2437"/>
                  </a:cubicBezTo>
                  <a:cubicBezTo>
                    <a:pt x="17259" y="2356"/>
                    <a:pt x="16763" y="2312"/>
                    <a:pt x="16258" y="2312"/>
                  </a:cubicBezTo>
                  <a:cubicBezTo>
                    <a:pt x="16173" y="2312"/>
                    <a:pt x="16088" y="2319"/>
                    <a:pt x="16003" y="2321"/>
                  </a:cubicBezTo>
                  <a:cubicBezTo>
                    <a:pt x="15919" y="2319"/>
                    <a:pt x="15833" y="2312"/>
                    <a:pt x="15747" y="2312"/>
                  </a:cubicBezTo>
                  <a:cubicBezTo>
                    <a:pt x="15681" y="2312"/>
                    <a:pt x="15614" y="2318"/>
                    <a:pt x="15547" y="2319"/>
                  </a:cubicBezTo>
                  <a:cubicBezTo>
                    <a:pt x="15840" y="2256"/>
                    <a:pt x="16136" y="2209"/>
                    <a:pt x="16434" y="2172"/>
                  </a:cubicBezTo>
                  <a:close/>
                  <a:moveTo>
                    <a:pt x="15811" y="4361"/>
                  </a:moveTo>
                  <a:cubicBezTo>
                    <a:pt x="17440" y="4413"/>
                    <a:pt x="18987" y="4962"/>
                    <a:pt x="20396" y="5915"/>
                  </a:cubicBezTo>
                  <a:cubicBezTo>
                    <a:pt x="20384" y="5940"/>
                    <a:pt x="20369" y="5964"/>
                    <a:pt x="20359" y="5992"/>
                  </a:cubicBezTo>
                  <a:lnTo>
                    <a:pt x="16499" y="17356"/>
                  </a:lnTo>
                  <a:cubicBezTo>
                    <a:pt x="16444" y="17376"/>
                    <a:pt x="16391" y="17394"/>
                    <a:pt x="16338" y="17418"/>
                  </a:cubicBezTo>
                  <a:cubicBezTo>
                    <a:pt x="16099" y="17310"/>
                    <a:pt x="15849" y="17236"/>
                    <a:pt x="15592" y="17201"/>
                  </a:cubicBezTo>
                  <a:lnTo>
                    <a:pt x="12924" y="5058"/>
                  </a:lnTo>
                  <a:cubicBezTo>
                    <a:pt x="12920" y="5039"/>
                    <a:pt x="12911" y="5021"/>
                    <a:pt x="12905" y="5002"/>
                  </a:cubicBezTo>
                  <a:cubicBezTo>
                    <a:pt x="13834" y="4614"/>
                    <a:pt x="14808" y="4394"/>
                    <a:pt x="15811" y="4361"/>
                  </a:cubicBezTo>
                  <a:close/>
                  <a:moveTo>
                    <a:pt x="11031" y="6052"/>
                  </a:moveTo>
                  <a:lnTo>
                    <a:pt x="13600" y="17747"/>
                  </a:lnTo>
                  <a:cubicBezTo>
                    <a:pt x="13151" y="18075"/>
                    <a:pt x="12753" y="18530"/>
                    <a:pt x="12425" y="19085"/>
                  </a:cubicBezTo>
                  <a:lnTo>
                    <a:pt x="6101" y="14298"/>
                  </a:lnTo>
                  <a:cubicBezTo>
                    <a:pt x="5915" y="14157"/>
                    <a:pt x="5690" y="14089"/>
                    <a:pt x="5464" y="14084"/>
                  </a:cubicBezTo>
                  <a:cubicBezTo>
                    <a:pt x="6705" y="10565"/>
                    <a:pt x="8661" y="7736"/>
                    <a:pt x="11031" y="6052"/>
                  </a:cubicBezTo>
                  <a:close/>
                  <a:moveTo>
                    <a:pt x="22079" y="7310"/>
                  </a:moveTo>
                  <a:cubicBezTo>
                    <a:pt x="24238" y="9459"/>
                    <a:pt x="25924" y="12638"/>
                    <a:pt x="26844" y="16400"/>
                  </a:cubicBezTo>
                  <a:lnTo>
                    <a:pt x="20474" y="19500"/>
                  </a:lnTo>
                  <a:cubicBezTo>
                    <a:pt x="20016" y="18564"/>
                    <a:pt x="19375" y="17846"/>
                    <a:pt x="18627" y="17469"/>
                  </a:cubicBezTo>
                  <a:lnTo>
                    <a:pt x="22079" y="7310"/>
                  </a:lnTo>
                  <a:close/>
                  <a:moveTo>
                    <a:pt x="4921" y="15848"/>
                  </a:moveTo>
                  <a:lnTo>
                    <a:pt x="11685" y="20969"/>
                  </a:lnTo>
                  <a:cubicBezTo>
                    <a:pt x="11548" y="21558"/>
                    <a:pt x="11468" y="22190"/>
                    <a:pt x="11468" y="22850"/>
                  </a:cubicBezTo>
                  <a:cubicBezTo>
                    <a:pt x="11468" y="23193"/>
                    <a:pt x="11492" y="23526"/>
                    <a:pt x="11530" y="23851"/>
                  </a:cubicBezTo>
                  <a:lnTo>
                    <a:pt x="4459" y="27293"/>
                  </a:lnTo>
                  <a:cubicBezTo>
                    <a:pt x="4419" y="27313"/>
                    <a:pt x="4385" y="27338"/>
                    <a:pt x="4348" y="27361"/>
                  </a:cubicBezTo>
                  <a:cubicBezTo>
                    <a:pt x="4126" y="25950"/>
                    <a:pt x="4007" y="24476"/>
                    <a:pt x="4007" y="22959"/>
                  </a:cubicBezTo>
                  <a:cubicBezTo>
                    <a:pt x="4007" y="20440"/>
                    <a:pt x="4332" y="18039"/>
                    <a:pt x="4921" y="15848"/>
                  </a:cubicBezTo>
                  <a:close/>
                  <a:moveTo>
                    <a:pt x="27241" y="18336"/>
                  </a:moveTo>
                  <a:cubicBezTo>
                    <a:pt x="27487" y="19814"/>
                    <a:pt x="27616" y="21363"/>
                    <a:pt x="27616" y="22959"/>
                  </a:cubicBezTo>
                  <a:cubicBezTo>
                    <a:pt x="27616" y="25422"/>
                    <a:pt x="27305" y="27770"/>
                    <a:pt x="26741" y="29920"/>
                  </a:cubicBezTo>
                  <a:lnTo>
                    <a:pt x="20794" y="25420"/>
                  </a:lnTo>
                  <a:cubicBezTo>
                    <a:pt x="21057" y="24647"/>
                    <a:pt x="21208" y="23776"/>
                    <a:pt x="21208" y="22850"/>
                  </a:cubicBezTo>
                  <a:cubicBezTo>
                    <a:pt x="21208" y="22326"/>
                    <a:pt x="21156" y="21821"/>
                    <a:pt x="21068" y="21340"/>
                  </a:cubicBezTo>
                  <a:lnTo>
                    <a:pt x="27241" y="18336"/>
                  </a:lnTo>
                  <a:close/>
                  <a:moveTo>
                    <a:pt x="12003" y="25750"/>
                  </a:moveTo>
                  <a:cubicBezTo>
                    <a:pt x="12273" y="26431"/>
                    <a:pt x="12633" y="27019"/>
                    <a:pt x="13060" y="27475"/>
                  </a:cubicBezTo>
                  <a:lnTo>
                    <a:pt x="9345" y="38411"/>
                  </a:lnTo>
                  <a:cubicBezTo>
                    <a:pt x="7186" y="36171"/>
                    <a:pt x="5525" y="32881"/>
                    <a:pt x="4664" y="29017"/>
                  </a:cubicBezTo>
                  <a:lnTo>
                    <a:pt x="4664" y="29017"/>
                  </a:lnTo>
                  <a:cubicBezTo>
                    <a:pt x="4757" y="29042"/>
                    <a:pt x="4853" y="29056"/>
                    <a:pt x="4952" y="29056"/>
                  </a:cubicBezTo>
                  <a:cubicBezTo>
                    <a:pt x="5117" y="29056"/>
                    <a:pt x="5286" y="29020"/>
                    <a:pt x="5442" y="28944"/>
                  </a:cubicBezTo>
                  <a:lnTo>
                    <a:pt x="12003" y="25750"/>
                  </a:lnTo>
                  <a:close/>
                  <a:moveTo>
                    <a:pt x="19878" y="27169"/>
                  </a:moveTo>
                  <a:lnTo>
                    <a:pt x="26134" y="31905"/>
                  </a:lnTo>
                  <a:cubicBezTo>
                    <a:pt x="24889" y="35400"/>
                    <a:pt x="22937" y="38209"/>
                    <a:pt x="20577" y="39879"/>
                  </a:cubicBezTo>
                  <a:lnTo>
                    <a:pt x="18063" y="28441"/>
                  </a:lnTo>
                  <a:cubicBezTo>
                    <a:pt x="18748" y="28266"/>
                    <a:pt x="19371" y="27819"/>
                    <a:pt x="19878" y="27169"/>
                  </a:cubicBezTo>
                  <a:close/>
                  <a:moveTo>
                    <a:pt x="15947" y="28424"/>
                  </a:moveTo>
                  <a:lnTo>
                    <a:pt x="18695" y="40927"/>
                  </a:lnTo>
                  <a:cubicBezTo>
                    <a:pt x="17773" y="41311"/>
                    <a:pt x="16808" y="41526"/>
                    <a:pt x="15811" y="41559"/>
                  </a:cubicBezTo>
                  <a:cubicBezTo>
                    <a:pt x="14104" y="41503"/>
                    <a:pt x="12483" y="40902"/>
                    <a:pt x="11021" y="39861"/>
                  </a:cubicBezTo>
                  <a:lnTo>
                    <a:pt x="14881" y="28498"/>
                  </a:lnTo>
                  <a:cubicBezTo>
                    <a:pt x="15000" y="28516"/>
                    <a:pt x="15121" y="28526"/>
                    <a:pt x="15245" y="28526"/>
                  </a:cubicBezTo>
                  <a:cubicBezTo>
                    <a:pt x="15485" y="28526"/>
                    <a:pt x="15719" y="28489"/>
                    <a:pt x="15947" y="28424"/>
                  </a:cubicBezTo>
                  <a:close/>
                  <a:moveTo>
                    <a:pt x="15657" y="1"/>
                  </a:moveTo>
                  <a:cubicBezTo>
                    <a:pt x="7010" y="1"/>
                    <a:pt x="1" y="10231"/>
                    <a:pt x="1" y="22850"/>
                  </a:cubicBezTo>
                  <a:cubicBezTo>
                    <a:pt x="1" y="35469"/>
                    <a:pt x="7010" y="45701"/>
                    <a:pt x="15657" y="45701"/>
                  </a:cubicBezTo>
                  <a:cubicBezTo>
                    <a:pt x="15764" y="45701"/>
                    <a:pt x="15870" y="45692"/>
                    <a:pt x="15976" y="45689"/>
                  </a:cubicBezTo>
                  <a:cubicBezTo>
                    <a:pt x="16086" y="45692"/>
                    <a:pt x="16193" y="45701"/>
                    <a:pt x="16304" y="45701"/>
                  </a:cubicBezTo>
                  <a:cubicBezTo>
                    <a:pt x="16340" y="45701"/>
                    <a:pt x="16376" y="45696"/>
                    <a:pt x="16412" y="45696"/>
                  </a:cubicBezTo>
                  <a:cubicBezTo>
                    <a:pt x="16449" y="45696"/>
                    <a:pt x="16484" y="45701"/>
                    <a:pt x="16521" y="45701"/>
                  </a:cubicBezTo>
                  <a:cubicBezTo>
                    <a:pt x="16558" y="45701"/>
                    <a:pt x="16593" y="45696"/>
                    <a:pt x="16630" y="45696"/>
                  </a:cubicBezTo>
                  <a:cubicBezTo>
                    <a:pt x="16666" y="45696"/>
                    <a:pt x="16701" y="45701"/>
                    <a:pt x="16738" y="45701"/>
                  </a:cubicBezTo>
                  <a:cubicBezTo>
                    <a:pt x="16775" y="45701"/>
                    <a:pt x="16811" y="45696"/>
                    <a:pt x="16847" y="45696"/>
                  </a:cubicBezTo>
                  <a:cubicBezTo>
                    <a:pt x="16883" y="45696"/>
                    <a:pt x="16920" y="45701"/>
                    <a:pt x="16955" y="45701"/>
                  </a:cubicBezTo>
                  <a:cubicBezTo>
                    <a:pt x="16992" y="45701"/>
                    <a:pt x="17028" y="45696"/>
                    <a:pt x="17065" y="45696"/>
                  </a:cubicBezTo>
                  <a:cubicBezTo>
                    <a:pt x="17101" y="45696"/>
                    <a:pt x="17137" y="45701"/>
                    <a:pt x="17174" y="45701"/>
                  </a:cubicBezTo>
                  <a:cubicBezTo>
                    <a:pt x="17209" y="45701"/>
                    <a:pt x="17246" y="45696"/>
                    <a:pt x="17282" y="45696"/>
                  </a:cubicBezTo>
                  <a:cubicBezTo>
                    <a:pt x="17319" y="45696"/>
                    <a:pt x="17354" y="45701"/>
                    <a:pt x="17391" y="45701"/>
                  </a:cubicBezTo>
                  <a:cubicBezTo>
                    <a:pt x="17428" y="45701"/>
                    <a:pt x="17463" y="45696"/>
                    <a:pt x="17500" y="45696"/>
                  </a:cubicBezTo>
                  <a:cubicBezTo>
                    <a:pt x="17536" y="45696"/>
                    <a:pt x="17573" y="45701"/>
                    <a:pt x="17608" y="45701"/>
                  </a:cubicBezTo>
                  <a:cubicBezTo>
                    <a:pt x="17645" y="45701"/>
                    <a:pt x="17680" y="45696"/>
                    <a:pt x="17717" y="45696"/>
                  </a:cubicBezTo>
                  <a:cubicBezTo>
                    <a:pt x="17754" y="45696"/>
                    <a:pt x="17790" y="45701"/>
                    <a:pt x="17826" y="45701"/>
                  </a:cubicBezTo>
                  <a:cubicBezTo>
                    <a:pt x="17862" y="45701"/>
                    <a:pt x="17899" y="45696"/>
                    <a:pt x="17934" y="45696"/>
                  </a:cubicBezTo>
                  <a:cubicBezTo>
                    <a:pt x="17971" y="45696"/>
                    <a:pt x="18007" y="45701"/>
                    <a:pt x="18044" y="45701"/>
                  </a:cubicBezTo>
                  <a:cubicBezTo>
                    <a:pt x="26930" y="45701"/>
                    <a:pt x="33677" y="35469"/>
                    <a:pt x="33677" y="22850"/>
                  </a:cubicBezTo>
                  <a:cubicBezTo>
                    <a:pt x="33677" y="10231"/>
                    <a:pt x="26930" y="1"/>
                    <a:pt x="18044" y="1"/>
                  </a:cubicBezTo>
                  <a:cubicBezTo>
                    <a:pt x="18007" y="1"/>
                    <a:pt x="17971" y="4"/>
                    <a:pt x="17934" y="5"/>
                  </a:cubicBezTo>
                  <a:cubicBezTo>
                    <a:pt x="17899" y="4"/>
                    <a:pt x="17862" y="1"/>
                    <a:pt x="17826" y="1"/>
                  </a:cubicBezTo>
                  <a:cubicBezTo>
                    <a:pt x="17790" y="1"/>
                    <a:pt x="17754" y="4"/>
                    <a:pt x="17717" y="5"/>
                  </a:cubicBezTo>
                  <a:cubicBezTo>
                    <a:pt x="17680" y="4"/>
                    <a:pt x="17645" y="1"/>
                    <a:pt x="17608" y="1"/>
                  </a:cubicBezTo>
                  <a:cubicBezTo>
                    <a:pt x="17573" y="1"/>
                    <a:pt x="17536" y="4"/>
                    <a:pt x="17500" y="5"/>
                  </a:cubicBezTo>
                  <a:cubicBezTo>
                    <a:pt x="17463" y="4"/>
                    <a:pt x="17428" y="1"/>
                    <a:pt x="17391" y="1"/>
                  </a:cubicBezTo>
                  <a:cubicBezTo>
                    <a:pt x="17354" y="1"/>
                    <a:pt x="17319" y="4"/>
                    <a:pt x="17282" y="5"/>
                  </a:cubicBezTo>
                  <a:cubicBezTo>
                    <a:pt x="17246" y="4"/>
                    <a:pt x="17209" y="1"/>
                    <a:pt x="17174" y="1"/>
                  </a:cubicBezTo>
                  <a:cubicBezTo>
                    <a:pt x="17137" y="1"/>
                    <a:pt x="17101" y="4"/>
                    <a:pt x="17065" y="5"/>
                  </a:cubicBezTo>
                  <a:cubicBezTo>
                    <a:pt x="17028" y="4"/>
                    <a:pt x="16992" y="1"/>
                    <a:pt x="16955" y="1"/>
                  </a:cubicBezTo>
                  <a:cubicBezTo>
                    <a:pt x="16920" y="1"/>
                    <a:pt x="16883" y="4"/>
                    <a:pt x="16847" y="5"/>
                  </a:cubicBezTo>
                  <a:cubicBezTo>
                    <a:pt x="16811" y="4"/>
                    <a:pt x="16775" y="1"/>
                    <a:pt x="16738" y="1"/>
                  </a:cubicBezTo>
                  <a:cubicBezTo>
                    <a:pt x="16701" y="1"/>
                    <a:pt x="16666" y="4"/>
                    <a:pt x="16630" y="5"/>
                  </a:cubicBezTo>
                  <a:cubicBezTo>
                    <a:pt x="16593" y="4"/>
                    <a:pt x="16558" y="1"/>
                    <a:pt x="16521" y="1"/>
                  </a:cubicBezTo>
                  <a:cubicBezTo>
                    <a:pt x="16484" y="1"/>
                    <a:pt x="16449" y="4"/>
                    <a:pt x="16412" y="5"/>
                  </a:cubicBezTo>
                  <a:cubicBezTo>
                    <a:pt x="16376" y="4"/>
                    <a:pt x="16340" y="1"/>
                    <a:pt x="16304" y="1"/>
                  </a:cubicBezTo>
                  <a:cubicBezTo>
                    <a:pt x="16193" y="1"/>
                    <a:pt x="16086" y="10"/>
                    <a:pt x="15976" y="13"/>
                  </a:cubicBezTo>
                  <a:cubicBezTo>
                    <a:pt x="15870" y="10"/>
                    <a:pt x="15764" y="1"/>
                    <a:pt x="156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6"/>
            <p:cNvSpPr/>
            <p:nvPr/>
          </p:nvSpPr>
          <p:spPr>
            <a:xfrm>
              <a:off x="2577550" y="3679700"/>
              <a:ext cx="841925" cy="1142525"/>
            </a:xfrm>
            <a:custGeom>
              <a:avLst/>
              <a:gdLst/>
              <a:ahLst/>
              <a:cxnLst/>
              <a:rect l="l" t="t" r="r" b="b"/>
              <a:pathLst>
                <a:path w="33677" h="45701" extrusionOk="0">
                  <a:moveTo>
                    <a:pt x="16434" y="2172"/>
                  </a:moveTo>
                  <a:cubicBezTo>
                    <a:pt x="16879" y="2229"/>
                    <a:pt x="17317" y="2319"/>
                    <a:pt x="17750" y="2437"/>
                  </a:cubicBezTo>
                  <a:cubicBezTo>
                    <a:pt x="17260" y="2356"/>
                    <a:pt x="16764" y="2312"/>
                    <a:pt x="16259" y="2312"/>
                  </a:cubicBezTo>
                  <a:cubicBezTo>
                    <a:pt x="16173" y="2312"/>
                    <a:pt x="16089" y="2319"/>
                    <a:pt x="16003" y="2321"/>
                  </a:cubicBezTo>
                  <a:cubicBezTo>
                    <a:pt x="15917" y="2319"/>
                    <a:pt x="15833" y="2312"/>
                    <a:pt x="15748" y="2312"/>
                  </a:cubicBezTo>
                  <a:cubicBezTo>
                    <a:pt x="15680" y="2312"/>
                    <a:pt x="15613" y="2318"/>
                    <a:pt x="15547" y="2319"/>
                  </a:cubicBezTo>
                  <a:cubicBezTo>
                    <a:pt x="15839" y="2256"/>
                    <a:pt x="16136" y="2209"/>
                    <a:pt x="16434" y="2172"/>
                  </a:cubicBezTo>
                  <a:close/>
                  <a:moveTo>
                    <a:pt x="15811" y="4361"/>
                  </a:moveTo>
                  <a:cubicBezTo>
                    <a:pt x="17440" y="4413"/>
                    <a:pt x="18987" y="4962"/>
                    <a:pt x="20395" y="5915"/>
                  </a:cubicBezTo>
                  <a:cubicBezTo>
                    <a:pt x="20384" y="5940"/>
                    <a:pt x="20370" y="5964"/>
                    <a:pt x="20359" y="5992"/>
                  </a:cubicBezTo>
                  <a:lnTo>
                    <a:pt x="16499" y="17356"/>
                  </a:lnTo>
                  <a:cubicBezTo>
                    <a:pt x="16445" y="17376"/>
                    <a:pt x="16390" y="17394"/>
                    <a:pt x="16338" y="17418"/>
                  </a:cubicBezTo>
                  <a:cubicBezTo>
                    <a:pt x="16099" y="17310"/>
                    <a:pt x="15850" y="17236"/>
                    <a:pt x="15593" y="17201"/>
                  </a:cubicBezTo>
                  <a:lnTo>
                    <a:pt x="12924" y="5058"/>
                  </a:lnTo>
                  <a:cubicBezTo>
                    <a:pt x="12920" y="5039"/>
                    <a:pt x="12911" y="5021"/>
                    <a:pt x="12905" y="5002"/>
                  </a:cubicBezTo>
                  <a:cubicBezTo>
                    <a:pt x="13834" y="4614"/>
                    <a:pt x="14809" y="4394"/>
                    <a:pt x="15811" y="4361"/>
                  </a:cubicBezTo>
                  <a:close/>
                  <a:moveTo>
                    <a:pt x="11031" y="6052"/>
                  </a:moveTo>
                  <a:lnTo>
                    <a:pt x="13601" y="17747"/>
                  </a:lnTo>
                  <a:cubicBezTo>
                    <a:pt x="13152" y="18075"/>
                    <a:pt x="12753" y="18530"/>
                    <a:pt x="12425" y="19085"/>
                  </a:cubicBezTo>
                  <a:lnTo>
                    <a:pt x="6101" y="14298"/>
                  </a:lnTo>
                  <a:cubicBezTo>
                    <a:pt x="5915" y="14157"/>
                    <a:pt x="5690" y="14089"/>
                    <a:pt x="5464" y="14084"/>
                  </a:cubicBezTo>
                  <a:cubicBezTo>
                    <a:pt x="6705" y="10565"/>
                    <a:pt x="8661" y="7736"/>
                    <a:pt x="11031" y="6052"/>
                  </a:cubicBezTo>
                  <a:close/>
                  <a:moveTo>
                    <a:pt x="22078" y="7310"/>
                  </a:moveTo>
                  <a:cubicBezTo>
                    <a:pt x="24238" y="9459"/>
                    <a:pt x="25925" y="12638"/>
                    <a:pt x="26844" y="16400"/>
                  </a:cubicBezTo>
                  <a:lnTo>
                    <a:pt x="20474" y="19500"/>
                  </a:lnTo>
                  <a:cubicBezTo>
                    <a:pt x="20017" y="18564"/>
                    <a:pt x="19376" y="17846"/>
                    <a:pt x="18627" y="17469"/>
                  </a:cubicBezTo>
                  <a:lnTo>
                    <a:pt x="22078" y="7310"/>
                  </a:lnTo>
                  <a:close/>
                  <a:moveTo>
                    <a:pt x="4921" y="15848"/>
                  </a:moveTo>
                  <a:lnTo>
                    <a:pt x="11685" y="20969"/>
                  </a:lnTo>
                  <a:cubicBezTo>
                    <a:pt x="11547" y="21558"/>
                    <a:pt x="11468" y="22190"/>
                    <a:pt x="11468" y="22850"/>
                  </a:cubicBezTo>
                  <a:cubicBezTo>
                    <a:pt x="11468" y="23193"/>
                    <a:pt x="11492" y="23526"/>
                    <a:pt x="11530" y="23851"/>
                  </a:cubicBezTo>
                  <a:lnTo>
                    <a:pt x="4459" y="27293"/>
                  </a:lnTo>
                  <a:cubicBezTo>
                    <a:pt x="4419" y="27313"/>
                    <a:pt x="4385" y="27338"/>
                    <a:pt x="4348" y="27361"/>
                  </a:cubicBezTo>
                  <a:cubicBezTo>
                    <a:pt x="4127" y="25950"/>
                    <a:pt x="4006" y="24476"/>
                    <a:pt x="4006" y="22959"/>
                  </a:cubicBezTo>
                  <a:cubicBezTo>
                    <a:pt x="4006" y="20440"/>
                    <a:pt x="4332" y="18039"/>
                    <a:pt x="4921" y="15848"/>
                  </a:cubicBezTo>
                  <a:close/>
                  <a:moveTo>
                    <a:pt x="27242" y="18336"/>
                  </a:moveTo>
                  <a:cubicBezTo>
                    <a:pt x="27487" y="19814"/>
                    <a:pt x="27617" y="21363"/>
                    <a:pt x="27617" y="22959"/>
                  </a:cubicBezTo>
                  <a:cubicBezTo>
                    <a:pt x="27617" y="25422"/>
                    <a:pt x="27304" y="27770"/>
                    <a:pt x="26741" y="29920"/>
                  </a:cubicBezTo>
                  <a:lnTo>
                    <a:pt x="20795" y="25420"/>
                  </a:lnTo>
                  <a:cubicBezTo>
                    <a:pt x="21056" y="24647"/>
                    <a:pt x="21207" y="23776"/>
                    <a:pt x="21207" y="22850"/>
                  </a:cubicBezTo>
                  <a:cubicBezTo>
                    <a:pt x="21207" y="22326"/>
                    <a:pt x="21157" y="21821"/>
                    <a:pt x="21068" y="21340"/>
                  </a:cubicBezTo>
                  <a:lnTo>
                    <a:pt x="27242" y="18336"/>
                  </a:lnTo>
                  <a:close/>
                  <a:moveTo>
                    <a:pt x="12003" y="25750"/>
                  </a:moveTo>
                  <a:cubicBezTo>
                    <a:pt x="12273" y="26431"/>
                    <a:pt x="12633" y="27019"/>
                    <a:pt x="13060" y="27475"/>
                  </a:cubicBezTo>
                  <a:lnTo>
                    <a:pt x="9345" y="38411"/>
                  </a:lnTo>
                  <a:cubicBezTo>
                    <a:pt x="7186" y="36171"/>
                    <a:pt x="5525" y="32881"/>
                    <a:pt x="4663" y="29017"/>
                  </a:cubicBezTo>
                  <a:lnTo>
                    <a:pt x="4663" y="29017"/>
                  </a:lnTo>
                  <a:cubicBezTo>
                    <a:pt x="4757" y="29042"/>
                    <a:pt x="4853" y="29056"/>
                    <a:pt x="4951" y="29056"/>
                  </a:cubicBezTo>
                  <a:cubicBezTo>
                    <a:pt x="5117" y="29056"/>
                    <a:pt x="5286" y="29020"/>
                    <a:pt x="5442" y="28944"/>
                  </a:cubicBezTo>
                  <a:lnTo>
                    <a:pt x="12003" y="25750"/>
                  </a:lnTo>
                  <a:close/>
                  <a:moveTo>
                    <a:pt x="19878" y="27169"/>
                  </a:moveTo>
                  <a:lnTo>
                    <a:pt x="26133" y="31905"/>
                  </a:lnTo>
                  <a:cubicBezTo>
                    <a:pt x="24889" y="35400"/>
                    <a:pt x="22937" y="38209"/>
                    <a:pt x="20576" y="39879"/>
                  </a:cubicBezTo>
                  <a:lnTo>
                    <a:pt x="18063" y="28441"/>
                  </a:lnTo>
                  <a:cubicBezTo>
                    <a:pt x="18748" y="28266"/>
                    <a:pt x="19370" y="27819"/>
                    <a:pt x="19878" y="27169"/>
                  </a:cubicBezTo>
                  <a:close/>
                  <a:moveTo>
                    <a:pt x="15947" y="28424"/>
                  </a:moveTo>
                  <a:lnTo>
                    <a:pt x="18695" y="40927"/>
                  </a:lnTo>
                  <a:cubicBezTo>
                    <a:pt x="17774" y="41311"/>
                    <a:pt x="16808" y="41526"/>
                    <a:pt x="15811" y="41559"/>
                  </a:cubicBezTo>
                  <a:cubicBezTo>
                    <a:pt x="14103" y="41503"/>
                    <a:pt x="12483" y="40902"/>
                    <a:pt x="11020" y="39861"/>
                  </a:cubicBezTo>
                  <a:lnTo>
                    <a:pt x="14879" y="28498"/>
                  </a:lnTo>
                  <a:cubicBezTo>
                    <a:pt x="15001" y="28516"/>
                    <a:pt x="15122" y="28526"/>
                    <a:pt x="15244" y="28526"/>
                  </a:cubicBezTo>
                  <a:cubicBezTo>
                    <a:pt x="15485" y="28526"/>
                    <a:pt x="15720" y="28489"/>
                    <a:pt x="15947" y="28424"/>
                  </a:cubicBezTo>
                  <a:close/>
                  <a:moveTo>
                    <a:pt x="15658" y="1"/>
                  </a:moveTo>
                  <a:cubicBezTo>
                    <a:pt x="7011" y="1"/>
                    <a:pt x="1" y="10231"/>
                    <a:pt x="1" y="22850"/>
                  </a:cubicBezTo>
                  <a:cubicBezTo>
                    <a:pt x="1" y="35469"/>
                    <a:pt x="7011" y="45701"/>
                    <a:pt x="15658" y="45701"/>
                  </a:cubicBezTo>
                  <a:cubicBezTo>
                    <a:pt x="15764" y="45701"/>
                    <a:pt x="15870" y="45692"/>
                    <a:pt x="15977" y="45689"/>
                  </a:cubicBezTo>
                  <a:cubicBezTo>
                    <a:pt x="16086" y="45692"/>
                    <a:pt x="16194" y="45701"/>
                    <a:pt x="16303" y="45701"/>
                  </a:cubicBezTo>
                  <a:cubicBezTo>
                    <a:pt x="16340" y="45701"/>
                    <a:pt x="16377" y="45696"/>
                    <a:pt x="16412" y="45696"/>
                  </a:cubicBezTo>
                  <a:cubicBezTo>
                    <a:pt x="16449" y="45696"/>
                    <a:pt x="16485" y="45701"/>
                    <a:pt x="16521" y="45701"/>
                  </a:cubicBezTo>
                  <a:cubicBezTo>
                    <a:pt x="16557" y="45701"/>
                    <a:pt x="16594" y="45696"/>
                    <a:pt x="16629" y="45696"/>
                  </a:cubicBezTo>
                  <a:cubicBezTo>
                    <a:pt x="16666" y="45696"/>
                    <a:pt x="16702" y="45701"/>
                    <a:pt x="16738" y="45701"/>
                  </a:cubicBezTo>
                  <a:cubicBezTo>
                    <a:pt x="16775" y="45701"/>
                    <a:pt x="16811" y="45696"/>
                    <a:pt x="16848" y="45696"/>
                  </a:cubicBezTo>
                  <a:cubicBezTo>
                    <a:pt x="16883" y="45696"/>
                    <a:pt x="16920" y="45701"/>
                    <a:pt x="16956" y="45701"/>
                  </a:cubicBezTo>
                  <a:cubicBezTo>
                    <a:pt x="16992" y="45701"/>
                    <a:pt x="17028" y="45696"/>
                    <a:pt x="17065" y="45696"/>
                  </a:cubicBezTo>
                  <a:cubicBezTo>
                    <a:pt x="17102" y="45696"/>
                    <a:pt x="17137" y="45701"/>
                    <a:pt x="17174" y="45701"/>
                  </a:cubicBezTo>
                  <a:cubicBezTo>
                    <a:pt x="17210" y="45701"/>
                    <a:pt x="17246" y="45696"/>
                    <a:pt x="17282" y="45696"/>
                  </a:cubicBezTo>
                  <a:cubicBezTo>
                    <a:pt x="17319" y="45696"/>
                    <a:pt x="17354" y="45701"/>
                    <a:pt x="17391" y="45701"/>
                  </a:cubicBezTo>
                  <a:cubicBezTo>
                    <a:pt x="17428" y="45701"/>
                    <a:pt x="17464" y="45696"/>
                    <a:pt x="17499" y="45696"/>
                  </a:cubicBezTo>
                  <a:cubicBezTo>
                    <a:pt x="17536" y="45696"/>
                    <a:pt x="17571" y="45701"/>
                    <a:pt x="17608" y="45701"/>
                  </a:cubicBezTo>
                  <a:cubicBezTo>
                    <a:pt x="17645" y="45701"/>
                    <a:pt x="17681" y="45696"/>
                    <a:pt x="17717" y="45696"/>
                  </a:cubicBezTo>
                  <a:cubicBezTo>
                    <a:pt x="17753" y="45696"/>
                    <a:pt x="17790" y="45701"/>
                    <a:pt x="17825" y="45701"/>
                  </a:cubicBezTo>
                  <a:cubicBezTo>
                    <a:pt x="17862" y="45701"/>
                    <a:pt x="17898" y="45696"/>
                    <a:pt x="17935" y="45696"/>
                  </a:cubicBezTo>
                  <a:cubicBezTo>
                    <a:pt x="17971" y="45696"/>
                    <a:pt x="18007" y="45701"/>
                    <a:pt x="18044" y="45701"/>
                  </a:cubicBezTo>
                  <a:cubicBezTo>
                    <a:pt x="26930" y="45701"/>
                    <a:pt x="33677" y="35469"/>
                    <a:pt x="33677" y="22850"/>
                  </a:cubicBezTo>
                  <a:cubicBezTo>
                    <a:pt x="33677" y="10231"/>
                    <a:pt x="26930" y="1"/>
                    <a:pt x="18044" y="1"/>
                  </a:cubicBezTo>
                  <a:cubicBezTo>
                    <a:pt x="18007" y="1"/>
                    <a:pt x="17971" y="4"/>
                    <a:pt x="17935" y="5"/>
                  </a:cubicBezTo>
                  <a:cubicBezTo>
                    <a:pt x="17898" y="4"/>
                    <a:pt x="17862" y="1"/>
                    <a:pt x="17825" y="1"/>
                  </a:cubicBezTo>
                  <a:cubicBezTo>
                    <a:pt x="17790" y="1"/>
                    <a:pt x="17753" y="4"/>
                    <a:pt x="17717" y="5"/>
                  </a:cubicBezTo>
                  <a:cubicBezTo>
                    <a:pt x="17681" y="4"/>
                    <a:pt x="17645" y="1"/>
                    <a:pt x="17608" y="1"/>
                  </a:cubicBezTo>
                  <a:cubicBezTo>
                    <a:pt x="17571" y="1"/>
                    <a:pt x="17536" y="4"/>
                    <a:pt x="17499" y="5"/>
                  </a:cubicBezTo>
                  <a:cubicBezTo>
                    <a:pt x="17464" y="4"/>
                    <a:pt x="17428" y="1"/>
                    <a:pt x="17391" y="1"/>
                  </a:cubicBezTo>
                  <a:cubicBezTo>
                    <a:pt x="17354" y="1"/>
                    <a:pt x="17319" y="4"/>
                    <a:pt x="17282" y="5"/>
                  </a:cubicBezTo>
                  <a:cubicBezTo>
                    <a:pt x="17246" y="4"/>
                    <a:pt x="17210" y="1"/>
                    <a:pt x="17174" y="1"/>
                  </a:cubicBezTo>
                  <a:cubicBezTo>
                    <a:pt x="17137" y="1"/>
                    <a:pt x="17102" y="4"/>
                    <a:pt x="17065" y="5"/>
                  </a:cubicBezTo>
                  <a:cubicBezTo>
                    <a:pt x="17028" y="4"/>
                    <a:pt x="16992" y="1"/>
                    <a:pt x="16956" y="1"/>
                  </a:cubicBezTo>
                  <a:cubicBezTo>
                    <a:pt x="16920" y="1"/>
                    <a:pt x="16883" y="4"/>
                    <a:pt x="16848" y="5"/>
                  </a:cubicBezTo>
                  <a:cubicBezTo>
                    <a:pt x="16811" y="4"/>
                    <a:pt x="16775" y="1"/>
                    <a:pt x="16738" y="1"/>
                  </a:cubicBezTo>
                  <a:cubicBezTo>
                    <a:pt x="16702" y="1"/>
                    <a:pt x="16666" y="4"/>
                    <a:pt x="16629" y="5"/>
                  </a:cubicBezTo>
                  <a:cubicBezTo>
                    <a:pt x="16594" y="4"/>
                    <a:pt x="16557" y="1"/>
                    <a:pt x="16521" y="1"/>
                  </a:cubicBezTo>
                  <a:cubicBezTo>
                    <a:pt x="16485" y="1"/>
                    <a:pt x="16449" y="4"/>
                    <a:pt x="16412" y="5"/>
                  </a:cubicBezTo>
                  <a:cubicBezTo>
                    <a:pt x="16377" y="4"/>
                    <a:pt x="16340" y="1"/>
                    <a:pt x="16303" y="1"/>
                  </a:cubicBezTo>
                  <a:cubicBezTo>
                    <a:pt x="16194" y="1"/>
                    <a:pt x="16086" y="10"/>
                    <a:pt x="15977" y="13"/>
                  </a:cubicBezTo>
                  <a:cubicBezTo>
                    <a:pt x="15870" y="10"/>
                    <a:pt x="15764" y="1"/>
                    <a:pt x="156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6"/>
            <p:cNvSpPr/>
            <p:nvPr/>
          </p:nvSpPr>
          <p:spPr>
            <a:xfrm>
              <a:off x="5868250" y="3635950"/>
              <a:ext cx="300000" cy="528300"/>
            </a:xfrm>
            <a:custGeom>
              <a:avLst/>
              <a:gdLst/>
              <a:ahLst/>
              <a:cxnLst/>
              <a:rect l="l" t="t" r="r" b="b"/>
              <a:pathLst>
                <a:path w="12000" h="21132" extrusionOk="0">
                  <a:moveTo>
                    <a:pt x="710" y="1"/>
                  </a:moveTo>
                  <a:cubicBezTo>
                    <a:pt x="612" y="1"/>
                    <a:pt x="512" y="24"/>
                    <a:pt x="418" y="74"/>
                  </a:cubicBezTo>
                  <a:cubicBezTo>
                    <a:pt x="116" y="234"/>
                    <a:pt x="1" y="611"/>
                    <a:pt x="163" y="914"/>
                  </a:cubicBezTo>
                  <a:lnTo>
                    <a:pt x="10742" y="20802"/>
                  </a:lnTo>
                  <a:cubicBezTo>
                    <a:pt x="10852" y="21012"/>
                    <a:pt x="11068" y="21132"/>
                    <a:pt x="11291" y="21132"/>
                  </a:cubicBezTo>
                  <a:cubicBezTo>
                    <a:pt x="11388" y="21132"/>
                    <a:pt x="11489" y="21108"/>
                    <a:pt x="11582" y="21059"/>
                  </a:cubicBezTo>
                  <a:cubicBezTo>
                    <a:pt x="11884" y="20898"/>
                    <a:pt x="12000" y="20522"/>
                    <a:pt x="11839" y="20218"/>
                  </a:cubicBezTo>
                  <a:lnTo>
                    <a:pt x="1260" y="330"/>
                  </a:lnTo>
                  <a:cubicBezTo>
                    <a:pt x="1148" y="121"/>
                    <a:pt x="933" y="1"/>
                    <a:pt x="710" y="1"/>
                  </a:cubicBezTo>
                  <a:close/>
                </a:path>
              </a:pathLst>
            </a:custGeom>
            <a:solidFill>
              <a:srgbClr val="B56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6"/>
            <p:cNvSpPr/>
            <p:nvPr/>
          </p:nvSpPr>
          <p:spPr>
            <a:xfrm>
              <a:off x="4836975" y="4600050"/>
              <a:ext cx="355825" cy="67025"/>
            </a:xfrm>
            <a:custGeom>
              <a:avLst/>
              <a:gdLst/>
              <a:ahLst/>
              <a:cxnLst/>
              <a:rect l="l" t="t" r="r" b="b"/>
              <a:pathLst>
                <a:path w="14233" h="2681" extrusionOk="0">
                  <a:moveTo>
                    <a:pt x="1" y="1"/>
                  </a:moveTo>
                  <a:lnTo>
                    <a:pt x="1" y="2681"/>
                  </a:lnTo>
                  <a:lnTo>
                    <a:pt x="14232" y="2681"/>
                  </a:lnTo>
                  <a:lnTo>
                    <a:pt x="1423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6"/>
            <p:cNvSpPr/>
            <p:nvPr/>
          </p:nvSpPr>
          <p:spPr>
            <a:xfrm>
              <a:off x="3883625" y="3982650"/>
              <a:ext cx="825950" cy="407925"/>
            </a:xfrm>
            <a:custGeom>
              <a:avLst/>
              <a:gdLst/>
              <a:ahLst/>
              <a:cxnLst/>
              <a:rect l="l" t="t" r="r" b="b"/>
              <a:pathLst>
                <a:path w="33038" h="16317" extrusionOk="0">
                  <a:moveTo>
                    <a:pt x="135" y="0"/>
                  </a:moveTo>
                  <a:cubicBezTo>
                    <a:pt x="61" y="0"/>
                    <a:pt x="1" y="61"/>
                    <a:pt x="1" y="134"/>
                  </a:cubicBezTo>
                  <a:lnTo>
                    <a:pt x="1" y="16182"/>
                  </a:lnTo>
                  <a:cubicBezTo>
                    <a:pt x="1" y="16256"/>
                    <a:pt x="61" y="16317"/>
                    <a:pt x="135" y="16317"/>
                  </a:cubicBezTo>
                  <a:lnTo>
                    <a:pt x="32901" y="16317"/>
                  </a:lnTo>
                  <a:cubicBezTo>
                    <a:pt x="32977" y="16317"/>
                    <a:pt x="33037" y="16256"/>
                    <a:pt x="33037" y="16182"/>
                  </a:cubicBezTo>
                  <a:lnTo>
                    <a:pt x="33037" y="134"/>
                  </a:lnTo>
                  <a:cubicBezTo>
                    <a:pt x="33037" y="61"/>
                    <a:pt x="32977" y="0"/>
                    <a:pt x="329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6"/>
            <p:cNvSpPr/>
            <p:nvPr/>
          </p:nvSpPr>
          <p:spPr>
            <a:xfrm>
              <a:off x="4444300" y="4158950"/>
              <a:ext cx="1189600" cy="407950"/>
            </a:xfrm>
            <a:custGeom>
              <a:avLst/>
              <a:gdLst/>
              <a:ahLst/>
              <a:cxnLst/>
              <a:rect l="l" t="t" r="r" b="b"/>
              <a:pathLst>
                <a:path w="47584" h="16318" extrusionOk="0">
                  <a:moveTo>
                    <a:pt x="162" y="0"/>
                  </a:moveTo>
                  <a:cubicBezTo>
                    <a:pt x="73" y="0"/>
                    <a:pt x="1" y="73"/>
                    <a:pt x="1" y="163"/>
                  </a:cubicBezTo>
                  <a:lnTo>
                    <a:pt x="1" y="16155"/>
                  </a:lnTo>
                  <a:cubicBezTo>
                    <a:pt x="1" y="16245"/>
                    <a:pt x="73" y="16317"/>
                    <a:pt x="162" y="16317"/>
                  </a:cubicBezTo>
                  <a:lnTo>
                    <a:pt x="47423" y="16317"/>
                  </a:lnTo>
                  <a:cubicBezTo>
                    <a:pt x="47511" y="16317"/>
                    <a:pt x="47583" y="16245"/>
                    <a:pt x="47583" y="16155"/>
                  </a:cubicBezTo>
                  <a:lnTo>
                    <a:pt x="47583" y="163"/>
                  </a:lnTo>
                  <a:cubicBezTo>
                    <a:pt x="47583" y="73"/>
                    <a:pt x="47511" y="0"/>
                    <a:pt x="47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6"/>
            <p:cNvSpPr/>
            <p:nvPr/>
          </p:nvSpPr>
          <p:spPr>
            <a:xfrm>
              <a:off x="4129975" y="3983850"/>
              <a:ext cx="1663500" cy="343825"/>
            </a:xfrm>
            <a:custGeom>
              <a:avLst/>
              <a:gdLst/>
              <a:ahLst/>
              <a:cxnLst/>
              <a:rect l="l" t="t" r="r" b="b"/>
              <a:pathLst>
                <a:path w="66540" h="13753" extrusionOk="0">
                  <a:moveTo>
                    <a:pt x="0" y="1"/>
                  </a:moveTo>
                  <a:lnTo>
                    <a:pt x="0" y="13544"/>
                  </a:lnTo>
                  <a:cubicBezTo>
                    <a:pt x="0" y="13660"/>
                    <a:pt x="93" y="13753"/>
                    <a:pt x="209" y="13753"/>
                  </a:cubicBezTo>
                  <a:lnTo>
                    <a:pt x="66540" y="13753"/>
                  </a:lnTo>
                  <a:lnTo>
                    <a:pt x="665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6"/>
            <p:cNvSpPr/>
            <p:nvPr/>
          </p:nvSpPr>
          <p:spPr>
            <a:xfrm>
              <a:off x="4278075" y="3846300"/>
              <a:ext cx="550100" cy="343825"/>
            </a:xfrm>
            <a:custGeom>
              <a:avLst/>
              <a:gdLst/>
              <a:ahLst/>
              <a:cxnLst/>
              <a:rect l="l" t="t" r="r" b="b"/>
              <a:pathLst>
                <a:path w="22004" h="13753" extrusionOk="0">
                  <a:moveTo>
                    <a:pt x="1" y="1"/>
                  </a:moveTo>
                  <a:lnTo>
                    <a:pt x="1" y="13633"/>
                  </a:lnTo>
                  <a:cubicBezTo>
                    <a:pt x="1" y="13700"/>
                    <a:pt x="54" y="13753"/>
                    <a:pt x="120" y="13753"/>
                  </a:cubicBezTo>
                  <a:lnTo>
                    <a:pt x="21824" y="13753"/>
                  </a:lnTo>
                  <a:cubicBezTo>
                    <a:pt x="21923" y="13753"/>
                    <a:pt x="22004" y="13673"/>
                    <a:pt x="22004" y="13573"/>
                  </a:cubicBezTo>
                  <a:lnTo>
                    <a:pt x="22004"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6"/>
            <p:cNvSpPr/>
            <p:nvPr/>
          </p:nvSpPr>
          <p:spPr>
            <a:xfrm>
              <a:off x="5274200" y="3846300"/>
              <a:ext cx="733500" cy="343825"/>
            </a:xfrm>
            <a:custGeom>
              <a:avLst/>
              <a:gdLst/>
              <a:ahLst/>
              <a:cxnLst/>
              <a:rect l="l" t="t" r="r" b="b"/>
              <a:pathLst>
                <a:path w="29340" h="13753" extrusionOk="0">
                  <a:moveTo>
                    <a:pt x="1" y="1"/>
                  </a:moveTo>
                  <a:lnTo>
                    <a:pt x="1" y="13615"/>
                  </a:lnTo>
                  <a:cubicBezTo>
                    <a:pt x="1" y="13691"/>
                    <a:pt x="63" y="13753"/>
                    <a:pt x="140" y="13753"/>
                  </a:cubicBezTo>
                  <a:lnTo>
                    <a:pt x="29130" y="13753"/>
                  </a:lnTo>
                  <a:cubicBezTo>
                    <a:pt x="29245" y="13753"/>
                    <a:pt x="29340" y="13660"/>
                    <a:pt x="29340" y="13545"/>
                  </a:cubicBezTo>
                  <a:lnTo>
                    <a:pt x="293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6"/>
            <p:cNvSpPr/>
            <p:nvPr/>
          </p:nvSpPr>
          <p:spPr>
            <a:xfrm>
              <a:off x="2493850" y="3925650"/>
              <a:ext cx="1574425" cy="641800"/>
            </a:xfrm>
            <a:custGeom>
              <a:avLst/>
              <a:gdLst/>
              <a:ahLst/>
              <a:cxnLst/>
              <a:rect l="l" t="t" r="r" b="b"/>
              <a:pathLst>
                <a:path w="62977" h="25672" extrusionOk="0">
                  <a:moveTo>
                    <a:pt x="233" y="0"/>
                  </a:moveTo>
                  <a:cubicBezTo>
                    <a:pt x="105" y="0"/>
                    <a:pt x="0" y="105"/>
                    <a:pt x="0" y="235"/>
                  </a:cubicBezTo>
                  <a:lnTo>
                    <a:pt x="0" y="25438"/>
                  </a:lnTo>
                  <a:cubicBezTo>
                    <a:pt x="0" y="25566"/>
                    <a:pt x="105" y="25671"/>
                    <a:pt x="233" y="25671"/>
                  </a:cubicBezTo>
                  <a:lnTo>
                    <a:pt x="62743" y="25671"/>
                  </a:lnTo>
                  <a:cubicBezTo>
                    <a:pt x="62872" y="25671"/>
                    <a:pt x="62976" y="25566"/>
                    <a:pt x="62976" y="25438"/>
                  </a:cubicBezTo>
                  <a:lnTo>
                    <a:pt x="62976" y="235"/>
                  </a:lnTo>
                  <a:cubicBezTo>
                    <a:pt x="62976" y="105"/>
                    <a:pt x="62872" y="0"/>
                    <a:pt x="627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6"/>
            <p:cNvSpPr/>
            <p:nvPr/>
          </p:nvSpPr>
          <p:spPr>
            <a:xfrm>
              <a:off x="2249650" y="4084350"/>
              <a:ext cx="290900" cy="351750"/>
            </a:xfrm>
            <a:custGeom>
              <a:avLst/>
              <a:gdLst/>
              <a:ahLst/>
              <a:cxnLst/>
              <a:rect l="l" t="t" r="r" b="b"/>
              <a:pathLst>
                <a:path w="11636" h="14070" extrusionOk="0">
                  <a:moveTo>
                    <a:pt x="160" y="0"/>
                  </a:moveTo>
                  <a:cubicBezTo>
                    <a:pt x="71" y="0"/>
                    <a:pt x="0" y="71"/>
                    <a:pt x="0" y="160"/>
                  </a:cubicBezTo>
                  <a:lnTo>
                    <a:pt x="0" y="13910"/>
                  </a:lnTo>
                  <a:cubicBezTo>
                    <a:pt x="0" y="13999"/>
                    <a:pt x="71" y="14069"/>
                    <a:pt x="160" y="14069"/>
                  </a:cubicBezTo>
                  <a:lnTo>
                    <a:pt x="11476" y="14069"/>
                  </a:lnTo>
                  <a:cubicBezTo>
                    <a:pt x="11564" y="14069"/>
                    <a:pt x="11636" y="13999"/>
                    <a:pt x="11636" y="13910"/>
                  </a:cubicBezTo>
                  <a:lnTo>
                    <a:pt x="11636" y="160"/>
                  </a:lnTo>
                  <a:cubicBezTo>
                    <a:pt x="11636" y="71"/>
                    <a:pt x="11564" y="0"/>
                    <a:pt x="11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6"/>
            <p:cNvSpPr/>
            <p:nvPr/>
          </p:nvSpPr>
          <p:spPr>
            <a:xfrm>
              <a:off x="2101525" y="4211300"/>
              <a:ext cx="211600" cy="351750"/>
            </a:xfrm>
            <a:custGeom>
              <a:avLst/>
              <a:gdLst/>
              <a:ahLst/>
              <a:cxnLst/>
              <a:rect l="l" t="t" r="r" b="b"/>
              <a:pathLst>
                <a:path w="8464" h="14070" extrusionOk="0">
                  <a:moveTo>
                    <a:pt x="137" y="0"/>
                  </a:moveTo>
                  <a:cubicBezTo>
                    <a:pt x="61" y="0"/>
                    <a:pt x="1" y="61"/>
                    <a:pt x="1" y="136"/>
                  </a:cubicBezTo>
                  <a:lnTo>
                    <a:pt x="1" y="13932"/>
                  </a:lnTo>
                  <a:cubicBezTo>
                    <a:pt x="1" y="14008"/>
                    <a:pt x="61" y="14070"/>
                    <a:pt x="137" y="14070"/>
                  </a:cubicBezTo>
                  <a:lnTo>
                    <a:pt x="8326" y="14070"/>
                  </a:lnTo>
                  <a:cubicBezTo>
                    <a:pt x="8403" y="14070"/>
                    <a:pt x="8463" y="14008"/>
                    <a:pt x="8463" y="13932"/>
                  </a:cubicBezTo>
                  <a:lnTo>
                    <a:pt x="8463" y="136"/>
                  </a:lnTo>
                  <a:cubicBezTo>
                    <a:pt x="8463" y="61"/>
                    <a:pt x="8403" y="0"/>
                    <a:pt x="8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6"/>
            <p:cNvSpPr/>
            <p:nvPr/>
          </p:nvSpPr>
          <p:spPr>
            <a:xfrm>
              <a:off x="1834425" y="4100225"/>
              <a:ext cx="182500" cy="351750"/>
            </a:xfrm>
            <a:custGeom>
              <a:avLst/>
              <a:gdLst/>
              <a:ahLst/>
              <a:cxnLst/>
              <a:rect l="l" t="t" r="r" b="b"/>
              <a:pathLst>
                <a:path w="7300" h="14070" extrusionOk="0">
                  <a:moveTo>
                    <a:pt x="127" y="0"/>
                  </a:moveTo>
                  <a:cubicBezTo>
                    <a:pt x="56" y="0"/>
                    <a:pt x="0" y="56"/>
                    <a:pt x="0" y="127"/>
                  </a:cubicBezTo>
                  <a:lnTo>
                    <a:pt x="0" y="13942"/>
                  </a:lnTo>
                  <a:cubicBezTo>
                    <a:pt x="0" y="14012"/>
                    <a:pt x="56" y="14069"/>
                    <a:pt x="127" y="14069"/>
                  </a:cubicBezTo>
                  <a:lnTo>
                    <a:pt x="7172" y="14069"/>
                  </a:lnTo>
                  <a:cubicBezTo>
                    <a:pt x="7243" y="14069"/>
                    <a:pt x="7299" y="14012"/>
                    <a:pt x="7299" y="13942"/>
                  </a:cubicBezTo>
                  <a:lnTo>
                    <a:pt x="7299" y="127"/>
                  </a:lnTo>
                  <a:cubicBezTo>
                    <a:pt x="7299" y="56"/>
                    <a:pt x="7243" y="0"/>
                    <a:pt x="71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6"/>
            <p:cNvSpPr/>
            <p:nvPr/>
          </p:nvSpPr>
          <p:spPr>
            <a:xfrm>
              <a:off x="1950775" y="4364675"/>
              <a:ext cx="322675" cy="47625"/>
            </a:xfrm>
            <a:custGeom>
              <a:avLst/>
              <a:gdLst/>
              <a:ahLst/>
              <a:cxnLst/>
              <a:rect l="l" t="t" r="r" b="b"/>
              <a:pathLst>
                <a:path w="12907" h="1905" extrusionOk="0">
                  <a:moveTo>
                    <a:pt x="0" y="1"/>
                  </a:moveTo>
                  <a:lnTo>
                    <a:pt x="0" y="1904"/>
                  </a:lnTo>
                  <a:lnTo>
                    <a:pt x="12906" y="1904"/>
                  </a:lnTo>
                  <a:lnTo>
                    <a:pt x="129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6"/>
            <p:cNvSpPr/>
            <p:nvPr/>
          </p:nvSpPr>
          <p:spPr>
            <a:xfrm>
              <a:off x="2209950" y="4496900"/>
              <a:ext cx="322675" cy="47625"/>
            </a:xfrm>
            <a:custGeom>
              <a:avLst/>
              <a:gdLst/>
              <a:ahLst/>
              <a:cxnLst/>
              <a:rect l="l" t="t" r="r" b="b"/>
              <a:pathLst>
                <a:path w="12907" h="1905" extrusionOk="0">
                  <a:moveTo>
                    <a:pt x="1" y="1"/>
                  </a:moveTo>
                  <a:lnTo>
                    <a:pt x="1" y="1904"/>
                  </a:lnTo>
                  <a:lnTo>
                    <a:pt x="12906" y="1904"/>
                  </a:lnTo>
                  <a:lnTo>
                    <a:pt x="12906" y="1"/>
                  </a:lnTo>
                  <a:close/>
                </a:path>
              </a:pathLst>
            </a:custGeom>
            <a:solidFill>
              <a:srgbClr val="231E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6"/>
            <p:cNvSpPr/>
            <p:nvPr/>
          </p:nvSpPr>
          <p:spPr>
            <a:xfrm>
              <a:off x="2524550" y="3024325"/>
              <a:ext cx="842725" cy="1129475"/>
            </a:xfrm>
            <a:custGeom>
              <a:avLst/>
              <a:gdLst/>
              <a:ahLst/>
              <a:cxnLst/>
              <a:rect l="l" t="t" r="r" b="b"/>
              <a:pathLst>
                <a:path w="33709" h="45179" extrusionOk="0">
                  <a:moveTo>
                    <a:pt x="16855" y="0"/>
                  </a:moveTo>
                  <a:cubicBezTo>
                    <a:pt x="12385" y="0"/>
                    <a:pt x="8098" y="2379"/>
                    <a:pt x="4937" y="6615"/>
                  </a:cubicBezTo>
                  <a:cubicBezTo>
                    <a:pt x="1777" y="10852"/>
                    <a:pt x="1" y="16597"/>
                    <a:pt x="1" y="22589"/>
                  </a:cubicBezTo>
                  <a:cubicBezTo>
                    <a:pt x="1" y="28580"/>
                    <a:pt x="1777" y="34326"/>
                    <a:pt x="4937" y="38562"/>
                  </a:cubicBezTo>
                  <a:cubicBezTo>
                    <a:pt x="8098" y="42798"/>
                    <a:pt x="12385" y="45179"/>
                    <a:pt x="16855" y="45179"/>
                  </a:cubicBezTo>
                  <a:cubicBezTo>
                    <a:pt x="21324" y="45179"/>
                    <a:pt x="25611" y="42798"/>
                    <a:pt x="28773" y="38562"/>
                  </a:cubicBezTo>
                  <a:cubicBezTo>
                    <a:pt x="31933" y="34326"/>
                    <a:pt x="33709" y="28580"/>
                    <a:pt x="33709" y="22589"/>
                  </a:cubicBezTo>
                  <a:cubicBezTo>
                    <a:pt x="33709" y="16597"/>
                    <a:pt x="31933" y="10852"/>
                    <a:pt x="28773" y="6615"/>
                  </a:cubicBezTo>
                  <a:cubicBezTo>
                    <a:pt x="25611" y="2379"/>
                    <a:pt x="21324" y="0"/>
                    <a:pt x="168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6"/>
            <p:cNvSpPr/>
            <p:nvPr/>
          </p:nvSpPr>
          <p:spPr>
            <a:xfrm>
              <a:off x="3087875" y="2666350"/>
              <a:ext cx="312300" cy="323150"/>
            </a:xfrm>
            <a:custGeom>
              <a:avLst/>
              <a:gdLst/>
              <a:ahLst/>
              <a:cxnLst/>
              <a:rect l="l" t="t" r="r" b="b"/>
              <a:pathLst>
                <a:path w="12492" h="12926" extrusionOk="0">
                  <a:moveTo>
                    <a:pt x="1" y="0"/>
                  </a:moveTo>
                  <a:lnTo>
                    <a:pt x="1" y="12925"/>
                  </a:lnTo>
                  <a:lnTo>
                    <a:pt x="12492" y="12925"/>
                  </a:lnTo>
                  <a:lnTo>
                    <a:pt x="124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6"/>
            <p:cNvSpPr/>
            <p:nvPr/>
          </p:nvSpPr>
          <p:spPr>
            <a:xfrm>
              <a:off x="3112550" y="2666350"/>
              <a:ext cx="273425" cy="323150"/>
            </a:xfrm>
            <a:custGeom>
              <a:avLst/>
              <a:gdLst/>
              <a:ahLst/>
              <a:cxnLst/>
              <a:rect l="l" t="t" r="r" b="b"/>
              <a:pathLst>
                <a:path w="10937" h="12926" extrusionOk="0">
                  <a:moveTo>
                    <a:pt x="0" y="0"/>
                  </a:moveTo>
                  <a:lnTo>
                    <a:pt x="0" y="12925"/>
                  </a:lnTo>
                  <a:lnTo>
                    <a:pt x="10936" y="12925"/>
                  </a:lnTo>
                  <a:lnTo>
                    <a:pt x="10936"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6"/>
            <p:cNvSpPr/>
            <p:nvPr/>
          </p:nvSpPr>
          <p:spPr>
            <a:xfrm>
              <a:off x="3091400" y="2666350"/>
              <a:ext cx="160550" cy="323150"/>
            </a:xfrm>
            <a:custGeom>
              <a:avLst/>
              <a:gdLst/>
              <a:ahLst/>
              <a:cxnLst/>
              <a:rect l="l" t="t" r="r" b="b"/>
              <a:pathLst>
                <a:path w="6422" h="12926" extrusionOk="0">
                  <a:moveTo>
                    <a:pt x="0" y="0"/>
                  </a:moveTo>
                  <a:lnTo>
                    <a:pt x="0" y="12925"/>
                  </a:lnTo>
                  <a:lnTo>
                    <a:pt x="6422" y="12925"/>
                  </a:lnTo>
                  <a:lnTo>
                    <a:pt x="6422"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6"/>
            <p:cNvSpPr/>
            <p:nvPr/>
          </p:nvSpPr>
          <p:spPr>
            <a:xfrm>
              <a:off x="3087875" y="2812275"/>
              <a:ext cx="241675" cy="177225"/>
            </a:xfrm>
            <a:custGeom>
              <a:avLst/>
              <a:gdLst/>
              <a:ahLst/>
              <a:cxnLst/>
              <a:rect l="l" t="t" r="r" b="b"/>
              <a:pathLst>
                <a:path w="9667" h="7089" extrusionOk="0">
                  <a:moveTo>
                    <a:pt x="1" y="0"/>
                  </a:moveTo>
                  <a:lnTo>
                    <a:pt x="1" y="7088"/>
                  </a:lnTo>
                  <a:lnTo>
                    <a:pt x="9667" y="7088"/>
                  </a:lnTo>
                  <a:lnTo>
                    <a:pt x="1"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6"/>
            <p:cNvSpPr/>
            <p:nvPr/>
          </p:nvSpPr>
          <p:spPr>
            <a:xfrm>
              <a:off x="3087875" y="2666350"/>
              <a:ext cx="312300" cy="98325"/>
            </a:xfrm>
            <a:custGeom>
              <a:avLst/>
              <a:gdLst/>
              <a:ahLst/>
              <a:cxnLst/>
              <a:rect l="l" t="t" r="r" b="b"/>
              <a:pathLst>
                <a:path w="12492" h="3933" extrusionOk="0">
                  <a:moveTo>
                    <a:pt x="1" y="0"/>
                  </a:moveTo>
                  <a:lnTo>
                    <a:pt x="1" y="1245"/>
                  </a:lnTo>
                  <a:lnTo>
                    <a:pt x="12492" y="3933"/>
                  </a:lnTo>
                  <a:lnTo>
                    <a:pt x="12492"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6"/>
            <p:cNvSpPr/>
            <p:nvPr/>
          </p:nvSpPr>
          <p:spPr>
            <a:xfrm>
              <a:off x="3051450" y="2570875"/>
              <a:ext cx="385150" cy="100550"/>
            </a:xfrm>
            <a:custGeom>
              <a:avLst/>
              <a:gdLst/>
              <a:ahLst/>
              <a:cxnLst/>
              <a:rect l="l" t="t" r="r" b="b"/>
              <a:pathLst>
                <a:path w="15406" h="4022" extrusionOk="0">
                  <a:moveTo>
                    <a:pt x="7143" y="1"/>
                  </a:moveTo>
                  <a:lnTo>
                    <a:pt x="241" y="3199"/>
                  </a:lnTo>
                  <a:cubicBezTo>
                    <a:pt x="95" y="3267"/>
                    <a:pt x="0" y="3422"/>
                    <a:pt x="0" y="3592"/>
                  </a:cubicBezTo>
                  <a:cubicBezTo>
                    <a:pt x="0" y="3830"/>
                    <a:pt x="179" y="4022"/>
                    <a:pt x="401" y="4022"/>
                  </a:cubicBezTo>
                  <a:lnTo>
                    <a:pt x="15004" y="4022"/>
                  </a:lnTo>
                  <a:cubicBezTo>
                    <a:pt x="15226" y="4022"/>
                    <a:pt x="15406" y="3830"/>
                    <a:pt x="15406" y="3592"/>
                  </a:cubicBezTo>
                  <a:cubicBezTo>
                    <a:pt x="15406" y="3422"/>
                    <a:pt x="15311" y="3267"/>
                    <a:pt x="15165" y="3199"/>
                  </a:cubicBezTo>
                  <a:lnTo>
                    <a:pt x="830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6"/>
            <p:cNvSpPr/>
            <p:nvPr/>
          </p:nvSpPr>
          <p:spPr>
            <a:xfrm>
              <a:off x="3185000" y="2571000"/>
              <a:ext cx="251600" cy="100425"/>
            </a:xfrm>
            <a:custGeom>
              <a:avLst/>
              <a:gdLst/>
              <a:ahLst/>
              <a:cxnLst/>
              <a:rect l="l" t="t" r="r" b="b"/>
              <a:pathLst>
                <a:path w="10064" h="4017" extrusionOk="0">
                  <a:moveTo>
                    <a:pt x="2973" y="0"/>
                  </a:moveTo>
                  <a:cubicBezTo>
                    <a:pt x="2489" y="1368"/>
                    <a:pt x="1457" y="2792"/>
                    <a:pt x="1" y="4017"/>
                  </a:cubicBezTo>
                  <a:lnTo>
                    <a:pt x="9662" y="4017"/>
                  </a:lnTo>
                  <a:cubicBezTo>
                    <a:pt x="9884" y="4017"/>
                    <a:pt x="10064" y="3825"/>
                    <a:pt x="10064" y="3587"/>
                  </a:cubicBezTo>
                  <a:cubicBezTo>
                    <a:pt x="10064" y="3417"/>
                    <a:pt x="9969" y="3262"/>
                    <a:pt x="9823" y="3194"/>
                  </a:cubicBezTo>
                  <a:lnTo>
                    <a:pt x="2973"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6"/>
            <p:cNvSpPr/>
            <p:nvPr/>
          </p:nvSpPr>
          <p:spPr>
            <a:xfrm>
              <a:off x="2995475" y="2981525"/>
              <a:ext cx="497100" cy="77700"/>
            </a:xfrm>
            <a:custGeom>
              <a:avLst/>
              <a:gdLst/>
              <a:ahLst/>
              <a:cxnLst/>
              <a:rect l="l" t="t" r="r" b="b"/>
              <a:pathLst>
                <a:path w="19884" h="3108" extrusionOk="0">
                  <a:moveTo>
                    <a:pt x="4392" y="1"/>
                  </a:moveTo>
                  <a:cubicBezTo>
                    <a:pt x="3973" y="1"/>
                    <a:pt x="1" y="1749"/>
                    <a:pt x="1" y="2233"/>
                  </a:cubicBezTo>
                  <a:cubicBezTo>
                    <a:pt x="1" y="2716"/>
                    <a:pt x="175" y="3107"/>
                    <a:pt x="862" y="3107"/>
                  </a:cubicBezTo>
                  <a:lnTo>
                    <a:pt x="19023" y="3107"/>
                  </a:lnTo>
                  <a:cubicBezTo>
                    <a:pt x="19709" y="3107"/>
                    <a:pt x="19884" y="2716"/>
                    <a:pt x="19884" y="2233"/>
                  </a:cubicBezTo>
                  <a:cubicBezTo>
                    <a:pt x="19884" y="1749"/>
                    <a:pt x="15911" y="1"/>
                    <a:pt x="154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6"/>
            <p:cNvSpPr/>
            <p:nvPr/>
          </p:nvSpPr>
          <p:spPr>
            <a:xfrm>
              <a:off x="3178650" y="2981525"/>
              <a:ext cx="313925" cy="77700"/>
            </a:xfrm>
            <a:custGeom>
              <a:avLst/>
              <a:gdLst/>
              <a:ahLst/>
              <a:cxnLst/>
              <a:rect l="l" t="t" r="r" b="b"/>
              <a:pathLst>
                <a:path w="12557" h="3108" extrusionOk="0">
                  <a:moveTo>
                    <a:pt x="1381" y="1"/>
                  </a:moveTo>
                  <a:cubicBezTo>
                    <a:pt x="506" y="430"/>
                    <a:pt x="1" y="938"/>
                    <a:pt x="1" y="1482"/>
                  </a:cubicBezTo>
                  <a:cubicBezTo>
                    <a:pt x="1" y="2087"/>
                    <a:pt x="630" y="2648"/>
                    <a:pt x="1697" y="3107"/>
                  </a:cubicBezTo>
                  <a:lnTo>
                    <a:pt x="11696" y="3107"/>
                  </a:lnTo>
                  <a:cubicBezTo>
                    <a:pt x="12382" y="3107"/>
                    <a:pt x="12557" y="2716"/>
                    <a:pt x="12557" y="2233"/>
                  </a:cubicBezTo>
                  <a:cubicBezTo>
                    <a:pt x="12557" y="1749"/>
                    <a:pt x="8584" y="1"/>
                    <a:pt x="8165"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6"/>
            <p:cNvSpPr/>
            <p:nvPr/>
          </p:nvSpPr>
          <p:spPr>
            <a:xfrm>
              <a:off x="2958375" y="3052925"/>
              <a:ext cx="571300" cy="68800"/>
            </a:xfrm>
            <a:custGeom>
              <a:avLst/>
              <a:gdLst/>
              <a:ahLst/>
              <a:cxnLst/>
              <a:rect l="l" t="t" r="r" b="b"/>
              <a:pathLst>
                <a:path w="22852" h="2752" extrusionOk="0">
                  <a:moveTo>
                    <a:pt x="1377" y="0"/>
                  </a:moveTo>
                  <a:cubicBezTo>
                    <a:pt x="617" y="0"/>
                    <a:pt x="1" y="616"/>
                    <a:pt x="1" y="1375"/>
                  </a:cubicBezTo>
                  <a:cubicBezTo>
                    <a:pt x="1" y="2136"/>
                    <a:pt x="617" y="2751"/>
                    <a:pt x="1377" y="2751"/>
                  </a:cubicBezTo>
                  <a:lnTo>
                    <a:pt x="21475" y="2751"/>
                  </a:lnTo>
                  <a:cubicBezTo>
                    <a:pt x="22236" y="2751"/>
                    <a:pt x="22852" y="2136"/>
                    <a:pt x="22852" y="1375"/>
                  </a:cubicBezTo>
                  <a:cubicBezTo>
                    <a:pt x="22852" y="616"/>
                    <a:pt x="22236" y="0"/>
                    <a:pt x="21475" y="0"/>
                  </a:cubicBezTo>
                  <a:close/>
                </a:path>
              </a:pathLst>
            </a:custGeom>
            <a:solidFill>
              <a:srgbClr val="B57A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6"/>
            <p:cNvSpPr/>
            <p:nvPr/>
          </p:nvSpPr>
          <p:spPr>
            <a:xfrm>
              <a:off x="3123250" y="3052925"/>
              <a:ext cx="372025" cy="68800"/>
            </a:xfrm>
            <a:custGeom>
              <a:avLst/>
              <a:gdLst/>
              <a:ahLst/>
              <a:cxnLst/>
              <a:rect l="l" t="t" r="r" b="b"/>
              <a:pathLst>
                <a:path w="14881" h="2752" extrusionOk="0">
                  <a:moveTo>
                    <a:pt x="73" y="0"/>
                  </a:moveTo>
                  <a:cubicBezTo>
                    <a:pt x="33" y="0"/>
                    <a:pt x="0" y="33"/>
                    <a:pt x="0" y="73"/>
                  </a:cubicBezTo>
                  <a:lnTo>
                    <a:pt x="0" y="2678"/>
                  </a:lnTo>
                  <a:cubicBezTo>
                    <a:pt x="0" y="2719"/>
                    <a:pt x="33" y="2751"/>
                    <a:pt x="73" y="2751"/>
                  </a:cubicBezTo>
                  <a:lnTo>
                    <a:pt x="14808" y="2751"/>
                  </a:lnTo>
                  <a:cubicBezTo>
                    <a:pt x="14848" y="2751"/>
                    <a:pt x="14880" y="2719"/>
                    <a:pt x="14880" y="2678"/>
                  </a:cubicBezTo>
                  <a:lnTo>
                    <a:pt x="14880" y="73"/>
                  </a:lnTo>
                  <a:cubicBezTo>
                    <a:pt x="14880" y="33"/>
                    <a:pt x="14848" y="0"/>
                    <a:pt x="14808" y="0"/>
                  </a:cubicBezTo>
                  <a:close/>
                </a:path>
              </a:pathLst>
            </a:custGeom>
            <a:solidFill>
              <a:srgbClr val="EFBC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6"/>
            <p:cNvSpPr/>
            <p:nvPr/>
          </p:nvSpPr>
          <p:spPr>
            <a:xfrm>
              <a:off x="3074075" y="2965650"/>
              <a:ext cx="339875" cy="26450"/>
            </a:xfrm>
            <a:custGeom>
              <a:avLst/>
              <a:gdLst/>
              <a:ahLst/>
              <a:cxnLst/>
              <a:rect l="l" t="t" r="r" b="b"/>
              <a:pathLst>
                <a:path w="13595" h="1058" extrusionOk="0">
                  <a:moveTo>
                    <a:pt x="531" y="1"/>
                  </a:moveTo>
                  <a:cubicBezTo>
                    <a:pt x="238" y="1"/>
                    <a:pt x="1" y="237"/>
                    <a:pt x="1" y="529"/>
                  </a:cubicBezTo>
                  <a:cubicBezTo>
                    <a:pt x="1" y="822"/>
                    <a:pt x="238" y="1058"/>
                    <a:pt x="531" y="1058"/>
                  </a:cubicBezTo>
                  <a:lnTo>
                    <a:pt x="13066" y="1058"/>
                  </a:lnTo>
                  <a:cubicBezTo>
                    <a:pt x="13358" y="1058"/>
                    <a:pt x="13594" y="822"/>
                    <a:pt x="13594" y="529"/>
                  </a:cubicBezTo>
                  <a:cubicBezTo>
                    <a:pt x="13594" y="237"/>
                    <a:pt x="13358" y="1"/>
                    <a:pt x="13066" y="1"/>
                  </a:cubicBezTo>
                  <a:close/>
                </a:path>
              </a:pathLst>
            </a:custGeom>
            <a:solidFill>
              <a:srgbClr val="B57A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6"/>
            <p:cNvSpPr/>
            <p:nvPr/>
          </p:nvSpPr>
          <p:spPr>
            <a:xfrm>
              <a:off x="3205300" y="2965650"/>
              <a:ext cx="202150" cy="26450"/>
            </a:xfrm>
            <a:custGeom>
              <a:avLst/>
              <a:gdLst/>
              <a:ahLst/>
              <a:cxnLst/>
              <a:rect l="l" t="t" r="r" b="b"/>
              <a:pathLst>
                <a:path w="8086" h="1058" extrusionOk="0">
                  <a:moveTo>
                    <a:pt x="327" y="1"/>
                  </a:moveTo>
                  <a:cubicBezTo>
                    <a:pt x="106" y="1"/>
                    <a:pt x="1" y="179"/>
                    <a:pt x="94" y="401"/>
                  </a:cubicBezTo>
                  <a:lnTo>
                    <a:pt x="200" y="658"/>
                  </a:lnTo>
                  <a:cubicBezTo>
                    <a:pt x="293" y="879"/>
                    <a:pt x="547" y="1058"/>
                    <a:pt x="769" y="1058"/>
                  </a:cubicBezTo>
                  <a:lnTo>
                    <a:pt x="7761" y="1058"/>
                  </a:lnTo>
                  <a:cubicBezTo>
                    <a:pt x="7981" y="1058"/>
                    <a:pt x="8085" y="879"/>
                    <a:pt x="7994" y="658"/>
                  </a:cubicBezTo>
                  <a:lnTo>
                    <a:pt x="7886" y="401"/>
                  </a:lnTo>
                  <a:cubicBezTo>
                    <a:pt x="7795" y="179"/>
                    <a:pt x="7541" y="1"/>
                    <a:pt x="7319" y="1"/>
                  </a:cubicBezTo>
                  <a:close/>
                </a:path>
              </a:pathLst>
            </a:custGeom>
            <a:solidFill>
              <a:srgbClr val="EFBC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6"/>
            <p:cNvSpPr/>
            <p:nvPr/>
          </p:nvSpPr>
          <p:spPr>
            <a:xfrm>
              <a:off x="3051450" y="2650225"/>
              <a:ext cx="385150" cy="21200"/>
            </a:xfrm>
            <a:custGeom>
              <a:avLst/>
              <a:gdLst/>
              <a:ahLst/>
              <a:cxnLst/>
              <a:rect l="l" t="t" r="r" b="b"/>
              <a:pathLst>
                <a:path w="15406" h="848" extrusionOk="0">
                  <a:moveTo>
                    <a:pt x="294" y="0"/>
                  </a:moveTo>
                  <a:lnTo>
                    <a:pt x="241" y="25"/>
                  </a:lnTo>
                  <a:cubicBezTo>
                    <a:pt x="95" y="93"/>
                    <a:pt x="0" y="248"/>
                    <a:pt x="0" y="418"/>
                  </a:cubicBezTo>
                  <a:cubicBezTo>
                    <a:pt x="0" y="656"/>
                    <a:pt x="179" y="848"/>
                    <a:pt x="401" y="848"/>
                  </a:cubicBezTo>
                  <a:lnTo>
                    <a:pt x="15004" y="848"/>
                  </a:lnTo>
                  <a:cubicBezTo>
                    <a:pt x="15226" y="848"/>
                    <a:pt x="15406" y="656"/>
                    <a:pt x="15406" y="418"/>
                  </a:cubicBezTo>
                  <a:cubicBezTo>
                    <a:pt x="15406" y="248"/>
                    <a:pt x="15311" y="93"/>
                    <a:pt x="15165" y="25"/>
                  </a:cubicBezTo>
                  <a:lnTo>
                    <a:pt x="1511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6"/>
            <p:cNvSpPr/>
            <p:nvPr/>
          </p:nvSpPr>
          <p:spPr>
            <a:xfrm>
              <a:off x="3327725" y="2712625"/>
              <a:ext cx="46800" cy="218675"/>
            </a:xfrm>
            <a:custGeom>
              <a:avLst/>
              <a:gdLst/>
              <a:ahLst/>
              <a:cxnLst/>
              <a:rect l="l" t="t" r="r" b="b"/>
              <a:pathLst>
                <a:path w="1872" h="8747" extrusionOk="0">
                  <a:moveTo>
                    <a:pt x="58" y="1"/>
                  </a:moveTo>
                  <a:cubicBezTo>
                    <a:pt x="27" y="1"/>
                    <a:pt x="0" y="28"/>
                    <a:pt x="0" y="60"/>
                  </a:cubicBezTo>
                  <a:lnTo>
                    <a:pt x="0" y="8688"/>
                  </a:lnTo>
                  <a:cubicBezTo>
                    <a:pt x="0" y="8720"/>
                    <a:pt x="27" y="8747"/>
                    <a:pt x="58" y="8747"/>
                  </a:cubicBezTo>
                  <a:lnTo>
                    <a:pt x="1812" y="8747"/>
                  </a:lnTo>
                  <a:cubicBezTo>
                    <a:pt x="1845" y="8747"/>
                    <a:pt x="1871" y="8720"/>
                    <a:pt x="1871" y="8688"/>
                  </a:cubicBezTo>
                  <a:lnTo>
                    <a:pt x="1871" y="60"/>
                  </a:lnTo>
                  <a:cubicBezTo>
                    <a:pt x="1871" y="28"/>
                    <a:pt x="1845" y="1"/>
                    <a:pt x="18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6"/>
            <p:cNvSpPr/>
            <p:nvPr/>
          </p:nvSpPr>
          <p:spPr>
            <a:xfrm>
              <a:off x="3258100" y="2712625"/>
              <a:ext cx="46750" cy="218675"/>
            </a:xfrm>
            <a:custGeom>
              <a:avLst/>
              <a:gdLst/>
              <a:ahLst/>
              <a:cxnLst/>
              <a:rect l="l" t="t" r="r" b="b"/>
              <a:pathLst>
                <a:path w="1870" h="8747" extrusionOk="0">
                  <a:moveTo>
                    <a:pt x="58" y="1"/>
                  </a:moveTo>
                  <a:cubicBezTo>
                    <a:pt x="26" y="1"/>
                    <a:pt x="1" y="28"/>
                    <a:pt x="1" y="60"/>
                  </a:cubicBezTo>
                  <a:lnTo>
                    <a:pt x="1" y="8688"/>
                  </a:lnTo>
                  <a:cubicBezTo>
                    <a:pt x="1" y="8720"/>
                    <a:pt x="26" y="8747"/>
                    <a:pt x="58" y="8747"/>
                  </a:cubicBezTo>
                  <a:lnTo>
                    <a:pt x="1812" y="8747"/>
                  </a:lnTo>
                  <a:cubicBezTo>
                    <a:pt x="1845" y="8747"/>
                    <a:pt x="1870" y="8720"/>
                    <a:pt x="1870" y="8688"/>
                  </a:cubicBezTo>
                  <a:lnTo>
                    <a:pt x="1870" y="60"/>
                  </a:lnTo>
                  <a:cubicBezTo>
                    <a:pt x="1870" y="28"/>
                    <a:pt x="1845" y="1"/>
                    <a:pt x="18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6"/>
            <p:cNvSpPr/>
            <p:nvPr/>
          </p:nvSpPr>
          <p:spPr>
            <a:xfrm>
              <a:off x="3188475" y="2712625"/>
              <a:ext cx="46750" cy="218675"/>
            </a:xfrm>
            <a:custGeom>
              <a:avLst/>
              <a:gdLst/>
              <a:ahLst/>
              <a:cxnLst/>
              <a:rect l="l" t="t" r="r" b="b"/>
              <a:pathLst>
                <a:path w="1870" h="8747" extrusionOk="0">
                  <a:moveTo>
                    <a:pt x="58" y="1"/>
                  </a:moveTo>
                  <a:cubicBezTo>
                    <a:pt x="26" y="1"/>
                    <a:pt x="1" y="28"/>
                    <a:pt x="1" y="60"/>
                  </a:cubicBezTo>
                  <a:lnTo>
                    <a:pt x="1" y="8688"/>
                  </a:lnTo>
                  <a:cubicBezTo>
                    <a:pt x="1" y="8720"/>
                    <a:pt x="26" y="8747"/>
                    <a:pt x="58" y="8747"/>
                  </a:cubicBezTo>
                  <a:lnTo>
                    <a:pt x="1812" y="8747"/>
                  </a:lnTo>
                  <a:cubicBezTo>
                    <a:pt x="1845" y="8747"/>
                    <a:pt x="1870" y="8720"/>
                    <a:pt x="1870" y="8688"/>
                  </a:cubicBezTo>
                  <a:lnTo>
                    <a:pt x="1870" y="60"/>
                  </a:lnTo>
                  <a:cubicBezTo>
                    <a:pt x="1870" y="28"/>
                    <a:pt x="1845" y="1"/>
                    <a:pt x="18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6"/>
            <p:cNvSpPr/>
            <p:nvPr/>
          </p:nvSpPr>
          <p:spPr>
            <a:xfrm>
              <a:off x="3118825" y="2712625"/>
              <a:ext cx="46800" cy="218675"/>
            </a:xfrm>
            <a:custGeom>
              <a:avLst/>
              <a:gdLst/>
              <a:ahLst/>
              <a:cxnLst/>
              <a:rect l="l" t="t" r="r" b="b"/>
              <a:pathLst>
                <a:path w="1872" h="8747" extrusionOk="0">
                  <a:moveTo>
                    <a:pt x="59" y="1"/>
                  </a:moveTo>
                  <a:cubicBezTo>
                    <a:pt x="27" y="1"/>
                    <a:pt x="0" y="28"/>
                    <a:pt x="0" y="60"/>
                  </a:cubicBezTo>
                  <a:lnTo>
                    <a:pt x="0" y="8688"/>
                  </a:lnTo>
                  <a:cubicBezTo>
                    <a:pt x="0" y="8720"/>
                    <a:pt x="27" y="8747"/>
                    <a:pt x="59" y="8747"/>
                  </a:cubicBezTo>
                  <a:lnTo>
                    <a:pt x="1814" y="8747"/>
                  </a:lnTo>
                  <a:cubicBezTo>
                    <a:pt x="1845" y="8747"/>
                    <a:pt x="1871" y="8720"/>
                    <a:pt x="1871" y="8688"/>
                  </a:cubicBezTo>
                  <a:lnTo>
                    <a:pt x="1871" y="60"/>
                  </a:lnTo>
                  <a:cubicBezTo>
                    <a:pt x="1871" y="28"/>
                    <a:pt x="1845" y="1"/>
                    <a:pt x="18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6"/>
            <p:cNvSpPr/>
            <p:nvPr/>
          </p:nvSpPr>
          <p:spPr>
            <a:xfrm>
              <a:off x="3959650" y="2621800"/>
              <a:ext cx="47300" cy="47300"/>
            </a:xfrm>
            <a:custGeom>
              <a:avLst/>
              <a:gdLst/>
              <a:ahLst/>
              <a:cxnLst/>
              <a:rect l="l" t="t" r="r" b="b"/>
              <a:pathLst>
                <a:path w="1892" h="1892" extrusionOk="0">
                  <a:moveTo>
                    <a:pt x="947" y="0"/>
                  </a:moveTo>
                  <a:cubicBezTo>
                    <a:pt x="424" y="0"/>
                    <a:pt x="0" y="424"/>
                    <a:pt x="0" y="945"/>
                  </a:cubicBezTo>
                  <a:cubicBezTo>
                    <a:pt x="0" y="1468"/>
                    <a:pt x="424" y="1892"/>
                    <a:pt x="947" y="1892"/>
                  </a:cubicBezTo>
                  <a:cubicBezTo>
                    <a:pt x="1468" y="1892"/>
                    <a:pt x="1892" y="1468"/>
                    <a:pt x="1892" y="945"/>
                  </a:cubicBezTo>
                  <a:cubicBezTo>
                    <a:pt x="1892" y="424"/>
                    <a:pt x="1468" y="0"/>
                    <a:pt x="9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6"/>
            <p:cNvSpPr/>
            <p:nvPr/>
          </p:nvSpPr>
          <p:spPr>
            <a:xfrm>
              <a:off x="3967575" y="2657475"/>
              <a:ext cx="31450" cy="31450"/>
            </a:xfrm>
            <a:custGeom>
              <a:avLst/>
              <a:gdLst/>
              <a:ahLst/>
              <a:cxnLst/>
              <a:rect l="l" t="t" r="r" b="b"/>
              <a:pathLst>
                <a:path w="1258" h="1258" extrusionOk="0">
                  <a:moveTo>
                    <a:pt x="630" y="1"/>
                  </a:moveTo>
                  <a:cubicBezTo>
                    <a:pt x="283" y="1"/>
                    <a:pt x="1" y="283"/>
                    <a:pt x="1" y="630"/>
                  </a:cubicBezTo>
                  <a:cubicBezTo>
                    <a:pt x="1" y="977"/>
                    <a:pt x="283" y="1258"/>
                    <a:pt x="630" y="1258"/>
                  </a:cubicBezTo>
                  <a:cubicBezTo>
                    <a:pt x="977" y="1258"/>
                    <a:pt x="1257" y="977"/>
                    <a:pt x="1257" y="630"/>
                  </a:cubicBezTo>
                  <a:cubicBezTo>
                    <a:pt x="1257" y="283"/>
                    <a:pt x="977" y="1"/>
                    <a:pt x="6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6"/>
            <p:cNvSpPr/>
            <p:nvPr/>
          </p:nvSpPr>
          <p:spPr>
            <a:xfrm>
              <a:off x="3858900" y="2748325"/>
              <a:ext cx="248800" cy="257475"/>
            </a:xfrm>
            <a:custGeom>
              <a:avLst/>
              <a:gdLst/>
              <a:ahLst/>
              <a:cxnLst/>
              <a:rect l="l" t="t" r="r" b="b"/>
              <a:pathLst>
                <a:path w="9952" h="10299" extrusionOk="0">
                  <a:moveTo>
                    <a:pt x="1" y="1"/>
                  </a:moveTo>
                  <a:lnTo>
                    <a:pt x="1" y="10299"/>
                  </a:lnTo>
                  <a:lnTo>
                    <a:pt x="9951" y="10299"/>
                  </a:lnTo>
                  <a:lnTo>
                    <a:pt x="99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6"/>
            <p:cNvSpPr/>
            <p:nvPr/>
          </p:nvSpPr>
          <p:spPr>
            <a:xfrm>
              <a:off x="3858900" y="2748325"/>
              <a:ext cx="179725" cy="257475"/>
            </a:xfrm>
            <a:custGeom>
              <a:avLst/>
              <a:gdLst/>
              <a:ahLst/>
              <a:cxnLst/>
              <a:rect l="l" t="t" r="r" b="b"/>
              <a:pathLst>
                <a:path w="7189" h="10299" extrusionOk="0">
                  <a:moveTo>
                    <a:pt x="1" y="1"/>
                  </a:moveTo>
                  <a:lnTo>
                    <a:pt x="1" y="10299"/>
                  </a:lnTo>
                  <a:lnTo>
                    <a:pt x="7189" y="10299"/>
                  </a:lnTo>
                  <a:lnTo>
                    <a:pt x="7189"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6"/>
            <p:cNvSpPr/>
            <p:nvPr/>
          </p:nvSpPr>
          <p:spPr>
            <a:xfrm>
              <a:off x="3876550" y="2748325"/>
              <a:ext cx="86850" cy="257475"/>
            </a:xfrm>
            <a:custGeom>
              <a:avLst/>
              <a:gdLst/>
              <a:ahLst/>
              <a:cxnLst/>
              <a:rect l="l" t="t" r="r" b="b"/>
              <a:pathLst>
                <a:path w="3474" h="10299" extrusionOk="0">
                  <a:moveTo>
                    <a:pt x="0" y="1"/>
                  </a:moveTo>
                  <a:lnTo>
                    <a:pt x="0" y="10299"/>
                  </a:lnTo>
                  <a:lnTo>
                    <a:pt x="3473" y="10299"/>
                  </a:lnTo>
                  <a:lnTo>
                    <a:pt x="3473"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6"/>
            <p:cNvSpPr/>
            <p:nvPr/>
          </p:nvSpPr>
          <p:spPr>
            <a:xfrm>
              <a:off x="3858900" y="2748325"/>
              <a:ext cx="248800" cy="44875"/>
            </a:xfrm>
            <a:custGeom>
              <a:avLst/>
              <a:gdLst/>
              <a:ahLst/>
              <a:cxnLst/>
              <a:rect l="l" t="t" r="r" b="b"/>
              <a:pathLst>
                <a:path w="9952" h="1795" extrusionOk="0">
                  <a:moveTo>
                    <a:pt x="1" y="1"/>
                  </a:moveTo>
                  <a:lnTo>
                    <a:pt x="1" y="569"/>
                  </a:lnTo>
                  <a:lnTo>
                    <a:pt x="9951" y="1795"/>
                  </a:lnTo>
                  <a:lnTo>
                    <a:pt x="9951"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6"/>
            <p:cNvSpPr/>
            <p:nvPr/>
          </p:nvSpPr>
          <p:spPr>
            <a:xfrm>
              <a:off x="3829875" y="2672300"/>
              <a:ext cx="306875" cy="80125"/>
            </a:xfrm>
            <a:custGeom>
              <a:avLst/>
              <a:gdLst/>
              <a:ahLst/>
              <a:cxnLst/>
              <a:rect l="l" t="t" r="r" b="b"/>
              <a:pathLst>
                <a:path w="12275" h="3205" extrusionOk="0">
                  <a:moveTo>
                    <a:pt x="5690" y="0"/>
                  </a:moveTo>
                  <a:lnTo>
                    <a:pt x="193" y="2549"/>
                  </a:lnTo>
                  <a:cubicBezTo>
                    <a:pt x="76" y="2603"/>
                    <a:pt x="1" y="2726"/>
                    <a:pt x="1" y="2862"/>
                  </a:cubicBezTo>
                  <a:cubicBezTo>
                    <a:pt x="1" y="3051"/>
                    <a:pt x="144" y="3204"/>
                    <a:pt x="320" y="3204"/>
                  </a:cubicBezTo>
                  <a:lnTo>
                    <a:pt x="11954" y="3204"/>
                  </a:lnTo>
                  <a:cubicBezTo>
                    <a:pt x="12131" y="3204"/>
                    <a:pt x="12275" y="3051"/>
                    <a:pt x="12275" y="2862"/>
                  </a:cubicBezTo>
                  <a:cubicBezTo>
                    <a:pt x="12275" y="2726"/>
                    <a:pt x="12199" y="2603"/>
                    <a:pt x="12083" y="2549"/>
                  </a:cubicBezTo>
                  <a:lnTo>
                    <a:pt x="661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6"/>
            <p:cNvSpPr/>
            <p:nvPr/>
          </p:nvSpPr>
          <p:spPr>
            <a:xfrm>
              <a:off x="3936275" y="2672400"/>
              <a:ext cx="200475" cy="79975"/>
            </a:xfrm>
            <a:custGeom>
              <a:avLst/>
              <a:gdLst/>
              <a:ahLst/>
              <a:cxnLst/>
              <a:rect l="l" t="t" r="r" b="b"/>
              <a:pathLst>
                <a:path w="8019" h="3199" extrusionOk="0">
                  <a:moveTo>
                    <a:pt x="2369" y="0"/>
                  </a:moveTo>
                  <a:cubicBezTo>
                    <a:pt x="1984" y="1090"/>
                    <a:pt x="1161" y="2224"/>
                    <a:pt x="1" y="3199"/>
                  </a:cubicBezTo>
                  <a:lnTo>
                    <a:pt x="7698" y="3199"/>
                  </a:lnTo>
                  <a:cubicBezTo>
                    <a:pt x="7875" y="3199"/>
                    <a:pt x="8019" y="3047"/>
                    <a:pt x="8019" y="2858"/>
                  </a:cubicBezTo>
                  <a:cubicBezTo>
                    <a:pt x="8019" y="2722"/>
                    <a:pt x="7943" y="2599"/>
                    <a:pt x="7827" y="2545"/>
                  </a:cubicBezTo>
                  <a:lnTo>
                    <a:pt x="2369"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6"/>
            <p:cNvSpPr/>
            <p:nvPr/>
          </p:nvSpPr>
          <p:spPr>
            <a:xfrm>
              <a:off x="3785300" y="2999425"/>
              <a:ext cx="396000" cy="61950"/>
            </a:xfrm>
            <a:custGeom>
              <a:avLst/>
              <a:gdLst/>
              <a:ahLst/>
              <a:cxnLst/>
              <a:rect l="l" t="t" r="r" b="b"/>
              <a:pathLst>
                <a:path w="15840" h="2478" extrusionOk="0">
                  <a:moveTo>
                    <a:pt x="3498" y="1"/>
                  </a:moveTo>
                  <a:cubicBezTo>
                    <a:pt x="3165" y="1"/>
                    <a:pt x="0" y="1395"/>
                    <a:pt x="0" y="1780"/>
                  </a:cubicBezTo>
                  <a:cubicBezTo>
                    <a:pt x="0" y="2164"/>
                    <a:pt x="139" y="2477"/>
                    <a:pt x="685" y="2477"/>
                  </a:cubicBezTo>
                  <a:lnTo>
                    <a:pt x="15155" y="2477"/>
                  </a:lnTo>
                  <a:cubicBezTo>
                    <a:pt x="15701" y="2477"/>
                    <a:pt x="15840" y="2164"/>
                    <a:pt x="15840" y="1780"/>
                  </a:cubicBezTo>
                  <a:cubicBezTo>
                    <a:pt x="15840" y="1395"/>
                    <a:pt x="12675" y="1"/>
                    <a:pt x="123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6"/>
            <p:cNvSpPr/>
            <p:nvPr/>
          </p:nvSpPr>
          <p:spPr>
            <a:xfrm>
              <a:off x="3931225" y="2999425"/>
              <a:ext cx="250075" cy="61950"/>
            </a:xfrm>
            <a:custGeom>
              <a:avLst/>
              <a:gdLst/>
              <a:ahLst/>
              <a:cxnLst/>
              <a:rect l="l" t="t" r="r" b="b"/>
              <a:pathLst>
                <a:path w="10003" h="2478" extrusionOk="0">
                  <a:moveTo>
                    <a:pt x="1100" y="1"/>
                  </a:moveTo>
                  <a:cubicBezTo>
                    <a:pt x="403" y="345"/>
                    <a:pt x="0" y="748"/>
                    <a:pt x="0" y="1181"/>
                  </a:cubicBezTo>
                  <a:cubicBezTo>
                    <a:pt x="0" y="1664"/>
                    <a:pt x="502" y="2111"/>
                    <a:pt x="1353" y="2477"/>
                  </a:cubicBezTo>
                  <a:lnTo>
                    <a:pt x="9318" y="2477"/>
                  </a:lnTo>
                  <a:cubicBezTo>
                    <a:pt x="9864" y="2477"/>
                    <a:pt x="10003" y="2164"/>
                    <a:pt x="10003" y="1780"/>
                  </a:cubicBezTo>
                  <a:cubicBezTo>
                    <a:pt x="10003" y="1395"/>
                    <a:pt x="6838" y="1"/>
                    <a:pt x="6505"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6"/>
            <p:cNvSpPr/>
            <p:nvPr/>
          </p:nvSpPr>
          <p:spPr>
            <a:xfrm>
              <a:off x="3755750" y="3056325"/>
              <a:ext cx="455100" cy="54800"/>
            </a:xfrm>
            <a:custGeom>
              <a:avLst/>
              <a:gdLst/>
              <a:ahLst/>
              <a:cxnLst/>
              <a:rect l="l" t="t" r="r" b="b"/>
              <a:pathLst>
                <a:path w="18204" h="2192" extrusionOk="0">
                  <a:moveTo>
                    <a:pt x="1097" y="0"/>
                  </a:moveTo>
                  <a:cubicBezTo>
                    <a:pt x="491" y="0"/>
                    <a:pt x="1" y="491"/>
                    <a:pt x="1" y="1096"/>
                  </a:cubicBezTo>
                  <a:cubicBezTo>
                    <a:pt x="1" y="1701"/>
                    <a:pt x="491" y="2192"/>
                    <a:pt x="1097" y="2192"/>
                  </a:cubicBezTo>
                  <a:lnTo>
                    <a:pt x="17108" y="2192"/>
                  </a:lnTo>
                  <a:cubicBezTo>
                    <a:pt x="17713" y="2192"/>
                    <a:pt x="18203" y="1701"/>
                    <a:pt x="18203" y="1096"/>
                  </a:cubicBezTo>
                  <a:cubicBezTo>
                    <a:pt x="18203" y="491"/>
                    <a:pt x="17713" y="0"/>
                    <a:pt x="17108" y="0"/>
                  </a:cubicBezTo>
                  <a:close/>
                </a:path>
              </a:pathLst>
            </a:custGeom>
            <a:solidFill>
              <a:srgbClr val="B57A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6"/>
            <p:cNvSpPr/>
            <p:nvPr/>
          </p:nvSpPr>
          <p:spPr>
            <a:xfrm>
              <a:off x="3791850" y="3056325"/>
              <a:ext cx="296400" cy="54800"/>
            </a:xfrm>
            <a:custGeom>
              <a:avLst/>
              <a:gdLst/>
              <a:ahLst/>
              <a:cxnLst/>
              <a:rect l="l" t="t" r="r" b="b"/>
              <a:pathLst>
                <a:path w="11856" h="2192" extrusionOk="0">
                  <a:moveTo>
                    <a:pt x="60" y="0"/>
                  </a:moveTo>
                  <a:cubicBezTo>
                    <a:pt x="28" y="0"/>
                    <a:pt x="1" y="27"/>
                    <a:pt x="1" y="59"/>
                  </a:cubicBezTo>
                  <a:lnTo>
                    <a:pt x="1" y="2134"/>
                  </a:lnTo>
                  <a:cubicBezTo>
                    <a:pt x="1" y="2167"/>
                    <a:pt x="28" y="2192"/>
                    <a:pt x="60" y="2192"/>
                  </a:cubicBezTo>
                  <a:lnTo>
                    <a:pt x="11798" y="2192"/>
                  </a:lnTo>
                  <a:cubicBezTo>
                    <a:pt x="11830" y="2192"/>
                    <a:pt x="11855" y="2167"/>
                    <a:pt x="11855" y="2134"/>
                  </a:cubicBezTo>
                  <a:lnTo>
                    <a:pt x="11855" y="59"/>
                  </a:lnTo>
                  <a:cubicBezTo>
                    <a:pt x="11855" y="27"/>
                    <a:pt x="11830" y="0"/>
                    <a:pt x="11798" y="0"/>
                  </a:cubicBezTo>
                  <a:close/>
                </a:path>
              </a:pathLst>
            </a:custGeom>
            <a:solidFill>
              <a:srgbClr val="EFBC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6"/>
            <p:cNvSpPr/>
            <p:nvPr/>
          </p:nvSpPr>
          <p:spPr>
            <a:xfrm>
              <a:off x="3847925" y="2986800"/>
              <a:ext cx="270750" cy="21100"/>
            </a:xfrm>
            <a:custGeom>
              <a:avLst/>
              <a:gdLst/>
              <a:ahLst/>
              <a:cxnLst/>
              <a:rect l="l" t="t" r="r" b="b"/>
              <a:pathLst>
                <a:path w="10830" h="844" extrusionOk="0">
                  <a:moveTo>
                    <a:pt x="422" y="1"/>
                  </a:moveTo>
                  <a:cubicBezTo>
                    <a:pt x="189" y="1"/>
                    <a:pt x="1" y="190"/>
                    <a:pt x="1" y="422"/>
                  </a:cubicBezTo>
                  <a:cubicBezTo>
                    <a:pt x="1" y="655"/>
                    <a:pt x="189" y="844"/>
                    <a:pt x="422" y="844"/>
                  </a:cubicBezTo>
                  <a:lnTo>
                    <a:pt x="10408" y="844"/>
                  </a:lnTo>
                  <a:cubicBezTo>
                    <a:pt x="10642" y="844"/>
                    <a:pt x="10829" y="655"/>
                    <a:pt x="10829" y="422"/>
                  </a:cubicBezTo>
                  <a:cubicBezTo>
                    <a:pt x="10829" y="190"/>
                    <a:pt x="10642" y="1"/>
                    <a:pt x="10408" y="1"/>
                  </a:cubicBezTo>
                  <a:close/>
                </a:path>
              </a:pathLst>
            </a:custGeom>
            <a:solidFill>
              <a:srgbClr val="B57A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6"/>
            <p:cNvSpPr/>
            <p:nvPr/>
          </p:nvSpPr>
          <p:spPr>
            <a:xfrm>
              <a:off x="3874000" y="2986800"/>
              <a:ext cx="161050" cy="21100"/>
            </a:xfrm>
            <a:custGeom>
              <a:avLst/>
              <a:gdLst/>
              <a:ahLst/>
              <a:cxnLst/>
              <a:rect l="l" t="t" r="r" b="b"/>
              <a:pathLst>
                <a:path w="6442" h="844" extrusionOk="0">
                  <a:moveTo>
                    <a:pt x="260" y="1"/>
                  </a:moveTo>
                  <a:cubicBezTo>
                    <a:pt x="85" y="1"/>
                    <a:pt x="0" y="144"/>
                    <a:pt x="74" y="320"/>
                  </a:cubicBezTo>
                  <a:lnTo>
                    <a:pt x="160" y="525"/>
                  </a:lnTo>
                  <a:cubicBezTo>
                    <a:pt x="234" y="701"/>
                    <a:pt x="436" y="844"/>
                    <a:pt x="612" y="844"/>
                  </a:cubicBezTo>
                  <a:lnTo>
                    <a:pt x="6182" y="844"/>
                  </a:lnTo>
                  <a:cubicBezTo>
                    <a:pt x="6359" y="844"/>
                    <a:pt x="6442" y="701"/>
                    <a:pt x="6368" y="525"/>
                  </a:cubicBezTo>
                  <a:lnTo>
                    <a:pt x="6282" y="320"/>
                  </a:lnTo>
                  <a:cubicBezTo>
                    <a:pt x="6210" y="144"/>
                    <a:pt x="6007" y="1"/>
                    <a:pt x="5830" y="1"/>
                  </a:cubicBezTo>
                  <a:close/>
                </a:path>
              </a:pathLst>
            </a:custGeom>
            <a:solidFill>
              <a:srgbClr val="EFBC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6"/>
            <p:cNvSpPr/>
            <p:nvPr/>
          </p:nvSpPr>
          <p:spPr>
            <a:xfrm>
              <a:off x="3829875" y="2735525"/>
              <a:ext cx="306875" cy="16850"/>
            </a:xfrm>
            <a:custGeom>
              <a:avLst/>
              <a:gdLst/>
              <a:ahLst/>
              <a:cxnLst/>
              <a:rect l="l" t="t" r="r" b="b"/>
              <a:pathLst>
                <a:path w="12275" h="674" extrusionOk="0">
                  <a:moveTo>
                    <a:pt x="236" y="0"/>
                  </a:moveTo>
                  <a:lnTo>
                    <a:pt x="193" y="20"/>
                  </a:lnTo>
                  <a:cubicBezTo>
                    <a:pt x="76" y="74"/>
                    <a:pt x="1" y="197"/>
                    <a:pt x="1" y="333"/>
                  </a:cubicBezTo>
                  <a:cubicBezTo>
                    <a:pt x="1" y="522"/>
                    <a:pt x="144" y="674"/>
                    <a:pt x="320" y="674"/>
                  </a:cubicBezTo>
                  <a:lnTo>
                    <a:pt x="11954" y="674"/>
                  </a:lnTo>
                  <a:cubicBezTo>
                    <a:pt x="12131" y="674"/>
                    <a:pt x="12275" y="522"/>
                    <a:pt x="12275" y="333"/>
                  </a:cubicBezTo>
                  <a:cubicBezTo>
                    <a:pt x="12275" y="197"/>
                    <a:pt x="12199" y="74"/>
                    <a:pt x="12083" y="20"/>
                  </a:cubicBezTo>
                  <a:lnTo>
                    <a:pt x="1204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6"/>
            <p:cNvSpPr/>
            <p:nvPr/>
          </p:nvSpPr>
          <p:spPr>
            <a:xfrm>
              <a:off x="3986925" y="2785250"/>
              <a:ext cx="26000" cy="174200"/>
            </a:xfrm>
            <a:custGeom>
              <a:avLst/>
              <a:gdLst/>
              <a:ahLst/>
              <a:cxnLst/>
              <a:rect l="l" t="t" r="r" b="b"/>
              <a:pathLst>
                <a:path w="1040" h="6968" extrusionOk="0">
                  <a:moveTo>
                    <a:pt x="520" y="0"/>
                  </a:moveTo>
                  <a:cubicBezTo>
                    <a:pt x="234" y="0"/>
                    <a:pt x="0" y="234"/>
                    <a:pt x="0" y="520"/>
                  </a:cubicBezTo>
                  <a:lnTo>
                    <a:pt x="0" y="6447"/>
                  </a:lnTo>
                  <a:cubicBezTo>
                    <a:pt x="0" y="6734"/>
                    <a:pt x="234" y="6967"/>
                    <a:pt x="520" y="6967"/>
                  </a:cubicBezTo>
                  <a:cubicBezTo>
                    <a:pt x="807" y="6967"/>
                    <a:pt x="1040" y="6734"/>
                    <a:pt x="1040" y="6447"/>
                  </a:cubicBezTo>
                  <a:lnTo>
                    <a:pt x="1040" y="520"/>
                  </a:lnTo>
                  <a:cubicBezTo>
                    <a:pt x="1040" y="234"/>
                    <a:pt x="807" y="0"/>
                    <a:pt x="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6"/>
            <p:cNvSpPr/>
            <p:nvPr/>
          </p:nvSpPr>
          <p:spPr>
            <a:xfrm>
              <a:off x="4025600" y="2785250"/>
              <a:ext cx="26025" cy="174200"/>
            </a:xfrm>
            <a:custGeom>
              <a:avLst/>
              <a:gdLst/>
              <a:ahLst/>
              <a:cxnLst/>
              <a:rect l="l" t="t" r="r" b="b"/>
              <a:pathLst>
                <a:path w="1041" h="6968" extrusionOk="0">
                  <a:moveTo>
                    <a:pt x="521" y="0"/>
                  </a:moveTo>
                  <a:cubicBezTo>
                    <a:pt x="234" y="0"/>
                    <a:pt x="1" y="234"/>
                    <a:pt x="1" y="520"/>
                  </a:cubicBezTo>
                  <a:lnTo>
                    <a:pt x="1" y="6447"/>
                  </a:lnTo>
                  <a:cubicBezTo>
                    <a:pt x="1" y="6734"/>
                    <a:pt x="234" y="6967"/>
                    <a:pt x="521" y="6967"/>
                  </a:cubicBezTo>
                  <a:cubicBezTo>
                    <a:pt x="809" y="6967"/>
                    <a:pt x="1041" y="6734"/>
                    <a:pt x="1041" y="6447"/>
                  </a:cubicBezTo>
                  <a:lnTo>
                    <a:pt x="1041" y="520"/>
                  </a:lnTo>
                  <a:cubicBezTo>
                    <a:pt x="1041" y="234"/>
                    <a:pt x="809"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6"/>
            <p:cNvSpPr/>
            <p:nvPr/>
          </p:nvSpPr>
          <p:spPr>
            <a:xfrm>
              <a:off x="4064325" y="2785250"/>
              <a:ext cx="25975" cy="174200"/>
            </a:xfrm>
            <a:custGeom>
              <a:avLst/>
              <a:gdLst/>
              <a:ahLst/>
              <a:cxnLst/>
              <a:rect l="l" t="t" r="r" b="b"/>
              <a:pathLst>
                <a:path w="1039" h="6968" extrusionOk="0">
                  <a:moveTo>
                    <a:pt x="519" y="0"/>
                  </a:moveTo>
                  <a:cubicBezTo>
                    <a:pt x="233" y="0"/>
                    <a:pt x="1" y="234"/>
                    <a:pt x="1" y="520"/>
                  </a:cubicBezTo>
                  <a:lnTo>
                    <a:pt x="1" y="6447"/>
                  </a:lnTo>
                  <a:cubicBezTo>
                    <a:pt x="1" y="6734"/>
                    <a:pt x="233" y="6967"/>
                    <a:pt x="519" y="6967"/>
                  </a:cubicBezTo>
                  <a:cubicBezTo>
                    <a:pt x="807" y="6967"/>
                    <a:pt x="1039" y="6734"/>
                    <a:pt x="1039" y="6447"/>
                  </a:cubicBezTo>
                  <a:lnTo>
                    <a:pt x="1039" y="520"/>
                  </a:lnTo>
                  <a:cubicBezTo>
                    <a:pt x="1039" y="234"/>
                    <a:pt x="807" y="0"/>
                    <a:pt x="519"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6"/>
            <p:cNvSpPr/>
            <p:nvPr/>
          </p:nvSpPr>
          <p:spPr>
            <a:xfrm>
              <a:off x="3948225" y="2785250"/>
              <a:ext cx="26025" cy="174200"/>
            </a:xfrm>
            <a:custGeom>
              <a:avLst/>
              <a:gdLst/>
              <a:ahLst/>
              <a:cxnLst/>
              <a:rect l="l" t="t" r="r" b="b"/>
              <a:pathLst>
                <a:path w="1041" h="6968" extrusionOk="0">
                  <a:moveTo>
                    <a:pt x="521" y="0"/>
                  </a:moveTo>
                  <a:cubicBezTo>
                    <a:pt x="233" y="0"/>
                    <a:pt x="1" y="234"/>
                    <a:pt x="1" y="520"/>
                  </a:cubicBezTo>
                  <a:lnTo>
                    <a:pt x="1" y="6447"/>
                  </a:lnTo>
                  <a:cubicBezTo>
                    <a:pt x="1" y="6734"/>
                    <a:pt x="233" y="6967"/>
                    <a:pt x="521" y="6967"/>
                  </a:cubicBezTo>
                  <a:cubicBezTo>
                    <a:pt x="807" y="6967"/>
                    <a:pt x="1041" y="6734"/>
                    <a:pt x="1041" y="6447"/>
                  </a:cubicBezTo>
                  <a:lnTo>
                    <a:pt x="1041" y="520"/>
                  </a:lnTo>
                  <a:cubicBezTo>
                    <a:pt x="1041" y="234"/>
                    <a:pt x="807"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6"/>
            <p:cNvSpPr/>
            <p:nvPr/>
          </p:nvSpPr>
          <p:spPr>
            <a:xfrm>
              <a:off x="3909550" y="2785250"/>
              <a:ext cx="25975" cy="174200"/>
            </a:xfrm>
            <a:custGeom>
              <a:avLst/>
              <a:gdLst/>
              <a:ahLst/>
              <a:cxnLst/>
              <a:rect l="l" t="t" r="r" b="b"/>
              <a:pathLst>
                <a:path w="1039" h="6968" extrusionOk="0">
                  <a:moveTo>
                    <a:pt x="519" y="0"/>
                  </a:moveTo>
                  <a:cubicBezTo>
                    <a:pt x="232" y="0"/>
                    <a:pt x="0" y="234"/>
                    <a:pt x="0" y="520"/>
                  </a:cubicBezTo>
                  <a:lnTo>
                    <a:pt x="0" y="6447"/>
                  </a:lnTo>
                  <a:cubicBezTo>
                    <a:pt x="0" y="6734"/>
                    <a:pt x="232" y="6967"/>
                    <a:pt x="519" y="6967"/>
                  </a:cubicBezTo>
                  <a:cubicBezTo>
                    <a:pt x="807" y="6967"/>
                    <a:pt x="1039" y="6734"/>
                    <a:pt x="1039" y="6447"/>
                  </a:cubicBezTo>
                  <a:lnTo>
                    <a:pt x="1039" y="520"/>
                  </a:lnTo>
                  <a:cubicBezTo>
                    <a:pt x="1039" y="234"/>
                    <a:pt x="807"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6"/>
            <p:cNvSpPr/>
            <p:nvPr/>
          </p:nvSpPr>
          <p:spPr>
            <a:xfrm>
              <a:off x="3870825" y="2785250"/>
              <a:ext cx="26025" cy="174200"/>
            </a:xfrm>
            <a:custGeom>
              <a:avLst/>
              <a:gdLst/>
              <a:ahLst/>
              <a:cxnLst/>
              <a:rect l="l" t="t" r="r" b="b"/>
              <a:pathLst>
                <a:path w="1041" h="6968" extrusionOk="0">
                  <a:moveTo>
                    <a:pt x="520" y="0"/>
                  </a:moveTo>
                  <a:cubicBezTo>
                    <a:pt x="234" y="0"/>
                    <a:pt x="0" y="234"/>
                    <a:pt x="0" y="520"/>
                  </a:cubicBezTo>
                  <a:lnTo>
                    <a:pt x="0" y="6447"/>
                  </a:lnTo>
                  <a:cubicBezTo>
                    <a:pt x="0" y="6734"/>
                    <a:pt x="234" y="6967"/>
                    <a:pt x="520" y="6967"/>
                  </a:cubicBezTo>
                  <a:cubicBezTo>
                    <a:pt x="808" y="6967"/>
                    <a:pt x="1040" y="6734"/>
                    <a:pt x="1040" y="6447"/>
                  </a:cubicBezTo>
                  <a:lnTo>
                    <a:pt x="1040" y="520"/>
                  </a:lnTo>
                  <a:cubicBezTo>
                    <a:pt x="1040" y="234"/>
                    <a:pt x="807" y="0"/>
                    <a:pt x="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6"/>
            <p:cNvSpPr/>
            <p:nvPr/>
          </p:nvSpPr>
          <p:spPr>
            <a:xfrm>
              <a:off x="4779475" y="3059100"/>
              <a:ext cx="408375" cy="1059900"/>
            </a:xfrm>
            <a:custGeom>
              <a:avLst/>
              <a:gdLst/>
              <a:ahLst/>
              <a:cxnLst/>
              <a:rect l="l" t="t" r="r" b="b"/>
              <a:pathLst>
                <a:path w="16335" h="42396" extrusionOk="0">
                  <a:moveTo>
                    <a:pt x="414" y="0"/>
                  </a:moveTo>
                  <a:cubicBezTo>
                    <a:pt x="185" y="0"/>
                    <a:pt x="0" y="186"/>
                    <a:pt x="0" y="415"/>
                  </a:cubicBezTo>
                  <a:cubicBezTo>
                    <a:pt x="0" y="644"/>
                    <a:pt x="185" y="830"/>
                    <a:pt x="414" y="830"/>
                  </a:cubicBezTo>
                  <a:cubicBezTo>
                    <a:pt x="8736" y="830"/>
                    <a:pt x="15506" y="9967"/>
                    <a:pt x="15506" y="21198"/>
                  </a:cubicBezTo>
                  <a:cubicBezTo>
                    <a:pt x="15506" y="32430"/>
                    <a:pt x="8736" y="41567"/>
                    <a:pt x="414" y="41567"/>
                  </a:cubicBezTo>
                  <a:cubicBezTo>
                    <a:pt x="185" y="41567"/>
                    <a:pt x="0" y="41753"/>
                    <a:pt x="0" y="41982"/>
                  </a:cubicBezTo>
                  <a:cubicBezTo>
                    <a:pt x="0" y="42211"/>
                    <a:pt x="185" y="42395"/>
                    <a:pt x="414" y="42395"/>
                  </a:cubicBezTo>
                  <a:cubicBezTo>
                    <a:pt x="9192" y="42395"/>
                    <a:pt x="16334" y="32886"/>
                    <a:pt x="16334" y="21198"/>
                  </a:cubicBezTo>
                  <a:cubicBezTo>
                    <a:pt x="16334" y="9509"/>
                    <a:pt x="9192" y="0"/>
                    <a:pt x="4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6"/>
            <p:cNvSpPr/>
            <p:nvPr/>
          </p:nvSpPr>
          <p:spPr>
            <a:xfrm>
              <a:off x="2603450" y="3080425"/>
              <a:ext cx="3233925" cy="1017225"/>
            </a:xfrm>
            <a:custGeom>
              <a:avLst/>
              <a:gdLst/>
              <a:ahLst/>
              <a:cxnLst/>
              <a:rect l="l" t="t" r="r" b="b"/>
              <a:pathLst>
                <a:path w="129357" h="40689" extrusionOk="0">
                  <a:moveTo>
                    <a:pt x="14093" y="1"/>
                  </a:moveTo>
                  <a:lnTo>
                    <a:pt x="14093" y="58"/>
                  </a:lnTo>
                  <a:cubicBezTo>
                    <a:pt x="6217" y="807"/>
                    <a:pt x="0" y="9600"/>
                    <a:pt x="0" y="20345"/>
                  </a:cubicBezTo>
                  <a:cubicBezTo>
                    <a:pt x="0" y="31091"/>
                    <a:pt x="6217" y="39884"/>
                    <a:pt x="14093" y="40631"/>
                  </a:cubicBezTo>
                  <a:lnTo>
                    <a:pt x="14093" y="40689"/>
                  </a:lnTo>
                  <a:lnTo>
                    <a:pt x="129357" y="40689"/>
                  </a:lnTo>
                  <a:lnTo>
                    <a:pt x="1293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6"/>
            <p:cNvSpPr/>
            <p:nvPr/>
          </p:nvSpPr>
          <p:spPr>
            <a:xfrm>
              <a:off x="2603450" y="3080425"/>
              <a:ext cx="613225" cy="518550"/>
            </a:xfrm>
            <a:custGeom>
              <a:avLst/>
              <a:gdLst/>
              <a:ahLst/>
              <a:cxnLst/>
              <a:rect l="l" t="t" r="r" b="b"/>
              <a:pathLst>
                <a:path w="24529" h="20742" extrusionOk="0">
                  <a:moveTo>
                    <a:pt x="14093" y="1"/>
                  </a:moveTo>
                  <a:lnTo>
                    <a:pt x="14093" y="58"/>
                  </a:lnTo>
                  <a:cubicBezTo>
                    <a:pt x="6217" y="807"/>
                    <a:pt x="0" y="9600"/>
                    <a:pt x="0" y="20345"/>
                  </a:cubicBezTo>
                  <a:cubicBezTo>
                    <a:pt x="0" y="20478"/>
                    <a:pt x="6" y="20608"/>
                    <a:pt x="7" y="20741"/>
                  </a:cubicBezTo>
                  <a:cubicBezTo>
                    <a:pt x="1075" y="13141"/>
                    <a:pt x="7743" y="5573"/>
                    <a:pt x="17485" y="1954"/>
                  </a:cubicBezTo>
                  <a:cubicBezTo>
                    <a:pt x="19827" y="1084"/>
                    <a:pt x="22183" y="504"/>
                    <a:pt x="24493" y="194"/>
                  </a:cubicBezTo>
                  <a:cubicBezTo>
                    <a:pt x="24505" y="129"/>
                    <a:pt x="24518" y="64"/>
                    <a:pt x="24528"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6"/>
            <p:cNvSpPr/>
            <p:nvPr/>
          </p:nvSpPr>
          <p:spPr>
            <a:xfrm>
              <a:off x="3154450" y="3123100"/>
              <a:ext cx="1016750" cy="173225"/>
            </a:xfrm>
            <a:custGeom>
              <a:avLst/>
              <a:gdLst/>
              <a:ahLst/>
              <a:cxnLst/>
              <a:rect l="l" t="t" r="r" b="b"/>
              <a:pathLst>
                <a:path w="40670" h="6929" extrusionOk="0">
                  <a:moveTo>
                    <a:pt x="7182" y="1"/>
                  </a:moveTo>
                  <a:lnTo>
                    <a:pt x="7177" y="11"/>
                  </a:lnTo>
                  <a:cubicBezTo>
                    <a:pt x="4758" y="138"/>
                    <a:pt x="2060" y="1635"/>
                    <a:pt x="1031" y="3465"/>
                  </a:cubicBezTo>
                  <a:cubicBezTo>
                    <a:pt x="0" y="5294"/>
                    <a:pt x="1010" y="6791"/>
                    <a:pt x="3286" y="6918"/>
                  </a:cubicBezTo>
                  <a:lnTo>
                    <a:pt x="3280" y="6929"/>
                  </a:lnTo>
                  <a:lnTo>
                    <a:pt x="31576" y="6929"/>
                  </a:lnTo>
                  <a:cubicBezTo>
                    <a:pt x="34927" y="6929"/>
                    <a:pt x="38515" y="5377"/>
                    <a:pt x="39593" y="3465"/>
                  </a:cubicBezTo>
                  <a:cubicBezTo>
                    <a:pt x="40669" y="1551"/>
                    <a:pt x="38828" y="1"/>
                    <a:pt x="35479"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6"/>
            <p:cNvSpPr/>
            <p:nvPr/>
          </p:nvSpPr>
          <p:spPr>
            <a:xfrm>
              <a:off x="4241900" y="3123100"/>
              <a:ext cx="575275" cy="173225"/>
            </a:xfrm>
            <a:custGeom>
              <a:avLst/>
              <a:gdLst/>
              <a:ahLst/>
              <a:cxnLst/>
              <a:rect l="l" t="t" r="r" b="b"/>
              <a:pathLst>
                <a:path w="23011" h="6929" extrusionOk="0">
                  <a:moveTo>
                    <a:pt x="7181" y="1"/>
                  </a:moveTo>
                  <a:lnTo>
                    <a:pt x="7177" y="11"/>
                  </a:lnTo>
                  <a:cubicBezTo>
                    <a:pt x="4757" y="138"/>
                    <a:pt x="2060" y="1635"/>
                    <a:pt x="1030" y="3465"/>
                  </a:cubicBezTo>
                  <a:cubicBezTo>
                    <a:pt x="0" y="5294"/>
                    <a:pt x="1011" y="6791"/>
                    <a:pt x="3286" y="6918"/>
                  </a:cubicBezTo>
                  <a:lnTo>
                    <a:pt x="3280" y="6929"/>
                  </a:lnTo>
                  <a:lnTo>
                    <a:pt x="13918" y="6929"/>
                  </a:lnTo>
                  <a:cubicBezTo>
                    <a:pt x="17267" y="6929"/>
                    <a:pt x="20855" y="5377"/>
                    <a:pt x="21933" y="3465"/>
                  </a:cubicBezTo>
                  <a:cubicBezTo>
                    <a:pt x="23011" y="1551"/>
                    <a:pt x="21168" y="1"/>
                    <a:pt x="17819"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6"/>
            <p:cNvSpPr/>
            <p:nvPr/>
          </p:nvSpPr>
          <p:spPr>
            <a:xfrm>
              <a:off x="2603450" y="3080425"/>
              <a:ext cx="3233925" cy="1017225"/>
            </a:xfrm>
            <a:custGeom>
              <a:avLst/>
              <a:gdLst/>
              <a:ahLst/>
              <a:cxnLst/>
              <a:rect l="l" t="t" r="r" b="b"/>
              <a:pathLst>
                <a:path w="129357" h="40689" extrusionOk="0">
                  <a:moveTo>
                    <a:pt x="125159" y="1"/>
                  </a:moveTo>
                  <a:cubicBezTo>
                    <a:pt x="121581" y="9712"/>
                    <a:pt x="113496" y="17369"/>
                    <a:pt x="105971" y="18064"/>
                  </a:cubicBezTo>
                  <a:lnTo>
                    <a:pt x="105955" y="18122"/>
                  </a:lnTo>
                  <a:lnTo>
                    <a:pt x="93" y="18122"/>
                  </a:lnTo>
                  <a:cubicBezTo>
                    <a:pt x="34" y="18853"/>
                    <a:pt x="0" y="19594"/>
                    <a:pt x="0" y="20345"/>
                  </a:cubicBezTo>
                  <a:cubicBezTo>
                    <a:pt x="0" y="31091"/>
                    <a:pt x="6217" y="39884"/>
                    <a:pt x="14093" y="40631"/>
                  </a:cubicBezTo>
                  <a:lnTo>
                    <a:pt x="14093" y="40689"/>
                  </a:lnTo>
                  <a:lnTo>
                    <a:pt x="129357" y="40689"/>
                  </a:lnTo>
                  <a:lnTo>
                    <a:pt x="1293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6"/>
            <p:cNvSpPr/>
            <p:nvPr/>
          </p:nvSpPr>
          <p:spPr>
            <a:xfrm>
              <a:off x="2619600" y="3736125"/>
              <a:ext cx="3217775" cy="208075"/>
            </a:xfrm>
            <a:custGeom>
              <a:avLst/>
              <a:gdLst/>
              <a:ahLst/>
              <a:cxnLst/>
              <a:rect l="l" t="t" r="r" b="b"/>
              <a:pathLst>
                <a:path w="128711" h="8323" extrusionOk="0">
                  <a:moveTo>
                    <a:pt x="1" y="0"/>
                  </a:moveTo>
                  <a:cubicBezTo>
                    <a:pt x="716" y="3172"/>
                    <a:pt x="1993" y="6013"/>
                    <a:pt x="3676" y="8322"/>
                  </a:cubicBezTo>
                  <a:lnTo>
                    <a:pt x="128711" y="8322"/>
                  </a:lnTo>
                  <a:lnTo>
                    <a:pt x="128711"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6"/>
            <p:cNvSpPr/>
            <p:nvPr/>
          </p:nvSpPr>
          <p:spPr>
            <a:xfrm>
              <a:off x="2682850" y="3900275"/>
              <a:ext cx="3128025" cy="197375"/>
            </a:xfrm>
            <a:custGeom>
              <a:avLst/>
              <a:gdLst/>
              <a:ahLst/>
              <a:cxnLst/>
              <a:rect l="l" t="t" r="r" b="b"/>
              <a:pathLst>
                <a:path w="125121" h="7895" extrusionOk="0">
                  <a:moveTo>
                    <a:pt x="0" y="1"/>
                  </a:moveTo>
                  <a:cubicBezTo>
                    <a:pt x="2568" y="4441"/>
                    <a:pt x="6480" y="7416"/>
                    <a:pt x="10917" y="7837"/>
                  </a:cubicBezTo>
                  <a:lnTo>
                    <a:pt x="10917" y="7895"/>
                  </a:lnTo>
                  <a:lnTo>
                    <a:pt x="125120" y="7895"/>
                  </a:lnTo>
                  <a:cubicBezTo>
                    <a:pt x="122551" y="3456"/>
                    <a:pt x="118641" y="479"/>
                    <a:pt x="114204" y="58"/>
                  </a:cubicBezTo>
                  <a:lnTo>
                    <a:pt x="11420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6"/>
            <p:cNvSpPr/>
            <p:nvPr/>
          </p:nvSpPr>
          <p:spPr>
            <a:xfrm>
              <a:off x="5451925" y="3069450"/>
              <a:ext cx="775325" cy="1039200"/>
            </a:xfrm>
            <a:custGeom>
              <a:avLst/>
              <a:gdLst/>
              <a:ahLst/>
              <a:cxnLst/>
              <a:rect l="l" t="t" r="r" b="b"/>
              <a:pathLst>
                <a:path w="31013" h="41568" extrusionOk="0">
                  <a:moveTo>
                    <a:pt x="15506" y="1"/>
                  </a:moveTo>
                  <a:cubicBezTo>
                    <a:pt x="11394" y="1"/>
                    <a:pt x="7450" y="2191"/>
                    <a:pt x="4542" y="6088"/>
                  </a:cubicBezTo>
                  <a:cubicBezTo>
                    <a:pt x="1633" y="9986"/>
                    <a:pt x="0" y="15272"/>
                    <a:pt x="0" y="20784"/>
                  </a:cubicBezTo>
                  <a:cubicBezTo>
                    <a:pt x="0" y="26297"/>
                    <a:pt x="1633" y="31583"/>
                    <a:pt x="4542" y="35480"/>
                  </a:cubicBezTo>
                  <a:cubicBezTo>
                    <a:pt x="7450" y="39378"/>
                    <a:pt x="11394" y="41568"/>
                    <a:pt x="15506" y="41568"/>
                  </a:cubicBezTo>
                  <a:cubicBezTo>
                    <a:pt x="19619" y="41568"/>
                    <a:pt x="23563" y="39378"/>
                    <a:pt x="26470" y="35480"/>
                  </a:cubicBezTo>
                  <a:cubicBezTo>
                    <a:pt x="29379" y="31583"/>
                    <a:pt x="31012" y="26297"/>
                    <a:pt x="31012" y="20784"/>
                  </a:cubicBezTo>
                  <a:cubicBezTo>
                    <a:pt x="31012" y="15272"/>
                    <a:pt x="29379" y="9986"/>
                    <a:pt x="26470" y="6088"/>
                  </a:cubicBezTo>
                  <a:cubicBezTo>
                    <a:pt x="23563" y="2191"/>
                    <a:pt x="19619" y="1"/>
                    <a:pt x="155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6"/>
            <p:cNvSpPr/>
            <p:nvPr/>
          </p:nvSpPr>
          <p:spPr>
            <a:xfrm>
              <a:off x="5452575" y="3067450"/>
              <a:ext cx="774675" cy="1041200"/>
            </a:xfrm>
            <a:custGeom>
              <a:avLst/>
              <a:gdLst/>
              <a:ahLst/>
              <a:cxnLst/>
              <a:rect l="l" t="t" r="r" b="b"/>
              <a:pathLst>
                <a:path w="30987" h="41648" extrusionOk="0">
                  <a:moveTo>
                    <a:pt x="15308" y="1"/>
                  </a:moveTo>
                  <a:cubicBezTo>
                    <a:pt x="14974" y="1"/>
                    <a:pt x="14613" y="36"/>
                    <a:pt x="14300" y="140"/>
                  </a:cubicBezTo>
                  <a:cubicBezTo>
                    <a:pt x="14300" y="11618"/>
                    <a:pt x="9445" y="22077"/>
                    <a:pt x="882" y="22077"/>
                  </a:cubicBezTo>
                  <a:cubicBezTo>
                    <a:pt x="586" y="22077"/>
                    <a:pt x="292" y="22063"/>
                    <a:pt x="1" y="22041"/>
                  </a:cubicBezTo>
                  <a:lnTo>
                    <a:pt x="1" y="22041"/>
                  </a:lnTo>
                  <a:cubicBezTo>
                    <a:pt x="456" y="32971"/>
                    <a:pt x="7211" y="41648"/>
                    <a:pt x="15480" y="41648"/>
                  </a:cubicBezTo>
                  <a:cubicBezTo>
                    <a:pt x="24045" y="41648"/>
                    <a:pt x="30986" y="32342"/>
                    <a:pt x="30986" y="20864"/>
                  </a:cubicBezTo>
                  <a:cubicBezTo>
                    <a:pt x="30986" y="9782"/>
                    <a:pt x="24516" y="729"/>
                    <a:pt x="16362" y="116"/>
                  </a:cubicBezTo>
                  <a:cubicBezTo>
                    <a:pt x="16249" y="79"/>
                    <a:pt x="15810" y="1"/>
                    <a:pt x="153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6"/>
            <p:cNvSpPr/>
            <p:nvPr/>
          </p:nvSpPr>
          <p:spPr>
            <a:xfrm>
              <a:off x="4419800" y="3080425"/>
              <a:ext cx="380175" cy="1017225"/>
            </a:xfrm>
            <a:custGeom>
              <a:avLst/>
              <a:gdLst/>
              <a:ahLst/>
              <a:cxnLst/>
              <a:rect l="l" t="t" r="r" b="b"/>
              <a:pathLst>
                <a:path w="15207" h="40689" extrusionOk="0">
                  <a:moveTo>
                    <a:pt x="11459" y="1"/>
                  </a:moveTo>
                  <a:cubicBezTo>
                    <a:pt x="4847" y="2576"/>
                    <a:pt x="0" y="10719"/>
                    <a:pt x="0" y="20345"/>
                  </a:cubicBezTo>
                  <a:cubicBezTo>
                    <a:pt x="0" y="29971"/>
                    <a:pt x="4845" y="38114"/>
                    <a:pt x="11459" y="40689"/>
                  </a:cubicBezTo>
                  <a:lnTo>
                    <a:pt x="15205" y="40689"/>
                  </a:lnTo>
                  <a:cubicBezTo>
                    <a:pt x="7215" y="40184"/>
                    <a:pt x="829" y="31253"/>
                    <a:pt x="829" y="20345"/>
                  </a:cubicBezTo>
                  <a:cubicBezTo>
                    <a:pt x="829" y="9438"/>
                    <a:pt x="7215" y="506"/>
                    <a:pt x="15207"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6"/>
            <p:cNvSpPr/>
            <p:nvPr/>
          </p:nvSpPr>
          <p:spPr>
            <a:xfrm>
              <a:off x="4401275" y="3059100"/>
              <a:ext cx="408400" cy="1059900"/>
            </a:xfrm>
            <a:custGeom>
              <a:avLst/>
              <a:gdLst/>
              <a:ahLst/>
              <a:cxnLst/>
              <a:rect l="l" t="t" r="r" b="b"/>
              <a:pathLst>
                <a:path w="16336" h="42396" extrusionOk="0">
                  <a:moveTo>
                    <a:pt x="15921" y="0"/>
                  </a:moveTo>
                  <a:cubicBezTo>
                    <a:pt x="7142" y="0"/>
                    <a:pt x="0" y="9509"/>
                    <a:pt x="0" y="21198"/>
                  </a:cubicBezTo>
                  <a:cubicBezTo>
                    <a:pt x="0" y="32886"/>
                    <a:pt x="7142" y="42395"/>
                    <a:pt x="15921" y="42395"/>
                  </a:cubicBezTo>
                  <a:cubicBezTo>
                    <a:pt x="16150" y="42395"/>
                    <a:pt x="16334" y="42211"/>
                    <a:pt x="16336" y="41982"/>
                  </a:cubicBezTo>
                  <a:cubicBezTo>
                    <a:pt x="16336" y="41753"/>
                    <a:pt x="16150" y="41567"/>
                    <a:pt x="15921" y="41567"/>
                  </a:cubicBezTo>
                  <a:cubicBezTo>
                    <a:pt x="7599" y="41567"/>
                    <a:pt x="828" y="32430"/>
                    <a:pt x="828" y="21198"/>
                  </a:cubicBezTo>
                  <a:cubicBezTo>
                    <a:pt x="828" y="9967"/>
                    <a:pt x="7599" y="830"/>
                    <a:pt x="15921" y="830"/>
                  </a:cubicBezTo>
                  <a:cubicBezTo>
                    <a:pt x="16150" y="830"/>
                    <a:pt x="16336" y="644"/>
                    <a:pt x="16336" y="415"/>
                  </a:cubicBezTo>
                  <a:cubicBezTo>
                    <a:pt x="16336" y="186"/>
                    <a:pt x="16150" y="0"/>
                    <a:pt x="159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6"/>
            <p:cNvSpPr/>
            <p:nvPr/>
          </p:nvSpPr>
          <p:spPr>
            <a:xfrm>
              <a:off x="4401275" y="3557475"/>
              <a:ext cx="408375" cy="561525"/>
            </a:xfrm>
            <a:custGeom>
              <a:avLst/>
              <a:gdLst/>
              <a:ahLst/>
              <a:cxnLst/>
              <a:rect l="l" t="t" r="r" b="b"/>
              <a:pathLst>
                <a:path w="16335" h="22461" extrusionOk="0">
                  <a:moveTo>
                    <a:pt x="31" y="1"/>
                  </a:moveTo>
                  <a:cubicBezTo>
                    <a:pt x="12" y="419"/>
                    <a:pt x="0" y="840"/>
                    <a:pt x="0" y="1263"/>
                  </a:cubicBezTo>
                  <a:cubicBezTo>
                    <a:pt x="0" y="12951"/>
                    <a:pt x="7142" y="22460"/>
                    <a:pt x="15921" y="22460"/>
                  </a:cubicBezTo>
                  <a:cubicBezTo>
                    <a:pt x="16150" y="22460"/>
                    <a:pt x="16334" y="22276"/>
                    <a:pt x="16334" y="22047"/>
                  </a:cubicBezTo>
                  <a:cubicBezTo>
                    <a:pt x="16334" y="21818"/>
                    <a:pt x="16150" y="21632"/>
                    <a:pt x="15921" y="21632"/>
                  </a:cubicBezTo>
                  <a:cubicBezTo>
                    <a:pt x="7599" y="21632"/>
                    <a:pt x="828" y="12495"/>
                    <a:pt x="828" y="1263"/>
                  </a:cubicBezTo>
                  <a:cubicBezTo>
                    <a:pt x="828" y="848"/>
                    <a:pt x="842" y="436"/>
                    <a:pt x="859" y="27"/>
                  </a:cubicBezTo>
                  <a:cubicBezTo>
                    <a:pt x="580" y="13"/>
                    <a:pt x="304" y="4"/>
                    <a:pt x="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6"/>
            <p:cNvSpPr/>
            <p:nvPr/>
          </p:nvSpPr>
          <p:spPr>
            <a:xfrm>
              <a:off x="5128550" y="3080425"/>
              <a:ext cx="380175" cy="1017225"/>
            </a:xfrm>
            <a:custGeom>
              <a:avLst/>
              <a:gdLst/>
              <a:ahLst/>
              <a:cxnLst/>
              <a:rect l="l" t="t" r="r" b="b"/>
              <a:pathLst>
                <a:path w="15207" h="40689" extrusionOk="0">
                  <a:moveTo>
                    <a:pt x="11460" y="1"/>
                  </a:moveTo>
                  <a:cubicBezTo>
                    <a:pt x="4846" y="2576"/>
                    <a:pt x="0" y="10719"/>
                    <a:pt x="0" y="20345"/>
                  </a:cubicBezTo>
                  <a:cubicBezTo>
                    <a:pt x="0" y="29971"/>
                    <a:pt x="4846" y="38114"/>
                    <a:pt x="11460" y="40689"/>
                  </a:cubicBezTo>
                  <a:lnTo>
                    <a:pt x="15206" y="40689"/>
                  </a:lnTo>
                  <a:cubicBezTo>
                    <a:pt x="7215" y="40184"/>
                    <a:pt x="830" y="31253"/>
                    <a:pt x="830" y="20345"/>
                  </a:cubicBezTo>
                  <a:cubicBezTo>
                    <a:pt x="830" y="9438"/>
                    <a:pt x="7216" y="506"/>
                    <a:pt x="15206"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6"/>
            <p:cNvSpPr/>
            <p:nvPr/>
          </p:nvSpPr>
          <p:spPr>
            <a:xfrm>
              <a:off x="5110050" y="3059100"/>
              <a:ext cx="408375" cy="1059900"/>
            </a:xfrm>
            <a:custGeom>
              <a:avLst/>
              <a:gdLst/>
              <a:ahLst/>
              <a:cxnLst/>
              <a:rect l="l" t="t" r="r" b="b"/>
              <a:pathLst>
                <a:path w="16335" h="42396" extrusionOk="0">
                  <a:moveTo>
                    <a:pt x="15921" y="0"/>
                  </a:moveTo>
                  <a:cubicBezTo>
                    <a:pt x="7143" y="0"/>
                    <a:pt x="0" y="9509"/>
                    <a:pt x="0" y="21198"/>
                  </a:cubicBezTo>
                  <a:cubicBezTo>
                    <a:pt x="0" y="32886"/>
                    <a:pt x="7143" y="42395"/>
                    <a:pt x="15921" y="42395"/>
                  </a:cubicBezTo>
                  <a:cubicBezTo>
                    <a:pt x="16150" y="42395"/>
                    <a:pt x="16335" y="42211"/>
                    <a:pt x="16335" y="41982"/>
                  </a:cubicBezTo>
                  <a:cubicBezTo>
                    <a:pt x="16335" y="41753"/>
                    <a:pt x="16149" y="41567"/>
                    <a:pt x="15921" y="41567"/>
                  </a:cubicBezTo>
                  <a:cubicBezTo>
                    <a:pt x="7599" y="41567"/>
                    <a:pt x="829" y="32430"/>
                    <a:pt x="829" y="21198"/>
                  </a:cubicBezTo>
                  <a:cubicBezTo>
                    <a:pt x="829" y="9967"/>
                    <a:pt x="7599" y="830"/>
                    <a:pt x="15921" y="830"/>
                  </a:cubicBezTo>
                  <a:cubicBezTo>
                    <a:pt x="16149" y="830"/>
                    <a:pt x="16335" y="644"/>
                    <a:pt x="16335" y="415"/>
                  </a:cubicBezTo>
                  <a:cubicBezTo>
                    <a:pt x="16335" y="186"/>
                    <a:pt x="16149" y="0"/>
                    <a:pt x="159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6"/>
            <p:cNvSpPr/>
            <p:nvPr/>
          </p:nvSpPr>
          <p:spPr>
            <a:xfrm>
              <a:off x="5110050" y="3557475"/>
              <a:ext cx="408375" cy="561525"/>
            </a:xfrm>
            <a:custGeom>
              <a:avLst/>
              <a:gdLst/>
              <a:ahLst/>
              <a:cxnLst/>
              <a:rect l="l" t="t" r="r" b="b"/>
              <a:pathLst>
                <a:path w="16335" h="22461" extrusionOk="0">
                  <a:moveTo>
                    <a:pt x="31" y="1"/>
                  </a:moveTo>
                  <a:cubicBezTo>
                    <a:pt x="12" y="419"/>
                    <a:pt x="0" y="840"/>
                    <a:pt x="0" y="1263"/>
                  </a:cubicBezTo>
                  <a:cubicBezTo>
                    <a:pt x="0" y="12951"/>
                    <a:pt x="7143" y="22460"/>
                    <a:pt x="15921" y="22460"/>
                  </a:cubicBezTo>
                  <a:cubicBezTo>
                    <a:pt x="16150" y="22460"/>
                    <a:pt x="16335" y="22276"/>
                    <a:pt x="16335" y="22047"/>
                  </a:cubicBezTo>
                  <a:cubicBezTo>
                    <a:pt x="16335" y="21818"/>
                    <a:pt x="16149" y="21632"/>
                    <a:pt x="15921" y="21632"/>
                  </a:cubicBezTo>
                  <a:cubicBezTo>
                    <a:pt x="7599" y="21632"/>
                    <a:pt x="829" y="12495"/>
                    <a:pt x="829" y="1263"/>
                  </a:cubicBezTo>
                  <a:cubicBezTo>
                    <a:pt x="829" y="848"/>
                    <a:pt x="840" y="436"/>
                    <a:pt x="860" y="27"/>
                  </a:cubicBezTo>
                  <a:cubicBezTo>
                    <a:pt x="579" y="13"/>
                    <a:pt x="304" y="4"/>
                    <a:pt x="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6"/>
            <p:cNvSpPr/>
            <p:nvPr/>
          </p:nvSpPr>
          <p:spPr>
            <a:xfrm>
              <a:off x="3835300" y="3080425"/>
              <a:ext cx="380200" cy="1017225"/>
            </a:xfrm>
            <a:custGeom>
              <a:avLst/>
              <a:gdLst/>
              <a:ahLst/>
              <a:cxnLst/>
              <a:rect l="l" t="t" r="r" b="b"/>
              <a:pathLst>
                <a:path w="15208" h="40689" extrusionOk="0">
                  <a:moveTo>
                    <a:pt x="11461" y="1"/>
                  </a:moveTo>
                  <a:cubicBezTo>
                    <a:pt x="4847" y="2576"/>
                    <a:pt x="1" y="10719"/>
                    <a:pt x="1" y="20345"/>
                  </a:cubicBezTo>
                  <a:cubicBezTo>
                    <a:pt x="1" y="29971"/>
                    <a:pt x="4847" y="38114"/>
                    <a:pt x="11461" y="40689"/>
                  </a:cubicBezTo>
                  <a:lnTo>
                    <a:pt x="15207" y="40689"/>
                  </a:lnTo>
                  <a:cubicBezTo>
                    <a:pt x="7216" y="40184"/>
                    <a:pt x="829" y="31253"/>
                    <a:pt x="829" y="20345"/>
                  </a:cubicBezTo>
                  <a:cubicBezTo>
                    <a:pt x="829" y="9438"/>
                    <a:pt x="7216" y="506"/>
                    <a:pt x="15207"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6"/>
            <p:cNvSpPr/>
            <p:nvPr/>
          </p:nvSpPr>
          <p:spPr>
            <a:xfrm>
              <a:off x="3816825" y="3059100"/>
              <a:ext cx="408375" cy="1059900"/>
            </a:xfrm>
            <a:custGeom>
              <a:avLst/>
              <a:gdLst/>
              <a:ahLst/>
              <a:cxnLst/>
              <a:rect l="l" t="t" r="r" b="b"/>
              <a:pathLst>
                <a:path w="16335" h="42396" extrusionOk="0">
                  <a:moveTo>
                    <a:pt x="15920" y="0"/>
                  </a:moveTo>
                  <a:cubicBezTo>
                    <a:pt x="7141" y="0"/>
                    <a:pt x="0" y="9509"/>
                    <a:pt x="0" y="21198"/>
                  </a:cubicBezTo>
                  <a:cubicBezTo>
                    <a:pt x="0" y="32886"/>
                    <a:pt x="7141" y="42395"/>
                    <a:pt x="15920" y="42395"/>
                  </a:cubicBezTo>
                  <a:cubicBezTo>
                    <a:pt x="16149" y="42395"/>
                    <a:pt x="16335" y="42211"/>
                    <a:pt x="16335" y="41982"/>
                  </a:cubicBezTo>
                  <a:cubicBezTo>
                    <a:pt x="16335" y="41753"/>
                    <a:pt x="16149" y="41567"/>
                    <a:pt x="15920" y="41567"/>
                  </a:cubicBezTo>
                  <a:cubicBezTo>
                    <a:pt x="7599" y="41567"/>
                    <a:pt x="829" y="32430"/>
                    <a:pt x="829" y="21198"/>
                  </a:cubicBezTo>
                  <a:cubicBezTo>
                    <a:pt x="829" y="9967"/>
                    <a:pt x="7599" y="830"/>
                    <a:pt x="15920" y="830"/>
                  </a:cubicBezTo>
                  <a:cubicBezTo>
                    <a:pt x="16149" y="830"/>
                    <a:pt x="16335" y="644"/>
                    <a:pt x="16335" y="415"/>
                  </a:cubicBezTo>
                  <a:cubicBezTo>
                    <a:pt x="16335" y="186"/>
                    <a:pt x="16149" y="0"/>
                    <a:pt x="159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6"/>
            <p:cNvSpPr/>
            <p:nvPr/>
          </p:nvSpPr>
          <p:spPr>
            <a:xfrm>
              <a:off x="3816825" y="3557475"/>
              <a:ext cx="408375" cy="561525"/>
            </a:xfrm>
            <a:custGeom>
              <a:avLst/>
              <a:gdLst/>
              <a:ahLst/>
              <a:cxnLst/>
              <a:rect l="l" t="t" r="r" b="b"/>
              <a:pathLst>
                <a:path w="16335" h="22461" extrusionOk="0">
                  <a:moveTo>
                    <a:pt x="30" y="1"/>
                  </a:moveTo>
                  <a:cubicBezTo>
                    <a:pt x="12" y="419"/>
                    <a:pt x="0" y="840"/>
                    <a:pt x="0" y="1263"/>
                  </a:cubicBezTo>
                  <a:cubicBezTo>
                    <a:pt x="0" y="12951"/>
                    <a:pt x="7141" y="22460"/>
                    <a:pt x="15920" y="22460"/>
                  </a:cubicBezTo>
                  <a:cubicBezTo>
                    <a:pt x="16149" y="22460"/>
                    <a:pt x="16335" y="22276"/>
                    <a:pt x="16335" y="22047"/>
                  </a:cubicBezTo>
                  <a:cubicBezTo>
                    <a:pt x="16335" y="21818"/>
                    <a:pt x="16149" y="21632"/>
                    <a:pt x="15920" y="21632"/>
                  </a:cubicBezTo>
                  <a:cubicBezTo>
                    <a:pt x="7599" y="21632"/>
                    <a:pt x="829" y="12495"/>
                    <a:pt x="829" y="1263"/>
                  </a:cubicBezTo>
                  <a:cubicBezTo>
                    <a:pt x="829" y="848"/>
                    <a:pt x="840" y="436"/>
                    <a:pt x="858" y="27"/>
                  </a:cubicBezTo>
                  <a:cubicBezTo>
                    <a:pt x="579" y="13"/>
                    <a:pt x="303" y="4"/>
                    <a:pt x="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6"/>
            <p:cNvSpPr/>
            <p:nvPr/>
          </p:nvSpPr>
          <p:spPr>
            <a:xfrm>
              <a:off x="3232325" y="3080425"/>
              <a:ext cx="380200" cy="1017225"/>
            </a:xfrm>
            <a:custGeom>
              <a:avLst/>
              <a:gdLst/>
              <a:ahLst/>
              <a:cxnLst/>
              <a:rect l="l" t="t" r="r" b="b"/>
              <a:pathLst>
                <a:path w="15208" h="40689" extrusionOk="0">
                  <a:moveTo>
                    <a:pt x="11461" y="1"/>
                  </a:moveTo>
                  <a:cubicBezTo>
                    <a:pt x="4847" y="2576"/>
                    <a:pt x="1" y="10719"/>
                    <a:pt x="1" y="20345"/>
                  </a:cubicBezTo>
                  <a:cubicBezTo>
                    <a:pt x="1" y="29971"/>
                    <a:pt x="4847" y="38114"/>
                    <a:pt x="11461" y="40689"/>
                  </a:cubicBezTo>
                  <a:lnTo>
                    <a:pt x="15207" y="40689"/>
                  </a:lnTo>
                  <a:cubicBezTo>
                    <a:pt x="7216" y="40184"/>
                    <a:pt x="829" y="31253"/>
                    <a:pt x="829" y="20345"/>
                  </a:cubicBezTo>
                  <a:cubicBezTo>
                    <a:pt x="829" y="9438"/>
                    <a:pt x="7216" y="506"/>
                    <a:pt x="15207"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6"/>
            <p:cNvSpPr/>
            <p:nvPr/>
          </p:nvSpPr>
          <p:spPr>
            <a:xfrm>
              <a:off x="3213850" y="3059100"/>
              <a:ext cx="408375" cy="1059900"/>
            </a:xfrm>
            <a:custGeom>
              <a:avLst/>
              <a:gdLst/>
              <a:ahLst/>
              <a:cxnLst/>
              <a:rect l="l" t="t" r="r" b="b"/>
              <a:pathLst>
                <a:path w="16335" h="42396" extrusionOk="0">
                  <a:moveTo>
                    <a:pt x="15920" y="0"/>
                  </a:moveTo>
                  <a:cubicBezTo>
                    <a:pt x="7141" y="0"/>
                    <a:pt x="0" y="9509"/>
                    <a:pt x="0" y="21198"/>
                  </a:cubicBezTo>
                  <a:cubicBezTo>
                    <a:pt x="0" y="32886"/>
                    <a:pt x="7141" y="42395"/>
                    <a:pt x="15920" y="42395"/>
                  </a:cubicBezTo>
                  <a:cubicBezTo>
                    <a:pt x="16148" y="42395"/>
                    <a:pt x="16334" y="42211"/>
                    <a:pt x="16334" y="41982"/>
                  </a:cubicBezTo>
                  <a:cubicBezTo>
                    <a:pt x="16334" y="41753"/>
                    <a:pt x="16148" y="41567"/>
                    <a:pt x="15920" y="41567"/>
                  </a:cubicBezTo>
                  <a:cubicBezTo>
                    <a:pt x="7599" y="41567"/>
                    <a:pt x="828" y="32430"/>
                    <a:pt x="828" y="21198"/>
                  </a:cubicBezTo>
                  <a:cubicBezTo>
                    <a:pt x="828" y="9967"/>
                    <a:pt x="7599" y="830"/>
                    <a:pt x="15920" y="830"/>
                  </a:cubicBezTo>
                  <a:cubicBezTo>
                    <a:pt x="16148" y="830"/>
                    <a:pt x="16334" y="644"/>
                    <a:pt x="16334" y="415"/>
                  </a:cubicBezTo>
                  <a:cubicBezTo>
                    <a:pt x="16334" y="186"/>
                    <a:pt x="16148" y="0"/>
                    <a:pt x="159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6"/>
            <p:cNvSpPr/>
            <p:nvPr/>
          </p:nvSpPr>
          <p:spPr>
            <a:xfrm>
              <a:off x="3213850" y="3557475"/>
              <a:ext cx="408375" cy="561525"/>
            </a:xfrm>
            <a:custGeom>
              <a:avLst/>
              <a:gdLst/>
              <a:ahLst/>
              <a:cxnLst/>
              <a:rect l="l" t="t" r="r" b="b"/>
              <a:pathLst>
                <a:path w="16335" h="22461" extrusionOk="0">
                  <a:moveTo>
                    <a:pt x="30" y="1"/>
                  </a:moveTo>
                  <a:cubicBezTo>
                    <a:pt x="12" y="419"/>
                    <a:pt x="0" y="840"/>
                    <a:pt x="0" y="1263"/>
                  </a:cubicBezTo>
                  <a:cubicBezTo>
                    <a:pt x="0" y="12951"/>
                    <a:pt x="7141" y="22460"/>
                    <a:pt x="15920" y="22460"/>
                  </a:cubicBezTo>
                  <a:cubicBezTo>
                    <a:pt x="16148" y="22460"/>
                    <a:pt x="16334" y="22276"/>
                    <a:pt x="16334" y="22047"/>
                  </a:cubicBezTo>
                  <a:cubicBezTo>
                    <a:pt x="16334" y="21818"/>
                    <a:pt x="16148" y="21632"/>
                    <a:pt x="15920" y="21632"/>
                  </a:cubicBezTo>
                  <a:cubicBezTo>
                    <a:pt x="7599" y="21632"/>
                    <a:pt x="828" y="12495"/>
                    <a:pt x="828" y="1263"/>
                  </a:cubicBezTo>
                  <a:cubicBezTo>
                    <a:pt x="828" y="848"/>
                    <a:pt x="840" y="436"/>
                    <a:pt x="858" y="27"/>
                  </a:cubicBezTo>
                  <a:cubicBezTo>
                    <a:pt x="579" y="13"/>
                    <a:pt x="303" y="4"/>
                    <a:pt x="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6"/>
            <p:cNvSpPr/>
            <p:nvPr/>
          </p:nvSpPr>
          <p:spPr>
            <a:xfrm>
              <a:off x="5481275" y="3080425"/>
              <a:ext cx="758950" cy="1017225"/>
            </a:xfrm>
            <a:custGeom>
              <a:avLst/>
              <a:gdLst/>
              <a:ahLst/>
              <a:cxnLst/>
              <a:rect l="l" t="t" r="r" b="b"/>
              <a:pathLst>
                <a:path w="30358" h="40689" extrusionOk="0">
                  <a:moveTo>
                    <a:pt x="15178" y="1"/>
                  </a:moveTo>
                  <a:cubicBezTo>
                    <a:pt x="11153" y="1"/>
                    <a:pt x="7292" y="2145"/>
                    <a:pt x="4446" y="5960"/>
                  </a:cubicBezTo>
                  <a:cubicBezTo>
                    <a:pt x="1599" y="9774"/>
                    <a:pt x="0" y="14950"/>
                    <a:pt x="0" y="20345"/>
                  </a:cubicBezTo>
                  <a:cubicBezTo>
                    <a:pt x="0" y="25741"/>
                    <a:pt x="1599" y="30915"/>
                    <a:pt x="4446" y="34731"/>
                  </a:cubicBezTo>
                  <a:cubicBezTo>
                    <a:pt x="7292" y="38546"/>
                    <a:pt x="11153" y="40689"/>
                    <a:pt x="15178" y="40689"/>
                  </a:cubicBezTo>
                  <a:cubicBezTo>
                    <a:pt x="19204" y="40689"/>
                    <a:pt x="23065" y="38546"/>
                    <a:pt x="25912" y="34731"/>
                  </a:cubicBezTo>
                  <a:cubicBezTo>
                    <a:pt x="28759" y="30915"/>
                    <a:pt x="30358" y="25741"/>
                    <a:pt x="30358" y="20345"/>
                  </a:cubicBezTo>
                  <a:cubicBezTo>
                    <a:pt x="30358" y="14950"/>
                    <a:pt x="28759" y="9774"/>
                    <a:pt x="25912" y="5960"/>
                  </a:cubicBezTo>
                  <a:cubicBezTo>
                    <a:pt x="23065" y="2145"/>
                    <a:pt x="19204" y="1"/>
                    <a:pt x="151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6"/>
            <p:cNvSpPr/>
            <p:nvPr/>
          </p:nvSpPr>
          <p:spPr>
            <a:xfrm>
              <a:off x="5481275" y="3080425"/>
              <a:ext cx="701125" cy="687625"/>
            </a:xfrm>
            <a:custGeom>
              <a:avLst/>
              <a:gdLst/>
              <a:ahLst/>
              <a:cxnLst/>
              <a:rect l="l" t="t" r="r" b="b"/>
              <a:pathLst>
                <a:path w="28045" h="27505" extrusionOk="0">
                  <a:moveTo>
                    <a:pt x="15178" y="1"/>
                  </a:moveTo>
                  <a:cubicBezTo>
                    <a:pt x="6796" y="1"/>
                    <a:pt x="0" y="9110"/>
                    <a:pt x="0" y="20345"/>
                  </a:cubicBezTo>
                  <a:cubicBezTo>
                    <a:pt x="0" y="20508"/>
                    <a:pt x="6" y="20667"/>
                    <a:pt x="9" y="20830"/>
                  </a:cubicBezTo>
                  <a:cubicBezTo>
                    <a:pt x="4100" y="25097"/>
                    <a:pt x="9213" y="27504"/>
                    <a:pt x="13922" y="27504"/>
                  </a:cubicBezTo>
                  <a:cubicBezTo>
                    <a:pt x="16254" y="27504"/>
                    <a:pt x="18486" y="26914"/>
                    <a:pt x="20447" y="25669"/>
                  </a:cubicBezTo>
                  <a:cubicBezTo>
                    <a:pt x="26600" y="21759"/>
                    <a:pt x="28044" y="12677"/>
                    <a:pt x="24351" y="4138"/>
                  </a:cubicBezTo>
                  <a:cubicBezTo>
                    <a:pt x="21804" y="1544"/>
                    <a:pt x="18626" y="1"/>
                    <a:pt x="15178"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6"/>
            <p:cNvSpPr/>
            <p:nvPr/>
          </p:nvSpPr>
          <p:spPr>
            <a:xfrm>
              <a:off x="5543050" y="3112175"/>
              <a:ext cx="416325" cy="296175"/>
            </a:xfrm>
            <a:custGeom>
              <a:avLst/>
              <a:gdLst/>
              <a:ahLst/>
              <a:cxnLst/>
              <a:rect l="l" t="t" r="r" b="b"/>
              <a:pathLst>
                <a:path w="16653" h="11847" extrusionOk="0">
                  <a:moveTo>
                    <a:pt x="13553" y="0"/>
                  </a:moveTo>
                  <a:cubicBezTo>
                    <a:pt x="7631" y="0"/>
                    <a:pt x="2502" y="4551"/>
                    <a:pt x="1" y="11184"/>
                  </a:cubicBezTo>
                  <a:cubicBezTo>
                    <a:pt x="1479" y="11620"/>
                    <a:pt x="2959" y="11846"/>
                    <a:pt x="4402" y="11846"/>
                  </a:cubicBezTo>
                  <a:cubicBezTo>
                    <a:pt x="6732" y="11846"/>
                    <a:pt x="8964" y="11257"/>
                    <a:pt x="10924" y="10012"/>
                  </a:cubicBezTo>
                  <a:cubicBezTo>
                    <a:pt x="14149" y="7964"/>
                    <a:pt x="16077" y="4494"/>
                    <a:pt x="16653" y="426"/>
                  </a:cubicBezTo>
                  <a:cubicBezTo>
                    <a:pt x="15653" y="148"/>
                    <a:pt x="14617" y="0"/>
                    <a:pt x="13553"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6"/>
            <p:cNvSpPr/>
            <p:nvPr/>
          </p:nvSpPr>
          <p:spPr>
            <a:xfrm>
              <a:off x="5584525" y="4213925"/>
              <a:ext cx="946200" cy="528950"/>
            </a:xfrm>
            <a:custGeom>
              <a:avLst/>
              <a:gdLst/>
              <a:ahLst/>
              <a:cxnLst/>
              <a:rect l="l" t="t" r="r" b="b"/>
              <a:pathLst>
                <a:path w="37848" h="21158" extrusionOk="0">
                  <a:moveTo>
                    <a:pt x="0" y="0"/>
                  </a:moveTo>
                  <a:lnTo>
                    <a:pt x="0" y="18989"/>
                  </a:lnTo>
                  <a:cubicBezTo>
                    <a:pt x="0" y="20187"/>
                    <a:pt x="972" y="21157"/>
                    <a:pt x="2169" y="21157"/>
                  </a:cubicBezTo>
                  <a:lnTo>
                    <a:pt x="35890" y="21157"/>
                  </a:lnTo>
                  <a:cubicBezTo>
                    <a:pt x="37124" y="21157"/>
                    <a:pt x="37848" y="19766"/>
                    <a:pt x="37137" y="18756"/>
                  </a:cubicBezTo>
                  <a:lnTo>
                    <a:pt x="239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6"/>
            <p:cNvSpPr/>
            <p:nvPr/>
          </p:nvSpPr>
          <p:spPr>
            <a:xfrm>
              <a:off x="6085875" y="4213925"/>
              <a:ext cx="444850" cy="528950"/>
            </a:xfrm>
            <a:custGeom>
              <a:avLst/>
              <a:gdLst/>
              <a:ahLst/>
              <a:cxnLst/>
              <a:rect l="l" t="t" r="r" b="b"/>
              <a:pathLst>
                <a:path w="17794" h="21158" extrusionOk="0">
                  <a:moveTo>
                    <a:pt x="0" y="0"/>
                  </a:moveTo>
                  <a:lnTo>
                    <a:pt x="13169" y="18756"/>
                  </a:lnTo>
                  <a:cubicBezTo>
                    <a:pt x="13879" y="19766"/>
                    <a:pt x="13155" y="21157"/>
                    <a:pt x="11921" y="21157"/>
                  </a:cubicBezTo>
                  <a:lnTo>
                    <a:pt x="15836" y="21157"/>
                  </a:lnTo>
                  <a:cubicBezTo>
                    <a:pt x="17070" y="21157"/>
                    <a:pt x="17794" y="19766"/>
                    <a:pt x="17083" y="18756"/>
                  </a:cubicBezTo>
                  <a:lnTo>
                    <a:pt x="3915"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6"/>
            <p:cNvSpPr/>
            <p:nvPr/>
          </p:nvSpPr>
          <p:spPr>
            <a:xfrm>
              <a:off x="5584525" y="4317875"/>
              <a:ext cx="452825" cy="425000"/>
            </a:xfrm>
            <a:custGeom>
              <a:avLst/>
              <a:gdLst/>
              <a:ahLst/>
              <a:cxnLst/>
              <a:rect l="l" t="t" r="r" b="b"/>
              <a:pathLst>
                <a:path w="18113" h="17000" extrusionOk="0">
                  <a:moveTo>
                    <a:pt x="0" y="0"/>
                  </a:moveTo>
                  <a:lnTo>
                    <a:pt x="0" y="15080"/>
                  </a:lnTo>
                  <a:cubicBezTo>
                    <a:pt x="0" y="16140"/>
                    <a:pt x="860" y="16999"/>
                    <a:pt x="1920" y="16999"/>
                  </a:cubicBezTo>
                  <a:lnTo>
                    <a:pt x="16540" y="16999"/>
                  </a:lnTo>
                  <a:cubicBezTo>
                    <a:pt x="17532" y="16999"/>
                    <a:pt x="18112" y="15881"/>
                    <a:pt x="17543" y="15069"/>
                  </a:cubicBezTo>
                  <a:lnTo>
                    <a:pt x="6963"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6"/>
            <p:cNvSpPr/>
            <p:nvPr/>
          </p:nvSpPr>
          <p:spPr>
            <a:xfrm>
              <a:off x="2730175" y="3700875"/>
              <a:ext cx="190425" cy="949450"/>
            </a:xfrm>
            <a:custGeom>
              <a:avLst/>
              <a:gdLst/>
              <a:ahLst/>
              <a:cxnLst/>
              <a:rect l="l" t="t" r="r" b="b"/>
              <a:pathLst>
                <a:path w="7617" h="37978" extrusionOk="0">
                  <a:moveTo>
                    <a:pt x="1442" y="0"/>
                  </a:moveTo>
                  <a:cubicBezTo>
                    <a:pt x="646" y="0"/>
                    <a:pt x="0" y="645"/>
                    <a:pt x="0" y="1441"/>
                  </a:cubicBezTo>
                  <a:lnTo>
                    <a:pt x="0" y="3684"/>
                  </a:lnTo>
                  <a:cubicBezTo>
                    <a:pt x="0" y="4480"/>
                    <a:pt x="646" y="5124"/>
                    <a:pt x="1442" y="5124"/>
                  </a:cubicBezTo>
                  <a:lnTo>
                    <a:pt x="2260" y="5124"/>
                  </a:lnTo>
                  <a:lnTo>
                    <a:pt x="2260" y="6406"/>
                  </a:lnTo>
                  <a:lnTo>
                    <a:pt x="1442" y="6406"/>
                  </a:lnTo>
                  <a:cubicBezTo>
                    <a:pt x="646" y="6406"/>
                    <a:pt x="0" y="7051"/>
                    <a:pt x="0" y="7847"/>
                  </a:cubicBezTo>
                  <a:lnTo>
                    <a:pt x="0" y="10090"/>
                  </a:lnTo>
                  <a:cubicBezTo>
                    <a:pt x="0" y="10886"/>
                    <a:pt x="646" y="11531"/>
                    <a:pt x="1442" y="11531"/>
                  </a:cubicBezTo>
                  <a:lnTo>
                    <a:pt x="2260" y="11531"/>
                  </a:lnTo>
                  <a:lnTo>
                    <a:pt x="2260" y="12903"/>
                  </a:lnTo>
                  <a:lnTo>
                    <a:pt x="1442" y="12903"/>
                  </a:lnTo>
                  <a:cubicBezTo>
                    <a:pt x="646" y="12903"/>
                    <a:pt x="0" y="13548"/>
                    <a:pt x="0" y="14344"/>
                  </a:cubicBezTo>
                  <a:lnTo>
                    <a:pt x="0" y="14811"/>
                  </a:lnTo>
                  <a:lnTo>
                    <a:pt x="0" y="16086"/>
                  </a:lnTo>
                  <a:lnTo>
                    <a:pt x="0" y="20047"/>
                  </a:lnTo>
                  <a:lnTo>
                    <a:pt x="0" y="20685"/>
                  </a:lnTo>
                  <a:lnTo>
                    <a:pt x="0" y="21633"/>
                  </a:lnTo>
                  <a:lnTo>
                    <a:pt x="0" y="22272"/>
                  </a:lnTo>
                  <a:lnTo>
                    <a:pt x="0" y="25230"/>
                  </a:lnTo>
                  <a:lnTo>
                    <a:pt x="0" y="26507"/>
                  </a:lnTo>
                  <a:lnTo>
                    <a:pt x="0" y="27294"/>
                  </a:lnTo>
                  <a:cubicBezTo>
                    <a:pt x="0" y="28090"/>
                    <a:pt x="646" y="28735"/>
                    <a:pt x="1442" y="28735"/>
                  </a:cubicBezTo>
                  <a:lnTo>
                    <a:pt x="2260" y="28735"/>
                  </a:lnTo>
                  <a:lnTo>
                    <a:pt x="2260" y="30184"/>
                  </a:lnTo>
                  <a:lnTo>
                    <a:pt x="2260" y="35141"/>
                  </a:lnTo>
                  <a:lnTo>
                    <a:pt x="45" y="35141"/>
                  </a:lnTo>
                  <a:lnTo>
                    <a:pt x="45" y="35442"/>
                  </a:lnTo>
                  <a:cubicBezTo>
                    <a:pt x="45" y="35935"/>
                    <a:pt x="188" y="36393"/>
                    <a:pt x="432" y="36783"/>
                  </a:cubicBezTo>
                  <a:cubicBezTo>
                    <a:pt x="434" y="36789"/>
                    <a:pt x="437" y="36794"/>
                    <a:pt x="442" y="36799"/>
                  </a:cubicBezTo>
                  <a:cubicBezTo>
                    <a:pt x="564" y="36994"/>
                    <a:pt x="714" y="37168"/>
                    <a:pt x="883" y="37322"/>
                  </a:cubicBezTo>
                  <a:cubicBezTo>
                    <a:pt x="894" y="37331"/>
                    <a:pt x="904" y="37341"/>
                    <a:pt x="914" y="37350"/>
                  </a:cubicBezTo>
                  <a:cubicBezTo>
                    <a:pt x="999" y="37424"/>
                    <a:pt x="1089" y="37494"/>
                    <a:pt x="1183" y="37556"/>
                  </a:cubicBezTo>
                  <a:cubicBezTo>
                    <a:pt x="1186" y="37558"/>
                    <a:pt x="1189" y="37559"/>
                    <a:pt x="1190" y="37561"/>
                  </a:cubicBezTo>
                  <a:cubicBezTo>
                    <a:pt x="1279" y="37618"/>
                    <a:pt x="1372" y="37670"/>
                    <a:pt x="1467" y="37717"/>
                  </a:cubicBezTo>
                  <a:cubicBezTo>
                    <a:pt x="1487" y="37726"/>
                    <a:pt x="1506" y="37737"/>
                    <a:pt x="1527" y="37745"/>
                  </a:cubicBezTo>
                  <a:cubicBezTo>
                    <a:pt x="1628" y="37791"/>
                    <a:pt x="1729" y="37833"/>
                    <a:pt x="1836" y="37865"/>
                  </a:cubicBezTo>
                  <a:cubicBezTo>
                    <a:pt x="1842" y="37868"/>
                    <a:pt x="1848" y="37868"/>
                    <a:pt x="1852" y="37869"/>
                  </a:cubicBezTo>
                  <a:cubicBezTo>
                    <a:pt x="1951" y="37899"/>
                    <a:pt x="2054" y="37921"/>
                    <a:pt x="2158" y="37939"/>
                  </a:cubicBezTo>
                  <a:cubicBezTo>
                    <a:pt x="2186" y="37943"/>
                    <a:pt x="2214" y="37948"/>
                    <a:pt x="2242" y="37952"/>
                  </a:cubicBezTo>
                  <a:cubicBezTo>
                    <a:pt x="2353" y="37967"/>
                    <a:pt x="2465" y="37977"/>
                    <a:pt x="2580" y="37977"/>
                  </a:cubicBezTo>
                  <a:lnTo>
                    <a:pt x="5039" y="37977"/>
                  </a:lnTo>
                  <a:cubicBezTo>
                    <a:pt x="5180" y="37977"/>
                    <a:pt x="5321" y="37963"/>
                    <a:pt x="5456" y="37940"/>
                  </a:cubicBezTo>
                  <a:cubicBezTo>
                    <a:pt x="5474" y="37937"/>
                    <a:pt x="5493" y="37934"/>
                    <a:pt x="5511" y="37931"/>
                  </a:cubicBezTo>
                  <a:cubicBezTo>
                    <a:pt x="5640" y="37906"/>
                    <a:pt x="5765" y="37871"/>
                    <a:pt x="5888" y="37828"/>
                  </a:cubicBezTo>
                  <a:cubicBezTo>
                    <a:pt x="5907" y="37821"/>
                    <a:pt x="5927" y="37813"/>
                    <a:pt x="5948" y="37806"/>
                  </a:cubicBezTo>
                  <a:cubicBezTo>
                    <a:pt x="6068" y="37760"/>
                    <a:pt x="6184" y="37706"/>
                    <a:pt x="6295" y="37642"/>
                  </a:cubicBezTo>
                  <a:cubicBezTo>
                    <a:pt x="6310" y="37633"/>
                    <a:pt x="6325" y="37624"/>
                    <a:pt x="6339" y="37615"/>
                  </a:cubicBezTo>
                  <a:cubicBezTo>
                    <a:pt x="6453" y="37546"/>
                    <a:pt x="6564" y="37469"/>
                    <a:pt x="6666" y="37384"/>
                  </a:cubicBezTo>
                  <a:cubicBezTo>
                    <a:pt x="6667" y="37384"/>
                    <a:pt x="6667" y="37382"/>
                    <a:pt x="6669" y="37382"/>
                  </a:cubicBezTo>
                  <a:cubicBezTo>
                    <a:pt x="6777" y="37291"/>
                    <a:pt x="6877" y="37190"/>
                    <a:pt x="6969" y="37082"/>
                  </a:cubicBezTo>
                  <a:cubicBezTo>
                    <a:pt x="6970" y="37081"/>
                    <a:pt x="6971" y="37079"/>
                    <a:pt x="6973" y="37078"/>
                  </a:cubicBezTo>
                  <a:cubicBezTo>
                    <a:pt x="7062" y="36973"/>
                    <a:pt x="7141" y="36859"/>
                    <a:pt x="7212" y="36741"/>
                  </a:cubicBezTo>
                  <a:cubicBezTo>
                    <a:pt x="7217" y="36732"/>
                    <a:pt x="7222" y="36725"/>
                    <a:pt x="7227" y="36718"/>
                  </a:cubicBezTo>
                  <a:cubicBezTo>
                    <a:pt x="7296" y="36598"/>
                    <a:pt x="7355" y="36474"/>
                    <a:pt x="7404" y="36344"/>
                  </a:cubicBezTo>
                  <a:cubicBezTo>
                    <a:pt x="7407" y="36337"/>
                    <a:pt x="7410" y="36329"/>
                    <a:pt x="7413" y="36321"/>
                  </a:cubicBezTo>
                  <a:cubicBezTo>
                    <a:pt x="7463" y="36188"/>
                    <a:pt x="7502" y="36050"/>
                    <a:pt x="7528" y="35907"/>
                  </a:cubicBezTo>
                  <a:cubicBezTo>
                    <a:pt x="7556" y="35756"/>
                    <a:pt x="7572" y="35601"/>
                    <a:pt x="7572" y="35442"/>
                  </a:cubicBezTo>
                  <a:lnTo>
                    <a:pt x="7572" y="35141"/>
                  </a:lnTo>
                  <a:lnTo>
                    <a:pt x="5359" y="35141"/>
                  </a:lnTo>
                  <a:lnTo>
                    <a:pt x="5359" y="30184"/>
                  </a:lnTo>
                  <a:lnTo>
                    <a:pt x="5359" y="28735"/>
                  </a:lnTo>
                  <a:lnTo>
                    <a:pt x="6177" y="28735"/>
                  </a:lnTo>
                  <a:cubicBezTo>
                    <a:pt x="6973" y="28735"/>
                    <a:pt x="7617" y="28090"/>
                    <a:pt x="7617" y="27294"/>
                  </a:cubicBezTo>
                  <a:lnTo>
                    <a:pt x="7617" y="26507"/>
                  </a:lnTo>
                  <a:lnTo>
                    <a:pt x="7617" y="25230"/>
                  </a:lnTo>
                  <a:lnTo>
                    <a:pt x="7617" y="22272"/>
                  </a:lnTo>
                  <a:lnTo>
                    <a:pt x="7617" y="21633"/>
                  </a:lnTo>
                  <a:lnTo>
                    <a:pt x="7617" y="20685"/>
                  </a:lnTo>
                  <a:lnTo>
                    <a:pt x="7617" y="20047"/>
                  </a:lnTo>
                  <a:lnTo>
                    <a:pt x="7617" y="16086"/>
                  </a:lnTo>
                  <a:lnTo>
                    <a:pt x="7617" y="14811"/>
                  </a:lnTo>
                  <a:lnTo>
                    <a:pt x="7617" y="14344"/>
                  </a:lnTo>
                  <a:cubicBezTo>
                    <a:pt x="7617" y="13548"/>
                    <a:pt x="6973" y="12903"/>
                    <a:pt x="6177" y="12903"/>
                  </a:cubicBezTo>
                  <a:lnTo>
                    <a:pt x="5359" y="12903"/>
                  </a:lnTo>
                  <a:lnTo>
                    <a:pt x="5359" y="11531"/>
                  </a:lnTo>
                  <a:lnTo>
                    <a:pt x="6177" y="11531"/>
                  </a:lnTo>
                  <a:cubicBezTo>
                    <a:pt x="6973" y="11531"/>
                    <a:pt x="7617" y="10886"/>
                    <a:pt x="7617" y="10090"/>
                  </a:cubicBezTo>
                  <a:lnTo>
                    <a:pt x="7617" y="7847"/>
                  </a:lnTo>
                  <a:cubicBezTo>
                    <a:pt x="7617" y="7051"/>
                    <a:pt x="6973" y="6406"/>
                    <a:pt x="6177" y="6406"/>
                  </a:cubicBezTo>
                  <a:lnTo>
                    <a:pt x="5359" y="6406"/>
                  </a:lnTo>
                  <a:lnTo>
                    <a:pt x="5359" y="5124"/>
                  </a:lnTo>
                  <a:lnTo>
                    <a:pt x="6177" y="5124"/>
                  </a:lnTo>
                  <a:cubicBezTo>
                    <a:pt x="6973" y="5124"/>
                    <a:pt x="7617" y="4480"/>
                    <a:pt x="7617" y="3684"/>
                  </a:cubicBezTo>
                  <a:lnTo>
                    <a:pt x="7617" y="1441"/>
                  </a:lnTo>
                  <a:cubicBezTo>
                    <a:pt x="7617" y="645"/>
                    <a:pt x="6973" y="0"/>
                    <a:pt x="6177"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6"/>
            <p:cNvSpPr/>
            <p:nvPr/>
          </p:nvSpPr>
          <p:spPr>
            <a:xfrm>
              <a:off x="2432125" y="3896550"/>
              <a:ext cx="243250" cy="63525"/>
            </a:xfrm>
            <a:custGeom>
              <a:avLst/>
              <a:gdLst/>
              <a:ahLst/>
              <a:cxnLst/>
              <a:rect l="l" t="t" r="r" b="b"/>
              <a:pathLst>
                <a:path w="9730" h="2541" extrusionOk="0">
                  <a:moveTo>
                    <a:pt x="40" y="1"/>
                  </a:moveTo>
                  <a:cubicBezTo>
                    <a:pt x="18" y="1"/>
                    <a:pt x="0" y="20"/>
                    <a:pt x="0" y="42"/>
                  </a:cubicBezTo>
                  <a:lnTo>
                    <a:pt x="0" y="2499"/>
                  </a:lnTo>
                  <a:cubicBezTo>
                    <a:pt x="0" y="2521"/>
                    <a:pt x="18" y="2540"/>
                    <a:pt x="40" y="2540"/>
                  </a:cubicBezTo>
                  <a:lnTo>
                    <a:pt x="9688" y="2540"/>
                  </a:lnTo>
                  <a:cubicBezTo>
                    <a:pt x="9710" y="2540"/>
                    <a:pt x="9730" y="2521"/>
                    <a:pt x="9730" y="2499"/>
                  </a:cubicBezTo>
                  <a:lnTo>
                    <a:pt x="9730" y="42"/>
                  </a:lnTo>
                  <a:cubicBezTo>
                    <a:pt x="9730" y="20"/>
                    <a:pt x="9710" y="1"/>
                    <a:pt x="96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6"/>
            <p:cNvSpPr/>
            <p:nvPr/>
          </p:nvSpPr>
          <p:spPr>
            <a:xfrm>
              <a:off x="2588600" y="3896550"/>
              <a:ext cx="157725" cy="63525"/>
            </a:xfrm>
            <a:custGeom>
              <a:avLst/>
              <a:gdLst/>
              <a:ahLst/>
              <a:cxnLst/>
              <a:rect l="l" t="t" r="r" b="b"/>
              <a:pathLst>
                <a:path w="6309" h="2541" extrusionOk="0">
                  <a:moveTo>
                    <a:pt x="401" y="1"/>
                  </a:moveTo>
                  <a:cubicBezTo>
                    <a:pt x="141" y="1"/>
                    <a:pt x="0" y="212"/>
                    <a:pt x="88" y="472"/>
                  </a:cubicBezTo>
                  <a:lnTo>
                    <a:pt x="619" y="2071"/>
                  </a:lnTo>
                  <a:cubicBezTo>
                    <a:pt x="705" y="2329"/>
                    <a:pt x="985" y="2540"/>
                    <a:pt x="1245" y="2540"/>
                  </a:cubicBezTo>
                  <a:lnTo>
                    <a:pt x="5910" y="2540"/>
                  </a:lnTo>
                  <a:cubicBezTo>
                    <a:pt x="6168" y="2540"/>
                    <a:pt x="6309" y="2329"/>
                    <a:pt x="6223" y="2071"/>
                  </a:cubicBezTo>
                  <a:lnTo>
                    <a:pt x="5691" y="472"/>
                  </a:lnTo>
                  <a:cubicBezTo>
                    <a:pt x="5604" y="212"/>
                    <a:pt x="5324" y="1"/>
                    <a:pt x="5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6"/>
            <p:cNvSpPr/>
            <p:nvPr/>
          </p:nvSpPr>
          <p:spPr>
            <a:xfrm>
              <a:off x="2518050" y="4076400"/>
              <a:ext cx="176400" cy="63500"/>
            </a:xfrm>
            <a:custGeom>
              <a:avLst/>
              <a:gdLst/>
              <a:ahLst/>
              <a:cxnLst/>
              <a:rect l="l" t="t" r="r" b="b"/>
              <a:pathLst>
                <a:path w="7056" h="2540" extrusionOk="0">
                  <a:moveTo>
                    <a:pt x="36" y="1"/>
                  </a:moveTo>
                  <a:cubicBezTo>
                    <a:pt x="17" y="1"/>
                    <a:pt x="1" y="16"/>
                    <a:pt x="1" y="35"/>
                  </a:cubicBezTo>
                  <a:lnTo>
                    <a:pt x="1" y="2505"/>
                  </a:lnTo>
                  <a:cubicBezTo>
                    <a:pt x="1" y="2524"/>
                    <a:pt x="17" y="2539"/>
                    <a:pt x="36" y="2539"/>
                  </a:cubicBezTo>
                  <a:lnTo>
                    <a:pt x="7021" y="2539"/>
                  </a:lnTo>
                  <a:cubicBezTo>
                    <a:pt x="7040" y="2539"/>
                    <a:pt x="7056" y="2524"/>
                    <a:pt x="7056" y="2505"/>
                  </a:cubicBezTo>
                  <a:lnTo>
                    <a:pt x="7056" y="35"/>
                  </a:lnTo>
                  <a:cubicBezTo>
                    <a:pt x="7056" y="16"/>
                    <a:pt x="7040" y="1"/>
                    <a:pt x="70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6"/>
            <p:cNvSpPr/>
            <p:nvPr/>
          </p:nvSpPr>
          <p:spPr>
            <a:xfrm>
              <a:off x="2631525" y="4076400"/>
              <a:ext cx="114400" cy="63500"/>
            </a:xfrm>
            <a:custGeom>
              <a:avLst/>
              <a:gdLst/>
              <a:ahLst/>
              <a:cxnLst/>
              <a:rect l="l" t="t" r="r" b="b"/>
              <a:pathLst>
                <a:path w="4576" h="2540" extrusionOk="0">
                  <a:moveTo>
                    <a:pt x="290" y="1"/>
                  </a:moveTo>
                  <a:cubicBezTo>
                    <a:pt x="103" y="1"/>
                    <a:pt x="1" y="210"/>
                    <a:pt x="63" y="470"/>
                  </a:cubicBezTo>
                  <a:lnTo>
                    <a:pt x="450" y="2069"/>
                  </a:lnTo>
                  <a:cubicBezTo>
                    <a:pt x="512" y="2329"/>
                    <a:pt x="715" y="2539"/>
                    <a:pt x="903" y="2539"/>
                  </a:cubicBezTo>
                  <a:lnTo>
                    <a:pt x="4286" y="2539"/>
                  </a:lnTo>
                  <a:cubicBezTo>
                    <a:pt x="4473" y="2539"/>
                    <a:pt x="4575" y="2329"/>
                    <a:pt x="4513" y="2069"/>
                  </a:cubicBezTo>
                  <a:lnTo>
                    <a:pt x="4126" y="470"/>
                  </a:lnTo>
                  <a:cubicBezTo>
                    <a:pt x="4064" y="210"/>
                    <a:pt x="3861" y="1"/>
                    <a:pt x="36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6"/>
            <p:cNvSpPr/>
            <p:nvPr/>
          </p:nvSpPr>
          <p:spPr>
            <a:xfrm>
              <a:off x="2362000" y="3737900"/>
              <a:ext cx="313375" cy="63475"/>
            </a:xfrm>
            <a:custGeom>
              <a:avLst/>
              <a:gdLst/>
              <a:ahLst/>
              <a:cxnLst/>
              <a:rect l="l" t="t" r="r" b="b"/>
              <a:pathLst>
                <a:path w="12535" h="2539" extrusionOk="0">
                  <a:moveTo>
                    <a:pt x="48" y="0"/>
                  </a:moveTo>
                  <a:cubicBezTo>
                    <a:pt x="22" y="0"/>
                    <a:pt x="1" y="21"/>
                    <a:pt x="1" y="46"/>
                  </a:cubicBezTo>
                  <a:lnTo>
                    <a:pt x="1" y="2493"/>
                  </a:lnTo>
                  <a:cubicBezTo>
                    <a:pt x="1" y="2518"/>
                    <a:pt x="22" y="2538"/>
                    <a:pt x="48" y="2538"/>
                  </a:cubicBezTo>
                  <a:lnTo>
                    <a:pt x="12487" y="2538"/>
                  </a:lnTo>
                  <a:cubicBezTo>
                    <a:pt x="12514" y="2538"/>
                    <a:pt x="12535" y="2518"/>
                    <a:pt x="12535" y="2493"/>
                  </a:cubicBezTo>
                  <a:lnTo>
                    <a:pt x="12535" y="46"/>
                  </a:lnTo>
                  <a:cubicBezTo>
                    <a:pt x="12535" y="21"/>
                    <a:pt x="12514" y="0"/>
                    <a:pt x="124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6"/>
            <p:cNvSpPr/>
            <p:nvPr/>
          </p:nvSpPr>
          <p:spPr>
            <a:xfrm>
              <a:off x="2531850" y="3737900"/>
              <a:ext cx="215025" cy="63475"/>
            </a:xfrm>
            <a:custGeom>
              <a:avLst/>
              <a:gdLst/>
              <a:ahLst/>
              <a:cxnLst/>
              <a:rect l="l" t="t" r="r" b="b"/>
              <a:pathLst>
                <a:path w="8601" h="2539" extrusionOk="0">
                  <a:moveTo>
                    <a:pt x="546" y="0"/>
                  </a:moveTo>
                  <a:cubicBezTo>
                    <a:pt x="191" y="0"/>
                    <a:pt x="1" y="210"/>
                    <a:pt x="118" y="470"/>
                  </a:cubicBezTo>
                  <a:lnTo>
                    <a:pt x="844" y="2069"/>
                  </a:lnTo>
                  <a:cubicBezTo>
                    <a:pt x="961" y="2329"/>
                    <a:pt x="1343" y="2538"/>
                    <a:pt x="1698" y="2538"/>
                  </a:cubicBezTo>
                  <a:lnTo>
                    <a:pt x="8056" y="2538"/>
                  </a:lnTo>
                  <a:cubicBezTo>
                    <a:pt x="8410" y="2538"/>
                    <a:pt x="8601" y="2329"/>
                    <a:pt x="8484" y="2069"/>
                  </a:cubicBezTo>
                  <a:lnTo>
                    <a:pt x="7758" y="470"/>
                  </a:lnTo>
                  <a:cubicBezTo>
                    <a:pt x="7641" y="210"/>
                    <a:pt x="7259" y="0"/>
                    <a:pt x="69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6"/>
            <p:cNvSpPr/>
            <p:nvPr/>
          </p:nvSpPr>
          <p:spPr>
            <a:xfrm>
              <a:off x="2719550" y="3785475"/>
              <a:ext cx="77500" cy="816375"/>
            </a:xfrm>
            <a:custGeom>
              <a:avLst/>
              <a:gdLst/>
              <a:ahLst/>
              <a:cxnLst/>
              <a:rect l="l" t="t" r="r" b="b"/>
              <a:pathLst>
                <a:path w="3100" h="32655" extrusionOk="0">
                  <a:moveTo>
                    <a:pt x="0" y="0"/>
                  </a:moveTo>
                  <a:lnTo>
                    <a:pt x="0" y="32654"/>
                  </a:lnTo>
                  <a:lnTo>
                    <a:pt x="3099" y="32654"/>
                  </a:lnTo>
                  <a:lnTo>
                    <a:pt x="309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6"/>
            <p:cNvSpPr/>
            <p:nvPr/>
          </p:nvSpPr>
          <p:spPr>
            <a:xfrm>
              <a:off x="2719550" y="4275650"/>
              <a:ext cx="77500" cy="179825"/>
            </a:xfrm>
            <a:custGeom>
              <a:avLst/>
              <a:gdLst/>
              <a:ahLst/>
              <a:cxnLst/>
              <a:rect l="l" t="t" r="r" b="b"/>
              <a:pathLst>
                <a:path w="3100" h="7193" extrusionOk="0">
                  <a:moveTo>
                    <a:pt x="0" y="0"/>
                  </a:moveTo>
                  <a:lnTo>
                    <a:pt x="0" y="7193"/>
                  </a:lnTo>
                  <a:lnTo>
                    <a:pt x="3099" y="7193"/>
                  </a:lnTo>
                  <a:lnTo>
                    <a:pt x="309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6"/>
            <p:cNvSpPr/>
            <p:nvPr/>
          </p:nvSpPr>
          <p:spPr>
            <a:xfrm>
              <a:off x="2719550" y="3799625"/>
              <a:ext cx="77500" cy="278575"/>
            </a:xfrm>
            <a:custGeom>
              <a:avLst/>
              <a:gdLst/>
              <a:ahLst/>
              <a:cxnLst/>
              <a:rect l="l" t="t" r="r" b="b"/>
              <a:pathLst>
                <a:path w="3100" h="11143" extrusionOk="0">
                  <a:moveTo>
                    <a:pt x="0" y="0"/>
                  </a:moveTo>
                  <a:lnTo>
                    <a:pt x="0" y="11143"/>
                  </a:lnTo>
                  <a:lnTo>
                    <a:pt x="3099" y="11143"/>
                  </a:lnTo>
                  <a:lnTo>
                    <a:pt x="309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6"/>
            <p:cNvSpPr/>
            <p:nvPr/>
          </p:nvSpPr>
          <p:spPr>
            <a:xfrm>
              <a:off x="2663050" y="4023425"/>
              <a:ext cx="190450" cy="395850"/>
            </a:xfrm>
            <a:custGeom>
              <a:avLst/>
              <a:gdLst/>
              <a:ahLst/>
              <a:cxnLst/>
              <a:rect l="l" t="t" r="r" b="b"/>
              <a:pathLst>
                <a:path w="7618" h="15834" extrusionOk="0">
                  <a:moveTo>
                    <a:pt x="95" y="1"/>
                  </a:moveTo>
                  <a:cubicBezTo>
                    <a:pt x="44" y="1"/>
                    <a:pt x="1" y="44"/>
                    <a:pt x="1" y="95"/>
                  </a:cubicBezTo>
                  <a:lnTo>
                    <a:pt x="1" y="15737"/>
                  </a:lnTo>
                  <a:cubicBezTo>
                    <a:pt x="1" y="15790"/>
                    <a:pt x="44" y="15833"/>
                    <a:pt x="95" y="15833"/>
                  </a:cubicBezTo>
                  <a:lnTo>
                    <a:pt x="7523" y="15833"/>
                  </a:lnTo>
                  <a:cubicBezTo>
                    <a:pt x="7576" y="15833"/>
                    <a:pt x="7617" y="15790"/>
                    <a:pt x="7617" y="15737"/>
                  </a:cubicBezTo>
                  <a:lnTo>
                    <a:pt x="7617" y="95"/>
                  </a:lnTo>
                  <a:cubicBezTo>
                    <a:pt x="7617" y="44"/>
                    <a:pt x="7576" y="1"/>
                    <a:pt x="75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6"/>
            <p:cNvSpPr/>
            <p:nvPr/>
          </p:nvSpPr>
          <p:spPr>
            <a:xfrm>
              <a:off x="2663050" y="3861000"/>
              <a:ext cx="190450" cy="128150"/>
            </a:xfrm>
            <a:custGeom>
              <a:avLst/>
              <a:gdLst/>
              <a:ahLst/>
              <a:cxnLst/>
              <a:rect l="l" t="t" r="r" b="b"/>
              <a:pathLst>
                <a:path w="7618" h="5126" extrusionOk="0">
                  <a:moveTo>
                    <a:pt x="95" y="1"/>
                  </a:moveTo>
                  <a:cubicBezTo>
                    <a:pt x="44" y="1"/>
                    <a:pt x="1" y="43"/>
                    <a:pt x="1" y="95"/>
                  </a:cubicBezTo>
                  <a:lnTo>
                    <a:pt x="1" y="5032"/>
                  </a:lnTo>
                  <a:cubicBezTo>
                    <a:pt x="1" y="5083"/>
                    <a:pt x="44" y="5126"/>
                    <a:pt x="95" y="5126"/>
                  </a:cubicBezTo>
                  <a:lnTo>
                    <a:pt x="7523" y="5126"/>
                  </a:lnTo>
                  <a:cubicBezTo>
                    <a:pt x="7576" y="5126"/>
                    <a:pt x="7617" y="5083"/>
                    <a:pt x="7617" y="5032"/>
                  </a:cubicBezTo>
                  <a:lnTo>
                    <a:pt x="7617" y="95"/>
                  </a:lnTo>
                  <a:cubicBezTo>
                    <a:pt x="7617" y="43"/>
                    <a:pt x="7576" y="1"/>
                    <a:pt x="75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6"/>
            <p:cNvSpPr/>
            <p:nvPr/>
          </p:nvSpPr>
          <p:spPr>
            <a:xfrm>
              <a:off x="2663050" y="3700875"/>
              <a:ext cx="190450" cy="128100"/>
            </a:xfrm>
            <a:custGeom>
              <a:avLst/>
              <a:gdLst/>
              <a:ahLst/>
              <a:cxnLst/>
              <a:rect l="l" t="t" r="r" b="b"/>
              <a:pathLst>
                <a:path w="7618" h="5124" extrusionOk="0">
                  <a:moveTo>
                    <a:pt x="95" y="0"/>
                  </a:moveTo>
                  <a:cubicBezTo>
                    <a:pt x="44" y="0"/>
                    <a:pt x="1" y="43"/>
                    <a:pt x="1" y="95"/>
                  </a:cubicBezTo>
                  <a:lnTo>
                    <a:pt x="1" y="5029"/>
                  </a:lnTo>
                  <a:cubicBezTo>
                    <a:pt x="1" y="5083"/>
                    <a:pt x="44" y="5124"/>
                    <a:pt x="95" y="5124"/>
                  </a:cubicBezTo>
                  <a:lnTo>
                    <a:pt x="7523" y="5124"/>
                  </a:lnTo>
                  <a:cubicBezTo>
                    <a:pt x="7576" y="5124"/>
                    <a:pt x="7617" y="5083"/>
                    <a:pt x="7617" y="5029"/>
                  </a:cubicBezTo>
                  <a:lnTo>
                    <a:pt x="7617" y="95"/>
                  </a:lnTo>
                  <a:cubicBezTo>
                    <a:pt x="7617" y="43"/>
                    <a:pt x="7576" y="0"/>
                    <a:pt x="75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6"/>
            <p:cNvSpPr/>
            <p:nvPr/>
          </p:nvSpPr>
          <p:spPr>
            <a:xfrm>
              <a:off x="2664175" y="4579375"/>
              <a:ext cx="188200" cy="70950"/>
            </a:xfrm>
            <a:custGeom>
              <a:avLst/>
              <a:gdLst/>
              <a:ahLst/>
              <a:cxnLst/>
              <a:rect l="l" t="t" r="r" b="b"/>
              <a:pathLst>
                <a:path w="7528" h="2838" extrusionOk="0">
                  <a:moveTo>
                    <a:pt x="0" y="1"/>
                  </a:moveTo>
                  <a:lnTo>
                    <a:pt x="0" y="2670"/>
                  </a:lnTo>
                  <a:cubicBezTo>
                    <a:pt x="0" y="2762"/>
                    <a:pt x="75" y="2837"/>
                    <a:pt x="167" y="2837"/>
                  </a:cubicBezTo>
                  <a:lnTo>
                    <a:pt x="7363" y="2837"/>
                  </a:lnTo>
                  <a:cubicBezTo>
                    <a:pt x="7454" y="2837"/>
                    <a:pt x="7528" y="2762"/>
                    <a:pt x="7528" y="2670"/>
                  </a:cubicBezTo>
                  <a:lnTo>
                    <a:pt x="752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6"/>
            <p:cNvSpPr/>
            <p:nvPr/>
          </p:nvSpPr>
          <p:spPr>
            <a:xfrm>
              <a:off x="2669700" y="4598550"/>
              <a:ext cx="181575" cy="51775"/>
            </a:xfrm>
            <a:custGeom>
              <a:avLst/>
              <a:gdLst/>
              <a:ahLst/>
              <a:cxnLst/>
              <a:rect l="l" t="t" r="r" b="b"/>
              <a:pathLst>
                <a:path w="7263" h="2071" extrusionOk="0">
                  <a:moveTo>
                    <a:pt x="7263" y="0"/>
                  </a:moveTo>
                  <a:lnTo>
                    <a:pt x="7263" y="0"/>
                  </a:lnTo>
                  <a:cubicBezTo>
                    <a:pt x="6306" y="369"/>
                    <a:pt x="4261" y="625"/>
                    <a:pt x="1886" y="625"/>
                  </a:cubicBezTo>
                  <a:cubicBezTo>
                    <a:pt x="1226" y="625"/>
                    <a:pt x="594" y="604"/>
                    <a:pt x="1" y="567"/>
                  </a:cubicBezTo>
                  <a:lnTo>
                    <a:pt x="1" y="567"/>
                  </a:lnTo>
                  <a:cubicBezTo>
                    <a:pt x="396" y="1453"/>
                    <a:pt x="1282" y="2070"/>
                    <a:pt x="2314" y="2070"/>
                  </a:cubicBezTo>
                  <a:lnTo>
                    <a:pt x="4773" y="2070"/>
                  </a:lnTo>
                  <a:cubicBezTo>
                    <a:pt x="6013" y="2070"/>
                    <a:pt x="7044" y="1178"/>
                    <a:pt x="72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6"/>
            <p:cNvSpPr/>
            <p:nvPr/>
          </p:nvSpPr>
          <p:spPr>
            <a:xfrm>
              <a:off x="2680700" y="4023425"/>
              <a:ext cx="130500" cy="395850"/>
            </a:xfrm>
            <a:custGeom>
              <a:avLst/>
              <a:gdLst/>
              <a:ahLst/>
              <a:cxnLst/>
              <a:rect l="l" t="t" r="r" b="b"/>
              <a:pathLst>
                <a:path w="5220" h="15834" extrusionOk="0">
                  <a:moveTo>
                    <a:pt x="79" y="1"/>
                  </a:moveTo>
                  <a:cubicBezTo>
                    <a:pt x="36" y="1"/>
                    <a:pt x="1" y="36"/>
                    <a:pt x="1" y="79"/>
                  </a:cubicBezTo>
                  <a:lnTo>
                    <a:pt x="1" y="15755"/>
                  </a:lnTo>
                  <a:cubicBezTo>
                    <a:pt x="1" y="15798"/>
                    <a:pt x="36" y="15833"/>
                    <a:pt x="79" y="15833"/>
                  </a:cubicBezTo>
                  <a:lnTo>
                    <a:pt x="5141" y="15833"/>
                  </a:lnTo>
                  <a:cubicBezTo>
                    <a:pt x="5184" y="15833"/>
                    <a:pt x="5219" y="15798"/>
                    <a:pt x="5219" y="15755"/>
                  </a:cubicBezTo>
                  <a:lnTo>
                    <a:pt x="5219" y="79"/>
                  </a:lnTo>
                  <a:cubicBezTo>
                    <a:pt x="5219" y="36"/>
                    <a:pt x="5184" y="1"/>
                    <a:pt x="5141"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6"/>
            <p:cNvSpPr/>
            <p:nvPr/>
          </p:nvSpPr>
          <p:spPr>
            <a:xfrm>
              <a:off x="2692150" y="4226275"/>
              <a:ext cx="45875" cy="178075"/>
            </a:xfrm>
            <a:custGeom>
              <a:avLst/>
              <a:gdLst/>
              <a:ahLst/>
              <a:cxnLst/>
              <a:rect l="l" t="t" r="r" b="b"/>
              <a:pathLst>
                <a:path w="1835" h="7123" extrusionOk="0">
                  <a:moveTo>
                    <a:pt x="31" y="1"/>
                  </a:moveTo>
                  <a:cubicBezTo>
                    <a:pt x="15" y="1"/>
                    <a:pt x="0" y="14"/>
                    <a:pt x="0" y="32"/>
                  </a:cubicBezTo>
                  <a:lnTo>
                    <a:pt x="0" y="7092"/>
                  </a:lnTo>
                  <a:cubicBezTo>
                    <a:pt x="0" y="7109"/>
                    <a:pt x="15" y="7123"/>
                    <a:pt x="31" y="7123"/>
                  </a:cubicBezTo>
                  <a:lnTo>
                    <a:pt x="1803" y="7123"/>
                  </a:lnTo>
                  <a:cubicBezTo>
                    <a:pt x="1821" y="7123"/>
                    <a:pt x="1834" y="7109"/>
                    <a:pt x="1834" y="7092"/>
                  </a:cubicBezTo>
                  <a:lnTo>
                    <a:pt x="1834" y="32"/>
                  </a:lnTo>
                  <a:cubicBezTo>
                    <a:pt x="1834" y="14"/>
                    <a:pt x="1821" y="1"/>
                    <a:pt x="1803"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6"/>
            <p:cNvSpPr/>
            <p:nvPr/>
          </p:nvSpPr>
          <p:spPr>
            <a:xfrm>
              <a:off x="2692150" y="4046425"/>
              <a:ext cx="45875" cy="116400"/>
            </a:xfrm>
            <a:custGeom>
              <a:avLst/>
              <a:gdLst/>
              <a:ahLst/>
              <a:cxnLst/>
              <a:rect l="l" t="t" r="r" b="b"/>
              <a:pathLst>
                <a:path w="1835" h="4656" extrusionOk="0">
                  <a:moveTo>
                    <a:pt x="26" y="1"/>
                  </a:moveTo>
                  <a:cubicBezTo>
                    <a:pt x="12" y="1"/>
                    <a:pt x="0" y="13"/>
                    <a:pt x="0" y="26"/>
                  </a:cubicBezTo>
                  <a:lnTo>
                    <a:pt x="0" y="4630"/>
                  </a:lnTo>
                  <a:cubicBezTo>
                    <a:pt x="0" y="4645"/>
                    <a:pt x="12" y="4655"/>
                    <a:pt x="26" y="4655"/>
                  </a:cubicBezTo>
                  <a:lnTo>
                    <a:pt x="1809" y="4655"/>
                  </a:lnTo>
                  <a:cubicBezTo>
                    <a:pt x="1823" y="4655"/>
                    <a:pt x="1834" y="4645"/>
                    <a:pt x="1834" y="4630"/>
                  </a:cubicBezTo>
                  <a:lnTo>
                    <a:pt x="1834" y="26"/>
                  </a:lnTo>
                  <a:cubicBezTo>
                    <a:pt x="1834" y="13"/>
                    <a:pt x="1823" y="1"/>
                    <a:pt x="1809"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6"/>
            <p:cNvSpPr/>
            <p:nvPr/>
          </p:nvSpPr>
          <p:spPr>
            <a:xfrm>
              <a:off x="2663050" y="4317950"/>
              <a:ext cx="190450" cy="31950"/>
            </a:xfrm>
            <a:custGeom>
              <a:avLst/>
              <a:gdLst/>
              <a:ahLst/>
              <a:cxnLst/>
              <a:rect l="l" t="t" r="r" b="b"/>
              <a:pathLst>
                <a:path w="7618" h="1278" extrusionOk="0">
                  <a:moveTo>
                    <a:pt x="1" y="0"/>
                  </a:moveTo>
                  <a:lnTo>
                    <a:pt x="1" y="1278"/>
                  </a:lnTo>
                  <a:lnTo>
                    <a:pt x="7617" y="1278"/>
                  </a:lnTo>
                  <a:lnTo>
                    <a:pt x="761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6"/>
            <p:cNvSpPr/>
            <p:nvPr/>
          </p:nvSpPr>
          <p:spPr>
            <a:xfrm>
              <a:off x="2663050" y="4241675"/>
              <a:ext cx="190450" cy="16000"/>
            </a:xfrm>
            <a:custGeom>
              <a:avLst/>
              <a:gdLst/>
              <a:ahLst/>
              <a:cxnLst/>
              <a:rect l="l" t="t" r="r" b="b"/>
              <a:pathLst>
                <a:path w="7618" h="640" extrusionOk="0">
                  <a:moveTo>
                    <a:pt x="1" y="1"/>
                  </a:moveTo>
                  <a:lnTo>
                    <a:pt x="1" y="640"/>
                  </a:lnTo>
                  <a:lnTo>
                    <a:pt x="7617" y="640"/>
                  </a:lnTo>
                  <a:lnTo>
                    <a:pt x="76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6"/>
            <p:cNvSpPr/>
            <p:nvPr/>
          </p:nvSpPr>
          <p:spPr>
            <a:xfrm>
              <a:off x="2663050" y="4202025"/>
              <a:ext cx="190450" cy="15975"/>
            </a:xfrm>
            <a:custGeom>
              <a:avLst/>
              <a:gdLst/>
              <a:ahLst/>
              <a:cxnLst/>
              <a:rect l="l" t="t" r="r" b="b"/>
              <a:pathLst>
                <a:path w="7618" h="639" extrusionOk="0">
                  <a:moveTo>
                    <a:pt x="1" y="1"/>
                  </a:moveTo>
                  <a:lnTo>
                    <a:pt x="1" y="639"/>
                  </a:lnTo>
                  <a:lnTo>
                    <a:pt x="7617" y="639"/>
                  </a:lnTo>
                  <a:lnTo>
                    <a:pt x="76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6"/>
            <p:cNvSpPr/>
            <p:nvPr/>
          </p:nvSpPr>
          <p:spPr>
            <a:xfrm>
              <a:off x="2684650" y="3861000"/>
              <a:ext cx="119050" cy="128150"/>
            </a:xfrm>
            <a:custGeom>
              <a:avLst/>
              <a:gdLst/>
              <a:ahLst/>
              <a:cxnLst/>
              <a:rect l="l" t="t" r="r" b="b"/>
              <a:pathLst>
                <a:path w="4762" h="5126" extrusionOk="0">
                  <a:moveTo>
                    <a:pt x="76" y="1"/>
                  </a:moveTo>
                  <a:cubicBezTo>
                    <a:pt x="35" y="1"/>
                    <a:pt x="1" y="35"/>
                    <a:pt x="1" y="76"/>
                  </a:cubicBezTo>
                  <a:lnTo>
                    <a:pt x="1" y="5051"/>
                  </a:lnTo>
                  <a:cubicBezTo>
                    <a:pt x="1" y="5092"/>
                    <a:pt x="35" y="5126"/>
                    <a:pt x="76" y="5126"/>
                  </a:cubicBezTo>
                  <a:lnTo>
                    <a:pt x="4687" y="5126"/>
                  </a:lnTo>
                  <a:cubicBezTo>
                    <a:pt x="4729" y="5126"/>
                    <a:pt x="4761" y="5092"/>
                    <a:pt x="4761" y="5051"/>
                  </a:cubicBezTo>
                  <a:lnTo>
                    <a:pt x="4761" y="76"/>
                  </a:lnTo>
                  <a:cubicBezTo>
                    <a:pt x="4761" y="35"/>
                    <a:pt x="4729" y="1"/>
                    <a:pt x="4687"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6"/>
            <p:cNvSpPr/>
            <p:nvPr/>
          </p:nvSpPr>
          <p:spPr>
            <a:xfrm>
              <a:off x="2697900" y="3876725"/>
              <a:ext cx="43675" cy="76300"/>
            </a:xfrm>
            <a:custGeom>
              <a:avLst/>
              <a:gdLst/>
              <a:ahLst/>
              <a:cxnLst/>
              <a:rect l="l" t="t" r="r" b="b"/>
              <a:pathLst>
                <a:path w="1747" h="3052" extrusionOk="0">
                  <a:moveTo>
                    <a:pt x="35" y="1"/>
                  </a:moveTo>
                  <a:cubicBezTo>
                    <a:pt x="16" y="1"/>
                    <a:pt x="1" y="17"/>
                    <a:pt x="1" y="36"/>
                  </a:cubicBezTo>
                  <a:lnTo>
                    <a:pt x="1" y="3016"/>
                  </a:lnTo>
                  <a:cubicBezTo>
                    <a:pt x="1" y="3035"/>
                    <a:pt x="16" y="3051"/>
                    <a:pt x="35" y="3051"/>
                  </a:cubicBezTo>
                  <a:lnTo>
                    <a:pt x="1711" y="3051"/>
                  </a:lnTo>
                  <a:cubicBezTo>
                    <a:pt x="1730" y="3051"/>
                    <a:pt x="1746" y="3035"/>
                    <a:pt x="1746" y="3016"/>
                  </a:cubicBezTo>
                  <a:lnTo>
                    <a:pt x="1746" y="36"/>
                  </a:lnTo>
                  <a:cubicBezTo>
                    <a:pt x="1746" y="17"/>
                    <a:pt x="1730" y="1"/>
                    <a:pt x="1711"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6"/>
            <p:cNvSpPr/>
            <p:nvPr/>
          </p:nvSpPr>
          <p:spPr>
            <a:xfrm>
              <a:off x="2663050" y="3913325"/>
              <a:ext cx="190450" cy="23525"/>
            </a:xfrm>
            <a:custGeom>
              <a:avLst/>
              <a:gdLst/>
              <a:ahLst/>
              <a:cxnLst/>
              <a:rect l="l" t="t" r="r" b="b"/>
              <a:pathLst>
                <a:path w="7618" h="941" extrusionOk="0">
                  <a:moveTo>
                    <a:pt x="1" y="0"/>
                  </a:moveTo>
                  <a:lnTo>
                    <a:pt x="1" y="941"/>
                  </a:lnTo>
                  <a:lnTo>
                    <a:pt x="7617" y="941"/>
                  </a:lnTo>
                  <a:lnTo>
                    <a:pt x="761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6"/>
            <p:cNvSpPr/>
            <p:nvPr/>
          </p:nvSpPr>
          <p:spPr>
            <a:xfrm>
              <a:off x="2678925" y="3700875"/>
              <a:ext cx="123450" cy="128100"/>
            </a:xfrm>
            <a:custGeom>
              <a:avLst/>
              <a:gdLst/>
              <a:ahLst/>
              <a:cxnLst/>
              <a:rect l="l" t="t" r="r" b="b"/>
              <a:pathLst>
                <a:path w="4938" h="5124" extrusionOk="0">
                  <a:moveTo>
                    <a:pt x="78" y="0"/>
                  </a:moveTo>
                  <a:cubicBezTo>
                    <a:pt x="35" y="0"/>
                    <a:pt x="1" y="34"/>
                    <a:pt x="1" y="77"/>
                  </a:cubicBezTo>
                  <a:lnTo>
                    <a:pt x="1" y="5049"/>
                  </a:lnTo>
                  <a:cubicBezTo>
                    <a:pt x="1" y="5090"/>
                    <a:pt x="35" y="5124"/>
                    <a:pt x="78" y="5124"/>
                  </a:cubicBezTo>
                  <a:lnTo>
                    <a:pt x="4862" y="5124"/>
                  </a:lnTo>
                  <a:cubicBezTo>
                    <a:pt x="4903" y="5124"/>
                    <a:pt x="4937" y="5090"/>
                    <a:pt x="4937" y="5049"/>
                  </a:cubicBezTo>
                  <a:lnTo>
                    <a:pt x="4937" y="77"/>
                  </a:lnTo>
                  <a:cubicBezTo>
                    <a:pt x="4937" y="34"/>
                    <a:pt x="4903" y="0"/>
                    <a:pt x="4862"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6"/>
            <p:cNvSpPr/>
            <p:nvPr/>
          </p:nvSpPr>
          <p:spPr>
            <a:xfrm>
              <a:off x="2691250" y="3710575"/>
              <a:ext cx="45000" cy="72225"/>
            </a:xfrm>
            <a:custGeom>
              <a:avLst/>
              <a:gdLst/>
              <a:ahLst/>
              <a:cxnLst/>
              <a:rect l="l" t="t" r="r" b="b"/>
              <a:pathLst>
                <a:path w="1800" h="2889" extrusionOk="0">
                  <a:moveTo>
                    <a:pt x="36" y="0"/>
                  </a:moveTo>
                  <a:cubicBezTo>
                    <a:pt x="17" y="0"/>
                    <a:pt x="1" y="15"/>
                    <a:pt x="1" y="34"/>
                  </a:cubicBezTo>
                  <a:lnTo>
                    <a:pt x="1" y="2855"/>
                  </a:lnTo>
                  <a:cubicBezTo>
                    <a:pt x="1" y="2874"/>
                    <a:pt x="17" y="2889"/>
                    <a:pt x="36" y="2889"/>
                  </a:cubicBezTo>
                  <a:lnTo>
                    <a:pt x="1766" y="2889"/>
                  </a:lnTo>
                  <a:cubicBezTo>
                    <a:pt x="1785" y="2889"/>
                    <a:pt x="1800" y="2874"/>
                    <a:pt x="1800" y="2855"/>
                  </a:cubicBezTo>
                  <a:lnTo>
                    <a:pt x="1800" y="34"/>
                  </a:lnTo>
                  <a:cubicBezTo>
                    <a:pt x="1800" y="15"/>
                    <a:pt x="1785" y="0"/>
                    <a:pt x="1766"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6"/>
            <p:cNvSpPr/>
            <p:nvPr/>
          </p:nvSpPr>
          <p:spPr>
            <a:xfrm>
              <a:off x="2814700" y="3729325"/>
              <a:ext cx="30850" cy="77100"/>
            </a:xfrm>
            <a:custGeom>
              <a:avLst/>
              <a:gdLst/>
              <a:ahLst/>
              <a:cxnLst/>
              <a:rect l="l" t="t" r="r" b="b"/>
              <a:pathLst>
                <a:path w="1234" h="3084" extrusionOk="0">
                  <a:moveTo>
                    <a:pt x="617" y="1"/>
                  </a:moveTo>
                  <a:cubicBezTo>
                    <a:pt x="277" y="1"/>
                    <a:pt x="1" y="690"/>
                    <a:pt x="1" y="1542"/>
                  </a:cubicBezTo>
                  <a:cubicBezTo>
                    <a:pt x="1" y="2393"/>
                    <a:pt x="277" y="3084"/>
                    <a:pt x="617" y="3084"/>
                  </a:cubicBezTo>
                  <a:cubicBezTo>
                    <a:pt x="958" y="3084"/>
                    <a:pt x="1234" y="2394"/>
                    <a:pt x="1234" y="1542"/>
                  </a:cubicBezTo>
                  <a:cubicBezTo>
                    <a:pt x="1234" y="690"/>
                    <a:pt x="958" y="1"/>
                    <a:pt x="6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6"/>
            <p:cNvSpPr/>
            <p:nvPr/>
          </p:nvSpPr>
          <p:spPr>
            <a:xfrm>
              <a:off x="2814700" y="3887100"/>
              <a:ext cx="30850" cy="77100"/>
            </a:xfrm>
            <a:custGeom>
              <a:avLst/>
              <a:gdLst/>
              <a:ahLst/>
              <a:cxnLst/>
              <a:rect l="l" t="t" r="r" b="b"/>
              <a:pathLst>
                <a:path w="1234" h="3084" extrusionOk="0">
                  <a:moveTo>
                    <a:pt x="617" y="1"/>
                  </a:moveTo>
                  <a:cubicBezTo>
                    <a:pt x="277" y="1"/>
                    <a:pt x="1" y="692"/>
                    <a:pt x="1" y="1542"/>
                  </a:cubicBezTo>
                  <a:cubicBezTo>
                    <a:pt x="1" y="2394"/>
                    <a:pt x="277" y="3084"/>
                    <a:pt x="617" y="3084"/>
                  </a:cubicBezTo>
                  <a:cubicBezTo>
                    <a:pt x="958" y="3084"/>
                    <a:pt x="1234" y="2394"/>
                    <a:pt x="1234" y="1542"/>
                  </a:cubicBezTo>
                  <a:cubicBezTo>
                    <a:pt x="1234" y="692"/>
                    <a:pt x="958" y="1"/>
                    <a:pt x="6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6"/>
            <p:cNvSpPr/>
            <p:nvPr/>
          </p:nvSpPr>
          <p:spPr>
            <a:xfrm>
              <a:off x="2814700" y="4069625"/>
              <a:ext cx="30850" cy="77100"/>
            </a:xfrm>
            <a:custGeom>
              <a:avLst/>
              <a:gdLst/>
              <a:ahLst/>
              <a:cxnLst/>
              <a:rect l="l" t="t" r="r" b="b"/>
              <a:pathLst>
                <a:path w="1234" h="3084" extrusionOk="0">
                  <a:moveTo>
                    <a:pt x="617" y="0"/>
                  </a:moveTo>
                  <a:cubicBezTo>
                    <a:pt x="277" y="0"/>
                    <a:pt x="1" y="690"/>
                    <a:pt x="1" y="1542"/>
                  </a:cubicBezTo>
                  <a:cubicBezTo>
                    <a:pt x="1" y="2392"/>
                    <a:pt x="277" y="3083"/>
                    <a:pt x="617" y="3083"/>
                  </a:cubicBezTo>
                  <a:cubicBezTo>
                    <a:pt x="958" y="3083"/>
                    <a:pt x="1234" y="2392"/>
                    <a:pt x="1234" y="1542"/>
                  </a:cubicBezTo>
                  <a:cubicBezTo>
                    <a:pt x="1234" y="690"/>
                    <a:pt x="958" y="0"/>
                    <a:pt x="6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6"/>
            <p:cNvSpPr/>
            <p:nvPr/>
          </p:nvSpPr>
          <p:spPr>
            <a:xfrm>
              <a:off x="2825350" y="3896550"/>
              <a:ext cx="208450" cy="63525"/>
            </a:xfrm>
            <a:custGeom>
              <a:avLst/>
              <a:gdLst/>
              <a:ahLst/>
              <a:cxnLst/>
              <a:rect l="l" t="t" r="r" b="b"/>
              <a:pathLst>
                <a:path w="8338" h="2541" extrusionOk="0">
                  <a:moveTo>
                    <a:pt x="38" y="1"/>
                  </a:moveTo>
                  <a:cubicBezTo>
                    <a:pt x="18" y="1"/>
                    <a:pt x="0" y="18"/>
                    <a:pt x="0" y="39"/>
                  </a:cubicBezTo>
                  <a:lnTo>
                    <a:pt x="0" y="2502"/>
                  </a:lnTo>
                  <a:cubicBezTo>
                    <a:pt x="0" y="2523"/>
                    <a:pt x="18" y="2540"/>
                    <a:pt x="38" y="2540"/>
                  </a:cubicBezTo>
                  <a:lnTo>
                    <a:pt x="8299" y="2540"/>
                  </a:lnTo>
                  <a:cubicBezTo>
                    <a:pt x="8321" y="2540"/>
                    <a:pt x="8337" y="2523"/>
                    <a:pt x="8337" y="2502"/>
                  </a:cubicBezTo>
                  <a:lnTo>
                    <a:pt x="8337" y="39"/>
                  </a:lnTo>
                  <a:cubicBezTo>
                    <a:pt x="8337" y="18"/>
                    <a:pt x="8319" y="1"/>
                    <a:pt x="82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6"/>
            <p:cNvSpPr/>
            <p:nvPr/>
          </p:nvSpPr>
          <p:spPr>
            <a:xfrm>
              <a:off x="2825350" y="3896550"/>
              <a:ext cx="119925" cy="63525"/>
            </a:xfrm>
            <a:custGeom>
              <a:avLst/>
              <a:gdLst/>
              <a:ahLst/>
              <a:cxnLst/>
              <a:rect l="l" t="t" r="r" b="b"/>
              <a:pathLst>
                <a:path w="4797" h="2541" extrusionOk="0">
                  <a:moveTo>
                    <a:pt x="663" y="1"/>
                  </a:moveTo>
                  <a:cubicBezTo>
                    <a:pt x="297" y="1"/>
                    <a:pt x="0" y="278"/>
                    <a:pt x="0" y="621"/>
                  </a:cubicBezTo>
                  <a:lnTo>
                    <a:pt x="0" y="1922"/>
                  </a:lnTo>
                  <a:cubicBezTo>
                    <a:pt x="0" y="2263"/>
                    <a:pt x="297" y="2540"/>
                    <a:pt x="663" y="2540"/>
                  </a:cubicBezTo>
                  <a:lnTo>
                    <a:pt x="2755" y="2540"/>
                  </a:lnTo>
                  <a:cubicBezTo>
                    <a:pt x="3122" y="2540"/>
                    <a:pt x="3587" y="2263"/>
                    <a:pt x="3795" y="1922"/>
                  </a:cubicBezTo>
                  <a:lnTo>
                    <a:pt x="4588" y="621"/>
                  </a:lnTo>
                  <a:cubicBezTo>
                    <a:pt x="4796" y="278"/>
                    <a:pt x="4668" y="1"/>
                    <a:pt x="43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6"/>
            <p:cNvSpPr/>
            <p:nvPr/>
          </p:nvSpPr>
          <p:spPr>
            <a:xfrm>
              <a:off x="2825350" y="3737900"/>
              <a:ext cx="330625" cy="63475"/>
            </a:xfrm>
            <a:custGeom>
              <a:avLst/>
              <a:gdLst/>
              <a:ahLst/>
              <a:cxnLst/>
              <a:rect l="l" t="t" r="r" b="b"/>
              <a:pathLst>
                <a:path w="13225" h="2539" extrusionOk="0">
                  <a:moveTo>
                    <a:pt x="47" y="0"/>
                  </a:moveTo>
                  <a:cubicBezTo>
                    <a:pt x="22" y="0"/>
                    <a:pt x="0" y="21"/>
                    <a:pt x="0" y="47"/>
                  </a:cubicBezTo>
                  <a:lnTo>
                    <a:pt x="0" y="2491"/>
                  </a:lnTo>
                  <a:cubicBezTo>
                    <a:pt x="0" y="2518"/>
                    <a:pt x="22" y="2538"/>
                    <a:pt x="47" y="2538"/>
                  </a:cubicBezTo>
                  <a:lnTo>
                    <a:pt x="13177" y="2538"/>
                  </a:lnTo>
                  <a:cubicBezTo>
                    <a:pt x="13203" y="2538"/>
                    <a:pt x="13225" y="2518"/>
                    <a:pt x="13225" y="2491"/>
                  </a:cubicBezTo>
                  <a:lnTo>
                    <a:pt x="13225" y="47"/>
                  </a:lnTo>
                  <a:cubicBezTo>
                    <a:pt x="13225" y="21"/>
                    <a:pt x="13203" y="0"/>
                    <a:pt x="131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6"/>
            <p:cNvSpPr/>
            <p:nvPr/>
          </p:nvSpPr>
          <p:spPr>
            <a:xfrm>
              <a:off x="2825350" y="3737900"/>
              <a:ext cx="212400" cy="63475"/>
            </a:xfrm>
            <a:custGeom>
              <a:avLst/>
              <a:gdLst/>
              <a:ahLst/>
              <a:cxnLst/>
              <a:rect l="l" t="t" r="r" b="b"/>
              <a:pathLst>
                <a:path w="8496" h="2539" extrusionOk="0">
                  <a:moveTo>
                    <a:pt x="842" y="0"/>
                  </a:moveTo>
                  <a:cubicBezTo>
                    <a:pt x="377" y="0"/>
                    <a:pt x="0" y="278"/>
                    <a:pt x="0" y="619"/>
                  </a:cubicBezTo>
                  <a:lnTo>
                    <a:pt x="0" y="1920"/>
                  </a:lnTo>
                  <a:cubicBezTo>
                    <a:pt x="0" y="2262"/>
                    <a:pt x="377" y="2538"/>
                    <a:pt x="842" y="2538"/>
                  </a:cubicBezTo>
                  <a:lnTo>
                    <a:pt x="5907" y="2538"/>
                  </a:lnTo>
                  <a:cubicBezTo>
                    <a:pt x="6372" y="2538"/>
                    <a:pt x="6962" y="2262"/>
                    <a:pt x="7227" y="1920"/>
                  </a:cubicBezTo>
                  <a:lnTo>
                    <a:pt x="8231" y="619"/>
                  </a:lnTo>
                  <a:cubicBezTo>
                    <a:pt x="8495" y="278"/>
                    <a:pt x="8333" y="0"/>
                    <a:pt x="78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6"/>
            <p:cNvSpPr/>
            <p:nvPr/>
          </p:nvSpPr>
          <p:spPr>
            <a:xfrm>
              <a:off x="2825350" y="4076400"/>
              <a:ext cx="158200" cy="63500"/>
            </a:xfrm>
            <a:custGeom>
              <a:avLst/>
              <a:gdLst/>
              <a:ahLst/>
              <a:cxnLst/>
              <a:rect l="l" t="t" r="r" b="b"/>
              <a:pathLst>
                <a:path w="6328" h="2540" extrusionOk="0">
                  <a:moveTo>
                    <a:pt x="41" y="1"/>
                  </a:moveTo>
                  <a:cubicBezTo>
                    <a:pt x="19" y="1"/>
                    <a:pt x="0" y="18"/>
                    <a:pt x="0" y="41"/>
                  </a:cubicBezTo>
                  <a:lnTo>
                    <a:pt x="0" y="2499"/>
                  </a:lnTo>
                  <a:cubicBezTo>
                    <a:pt x="0" y="2521"/>
                    <a:pt x="19" y="2539"/>
                    <a:pt x="41" y="2539"/>
                  </a:cubicBezTo>
                  <a:lnTo>
                    <a:pt x="6286" y="2539"/>
                  </a:lnTo>
                  <a:cubicBezTo>
                    <a:pt x="6308" y="2539"/>
                    <a:pt x="6327" y="2521"/>
                    <a:pt x="6327" y="2499"/>
                  </a:cubicBezTo>
                  <a:lnTo>
                    <a:pt x="6327" y="41"/>
                  </a:lnTo>
                  <a:cubicBezTo>
                    <a:pt x="6327" y="18"/>
                    <a:pt x="6308" y="1"/>
                    <a:pt x="62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6"/>
            <p:cNvSpPr/>
            <p:nvPr/>
          </p:nvSpPr>
          <p:spPr>
            <a:xfrm>
              <a:off x="2825350" y="4076400"/>
              <a:ext cx="63100" cy="63500"/>
            </a:xfrm>
            <a:custGeom>
              <a:avLst/>
              <a:gdLst/>
              <a:ahLst/>
              <a:cxnLst/>
              <a:rect l="l" t="t" r="r" b="b"/>
              <a:pathLst>
                <a:path w="2524" h="2540" extrusionOk="0">
                  <a:moveTo>
                    <a:pt x="350" y="1"/>
                  </a:moveTo>
                  <a:cubicBezTo>
                    <a:pt x="157" y="1"/>
                    <a:pt x="0" y="278"/>
                    <a:pt x="0" y="619"/>
                  </a:cubicBezTo>
                  <a:lnTo>
                    <a:pt x="0" y="1920"/>
                  </a:lnTo>
                  <a:cubicBezTo>
                    <a:pt x="0" y="2263"/>
                    <a:pt x="157" y="2539"/>
                    <a:pt x="350" y="2539"/>
                  </a:cubicBezTo>
                  <a:lnTo>
                    <a:pt x="1450" y="2539"/>
                  </a:lnTo>
                  <a:cubicBezTo>
                    <a:pt x="1642" y="2539"/>
                    <a:pt x="1887" y="2263"/>
                    <a:pt x="1996" y="1920"/>
                  </a:cubicBezTo>
                  <a:lnTo>
                    <a:pt x="2413" y="619"/>
                  </a:lnTo>
                  <a:cubicBezTo>
                    <a:pt x="2524" y="278"/>
                    <a:pt x="2456" y="1"/>
                    <a:pt x="22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6"/>
            <p:cNvSpPr/>
            <p:nvPr/>
          </p:nvSpPr>
          <p:spPr>
            <a:xfrm>
              <a:off x="4637750" y="4550025"/>
              <a:ext cx="263150" cy="63500"/>
            </a:xfrm>
            <a:custGeom>
              <a:avLst/>
              <a:gdLst/>
              <a:ahLst/>
              <a:cxnLst/>
              <a:rect l="l" t="t" r="r" b="b"/>
              <a:pathLst>
                <a:path w="10526" h="2540" extrusionOk="0">
                  <a:moveTo>
                    <a:pt x="71" y="1"/>
                  </a:moveTo>
                  <a:cubicBezTo>
                    <a:pt x="31" y="1"/>
                    <a:pt x="0" y="32"/>
                    <a:pt x="0" y="72"/>
                  </a:cubicBezTo>
                  <a:lnTo>
                    <a:pt x="0" y="2468"/>
                  </a:lnTo>
                  <a:cubicBezTo>
                    <a:pt x="0" y="2507"/>
                    <a:pt x="31" y="2539"/>
                    <a:pt x="71" y="2539"/>
                  </a:cubicBezTo>
                  <a:lnTo>
                    <a:pt x="10455" y="2539"/>
                  </a:lnTo>
                  <a:cubicBezTo>
                    <a:pt x="10493" y="2539"/>
                    <a:pt x="10526" y="2507"/>
                    <a:pt x="10526" y="2468"/>
                  </a:cubicBezTo>
                  <a:lnTo>
                    <a:pt x="10526" y="72"/>
                  </a:lnTo>
                  <a:cubicBezTo>
                    <a:pt x="10526" y="32"/>
                    <a:pt x="10493" y="1"/>
                    <a:pt x="10455" y="1"/>
                  </a:cubicBezTo>
                  <a:close/>
                </a:path>
              </a:pathLst>
            </a:custGeom>
            <a:solidFill>
              <a:srgbClr val="3D35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6"/>
            <p:cNvSpPr/>
            <p:nvPr/>
          </p:nvSpPr>
          <p:spPr>
            <a:xfrm>
              <a:off x="3280150" y="4131075"/>
              <a:ext cx="357950" cy="285650"/>
            </a:xfrm>
            <a:custGeom>
              <a:avLst/>
              <a:gdLst/>
              <a:ahLst/>
              <a:cxnLst/>
              <a:rect l="l" t="t" r="r" b="b"/>
              <a:pathLst>
                <a:path w="14318" h="11426" extrusionOk="0">
                  <a:moveTo>
                    <a:pt x="149" y="1"/>
                  </a:moveTo>
                  <a:cubicBezTo>
                    <a:pt x="67" y="1"/>
                    <a:pt x="0" y="66"/>
                    <a:pt x="0" y="148"/>
                  </a:cubicBezTo>
                  <a:lnTo>
                    <a:pt x="0" y="11276"/>
                  </a:lnTo>
                  <a:cubicBezTo>
                    <a:pt x="0" y="11359"/>
                    <a:pt x="67" y="11425"/>
                    <a:pt x="149" y="11425"/>
                  </a:cubicBezTo>
                  <a:lnTo>
                    <a:pt x="14168" y="11425"/>
                  </a:lnTo>
                  <a:cubicBezTo>
                    <a:pt x="14251" y="11425"/>
                    <a:pt x="14317" y="11359"/>
                    <a:pt x="14317" y="11276"/>
                  </a:cubicBezTo>
                  <a:lnTo>
                    <a:pt x="14317" y="148"/>
                  </a:lnTo>
                  <a:cubicBezTo>
                    <a:pt x="14317" y="66"/>
                    <a:pt x="14251" y="1"/>
                    <a:pt x="14168"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6"/>
            <p:cNvSpPr/>
            <p:nvPr/>
          </p:nvSpPr>
          <p:spPr>
            <a:xfrm>
              <a:off x="3690575" y="4203900"/>
              <a:ext cx="175375" cy="139975"/>
            </a:xfrm>
            <a:custGeom>
              <a:avLst/>
              <a:gdLst/>
              <a:ahLst/>
              <a:cxnLst/>
              <a:rect l="l" t="t" r="r" b="b"/>
              <a:pathLst>
                <a:path w="7015" h="5599" extrusionOk="0">
                  <a:moveTo>
                    <a:pt x="72" y="1"/>
                  </a:moveTo>
                  <a:cubicBezTo>
                    <a:pt x="33" y="1"/>
                    <a:pt x="0" y="33"/>
                    <a:pt x="0" y="73"/>
                  </a:cubicBezTo>
                  <a:lnTo>
                    <a:pt x="0" y="5525"/>
                  </a:lnTo>
                  <a:cubicBezTo>
                    <a:pt x="0" y="5566"/>
                    <a:pt x="33" y="5599"/>
                    <a:pt x="72" y="5599"/>
                  </a:cubicBezTo>
                  <a:lnTo>
                    <a:pt x="6942" y="5599"/>
                  </a:lnTo>
                  <a:cubicBezTo>
                    <a:pt x="6982" y="5599"/>
                    <a:pt x="7014" y="5566"/>
                    <a:pt x="7014" y="5525"/>
                  </a:cubicBezTo>
                  <a:lnTo>
                    <a:pt x="7014" y="73"/>
                  </a:lnTo>
                  <a:cubicBezTo>
                    <a:pt x="7014" y="33"/>
                    <a:pt x="6982" y="1"/>
                    <a:pt x="6942"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6"/>
            <p:cNvSpPr/>
            <p:nvPr/>
          </p:nvSpPr>
          <p:spPr>
            <a:xfrm>
              <a:off x="3895975" y="4243300"/>
              <a:ext cx="63000" cy="61150"/>
            </a:xfrm>
            <a:custGeom>
              <a:avLst/>
              <a:gdLst/>
              <a:ahLst/>
              <a:cxnLst/>
              <a:rect l="l" t="t" r="r" b="b"/>
              <a:pathLst>
                <a:path w="2520" h="2446" extrusionOk="0">
                  <a:moveTo>
                    <a:pt x="28" y="1"/>
                  </a:moveTo>
                  <a:cubicBezTo>
                    <a:pt x="12" y="1"/>
                    <a:pt x="0" y="14"/>
                    <a:pt x="0" y="29"/>
                  </a:cubicBezTo>
                  <a:lnTo>
                    <a:pt x="0" y="2418"/>
                  </a:lnTo>
                  <a:cubicBezTo>
                    <a:pt x="0" y="2434"/>
                    <a:pt x="12" y="2446"/>
                    <a:pt x="28" y="2446"/>
                  </a:cubicBezTo>
                  <a:lnTo>
                    <a:pt x="2491" y="2446"/>
                  </a:lnTo>
                  <a:cubicBezTo>
                    <a:pt x="2506" y="2446"/>
                    <a:pt x="2519" y="2434"/>
                    <a:pt x="2519" y="2418"/>
                  </a:cubicBezTo>
                  <a:lnTo>
                    <a:pt x="2519" y="29"/>
                  </a:lnTo>
                  <a:cubicBezTo>
                    <a:pt x="2519" y="14"/>
                    <a:pt x="2506" y="1"/>
                    <a:pt x="2491"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6"/>
            <p:cNvSpPr/>
            <p:nvPr/>
          </p:nvSpPr>
          <p:spPr>
            <a:xfrm>
              <a:off x="2888750" y="3679700"/>
              <a:ext cx="836625" cy="1142525"/>
            </a:xfrm>
            <a:custGeom>
              <a:avLst/>
              <a:gdLst/>
              <a:ahLst/>
              <a:cxnLst/>
              <a:rect l="l" t="t" r="r" b="b"/>
              <a:pathLst>
                <a:path w="33465" h="45701" extrusionOk="0">
                  <a:moveTo>
                    <a:pt x="16538" y="2133"/>
                  </a:moveTo>
                  <a:cubicBezTo>
                    <a:pt x="23972" y="2790"/>
                    <a:pt x="29863" y="11812"/>
                    <a:pt x="29863" y="22850"/>
                  </a:cubicBezTo>
                  <a:cubicBezTo>
                    <a:pt x="29863" y="33888"/>
                    <a:pt x="23972" y="42910"/>
                    <a:pt x="16538" y="43569"/>
                  </a:cubicBezTo>
                  <a:cubicBezTo>
                    <a:pt x="9103" y="42910"/>
                    <a:pt x="3211" y="33888"/>
                    <a:pt x="3211" y="22850"/>
                  </a:cubicBezTo>
                  <a:cubicBezTo>
                    <a:pt x="3211" y="11812"/>
                    <a:pt x="9103" y="2790"/>
                    <a:pt x="16538" y="2133"/>
                  </a:cubicBezTo>
                  <a:close/>
                  <a:moveTo>
                    <a:pt x="16092" y="1"/>
                  </a:moveTo>
                  <a:cubicBezTo>
                    <a:pt x="7204" y="1"/>
                    <a:pt x="1" y="10231"/>
                    <a:pt x="1" y="22850"/>
                  </a:cubicBezTo>
                  <a:cubicBezTo>
                    <a:pt x="1" y="35469"/>
                    <a:pt x="7204" y="45701"/>
                    <a:pt x="16092" y="45701"/>
                  </a:cubicBezTo>
                  <a:cubicBezTo>
                    <a:pt x="16129" y="45701"/>
                    <a:pt x="16164" y="45696"/>
                    <a:pt x="16201" y="45696"/>
                  </a:cubicBezTo>
                  <a:cubicBezTo>
                    <a:pt x="16236" y="45696"/>
                    <a:pt x="16273" y="45701"/>
                    <a:pt x="16309" y="45701"/>
                  </a:cubicBezTo>
                  <a:cubicBezTo>
                    <a:pt x="16346" y="45701"/>
                    <a:pt x="16381" y="45696"/>
                    <a:pt x="16418" y="45696"/>
                  </a:cubicBezTo>
                  <a:cubicBezTo>
                    <a:pt x="16455" y="45696"/>
                    <a:pt x="16490" y="45701"/>
                    <a:pt x="16526" y="45701"/>
                  </a:cubicBezTo>
                  <a:cubicBezTo>
                    <a:pt x="16563" y="45701"/>
                    <a:pt x="16598" y="45696"/>
                    <a:pt x="16635" y="45696"/>
                  </a:cubicBezTo>
                  <a:cubicBezTo>
                    <a:pt x="16672" y="45696"/>
                    <a:pt x="16707" y="45701"/>
                    <a:pt x="16744" y="45701"/>
                  </a:cubicBezTo>
                  <a:cubicBezTo>
                    <a:pt x="16780" y="45701"/>
                    <a:pt x="16817" y="45696"/>
                    <a:pt x="16852" y="45696"/>
                  </a:cubicBezTo>
                  <a:cubicBezTo>
                    <a:pt x="16889" y="45696"/>
                    <a:pt x="16924" y="45701"/>
                    <a:pt x="16961" y="45701"/>
                  </a:cubicBezTo>
                  <a:cubicBezTo>
                    <a:pt x="16998" y="45701"/>
                    <a:pt x="17034" y="45696"/>
                    <a:pt x="17071" y="45696"/>
                  </a:cubicBezTo>
                  <a:cubicBezTo>
                    <a:pt x="17106" y="45696"/>
                    <a:pt x="17143" y="45701"/>
                    <a:pt x="17178" y="45701"/>
                  </a:cubicBezTo>
                  <a:cubicBezTo>
                    <a:pt x="17215" y="45701"/>
                    <a:pt x="17251" y="45696"/>
                    <a:pt x="17288" y="45696"/>
                  </a:cubicBezTo>
                  <a:cubicBezTo>
                    <a:pt x="17325" y="45696"/>
                    <a:pt x="17360" y="45701"/>
                    <a:pt x="17397" y="45701"/>
                  </a:cubicBezTo>
                  <a:cubicBezTo>
                    <a:pt x="17432" y="45701"/>
                    <a:pt x="17468" y="45696"/>
                    <a:pt x="17505" y="45696"/>
                  </a:cubicBezTo>
                  <a:cubicBezTo>
                    <a:pt x="17542" y="45696"/>
                    <a:pt x="17577" y="45701"/>
                    <a:pt x="17614" y="45701"/>
                  </a:cubicBezTo>
                  <a:cubicBezTo>
                    <a:pt x="17649" y="45701"/>
                    <a:pt x="17686" y="45696"/>
                    <a:pt x="17722" y="45696"/>
                  </a:cubicBezTo>
                  <a:cubicBezTo>
                    <a:pt x="17759" y="45696"/>
                    <a:pt x="17794" y="45701"/>
                    <a:pt x="17831" y="45701"/>
                  </a:cubicBezTo>
                  <a:cubicBezTo>
                    <a:pt x="26717" y="45701"/>
                    <a:pt x="33464" y="35469"/>
                    <a:pt x="33464" y="22850"/>
                  </a:cubicBezTo>
                  <a:cubicBezTo>
                    <a:pt x="33464" y="10231"/>
                    <a:pt x="26717" y="1"/>
                    <a:pt x="17831" y="1"/>
                  </a:cubicBezTo>
                  <a:cubicBezTo>
                    <a:pt x="17794" y="1"/>
                    <a:pt x="17759" y="4"/>
                    <a:pt x="17722" y="5"/>
                  </a:cubicBezTo>
                  <a:cubicBezTo>
                    <a:pt x="17686" y="4"/>
                    <a:pt x="17649" y="1"/>
                    <a:pt x="17614" y="1"/>
                  </a:cubicBezTo>
                  <a:cubicBezTo>
                    <a:pt x="17577" y="1"/>
                    <a:pt x="17542" y="4"/>
                    <a:pt x="17505" y="5"/>
                  </a:cubicBezTo>
                  <a:cubicBezTo>
                    <a:pt x="17468" y="4"/>
                    <a:pt x="17432" y="1"/>
                    <a:pt x="17397" y="1"/>
                  </a:cubicBezTo>
                  <a:cubicBezTo>
                    <a:pt x="17360" y="1"/>
                    <a:pt x="17325" y="4"/>
                    <a:pt x="17288" y="5"/>
                  </a:cubicBezTo>
                  <a:cubicBezTo>
                    <a:pt x="17251" y="4"/>
                    <a:pt x="17215" y="1"/>
                    <a:pt x="17178" y="1"/>
                  </a:cubicBezTo>
                  <a:cubicBezTo>
                    <a:pt x="17143" y="1"/>
                    <a:pt x="17106" y="4"/>
                    <a:pt x="17071" y="5"/>
                  </a:cubicBezTo>
                  <a:cubicBezTo>
                    <a:pt x="17034" y="4"/>
                    <a:pt x="16998" y="1"/>
                    <a:pt x="16961" y="1"/>
                  </a:cubicBezTo>
                  <a:cubicBezTo>
                    <a:pt x="16924" y="1"/>
                    <a:pt x="16889" y="4"/>
                    <a:pt x="16852" y="5"/>
                  </a:cubicBezTo>
                  <a:cubicBezTo>
                    <a:pt x="16817" y="4"/>
                    <a:pt x="16780" y="1"/>
                    <a:pt x="16744" y="1"/>
                  </a:cubicBezTo>
                  <a:cubicBezTo>
                    <a:pt x="16707" y="1"/>
                    <a:pt x="16672" y="4"/>
                    <a:pt x="16635" y="5"/>
                  </a:cubicBezTo>
                  <a:cubicBezTo>
                    <a:pt x="16598" y="4"/>
                    <a:pt x="16563" y="1"/>
                    <a:pt x="16526" y="1"/>
                  </a:cubicBezTo>
                  <a:cubicBezTo>
                    <a:pt x="16490" y="1"/>
                    <a:pt x="16455" y="4"/>
                    <a:pt x="16418" y="5"/>
                  </a:cubicBezTo>
                  <a:cubicBezTo>
                    <a:pt x="16381" y="4"/>
                    <a:pt x="16346" y="1"/>
                    <a:pt x="16309" y="1"/>
                  </a:cubicBezTo>
                  <a:cubicBezTo>
                    <a:pt x="16273" y="1"/>
                    <a:pt x="16236" y="4"/>
                    <a:pt x="16201" y="5"/>
                  </a:cubicBezTo>
                  <a:cubicBezTo>
                    <a:pt x="16164" y="4"/>
                    <a:pt x="16129" y="1"/>
                    <a:pt x="160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6"/>
            <p:cNvSpPr/>
            <p:nvPr/>
          </p:nvSpPr>
          <p:spPr>
            <a:xfrm>
              <a:off x="3202325" y="4111775"/>
              <a:ext cx="188850" cy="283825"/>
            </a:xfrm>
            <a:custGeom>
              <a:avLst/>
              <a:gdLst/>
              <a:ahLst/>
              <a:cxnLst/>
              <a:rect l="l" t="t" r="r" b="b"/>
              <a:pathLst>
                <a:path w="7554" h="11353" extrusionOk="0">
                  <a:moveTo>
                    <a:pt x="3776" y="0"/>
                  </a:moveTo>
                  <a:cubicBezTo>
                    <a:pt x="1691" y="0"/>
                    <a:pt x="0" y="2542"/>
                    <a:pt x="0" y="5676"/>
                  </a:cubicBezTo>
                  <a:cubicBezTo>
                    <a:pt x="0" y="8811"/>
                    <a:pt x="1691" y="11353"/>
                    <a:pt x="3776" y="11353"/>
                  </a:cubicBezTo>
                  <a:cubicBezTo>
                    <a:pt x="5863" y="11353"/>
                    <a:pt x="7553" y="8811"/>
                    <a:pt x="7553" y="5676"/>
                  </a:cubicBezTo>
                  <a:cubicBezTo>
                    <a:pt x="7553" y="2542"/>
                    <a:pt x="5863" y="0"/>
                    <a:pt x="377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6"/>
            <p:cNvSpPr/>
            <p:nvPr/>
          </p:nvSpPr>
          <p:spPr>
            <a:xfrm>
              <a:off x="2950125" y="3737475"/>
              <a:ext cx="679600" cy="1032450"/>
            </a:xfrm>
            <a:custGeom>
              <a:avLst/>
              <a:gdLst/>
              <a:ahLst/>
              <a:cxnLst/>
              <a:rect l="l" t="t" r="r" b="b"/>
              <a:pathLst>
                <a:path w="27184" h="41298" extrusionOk="0">
                  <a:moveTo>
                    <a:pt x="13400" y="2040"/>
                  </a:moveTo>
                  <a:cubicBezTo>
                    <a:pt x="20061" y="2040"/>
                    <a:pt x="25461" y="10371"/>
                    <a:pt x="25461" y="20648"/>
                  </a:cubicBezTo>
                  <a:cubicBezTo>
                    <a:pt x="25461" y="30926"/>
                    <a:pt x="20061" y="39257"/>
                    <a:pt x="13400" y="39257"/>
                  </a:cubicBezTo>
                  <a:cubicBezTo>
                    <a:pt x="6739" y="39257"/>
                    <a:pt x="1339" y="30926"/>
                    <a:pt x="1339" y="20648"/>
                  </a:cubicBezTo>
                  <a:cubicBezTo>
                    <a:pt x="1339" y="10371"/>
                    <a:pt x="6739" y="2040"/>
                    <a:pt x="13400" y="2040"/>
                  </a:cubicBezTo>
                  <a:close/>
                  <a:moveTo>
                    <a:pt x="13592" y="1"/>
                  </a:moveTo>
                  <a:cubicBezTo>
                    <a:pt x="6085" y="1"/>
                    <a:pt x="0" y="9245"/>
                    <a:pt x="0" y="20648"/>
                  </a:cubicBezTo>
                  <a:cubicBezTo>
                    <a:pt x="0" y="32052"/>
                    <a:pt x="6085" y="41298"/>
                    <a:pt x="13592" y="41298"/>
                  </a:cubicBezTo>
                  <a:cubicBezTo>
                    <a:pt x="21098" y="41298"/>
                    <a:pt x="27183" y="32052"/>
                    <a:pt x="27183" y="20648"/>
                  </a:cubicBezTo>
                  <a:cubicBezTo>
                    <a:pt x="27183" y="9245"/>
                    <a:pt x="21098" y="1"/>
                    <a:pt x="1359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6"/>
            <p:cNvSpPr/>
            <p:nvPr/>
          </p:nvSpPr>
          <p:spPr>
            <a:xfrm>
              <a:off x="3081125" y="3812925"/>
              <a:ext cx="337550" cy="879850"/>
            </a:xfrm>
            <a:custGeom>
              <a:avLst/>
              <a:gdLst/>
              <a:ahLst/>
              <a:cxnLst/>
              <a:rect l="l" t="t" r="r" b="b"/>
              <a:pathLst>
                <a:path w="13502" h="35194" extrusionOk="0">
                  <a:moveTo>
                    <a:pt x="12353" y="0"/>
                  </a:moveTo>
                  <a:cubicBezTo>
                    <a:pt x="11915" y="0"/>
                    <a:pt x="11509" y="260"/>
                    <a:pt x="11374" y="663"/>
                  </a:cubicBezTo>
                  <a:lnTo>
                    <a:pt x="166" y="33980"/>
                  </a:lnTo>
                  <a:cubicBezTo>
                    <a:pt x="1" y="34474"/>
                    <a:pt x="303" y="34998"/>
                    <a:pt x="845" y="35152"/>
                  </a:cubicBezTo>
                  <a:cubicBezTo>
                    <a:pt x="946" y="35180"/>
                    <a:pt x="1048" y="35193"/>
                    <a:pt x="1146" y="35193"/>
                  </a:cubicBezTo>
                  <a:cubicBezTo>
                    <a:pt x="1585" y="35193"/>
                    <a:pt x="1991" y="34933"/>
                    <a:pt x="2127" y="34532"/>
                  </a:cubicBezTo>
                  <a:lnTo>
                    <a:pt x="13334" y="1213"/>
                  </a:lnTo>
                  <a:cubicBezTo>
                    <a:pt x="13501" y="719"/>
                    <a:pt x="13197" y="195"/>
                    <a:pt x="12655" y="42"/>
                  </a:cubicBezTo>
                  <a:cubicBezTo>
                    <a:pt x="12555" y="14"/>
                    <a:pt x="12453" y="0"/>
                    <a:pt x="123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6"/>
            <p:cNvSpPr/>
            <p:nvPr/>
          </p:nvSpPr>
          <p:spPr>
            <a:xfrm>
              <a:off x="2967325" y="4031675"/>
              <a:ext cx="621775" cy="478300"/>
            </a:xfrm>
            <a:custGeom>
              <a:avLst/>
              <a:gdLst/>
              <a:ahLst/>
              <a:cxnLst/>
              <a:rect l="l" t="t" r="r" b="b"/>
              <a:pathLst>
                <a:path w="24871" h="19132" extrusionOk="0">
                  <a:moveTo>
                    <a:pt x="1151" y="0"/>
                  </a:moveTo>
                  <a:cubicBezTo>
                    <a:pt x="857" y="0"/>
                    <a:pt x="566" y="114"/>
                    <a:pt x="363" y="335"/>
                  </a:cubicBezTo>
                  <a:cubicBezTo>
                    <a:pt x="0" y="732"/>
                    <a:pt x="58" y="1325"/>
                    <a:pt x="492" y="1657"/>
                  </a:cubicBezTo>
                  <a:lnTo>
                    <a:pt x="23064" y="18913"/>
                  </a:lnTo>
                  <a:cubicBezTo>
                    <a:pt x="23255" y="19059"/>
                    <a:pt x="23489" y="19131"/>
                    <a:pt x="23721" y="19131"/>
                  </a:cubicBezTo>
                  <a:cubicBezTo>
                    <a:pt x="24014" y="19131"/>
                    <a:pt x="24305" y="19016"/>
                    <a:pt x="24508" y="18794"/>
                  </a:cubicBezTo>
                  <a:cubicBezTo>
                    <a:pt x="24871" y="18397"/>
                    <a:pt x="24813" y="17807"/>
                    <a:pt x="24379" y="17474"/>
                  </a:cubicBezTo>
                  <a:lnTo>
                    <a:pt x="1809" y="219"/>
                  </a:lnTo>
                  <a:cubicBezTo>
                    <a:pt x="1617" y="72"/>
                    <a:pt x="1383" y="0"/>
                    <a:pt x="11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6"/>
            <p:cNvSpPr/>
            <p:nvPr/>
          </p:nvSpPr>
          <p:spPr>
            <a:xfrm>
              <a:off x="2954725" y="4065950"/>
              <a:ext cx="655275" cy="340175"/>
            </a:xfrm>
            <a:custGeom>
              <a:avLst/>
              <a:gdLst/>
              <a:ahLst/>
              <a:cxnLst/>
              <a:rect l="l" t="t" r="r" b="b"/>
              <a:pathLst>
                <a:path w="26211" h="13607" extrusionOk="0">
                  <a:moveTo>
                    <a:pt x="25038" y="1"/>
                  </a:moveTo>
                  <a:cubicBezTo>
                    <a:pt x="24874" y="1"/>
                    <a:pt x="24707" y="37"/>
                    <a:pt x="24552" y="113"/>
                  </a:cubicBezTo>
                  <a:lnTo>
                    <a:pt x="687" y="11843"/>
                  </a:lnTo>
                  <a:cubicBezTo>
                    <a:pt x="188" y="12088"/>
                    <a:pt x="1" y="12657"/>
                    <a:pt x="269" y="13113"/>
                  </a:cubicBezTo>
                  <a:cubicBezTo>
                    <a:pt x="455" y="13428"/>
                    <a:pt x="808" y="13606"/>
                    <a:pt x="1173" y="13606"/>
                  </a:cubicBezTo>
                  <a:cubicBezTo>
                    <a:pt x="1338" y="13606"/>
                    <a:pt x="1505" y="13570"/>
                    <a:pt x="1659" y="13494"/>
                  </a:cubicBezTo>
                  <a:lnTo>
                    <a:pt x="25526" y="1764"/>
                  </a:lnTo>
                  <a:cubicBezTo>
                    <a:pt x="26023" y="1519"/>
                    <a:pt x="26211" y="950"/>
                    <a:pt x="25942" y="494"/>
                  </a:cubicBezTo>
                  <a:cubicBezTo>
                    <a:pt x="25757" y="179"/>
                    <a:pt x="25403" y="1"/>
                    <a:pt x="250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6"/>
            <p:cNvSpPr/>
            <p:nvPr/>
          </p:nvSpPr>
          <p:spPr>
            <a:xfrm>
              <a:off x="3128375" y="3787275"/>
              <a:ext cx="259250" cy="981800"/>
            </a:xfrm>
            <a:custGeom>
              <a:avLst/>
              <a:gdLst/>
              <a:ahLst/>
              <a:cxnLst/>
              <a:rect l="l" t="t" r="r" b="b"/>
              <a:pathLst>
                <a:path w="10370" h="39272" extrusionOk="0">
                  <a:moveTo>
                    <a:pt x="1117" y="1"/>
                  </a:moveTo>
                  <a:cubicBezTo>
                    <a:pt x="1050" y="1"/>
                    <a:pt x="983" y="6"/>
                    <a:pt x="916" y="19"/>
                  </a:cubicBezTo>
                  <a:cubicBezTo>
                    <a:pt x="361" y="119"/>
                    <a:pt x="1" y="612"/>
                    <a:pt x="110" y="1120"/>
                  </a:cubicBezTo>
                  <a:lnTo>
                    <a:pt x="8248" y="38516"/>
                  </a:lnTo>
                  <a:cubicBezTo>
                    <a:pt x="8344" y="38961"/>
                    <a:pt x="8773" y="39272"/>
                    <a:pt x="9252" y="39272"/>
                  </a:cubicBezTo>
                  <a:cubicBezTo>
                    <a:pt x="9318" y="39272"/>
                    <a:pt x="9386" y="39266"/>
                    <a:pt x="9453" y="39254"/>
                  </a:cubicBezTo>
                  <a:cubicBezTo>
                    <a:pt x="10008" y="39152"/>
                    <a:pt x="10370" y="38659"/>
                    <a:pt x="10259" y="38151"/>
                  </a:cubicBezTo>
                  <a:lnTo>
                    <a:pt x="2123" y="755"/>
                  </a:lnTo>
                  <a:cubicBezTo>
                    <a:pt x="2025" y="309"/>
                    <a:pt x="1596" y="1"/>
                    <a:pt x="11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6"/>
            <p:cNvSpPr/>
            <p:nvPr/>
          </p:nvSpPr>
          <p:spPr>
            <a:xfrm>
              <a:off x="2937350" y="3737475"/>
              <a:ext cx="679600" cy="1032450"/>
            </a:xfrm>
            <a:custGeom>
              <a:avLst/>
              <a:gdLst/>
              <a:ahLst/>
              <a:cxnLst/>
              <a:rect l="l" t="t" r="r" b="b"/>
              <a:pathLst>
                <a:path w="27184" h="41298" extrusionOk="0">
                  <a:moveTo>
                    <a:pt x="13400" y="2040"/>
                  </a:moveTo>
                  <a:cubicBezTo>
                    <a:pt x="20062" y="2040"/>
                    <a:pt x="25462" y="10371"/>
                    <a:pt x="25462" y="20648"/>
                  </a:cubicBezTo>
                  <a:cubicBezTo>
                    <a:pt x="25462" y="30926"/>
                    <a:pt x="20062" y="39257"/>
                    <a:pt x="13400" y="39257"/>
                  </a:cubicBezTo>
                  <a:cubicBezTo>
                    <a:pt x="6739" y="39257"/>
                    <a:pt x="1339" y="30926"/>
                    <a:pt x="1339" y="20648"/>
                  </a:cubicBezTo>
                  <a:cubicBezTo>
                    <a:pt x="1339" y="10371"/>
                    <a:pt x="6739" y="2040"/>
                    <a:pt x="13400" y="2040"/>
                  </a:cubicBezTo>
                  <a:close/>
                  <a:moveTo>
                    <a:pt x="13591" y="1"/>
                  </a:moveTo>
                  <a:cubicBezTo>
                    <a:pt x="6085" y="1"/>
                    <a:pt x="0" y="9245"/>
                    <a:pt x="0" y="20648"/>
                  </a:cubicBezTo>
                  <a:cubicBezTo>
                    <a:pt x="0" y="32052"/>
                    <a:pt x="6085" y="41298"/>
                    <a:pt x="13591" y="41298"/>
                  </a:cubicBezTo>
                  <a:cubicBezTo>
                    <a:pt x="21098" y="41298"/>
                    <a:pt x="27183" y="32052"/>
                    <a:pt x="27183" y="20648"/>
                  </a:cubicBezTo>
                  <a:cubicBezTo>
                    <a:pt x="27183" y="9245"/>
                    <a:pt x="21098" y="1"/>
                    <a:pt x="135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6"/>
            <p:cNvSpPr/>
            <p:nvPr/>
          </p:nvSpPr>
          <p:spPr>
            <a:xfrm>
              <a:off x="3231450" y="4186075"/>
              <a:ext cx="493950" cy="636150"/>
            </a:xfrm>
            <a:custGeom>
              <a:avLst/>
              <a:gdLst/>
              <a:ahLst/>
              <a:cxnLst/>
              <a:rect l="l" t="t" r="r" b="b"/>
              <a:pathLst>
                <a:path w="19758" h="25446" extrusionOk="0">
                  <a:moveTo>
                    <a:pt x="16041" y="1"/>
                  </a:moveTo>
                  <a:lnTo>
                    <a:pt x="16041" y="1"/>
                  </a:lnTo>
                  <a:cubicBezTo>
                    <a:pt x="16113" y="851"/>
                    <a:pt x="16155" y="1717"/>
                    <a:pt x="16155" y="2595"/>
                  </a:cubicBezTo>
                  <a:cubicBezTo>
                    <a:pt x="16155" y="13633"/>
                    <a:pt x="10264" y="22655"/>
                    <a:pt x="2830" y="23314"/>
                  </a:cubicBezTo>
                  <a:cubicBezTo>
                    <a:pt x="1857" y="23227"/>
                    <a:pt x="910" y="22995"/>
                    <a:pt x="0" y="22636"/>
                  </a:cubicBezTo>
                  <a:lnTo>
                    <a:pt x="0" y="22636"/>
                  </a:lnTo>
                  <a:cubicBezTo>
                    <a:pt x="222" y="23571"/>
                    <a:pt x="502" y="24474"/>
                    <a:pt x="841" y="25338"/>
                  </a:cubicBezTo>
                  <a:cubicBezTo>
                    <a:pt x="1349" y="25407"/>
                    <a:pt x="1862" y="25446"/>
                    <a:pt x="2384" y="25446"/>
                  </a:cubicBezTo>
                  <a:cubicBezTo>
                    <a:pt x="2421" y="25446"/>
                    <a:pt x="2456" y="25441"/>
                    <a:pt x="2493" y="25441"/>
                  </a:cubicBezTo>
                  <a:cubicBezTo>
                    <a:pt x="2528" y="25441"/>
                    <a:pt x="2565" y="25446"/>
                    <a:pt x="2601" y="25446"/>
                  </a:cubicBezTo>
                  <a:cubicBezTo>
                    <a:pt x="2638" y="25446"/>
                    <a:pt x="2673" y="25441"/>
                    <a:pt x="2710" y="25441"/>
                  </a:cubicBezTo>
                  <a:cubicBezTo>
                    <a:pt x="2745" y="25441"/>
                    <a:pt x="2782" y="25446"/>
                    <a:pt x="2818" y="25446"/>
                  </a:cubicBezTo>
                  <a:cubicBezTo>
                    <a:pt x="2855" y="25446"/>
                    <a:pt x="2890" y="25441"/>
                    <a:pt x="2927" y="25441"/>
                  </a:cubicBezTo>
                  <a:cubicBezTo>
                    <a:pt x="2964" y="25441"/>
                    <a:pt x="2999" y="25446"/>
                    <a:pt x="3036" y="25446"/>
                  </a:cubicBezTo>
                  <a:cubicBezTo>
                    <a:pt x="3072" y="25446"/>
                    <a:pt x="3109" y="25441"/>
                    <a:pt x="3144" y="25441"/>
                  </a:cubicBezTo>
                  <a:cubicBezTo>
                    <a:pt x="3181" y="25441"/>
                    <a:pt x="3216" y="25446"/>
                    <a:pt x="3253" y="25446"/>
                  </a:cubicBezTo>
                  <a:cubicBezTo>
                    <a:pt x="3290" y="25446"/>
                    <a:pt x="3326" y="25441"/>
                    <a:pt x="3363" y="25441"/>
                  </a:cubicBezTo>
                  <a:cubicBezTo>
                    <a:pt x="3398" y="25441"/>
                    <a:pt x="3435" y="25446"/>
                    <a:pt x="3470" y="25446"/>
                  </a:cubicBezTo>
                  <a:cubicBezTo>
                    <a:pt x="3507" y="25446"/>
                    <a:pt x="3543" y="25441"/>
                    <a:pt x="3580" y="25441"/>
                  </a:cubicBezTo>
                  <a:cubicBezTo>
                    <a:pt x="3617" y="25441"/>
                    <a:pt x="3652" y="25446"/>
                    <a:pt x="3689" y="25446"/>
                  </a:cubicBezTo>
                  <a:cubicBezTo>
                    <a:pt x="3724" y="25446"/>
                    <a:pt x="3760" y="25441"/>
                    <a:pt x="3797" y="25441"/>
                  </a:cubicBezTo>
                  <a:cubicBezTo>
                    <a:pt x="3834" y="25441"/>
                    <a:pt x="3869" y="25446"/>
                    <a:pt x="3906" y="25446"/>
                  </a:cubicBezTo>
                  <a:cubicBezTo>
                    <a:pt x="3941" y="25446"/>
                    <a:pt x="3978" y="25441"/>
                    <a:pt x="4014" y="25441"/>
                  </a:cubicBezTo>
                  <a:cubicBezTo>
                    <a:pt x="4051" y="25441"/>
                    <a:pt x="4086" y="25446"/>
                    <a:pt x="4123" y="25446"/>
                  </a:cubicBezTo>
                  <a:cubicBezTo>
                    <a:pt x="13009" y="25446"/>
                    <a:pt x="19758" y="15214"/>
                    <a:pt x="19758" y="2595"/>
                  </a:cubicBezTo>
                  <a:cubicBezTo>
                    <a:pt x="19758" y="2192"/>
                    <a:pt x="19750" y="1790"/>
                    <a:pt x="19735" y="1392"/>
                  </a:cubicBezTo>
                  <a:cubicBezTo>
                    <a:pt x="18578" y="733"/>
                    <a:pt x="17339" y="258"/>
                    <a:pt x="160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6"/>
            <p:cNvSpPr/>
            <p:nvPr/>
          </p:nvSpPr>
          <p:spPr>
            <a:xfrm>
              <a:off x="3011900" y="3679700"/>
              <a:ext cx="713475" cy="683050"/>
            </a:xfrm>
            <a:custGeom>
              <a:avLst/>
              <a:gdLst/>
              <a:ahLst/>
              <a:cxnLst/>
              <a:rect l="l" t="t" r="r" b="b"/>
              <a:pathLst>
                <a:path w="28539" h="27322" extrusionOk="0">
                  <a:moveTo>
                    <a:pt x="11166" y="1"/>
                  </a:moveTo>
                  <a:cubicBezTo>
                    <a:pt x="6827" y="1"/>
                    <a:pt x="2894" y="2442"/>
                    <a:pt x="1" y="6405"/>
                  </a:cubicBezTo>
                  <a:cubicBezTo>
                    <a:pt x="3608" y="3527"/>
                    <a:pt x="6421" y="1625"/>
                    <a:pt x="11225" y="1200"/>
                  </a:cubicBezTo>
                  <a:cubicBezTo>
                    <a:pt x="18660" y="1857"/>
                    <a:pt x="24937" y="11812"/>
                    <a:pt x="24937" y="22850"/>
                  </a:cubicBezTo>
                  <a:cubicBezTo>
                    <a:pt x="24937" y="24386"/>
                    <a:pt x="24820" y="25880"/>
                    <a:pt x="24603" y="27321"/>
                  </a:cubicBezTo>
                  <a:cubicBezTo>
                    <a:pt x="26134" y="26413"/>
                    <a:pt x="27448" y="25202"/>
                    <a:pt x="28523" y="23767"/>
                  </a:cubicBezTo>
                  <a:cubicBezTo>
                    <a:pt x="28531" y="23463"/>
                    <a:pt x="28538" y="23157"/>
                    <a:pt x="28538" y="22850"/>
                  </a:cubicBezTo>
                  <a:cubicBezTo>
                    <a:pt x="28538" y="10231"/>
                    <a:pt x="21791" y="1"/>
                    <a:pt x="12905" y="1"/>
                  </a:cubicBezTo>
                  <a:cubicBezTo>
                    <a:pt x="12868" y="1"/>
                    <a:pt x="12833" y="4"/>
                    <a:pt x="12796" y="5"/>
                  </a:cubicBezTo>
                  <a:cubicBezTo>
                    <a:pt x="12760" y="4"/>
                    <a:pt x="12723" y="1"/>
                    <a:pt x="12688" y="1"/>
                  </a:cubicBezTo>
                  <a:cubicBezTo>
                    <a:pt x="12651" y="1"/>
                    <a:pt x="12616" y="4"/>
                    <a:pt x="12579" y="5"/>
                  </a:cubicBezTo>
                  <a:cubicBezTo>
                    <a:pt x="12542" y="4"/>
                    <a:pt x="12506" y="1"/>
                    <a:pt x="12471" y="1"/>
                  </a:cubicBezTo>
                  <a:cubicBezTo>
                    <a:pt x="12434" y="1"/>
                    <a:pt x="12399" y="4"/>
                    <a:pt x="12362" y="5"/>
                  </a:cubicBezTo>
                  <a:cubicBezTo>
                    <a:pt x="12325" y="4"/>
                    <a:pt x="12289" y="1"/>
                    <a:pt x="12252" y="1"/>
                  </a:cubicBezTo>
                  <a:cubicBezTo>
                    <a:pt x="12217" y="1"/>
                    <a:pt x="12180" y="4"/>
                    <a:pt x="12145" y="5"/>
                  </a:cubicBezTo>
                  <a:cubicBezTo>
                    <a:pt x="12108" y="4"/>
                    <a:pt x="12072" y="1"/>
                    <a:pt x="12035" y="1"/>
                  </a:cubicBezTo>
                  <a:cubicBezTo>
                    <a:pt x="11998" y="1"/>
                    <a:pt x="11963" y="4"/>
                    <a:pt x="11926" y="5"/>
                  </a:cubicBezTo>
                  <a:cubicBezTo>
                    <a:pt x="11891" y="4"/>
                    <a:pt x="11854" y="1"/>
                    <a:pt x="11818" y="1"/>
                  </a:cubicBezTo>
                  <a:cubicBezTo>
                    <a:pt x="11781" y="1"/>
                    <a:pt x="11746" y="4"/>
                    <a:pt x="11709" y="5"/>
                  </a:cubicBezTo>
                  <a:cubicBezTo>
                    <a:pt x="11672" y="4"/>
                    <a:pt x="11637" y="1"/>
                    <a:pt x="11600" y="1"/>
                  </a:cubicBezTo>
                  <a:cubicBezTo>
                    <a:pt x="11564" y="1"/>
                    <a:pt x="11527" y="4"/>
                    <a:pt x="11492" y="5"/>
                  </a:cubicBezTo>
                  <a:cubicBezTo>
                    <a:pt x="11455" y="4"/>
                    <a:pt x="11420" y="1"/>
                    <a:pt x="11383" y="1"/>
                  </a:cubicBezTo>
                  <a:cubicBezTo>
                    <a:pt x="11346" y="1"/>
                    <a:pt x="11310" y="4"/>
                    <a:pt x="11275" y="5"/>
                  </a:cubicBezTo>
                  <a:cubicBezTo>
                    <a:pt x="11238" y="4"/>
                    <a:pt x="11203" y="1"/>
                    <a:pt x="111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6"/>
            <p:cNvSpPr/>
            <p:nvPr/>
          </p:nvSpPr>
          <p:spPr>
            <a:xfrm>
              <a:off x="2883450" y="3679700"/>
              <a:ext cx="782850" cy="1142525"/>
            </a:xfrm>
            <a:custGeom>
              <a:avLst/>
              <a:gdLst/>
              <a:ahLst/>
              <a:cxnLst/>
              <a:rect l="l" t="t" r="r" b="b"/>
              <a:pathLst>
                <a:path w="31314" h="45701" extrusionOk="0">
                  <a:moveTo>
                    <a:pt x="15245" y="2090"/>
                  </a:moveTo>
                  <a:cubicBezTo>
                    <a:pt x="22873" y="2090"/>
                    <a:pt x="29057" y="11386"/>
                    <a:pt x="29057" y="22850"/>
                  </a:cubicBezTo>
                  <a:cubicBezTo>
                    <a:pt x="29057" y="34316"/>
                    <a:pt x="22873" y="43610"/>
                    <a:pt x="15245" y="43610"/>
                  </a:cubicBezTo>
                  <a:cubicBezTo>
                    <a:pt x="7617" y="43610"/>
                    <a:pt x="1433" y="34316"/>
                    <a:pt x="1433" y="22850"/>
                  </a:cubicBezTo>
                  <a:cubicBezTo>
                    <a:pt x="1433" y="11386"/>
                    <a:pt x="7617" y="2090"/>
                    <a:pt x="15245" y="2090"/>
                  </a:cubicBezTo>
                  <a:close/>
                  <a:moveTo>
                    <a:pt x="15657" y="1"/>
                  </a:moveTo>
                  <a:cubicBezTo>
                    <a:pt x="7010" y="1"/>
                    <a:pt x="0" y="10231"/>
                    <a:pt x="0" y="22850"/>
                  </a:cubicBezTo>
                  <a:cubicBezTo>
                    <a:pt x="0" y="35469"/>
                    <a:pt x="7010" y="45701"/>
                    <a:pt x="15657" y="45701"/>
                  </a:cubicBezTo>
                  <a:cubicBezTo>
                    <a:pt x="24304" y="45701"/>
                    <a:pt x="31314" y="35469"/>
                    <a:pt x="31314" y="22850"/>
                  </a:cubicBezTo>
                  <a:cubicBezTo>
                    <a:pt x="31314" y="10231"/>
                    <a:pt x="24304" y="1"/>
                    <a:pt x="156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6"/>
            <p:cNvSpPr/>
            <p:nvPr/>
          </p:nvSpPr>
          <p:spPr>
            <a:xfrm>
              <a:off x="3155575" y="4111775"/>
              <a:ext cx="188850" cy="283825"/>
            </a:xfrm>
            <a:custGeom>
              <a:avLst/>
              <a:gdLst/>
              <a:ahLst/>
              <a:cxnLst/>
              <a:rect l="l" t="t" r="r" b="b"/>
              <a:pathLst>
                <a:path w="7554" h="11353" extrusionOk="0">
                  <a:moveTo>
                    <a:pt x="3778" y="0"/>
                  </a:moveTo>
                  <a:cubicBezTo>
                    <a:pt x="1692" y="0"/>
                    <a:pt x="1" y="2542"/>
                    <a:pt x="1" y="5676"/>
                  </a:cubicBezTo>
                  <a:cubicBezTo>
                    <a:pt x="1" y="8811"/>
                    <a:pt x="1692" y="11353"/>
                    <a:pt x="3778" y="11353"/>
                  </a:cubicBezTo>
                  <a:cubicBezTo>
                    <a:pt x="5863" y="11353"/>
                    <a:pt x="7554" y="8811"/>
                    <a:pt x="7554" y="5676"/>
                  </a:cubicBezTo>
                  <a:cubicBezTo>
                    <a:pt x="7554" y="2542"/>
                    <a:pt x="5863" y="0"/>
                    <a:pt x="37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6"/>
            <p:cNvSpPr/>
            <p:nvPr/>
          </p:nvSpPr>
          <p:spPr>
            <a:xfrm>
              <a:off x="3170025" y="4153350"/>
              <a:ext cx="133550" cy="200675"/>
            </a:xfrm>
            <a:custGeom>
              <a:avLst/>
              <a:gdLst/>
              <a:ahLst/>
              <a:cxnLst/>
              <a:rect l="l" t="t" r="r" b="b"/>
              <a:pathLst>
                <a:path w="5342" h="8027" extrusionOk="0">
                  <a:moveTo>
                    <a:pt x="2671" y="0"/>
                  </a:moveTo>
                  <a:cubicBezTo>
                    <a:pt x="1196" y="0"/>
                    <a:pt x="0" y="1797"/>
                    <a:pt x="0" y="4013"/>
                  </a:cubicBezTo>
                  <a:cubicBezTo>
                    <a:pt x="0" y="6230"/>
                    <a:pt x="1196" y="8027"/>
                    <a:pt x="2671" y="8027"/>
                  </a:cubicBezTo>
                  <a:cubicBezTo>
                    <a:pt x="4145" y="8027"/>
                    <a:pt x="5341" y="6230"/>
                    <a:pt x="5341" y="4013"/>
                  </a:cubicBezTo>
                  <a:cubicBezTo>
                    <a:pt x="5341" y="1797"/>
                    <a:pt x="4145" y="0"/>
                    <a:pt x="2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6"/>
            <p:cNvSpPr/>
            <p:nvPr/>
          </p:nvSpPr>
          <p:spPr>
            <a:xfrm>
              <a:off x="3212925" y="4193975"/>
              <a:ext cx="79500" cy="119450"/>
            </a:xfrm>
            <a:custGeom>
              <a:avLst/>
              <a:gdLst/>
              <a:ahLst/>
              <a:cxnLst/>
              <a:rect l="l" t="t" r="r" b="b"/>
              <a:pathLst>
                <a:path w="3180" h="4778" extrusionOk="0">
                  <a:moveTo>
                    <a:pt x="1589" y="1"/>
                  </a:moveTo>
                  <a:cubicBezTo>
                    <a:pt x="712" y="1"/>
                    <a:pt x="0" y="1070"/>
                    <a:pt x="0" y="2388"/>
                  </a:cubicBezTo>
                  <a:cubicBezTo>
                    <a:pt x="0" y="3709"/>
                    <a:pt x="712" y="4778"/>
                    <a:pt x="1589" y="4778"/>
                  </a:cubicBezTo>
                  <a:cubicBezTo>
                    <a:pt x="2468" y="4778"/>
                    <a:pt x="3179" y="3709"/>
                    <a:pt x="3179" y="2388"/>
                  </a:cubicBezTo>
                  <a:cubicBezTo>
                    <a:pt x="3179" y="1070"/>
                    <a:pt x="2468" y="1"/>
                    <a:pt x="15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6"/>
            <p:cNvSpPr/>
            <p:nvPr/>
          </p:nvSpPr>
          <p:spPr>
            <a:xfrm>
              <a:off x="1778000" y="3679700"/>
              <a:ext cx="836625" cy="1142525"/>
            </a:xfrm>
            <a:custGeom>
              <a:avLst/>
              <a:gdLst/>
              <a:ahLst/>
              <a:cxnLst/>
              <a:rect l="l" t="t" r="r" b="b"/>
              <a:pathLst>
                <a:path w="33465" h="45701" extrusionOk="0">
                  <a:moveTo>
                    <a:pt x="16538" y="2133"/>
                  </a:moveTo>
                  <a:cubicBezTo>
                    <a:pt x="23972" y="2790"/>
                    <a:pt x="29863" y="11812"/>
                    <a:pt x="29863" y="22850"/>
                  </a:cubicBezTo>
                  <a:cubicBezTo>
                    <a:pt x="29863" y="33888"/>
                    <a:pt x="23972" y="42910"/>
                    <a:pt x="16538" y="43569"/>
                  </a:cubicBezTo>
                  <a:cubicBezTo>
                    <a:pt x="9103" y="42910"/>
                    <a:pt x="3211" y="33888"/>
                    <a:pt x="3211" y="22850"/>
                  </a:cubicBezTo>
                  <a:cubicBezTo>
                    <a:pt x="3211" y="11812"/>
                    <a:pt x="9103" y="2790"/>
                    <a:pt x="16538" y="2133"/>
                  </a:cubicBezTo>
                  <a:close/>
                  <a:moveTo>
                    <a:pt x="16092" y="1"/>
                  </a:moveTo>
                  <a:cubicBezTo>
                    <a:pt x="7204" y="1"/>
                    <a:pt x="1" y="10231"/>
                    <a:pt x="1" y="22850"/>
                  </a:cubicBezTo>
                  <a:cubicBezTo>
                    <a:pt x="1" y="35469"/>
                    <a:pt x="7204" y="45701"/>
                    <a:pt x="16092" y="45701"/>
                  </a:cubicBezTo>
                  <a:cubicBezTo>
                    <a:pt x="16128" y="45701"/>
                    <a:pt x="16164" y="45696"/>
                    <a:pt x="16201" y="45696"/>
                  </a:cubicBezTo>
                  <a:cubicBezTo>
                    <a:pt x="16236" y="45696"/>
                    <a:pt x="16273" y="45701"/>
                    <a:pt x="16309" y="45701"/>
                  </a:cubicBezTo>
                  <a:cubicBezTo>
                    <a:pt x="16346" y="45701"/>
                    <a:pt x="16381" y="45696"/>
                    <a:pt x="16418" y="45696"/>
                  </a:cubicBezTo>
                  <a:cubicBezTo>
                    <a:pt x="16455" y="45696"/>
                    <a:pt x="16490" y="45701"/>
                    <a:pt x="16526" y="45701"/>
                  </a:cubicBezTo>
                  <a:cubicBezTo>
                    <a:pt x="16563" y="45701"/>
                    <a:pt x="16598" y="45696"/>
                    <a:pt x="16635" y="45696"/>
                  </a:cubicBezTo>
                  <a:cubicBezTo>
                    <a:pt x="16672" y="45696"/>
                    <a:pt x="16707" y="45701"/>
                    <a:pt x="16744" y="45701"/>
                  </a:cubicBezTo>
                  <a:cubicBezTo>
                    <a:pt x="16780" y="45701"/>
                    <a:pt x="16817" y="45696"/>
                    <a:pt x="16852" y="45696"/>
                  </a:cubicBezTo>
                  <a:cubicBezTo>
                    <a:pt x="16889" y="45696"/>
                    <a:pt x="16924" y="45701"/>
                    <a:pt x="16961" y="45701"/>
                  </a:cubicBezTo>
                  <a:cubicBezTo>
                    <a:pt x="16998" y="45701"/>
                    <a:pt x="17034" y="45696"/>
                    <a:pt x="17071" y="45696"/>
                  </a:cubicBezTo>
                  <a:cubicBezTo>
                    <a:pt x="17106" y="45696"/>
                    <a:pt x="17143" y="45701"/>
                    <a:pt x="17178" y="45701"/>
                  </a:cubicBezTo>
                  <a:cubicBezTo>
                    <a:pt x="17215" y="45701"/>
                    <a:pt x="17251" y="45696"/>
                    <a:pt x="17288" y="45696"/>
                  </a:cubicBezTo>
                  <a:cubicBezTo>
                    <a:pt x="17325" y="45696"/>
                    <a:pt x="17360" y="45701"/>
                    <a:pt x="17397" y="45701"/>
                  </a:cubicBezTo>
                  <a:cubicBezTo>
                    <a:pt x="17432" y="45701"/>
                    <a:pt x="17468" y="45696"/>
                    <a:pt x="17505" y="45696"/>
                  </a:cubicBezTo>
                  <a:cubicBezTo>
                    <a:pt x="17542" y="45696"/>
                    <a:pt x="17577" y="45701"/>
                    <a:pt x="17614" y="45701"/>
                  </a:cubicBezTo>
                  <a:cubicBezTo>
                    <a:pt x="17649" y="45701"/>
                    <a:pt x="17686" y="45696"/>
                    <a:pt x="17722" y="45696"/>
                  </a:cubicBezTo>
                  <a:cubicBezTo>
                    <a:pt x="17759" y="45696"/>
                    <a:pt x="17794" y="45701"/>
                    <a:pt x="17831" y="45701"/>
                  </a:cubicBezTo>
                  <a:cubicBezTo>
                    <a:pt x="26717" y="45701"/>
                    <a:pt x="33464" y="35469"/>
                    <a:pt x="33464" y="22850"/>
                  </a:cubicBezTo>
                  <a:cubicBezTo>
                    <a:pt x="33464" y="10231"/>
                    <a:pt x="26717" y="1"/>
                    <a:pt x="17831" y="1"/>
                  </a:cubicBezTo>
                  <a:cubicBezTo>
                    <a:pt x="17794" y="1"/>
                    <a:pt x="17759" y="4"/>
                    <a:pt x="17722" y="5"/>
                  </a:cubicBezTo>
                  <a:cubicBezTo>
                    <a:pt x="17686" y="4"/>
                    <a:pt x="17649" y="1"/>
                    <a:pt x="17614" y="1"/>
                  </a:cubicBezTo>
                  <a:cubicBezTo>
                    <a:pt x="17577" y="1"/>
                    <a:pt x="17542" y="4"/>
                    <a:pt x="17505" y="5"/>
                  </a:cubicBezTo>
                  <a:cubicBezTo>
                    <a:pt x="17469" y="4"/>
                    <a:pt x="17432" y="1"/>
                    <a:pt x="17397" y="1"/>
                  </a:cubicBezTo>
                  <a:cubicBezTo>
                    <a:pt x="17360" y="1"/>
                    <a:pt x="17325" y="4"/>
                    <a:pt x="17288" y="5"/>
                  </a:cubicBezTo>
                  <a:cubicBezTo>
                    <a:pt x="17251" y="4"/>
                    <a:pt x="17215" y="1"/>
                    <a:pt x="17178" y="1"/>
                  </a:cubicBezTo>
                  <a:cubicBezTo>
                    <a:pt x="17143" y="1"/>
                    <a:pt x="17106" y="4"/>
                    <a:pt x="17071" y="5"/>
                  </a:cubicBezTo>
                  <a:cubicBezTo>
                    <a:pt x="17034" y="4"/>
                    <a:pt x="16998" y="1"/>
                    <a:pt x="16961" y="1"/>
                  </a:cubicBezTo>
                  <a:cubicBezTo>
                    <a:pt x="16924" y="1"/>
                    <a:pt x="16889" y="4"/>
                    <a:pt x="16852" y="5"/>
                  </a:cubicBezTo>
                  <a:cubicBezTo>
                    <a:pt x="16817" y="4"/>
                    <a:pt x="16780" y="1"/>
                    <a:pt x="16744" y="1"/>
                  </a:cubicBezTo>
                  <a:cubicBezTo>
                    <a:pt x="16707" y="1"/>
                    <a:pt x="16672" y="4"/>
                    <a:pt x="16635" y="5"/>
                  </a:cubicBezTo>
                  <a:cubicBezTo>
                    <a:pt x="16598" y="4"/>
                    <a:pt x="16563" y="1"/>
                    <a:pt x="16526" y="1"/>
                  </a:cubicBezTo>
                  <a:cubicBezTo>
                    <a:pt x="16490" y="1"/>
                    <a:pt x="16455" y="4"/>
                    <a:pt x="16418" y="5"/>
                  </a:cubicBezTo>
                  <a:cubicBezTo>
                    <a:pt x="16381" y="4"/>
                    <a:pt x="16346" y="1"/>
                    <a:pt x="16309" y="1"/>
                  </a:cubicBezTo>
                  <a:cubicBezTo>
                    <a:pt x="16273" y="1"/>
                    <a:pt x="16236" y="4"/>
                    <a:pt x="16201" y="5"/>
                  </a:cubicBezTo>
                  <a:cubicBezTo>
                    <a:pt x="16164" y="4"/>
                    <a:pt x="16128" y="1"/>
                    <a:pt x="160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6"/>
            <p:cNvSpPr/>
            <p:nvPr/>
          </p:nvSpPr>
          <p:spPr>
            <a:xfrm>
              <a:off x="2130525" y="4186900"/>
              <a:ext cx="484125" cy="635325"/>
            </a:xfrm>
            <a:custGeom>
              <a:avLst/>
              <a:gdLst/>
              <a:ahLst/>
              <a:cxnLst/>
              <a:rect l="l" t="t" r="r" b="b"/>
              <a:pathLst>
                <a:path w="19365" h="25413" extrusionOk="0">
                  <a:moveTo>
                    <a:pt x="15651" y="0"/>
                  </a:moveTo>
                  <a:lnTo>
                    <a:pt x="15651" y="0"/>
                  </a:lnTo>
                  <a:cubicBezTo>
                    <a:pt x="15722" y="840"/>
                    <a:pt x="15762" y="1694"/>
                    <a:pt x="15762" y="2562"/>
                  </a:cubicBezTo>
                  <a:cubicBezTo>
                    <a:pt x="15762" y="13600"/>
                    <a:pt x="9871" y="22622"/>
                    <a:pt x="2437" y="23281"/>
                  </a:cubicBezTo>
                  <a:cubicBezTo>
                    <a:pt x="1602" y="23207"/>
                    <a:pt x="789" y="23022"/>
                    <a:pt x="0" y="22746"/>
                  </a:cubicBezTo>
                  <a:lnTo>
                    <a:pt x="0" y="22746"/>
                  </a:lnTo>
                  <a:cubicBezTo>
                    <a:pt x="257" y="23656"/>
                    <a:pt x="567" y="24528"/>
                    <a:pt x="929" y="25357"/>
                  </a:cubicBezTo>
                  <a:cubicBezTo>
                    <a:pt x="1280" y="25389"/>
                    <a:pt x="1633" y="25413"/>
                    <a:pt x="1991" y="25413"/>
                  </a:cubicBezTo>
                  <a:cubicBezTo>
                    <a:pt x="2027" y="25413"/>
                    <a:pt x="2063" y="25408"/>
                    <a:pt x="2100" y="25408"/>
                  </a:cubicBezTo>
                  <a:cubicBezTo>
                    <a:pt x="2135" y="25408"/>
                    <a:pt x="2172" y="25413"/>
                    <a:pt x="2208" y="25413"/>
                  </a:cubicBezTo>
                  <a:cubicBezTo>
                    <a:pt x="2245" y="25413"/>
                    <a:pt x="2280" y="25408"/>
                    <a:pt x="2317" y="25408"/>
                  </a:cubicBezTo>
                  <a:cubicBezTo>
                    <a:pt x="2354" y="25408"/>
                    <a:pt x="2389" y="25413"/>
                    <a:pt x="2425" y="25413"/>
                  </a:cubicBezTo>
                  <a:cubicBezTo>
                    <a:pt x="2462" y="25413"/>
                    <a:pt x="2497" y="25408"/>
                    <a:pt x="2534" y="25408"/>
                  </a:cubicBezTo>
                  <a:cubicBezTo>
                    <a:pt x="2571" y="25408"/>
                    <a:pt x="2606" y="25413"/>
                    <a:pt x="2643" y="25413"/>
                  </a:cubicBezTo>
                  <a:cubicBezTo>
                    <a:pt x="2679" y="25413"/>
                    <a:pt x="2716" y="25408"/>
                    <a:pt x="2751" y="25408"/>
                  </a:cubicBezTo>
                  <a:cubicBezTo>
                    <a:pt x="2788" y="25408"/>
                    <a:pt x="2823" y="25413"/>
                    <a:pt x="2860" y="25413"/>
                  </a:cubicBezTo>
                  <a:cubicBezTo>
                    <a:pt x="2897" y="25413"/>
                    <a:pt x="2933" y="25408"/>
                    <a:pt x="2970" y="25408"/>
                  </a:cubicBezTo>
                  <a:cubicBezTo>
                    <a:pt x="3005" y="25408"/>
                    <a:pt x="3042" y="25413"/>
                    <a:pt x="3077" y="25413"/>
                  </a:cubicBezTo>
                  <a:cubicBezTo>
                    <a:pt x="3114" y="25413"/>
                    <a:pt x="3150" y="25408"/>
                    <a:pt x="3187" y="25408"/>
                  </a:cubicBezTo>
                  <a:cubicBezTo>
                    <a:pt x="3224" y="25408"/>
                    <a:pt x="3259" y="25413"/>
                    <a:pt x="3296" y="25413"/>
                  </a:cubicBezTo>
                  <a:cubicBezTo>
                    <a:pt x="3331" y="25413"/>
                    <a:pt x="3368" y="25408"/>
                    <a:pt x="3404" y="25408"/>
                  </a:cubicBezTo>
                  <a:cubicBezTo>
                    <a:pt x="3441" y="25408"/>
                    <a:pt x="3476" y="25413"/>
                    <a:pt x="3513" y="25413"/>
                  </a:cubicBezTo>
                  <a:cubicBezTo>
                    <a:pt x="3550" y="25413"/>
                    <a:pt x="3585" y="25408"/>
                    <a:pt x="3621" y="25408"/>
                  </a:cubicBezTo>
                  <a:cubicBezTo>
                    <a:pt x="3658" y="25408"/>
                    <a:pt x="3693" y="25413"/>
                    <a:pt x="3730" y="25413"/>
                  </a:cubicBezTo>
                  <a:cubicBezTo>
                    <a:pt x="12616" y="25413"/>
                    <a:pt x="19365" y="15181"/>
                    <a:pt x="19365" y="2562"/>
                  </a:cubicBezTo>
                  <a:cubicBezTo>
                    <a:pt x="19365" y="2540"/>
                    <a:pt x="19363" y="2519"/>
                    <a:pt x="19363" y="2497"/>
                  </a:cubicBezTo>
                  <a:cubicBezTo>
                    <a:pt x="18247" y="1409"/>
                    <a:pt x="16996" y="557"/>
                    <a:pt x="156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6"/>
            <p:cNvSpPr/>
            <p:nvPr/>
          </p:nvSpPr>
          <p:spPr>
            <a:xfrm>
              <a:off x="2091575" y="4111775"/>
              <a:ext cx="188850" cy="283825"/>
            </a:xfrm>
            <a:custGeom>
              <a:avLst/>
              <a:gdLst/>
              <a:ahLst/>
              <a:cxnLst/>
              <a:rect l="l" t="t" r="r" b="b"/>
              <a:pathLst>
                <a:path w="7554" h="11353" extrusionOk="0">
                  <a:moveTo>
                    <a:pt x="3776" y="0"/>
                  </a:moveTo>
                  <a:cubicBezTo>
                    <a:pt x="1691" y="0"/>
                    <a:pt x="0" y="2542"/>
                    <a:pt x="0" y="5676"/>
                  </a:cubicBezTo>
                  <a:cubicBezTo>
                    <a:pt x="0" y="8811"/>
                    <a:pt x="1691" y="11353"/>
                    <a:pt x="3776" y="11353"/>
                  </a:cubicBezTo>
                  <a:cubicBezTo>
                    <a:pt x="5862" y="11353"/>
                    <a:pt x="7553" y="8811"/>
                    <a:pt x="7553" y="5676"/>
                  </a:cubicBezTo>
                  <a:cubicBezTo>
                    <a:pt x="7553" y="2542"/>
                    <a:pt x="5862" y="0"/>
                    <a:pt x="37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6"/>
            <p:cNvSpPr/>
            <p:nvPr/>
          </p:nvSpPr>
          <p:spPr>
            <a:xfrm>
              <a:off x="1839350" y="3737475"/>
              <a:ext cx="679625" cy="1032450"/>
            </a:xfrm>
            <a:custGeom>
              <a:avLst/>
              <a:gdLst/>
              <a:ahLst/>
              <a:cxnLst/>
              <a:rect l="l" t="t" r="r" b="b"/>
              <a:pathLst>
                <a:path w="27185" h="41298" extrusionOk="0">
                  <a:moveTo>
                    <a:pt x="13401" y="2040"/>
                  </a:moveTo>
                  <a:cubicBezTo>
                    <a:pt x="20062" y="2040"/>
                    <a:pt x="25462" y="10371"/>
                    <a:pt x="25462" y="20648"/>
                  </a:cubicBezTo>
                  <a:cubicBezTo>
                    <a:pt x="25462" y="30926"/>
                    <a:pt x="20062" y="39257"/>
                    <a:pt x="13401" y="39257"/>
                  </a:cubicBezTo>
                  <a:cubicBezTo>
                    <a:pt x="6740" y="39257"/>
                    <a:pt x="1340" y="30926"/>
                    <a:pt x="1340" y="20648"/>
                  </a:cubicBezTo>
                  <a:cubicBezTo>
                    <a:pt x="1340" y="10371"/>
                    <a:pt x="6740" y="2040"/>
                    <a:pt x="13401" y="2040"/>
                  </a:cubicBezTo>
                  <a:close/>
                  <a:moveTo>
                    <a:pt x="13593" y="1"/>
                  </a:moveTo>
                  <a:cubicBezTo>
                    <a:pt x="6086" y="1"/>
                    <a:pt x="1" y="9245"/>
                    <a:pt x="1" y="20648"/>
                  </a:cubicBezTo>
                  <a:cubicBezTo>
                    <a:pt x="1" y="32052"/>
                    <a:pt x="6086" y="41298"/>
                    <a:pt x="13593" y="41298"/>
                  </a:cubicBezTo>
                  <a:cubicBezTo>
                    <a:pt x="21099" y="41298"/>
                    <a:pt x="27184" y="32052"/>
                    <a:pt x="27184" y="20648"/>
                  </a:cubicBezTo>
                  <a:cubicBezTo>
                    <a:pt x="27184" y="9245"/>
                    <a:pt x="21099" y="1"/>
                    <a:pt x="135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6"/>
            <p:cNvSpPr/>
            <p:nvPr/>
          </p:nvSpPr>
          <p:spPr>
            <a:xfrm>
              <a:off x="1970375" y="3812925"/>
              <a:ext cx="337550" cy="879850"/>
            </a:xfrm>
            <a:custGeom>
              <a:avLst/>
              <a:gdLst/>
              <a:ahLst/>
              <a:cxnLst/>
              <a:rect l="l" t="t" r="r" b="b"/>
              <a:pathLst>
                <a:path w="13502" h="35194" extrusionOk="0">
                  <a:moveTo>
                    <a:pt x="12353" y="0"/>
                  </a:moveTo>
                  <a:cubicBezTo>
                    <a:pt x="11915" y="0"/>
                    <a:pt x="11509" y="260"/>
                    <a:pt x="11373" y="663"/>
                  </a:cubicBezTo>
                  <a:lnTo>
                    <a:pt x="166" y="33980"/>
                  </a:lnTo>
                  <a:cubicBezTo>
                    <a:pt x="1" y="34474"/>
                    <a:pt x="303" y="34998"/>
                    <a:pt x="845" y="35152"/>
                  </a:cubicBezTo>
                  <a:cubicBezTo>
                    <a:pt x="946" y="35180"/>
                    <a:pt x="1047" y="35193"/>
                    <a:pt x="1146" y="35193"/>
                  </a:cubicBezTo>
                  <a:cubicBezTo>
                    <a:pt x="1585" y="35193"/>
                    <a:pt x="1991" y="34933"/>
                    <a:pt x="2127" y="34532"/>
                  </a:cubicBezTo>
                  <a:lnTo>
                    <a:pt x="13334" y="1213"/>
                  </a:lnTo>
                  <a:cubicBezTo>
                    <a:pt x="13501" y="719"/>
                    <a:pt x="13197" y="195"/>
                    <a:pt x="12655" y="42"/>
                  </a:cubicBezTo>
                  <a:cubicBezTo>
                    <a:pt x="12555" y="14"/>
                    <a:pt x="12453" y="0"/>
                    <a:pt x="123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6"/>
            <p:cNvSpPr/>
            <p:nvPr/>
          </p:nvSpPr>
          <p:spPr>
            <a:xfrm>
              <a:off x="1856575" y="4031675"/>
              <a:ext cx="621775" cy="478300"/>
            </a:xfrm>
            <a:custGeom>
              <a:avLst/>
              <a:gdLst/>
              <a:ahLst/>
              <a:cxnLst/>
              <a:rect l="l" t="t" r="r" b="b"/>
              <a:pathLst>
                <a:path w="24871" h="19132" extrusionOk="0">
                  <a:moveTo>
                    <a:pt x="1150" y="0"/>
                  </a:moveTo>
                  <a:cubicBezTo>
                    <a:pt x="857" y="0"/>
                    <a:pt x="566" y="114"/>
                    <a:pt x="363" y="335"/>
                  </a:cubicBezTo>
                  <a:cubicBezTo>
                    <a:pt x="0" y="732"/>
                    <a:pt x="58" y="1325"/>
                    <a:pt x="492" y="1657"/>
                  </a:cubicBezTo>
                  <a:lnTo>
                    <a:pt x="23063" y="18913"/>
                  </a:lnTo>
                  <a:cubicBezTo>
                    <a:pt x="23255" y="19059"/>
                    <a:pt x="23489" y="19131"/>
                    <a:pt x="23721" y="19131"/>
                  </a:cubicBezTo>
                  <a:cubicBezTo>
                    <a:pt x="24014" y="19131"/>
                    <a:pt x="24305" y="19016"/>
                    <a:pt x="24508" y="18794"/>
                  </a:cubicBezTo>
                  <a:cubicBezTo>
                    <a:pt x="24871" y="18397"/>
                    <a:pt x="24813" y="17807"/>
                    <a:pt x="24379" y="17474"/>
                  </a:cubicBezTo>
                  <a:lnTo>
                    <a:pt x="1809" y="219"/>
                  </a:lnTo>
                  <a:cubicBezTo>
                    <a:pt x="1616" y="72"/>
                    <a:pt x="1383" y="0"/>
                    <a:pt x="11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6"/>
            <p:cNvSpPr/>
            <p:nvPr/>
          </p:nvSpPr>
          <p:spPr>
            <a:xfrm>
              <a:off x="1843975" y="4065950"/>
              <a:ext cx="655275" cy="340175"/>
            </a:xfrm>
            <a:custGeom>
              <a:avLst/>
              <a:gdLst/>
              <a:ahLst/>
              <a:cxnLst/>
              <a:rect l="l" t="t" r="r" b="b"/>
              <a:pathLst>
                <a:path w="26211" h="13607" extrusionOk="0">
                  <a:moveTo>
                    <a:pt x="25038" y="1"/>
                  </a:moveTo>
                  <a:cubicBezTo>
                    <a:pt x="24874" y="1"/>
                    <a:pt x="24707" y="37"/>
                    <a:pt x="24552" y="113"/>
                  </a:cubicBezTo>
                  <a:lnTo>
                    <a:pt x="687" y="11843"/>
                  </a:lnTo>
                  <a:cubicBezTo>
                    <a:pt x="188" y="12088"/>
                    <a:pt x="1" y="12657"/>
                    <a:pt x="269" y="13113"/>
                  </a:cubicBezTo>
                  <a:cubicBezTo>
                    <a:pt x="455" y="13428"/>
                    <a:pt x="808" y="13606"/>
                    <a:pt x="1173" y="13606"/>
                  </a:cubicBezTo>
                  <a:cubicBezTo>
                    <a:pt x="1338" y="13606"/>
                    <a:pt x="1505" y="13570"/>
                    <a:pt x="1659" y="13494"/>
                  </a:cubicBezTo>
                  <a:lnTo>
                    <a:pt x="25525" y="1764"/>
                  </a:lnTo>
                  <a:cubicBezTo>
                    <a:pt x="26023" y="1519"/>
                    <a:pt x="26211" y="950"/>
                    <a:pt x="25942" y="494"/>
                  </a:cubicBezTo>
                  <a:cubicBezTo>
                    <a:pt x="25756" y="179"/>
                    <a:pt x="25403" y="1"/>
                    <a:pt x="250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6"/>
            <p:cNvSpPr/>
            <p:nvPr/>
          </p:nvSpPr>
          <p:spPr>
            <a:xfrm>
              <a:off x="2017625" y="3787275"/>
              <a:ext cx="259250" cy="981800"/>
            </a:xfrm>
            <a:custGeom>
              <a:avLst/>
              <a:gdLst/>
              <a:ahLst/>
              <a:cxnLst/>
              <a:rect l="l" t="t" r="r" b="b"/>
              <a:pathLst>
                <a:path w="10370" h="39272" extrusionOk="0">
                  <a:moveTo>
                    <a:pt x="1116" y="1"/>
                  </a:moveTo>
                  <a:cubicBezTo>
                    <a:pt x="1050" y="1"/>
                    <a:pt x="983" y="6"/>
                    <a:pt x="916" y="19"/>
                  </a:cubicBezTo>
                  <a:cubicBezTo>
                    <a:pt x="361" y="119"/>
                    <a:pt x="1" y="612"/>
                    <a:pt x="110" y="1120"/>
                  </a:cubicBezTo>
                  <a:lnTo>
                    <a:pt x="8248" y="38516"/>
                  </a:lnTo>
                  <a:cubicBezTo>
                    <a:pt x="8343" y="38961"/>
                    <a:pt x="8773" y="39272"/>
                    <a:pt x="9252" y="39272"/>
                  </a:cubicBezTo>
                  <a:cubicBezTo>
                    <a:pt x="9318" y="39272"/>
                    <a:pt x="9386" y="39266"/>
                    <a:pt x="9452" y="39254"/>
                  </a:cubicBezTo>
                  <a:cubicBezTo>
                    <a:pt x="10008" y="39152"/>
                    <a:pt x="10369" y="38659"/>
                    <a:pt x="10259" y="38151"/>
                  </a:cubicBezTo>
                  <a:lnTo>
                    <a:pt x="2122" y="755"/>
                  </a:lnTo>
                  <a:cubicBezTo>
                    <a:pt x="2025" y="309"/>
                    <a:pt x="1596" y="1"/>
                    <a:pt x="11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6"/>
            <p:cNvSpPr/>
            <p:nvPr/>
          </p:nvSpPr>
          <p:spPr>
            <a:xfrm>
              <a:off x="1826600" y="3737475"/>
              <a:ext cx="679600" cy="1032450"/>
            </a:xfrm>
            <a:custGeom>
              <a:avLst/>
              <a:gdLst/>
              <a:ahLst/>
              <a:cxnLst/>
              <a:rect l="l" t="t" r="r" b="b"/>
              <a:pathLst>
                <a:path w="27184" h="41298" extrusionOk="0">
                  <a:moveTo>
                    <a:pt x="13400" y="2040"/>
                  </a:moveTo>
                  <a:cubicBezTo>
                    <a:pt x="20061" y="2040"/>
                    <a:pt x="25461" y="10371"/>
                    <a:pt x="25461" y="20648"/>
                  </a:cubicBezTo>
                  <a:cubicBezTo>
                    <a:pt x="25461" y="30926"/>
                    <a:pt x="20061" y="39257"/>
                    <a:pt x="13400" y="39257"/>
                  </a:cubicBezTo>
                  <a:cubicBezTo>
                    <a:pt x="6739" y="39257"/>
                    <a:pt x="1339" y="30926"/>
                    <a:pt x="1339" y="20648"/>
                  </a:cubicBezTo>
                  <a:cubicBezTo>
                    <a:pt x="1339" y="10371"/>
                    <a:pt x="6739" y="2040"/>
                    <a:pt x="13400" y="2040"/>
                  </a:cubicBezTo>
                  <a:close/>
                  <a:moveTo>
                    <a:pt x="13591" y="1"/>
                  </a:moveTo>
                  <a:cubicBezTo>
                    <a:pt x="6085" y="1"/>
                    <a:pt x="0" y="9245"/>
                    <a:pt x="0" y="20648"/>
                  </a:cubicBezTo>
                  <a:cubicBezTo>
                    <a:pt x="0" y="32052"/>
                    <a:pt x="6085" y="41298"/>
                    <a:pt x="13591" y="41298"/>
                  </a:cubicBezTo>
                  <a:cubicBezTo>
                    <a:pt x="21098" y="41298"/>
                    <a:pt x="27183" y="32052"/>
                    <a:pt x="27183" y="20648"/>
                  </a:cubicBezTo>
                  <a:cubicBezTo>
                    <a:pt x="27183" y="9245"/>
                    <a:pt x="21098" y="1"/>
                    <a:pt x="135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6"/>
            <p:cNvSpPr/>
            <p:nvPr/>
          </p:nvSpPr>
          <p:spPr>
            <a:xfrm>
              <a:off x="1901150" y="3679700"/>
              <a:ext cx="713475" cy="683050"/>
            </a:xfrm>
            <a:custGeom>
              <a:avLst/>
              <a:gdLst/>
              <a:ahLst/>
              <a:cxnLst/>
              <a:rect l="l" t="t" r="r" b="b"/>
              <a:pathLst>
                <a:path w="28539" h="27322" extrusionOk="0">
                  <a:moveTo>
                    <a:pt x="11166" y="1"/>
                  </a:moveTo>
                  <a:cubicBezTo>
                    <a:pt x="6827" y="1"/>
                    <a:pt x="2894" y="2442"/>
                    <a:pt x="1" y="6405"/>
                  </a:cubicBezTo>
                  <a:cubicBezTo>
                    <a:pt x="3608" y="3527"/>
                    <a:pt x="6420" y="1625"/>
                    <a:pt x="11225" y="1200"/>
                  </a:cubicBezTo>
                  <a:cubicBezTo>
                    <a:pt x="18659" y="1857"/>
                    <a:pt x="24937" y="11812"/>
                    <a:pt x="24937" y="22850"/>
                  </a:cubicBezTo>
                  <a:cubicBezTo>
                    <a:pt x="24937" y="24386"/>
                    <a:pt x="24820" y="25880"/>
                    <a:pt x="24603" y="27321"/>
                  </a:cubicBezTo>
                  <a:cubicBezTo>
                    <a:pt x="26134" y="26413"/>
                    <a:pt x="27448" y="25202"/>
                    <a:pt x="28523" y="23767"/>
                  </a:cubicBezTo>
                  <a:cubicBezTo>
                    <a:pt x="28531" y="23463"/>
                    <a:pt x="28538" y="23157"/>
                    <a:pt x="28538" y="22850"/>
                  </a:cubicBezTo>
                  <a:cubicBezTo>
                    <a:pt x="28538" y="10231"/>
                    <a:pt x="21791" y="1"/>
                    <a:pt x="12905" y="1"/>
                  </a:cubicBezTo>
                  <a:cubicBezTo>
                    <a:pt x="12868" y="1"/>
                    <a:pt x="12833" y="4"/>
                    <a:pt x="12796" y="5"/>
                  </a:cubicBezTo>
                  <a:cubicBezTo>
                    <a:pt x="12760" y="4"/>
                    <a:pt x="12723" y="1"/>
                    <a:pt x="12688" y="1"/>
                  </a:cubicBezTo>
                  <a:cubicBezTo>
                    <a:pt x="12651" y="1"/>
                    <a:pt x="12616" y="4"/>
                    <a:pt x="12579" y="5"/>
                  </a:cubicBezTo>
                  <a:cubicBezTo>
                    <a:pt x="12543" y="4"/>
                    <a:pt x="12506" y="1"/>
                    <a:pt x="12471" y="1"/>
                  </a:cubicBezTo>
                  <a:cubicBezTo>
                    <a:pt x="12434" y="1"/>
                    <a:pt x="12399" y="4"/>
                    <a:pt x="12362" y="5"/>
                  </a:cubicBezTo>
                  <a:cubicBezTo>
                    <a:pt x="12325" y="4"/>
                    <a:pt x="12289" y="1"/>
                    <a:pt x="12252" y="1"/>
                  </a:cubicBezTo>
                  <a:cubicBezTo>
                    <a:pt x="12217" y="1"/>
                    <a:pt x="12180" y="4"/>
                    <a:pt x="12145" y="5"/>
                  </a:cubicBezTo>
                  <a:cubicBezTo>
                    <a:pt x="12108" y="4"/>
                    <a:pt x="12072" y="1"/>
                    <a:pt x="12035" y="1"/>
                  </a:cubicBezTo>
                  <a:cubicBezTo>
                    <a:pt x="11998" y="1"/>
                    <a:pt x="11963" y="4"/>
                    <a:pt x="11926" y="5"/>
                  </a:cubicBezTo>
                  <a:cubicBezTo>
                    <a:pt x="11891" y="4"/>
                    <a:pt x="11854" y="1"/>
                    <a:pt x="11818" y="1"/>
                  </a:cubicBezTo>
                  <a:cubicBezTo>
                    <a:pt x="11781" y="1"/>
                    <a:pt x="11746" y="4"/>
                    <a:pt x="11709" y="5"/>
                  </a:cubicBezTo>
                  <a:cubicBezTo>
                    <a:pt x="11672" y="4"/>
                    <a:pt x="11637" y="1"/>
                    <a:pt x="11600" y="1"/>
                  </a:cubicBezTo>
                  <a:cubicBezTo>
                    <a:pt x="11564" y="1"/>
                    <a:pt x="11529" y="4"/>
                    <a:pt x="11492" y="5"/>
                  </a:cubicBezTo>
                  <a:cubicBezTo>
                    <a:pt x="11455" y="4"/>
                    <a:pt x="11420" y="1"/>
                    <a:pt x="11383" y="1"/>
                  </a:cubicBezTo>
                  <a:cubicBezTo>
                    <a:pt x="11347" y="1"/>
                    <a:pt x="11310" y="4"/>
                    <a:pt x="11275" y="5"/>
                  </a:cubicBezTo>
                  <a:cubicBezTo>
                    <a:pt x="11238" y="4"/>
                    <a:pt x="11202" y="1"/>
                    <a:pt x="111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6"/>
            <p:cNvSpPr/>
            <p:nvPr/>
          </p:nvSpPr>
          <p:spPr>
            <a:xfrm>
              <a:off x="1772700" y="3679700"/>
              <a:ext cx="782850" cy="1142525"/>
            </a:xfrm>
            <a:custGeom>
              <a:avLst/>
              <a:gdLst/>
              <a:ahLst/>
              <a:cxnLst/>
              <a:rect l="l" t="t" r="r" b="b"/>
              <a:pathLst>
                <a:path w="31314" h="45701" extrusionOk="0">
                  <a:moveTo>
                    <a:pt x="15245" y="2090"/>
                  </a:moveTo>
                  <a:cubicBezTo>
                    <a:pt x="22873" y="2090"/>
                    <a:pt x="29057" y="11386"/>
                    <a:pt x="29057" y="22850"/>
                  </a:cubicBezTo>
                  <a:cubicBezTo>
                    <a:pt x="29057" y="34316"/>
                    <a:pt x="22873" y="43610"/>
                    <a:pt x="15245" y="43610"/>
                  </a:cubicBezTo>
                  <a:cubicBezTo>
                    <a:pt x="7617" y="43610"/>
                    <a:pt x="1433" y="34316"/>
                    <a:pt x="1433" y="22850"/>
                  </a:cubicBezTo>
                  <a:cubicBezTo>
                    <a:pt x="1433" y="11386"/>
                    <a:pt x="7617" y="2090"/>
                    <a:pt x="15245" y="2090"/>
                  </a:cubicBezTo>
                  <a:close/>
                  <a:moveTo>
                    <a:pt x="15657" y="1"/>
                  </a:moveTo>
                  <a:cubicBezTo>
                    <a:pt x="7010" y="1"/>
                    <a:pt x="0" y="10231"/>
                    <a:pt x="0" y="22850"/>
                  </a:cubicBezTo>
                  <a:cubicBezTo>
                    <a:pt x="0" y="35469"/>
                    <a:pt x="7010" y="45701"/>
                    <a:pt x="15657" y="45701"/>
                  </a:cubicBezTo>
                  <a:cubicBezTo>
                    <a:pt x="24304" y="45701"/>
                    <a:pt x="31313" y="35469"/>
                    <a:pt x="31313" y="22850"/>
                  </a:cubicBezTo>
                  <a:cubicBezTo>
                    <a:pt x="31313" y="10231"/>
                    <a:pt x="24304" y="1"/>
                    <a:pt x="156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6"/>
            <p:cNvSpPr/>
            <p:nvPr/>
          </p:nvSpPr>
          <p:spPr>
            <a:xfrm>
              <a:off x="2044825" y="4111775"/>
              <a:ext cx="188850" cy="283825"/>
            </a:xfrm>
            <a:custGeom>
              <a:avLst/>
              <a:gdLst/>
              <a:ahLst/>
              <a:cxnLst/>
              <a:rect l="l" t="t" r="r" b="b"/>
              <a:pathLst>
                <a:path w="7554" h="11353" extrusionOk="0">
                  <a:moveTo>
                    <a:pt x="3778" y="0"/>
                  </a:moveTo>
                  <a:cubicBezTo>
                    <a:pt x="1692" y="0"/>
                    <a:pt x="1" y="2542"/>
                    <a:pt x="1" y="5676"/>
                  </a:cubicBezTo>
                  <a:cubicBezTo>
                    <a:pt x="1" y="8811"/>
                    <a:pt x="1692" y="11353"/>
                    <a:pt x="3778" y="11353"/>
                  </a:cubicBezTo>
                  <a:cubicBezTo>
                    <a:pt x="5863" y="11353"/>
                    <a:pt x="7554" y="8811"/>
                    <a:pt x="7554" y="5676"/>
                  </a:cubicBezTo>
                  <a:cubicBezTo>
                    <a:pt x="7554" y="2542"/>
                    <a:pt x="5863" y="0"/>
                    <a:pt x="37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6"/>
            <p:cNvSpPr/>
            <p:nvPr/>
          </p:nvSpPr>
          <p:spPr>
            <a:xfrm>
              <a:off x="2059275" y="4153350"/>
              <a:ext cx="133550" cy="200675"/>
            </a:xfrm>
            <a:custGeom>
              <a:avLst/>
              <a:gdLst/>
              <a:ahLst/>
              <a:cxnLst/>
              <a:rect l="l" t="t" r="r" b="b"/>
              <a:pathLst>
                <a:path w="5342" h="8027" extrusionOk="0">
                  <a:moveTo>
                    <a:pt x="2671" y="0"/>
                  </a:moveTo>
                  <a:cubicBezTo>
                    <a:pt x="1196" y="0"/>
                    <a:pt x="0" y="1797"/>
                    <a:pt x="0" y="4013"/>
                  </a:cubicBezTo>
                  <a:cubicBezTo>
                    <a:pt x="0" y="6230"/>
                    <a:pt x="1196" y="8027"/>
                    <a:pt x="2671" y="8027"/>
                  </a:cubicBezTo>
                  <a:cubicBezTo>
                    <a:pt x="4145" y="8027"/>
                    <a:pt x="5341" y="6230"/>
                    <a:pt x="5341" y="4013"/>
                  </a:cubicBezTo>
                  <a:cubicBezTo>
                    <a:pt x="5341" y="1797"/>
                    <a:pt x="4145" y="0"/>
                    <a:pt x="2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6"/>
            <p:cNvSpPr/>
            <p:nvPr/>
          </p:nvSpPr>
          <p:spPr>
            <a:xfrm>
              <a:off x="2102175" y="4193975"/>
              <a:ext cx="79500" cy="119450"/>
            </a:xfrm>
            <a:custGeom>
              <a:avLst/>
              <a:gdLst/>
              <a:ahLst/>
              <a:cxnLst/>
              <a:rect l="l" t="t" r="r" b="b"/>
              <a:pathLst>
                <a:path w="3180" h="4778" extrusionOk="0">
                  <a:moveTo>
                    <a:pt x="1589" y="1"/>
                  </a:moveTo>
                  <a:cubicBezTo>
                    <a:pt x="712" y="1"/>
                    <a:pt x="0" y="1070"/>
                    <a:pt x="0" y="2388"/>
                  </a:cubicBezTo>
                  <a:cubicBezTo>
                    <a:pt x="0" y="3709"/>
                    <a:pt x="712" y="4778"/>
                    <a:pt x="1589" y="4778"/>
                  </a:cubicBezTo>
                  <a:cubicBezTo>
                    <a:pt x="2467" y="4778"/>
                    <a:pt x="3179" y="3709"/>
                    <a:pt x="3179" y="2388"/>
                  </a:cubicBezTo>
                  <a:cubicBezTo>
                    <a:pt x="3179" y="1070"/>
                    <a:pt x="2467" y="1"/>
                    <a:pt x="15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6"/>
            <p:cNvSpPr/>
            <p:nvPr/>
          </p:nvSpPr>
          <p:spPr>
            <a:xfrm>
              <a:off x="4300975" y="4355075"/>
              <a:ext cx="262825" cy="282025"/>
            </a:xfrm>
            <a:custGeom>
              <a:avLst/>
              <a:gdLst/>
              <a:ahLst/>
              <a:cxnLst/>
              <a:rect l="l" t="t" r="r" b="b"/>
              <a:pathLst>
                <a:path w="10513" h="11281" extrusionOk="0">
                  <a:moveTo>
                    <a:pt x="1223" y="1"/>
                  </a:moveTo>
                  <a:cubicBezTo>
                    <a:pt x="538" y="1"/>
                    <a:pt x="0" y="643"/>
                    <a:pt x="21" y="1435"/>
                  </a:cubicBezTo>
                  <a:lnTo>
                    <a:pt x="236" y="9845"/>
                  </a:lnTo>
                  <a:cubicBezTo>
                    <a:pt x="257" y="10638"/>
                    <a:pt x="828" y="11281"/>
                    <a:pt x="1512" y="11281"/>
                  </a:cubicBezTo>
                  <a:lnTo>
                    <a:pt x="9290" y="11281"/>
                  </a:lnTo>
                  <a:cubicBezTo>
                    <a:pt x="9973" y="11281"/>
                    <a:pt x="10512" y="10638"/>
                    <a:pt x="10491" y="9845"/>
                  </a:cubicBezTo>
                  <a:lnTo>
                    <a:pt x="10274" y="1435"/>
                  </a:lnTo>
                  <a:cubicBezTo>
                    <a:pt x="10255" y="643"/>
                    <a:pt x="9684" y="1"/>
                    <a:pt x="89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6"/>
            <p:cNvSpPr/>
            <p:nvPr/>
          </p:nvSpPr>
          <p:spPr>
            <a:xfrm>
              <a:off x="4303450" y="4467900"/>
              <a:ext cx="115600" cy="169200"/>
            </a:xfrm>
            <a:custGeom>
              <a:avLst/>
              <a:gdLst/>
              <a:ahLst/>
              <a:cxnLst/>
              <a:rect l="l" t="t" r="r" b="b"/>
              <a:pathLst>
                <a:path w="4624" h="6768" extrusionOk="0">
                  <a:moveTo>
                    <a:pt x="0" y="0"/>
                  </a:moveTo>
                  <a:lnTo>
                    <a:pt x="137" y="5332"/>
                  </a:lnTo>
                  <a:cubicBezTo>
                    <a:pt x="158" y="6125"/>
                    <a:pt x="729" y="6768"/>
                    <a:pt x="1413" y="6768"/>
                  </a:cubicBezTo>
                  <a:lnTo>
                    <a:pt x="4623" y="6768"/>
                  </a:lnTo>
                  <a:lnTo>
                    <a:pt x="4486" y="1436"/>
                  </a:lnTo>
                  <a:cubicBezTo>
                    <a:pt x="4465" y="643"/>
                    <a:pt x="3894" y="0"/>
                    <a:pt x="3210"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6"/>
            <p:cNvSpPr/>
            <p:nvPr/>
          </p:nvSpPr>
          <p:spPr>
            <a:xfrm>
              <a:off x="4142475" y="4355075"/>
              <a:ext cx="142900" cy="153300"/>
            </a:xfrm>
            <a:custGeom>
              <a:avLst/>
              <a:gdLst/>
              <a:ahLst/>
              <a:cxnLst/>
              <a:rect l="l" t="t" r="r" b="b"/>
              <a:pathLst>
                <a:path w="5716" h="6132" extrusionOk="0">
                  <a:moveTo>
                    <a:pt x="665" y="1"/>
                  </a:moveTo>
                  <a:cubicBezTo>
                    <a:pt x="295" y="1"/>
                    <a:pt x="1" y="349"/>
                    <a:pt x="13" y="780"/>
                  </a:cubicBezTo>
                  <a:lnTo>
                    <a:pt x="131" y="5352"/>
                  </a:lnTo>
                  <a:cubicBezTo>
                    <a:pt x="141" y="5782"/>
                    <a:pt x="451" y="6132"/>
                    <a:pt x="823" y="6132"/>
                  </a:cubicBezTo>
                  <a:lnTo>
                    <a:pt x="5051" y="6132"/>
                  </a:lnTo>
                  <a:cubicBezTo>
                    <a:pt x="5423" y="6132"/>
                    <a:pt x="5715" y="5782"/>
                    <a:pt x="5704" y="5352"/>
                  </a:cubicBezTo>
                  <a:lnTo>
                    <a:pt x="5587" y="780"/>
                  </a:lnTo>
                  <a:cubicBezTo>
                    <a:pt x="5575" y="349"/>
                    <a:pt x="5265" y="1"/>
                    <a:pt x="48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6"/>
            <p:cNvSpPr/>
            <p:nvPr/>
          </p:nvSpPr>
          <p:spPr>
            <a:xfrm>
              <a:off x="4455725" y="4341300"/>
              <a:ext cx="355725" cy="480925"/>
            </a:xfrm>
            <a:custGeom>
              <a:avLst/>
              <a:gdLst/>
              <a:ahLst/>
              <a:cxnLst/>
              <a:rect l="l" t="t" r="r" b="b"/>
              <a:pathLst>
                <a:path w="14229" h="19237" extrusionOk="0">
                  <a:moveTo>
                    <a:pt x="6937" y="899"/>
                  </a:moveTo>
                  <a:cubicBezTo>
                    <a:pt x="10056" y="1176"/>
                    <a:pt x="12526" y="4973"/>
                    <a:pt x="12526" y="9618"/>
                  </a:cubicBezTo>
                  <a:cubicBezTo>
                    <a:pt x="12526" y="14265"/>
                    <a:pt x="10056" y="18061"/>
                    <a:pt x="6937" y="18339"/>
                  </a:cubicBezTo>
                  <a:cubicBezTo>
                    <a:pt x="3819" y="18061"/>
                    <a:pt x="1347" y="14265"/>
                    <a:pt x="1347" y="9618"/>
                  </a:cubicBezTo>
                  <a:cubicBezTo>
                    <a:pt x="1347" y="4973"/>
                    <a:pt x="3819" y="1176"/>
                    <a:pt x="6937" y="899"/>
                  </a:cubicBezTo>
                  <a:close/>
                  <a:moveTo>
                    <a:pt x="6750" y="1"/>
                  </a:moveTo>
                  <a:cubicBezTo>
                    <a:pt x="3023" y="1"/>
                    <a:pt x="0" y="4307"/>
                    <a:pt x="0" y="9618"/>
                  </a:cubicBezTo>
                  <a:cubicBezTo>
                    <a:pt x="0" y="14931"/>
                    <a:pt x="3023" y="19237"/>
                    <a:pt x="6750" y="19237"/>
                  </a:cubicBezTo>
                  <a:cubicBezTo>
                    <a:pt x="6764" y="19237"/>
                    <a:pt x="6781" y="19235"/>
                    <a:pt x="6796" y="19234"/>
                  </a:cubicBezTo>
                  <a:cubicBezTo>
                    <a:pt x="6810" y="19235"/>
                    <a:pt x="6827" y="19237"/>
                    <a:pt x="6841" y="19237"/>
                  </a:cubicBezTo>
                  <a:cubicBezTo>
                    <a:pt x="6856" y="19237"/>
                    <a:pt x="6871" y="19235"/>
                    <a:pt x="6887" y="19234"/>
                  </a:cubicBezTo>
                  <a:cubicBezTo>
                    <a:pt x="6902" y="19235"/>
                    <a:pt x="6917" y="19237"/>
                    <a:pt x="6933" y="19237"/>
                  </a:cubicBezTo>
                  <a:cubicBezTo>
                    <a:pt x="6948" y="19237"/>
                    <a:pt x="6962" y="19235"/>
                    <a:pt x="6979" y="19234"/>
                  </a:cubicBezTo>
                  <a:cubicBezTo>
                    <a:pt x="6993" y="19235"/>
                    <a:pt x="7008" y="19237"/>
                    <a:pt x="7023" y="19237"/>
                  </a:cubicBezTo>
                  <a:cubicBezTo>
                    <a:pt x="7039" y="19237"/>
                    <a:pt x="7054" y="19235"/>
                    <a:pt x="7069" y="19234"/>
                  </a:cubicBezTo>
                  <a:cubicBezTo>
                    <a:pt x="7085" y="19235"/>
                    <a:pt x="7100" y="19237"/>
                    <a:pt x="7114" y="19237"/>
                  </a:cubicBezTo>
                  <a:cubicBezTo>
                    <a:pt x="7131" y="19237"/>
                    <a:pt x="7145" y="19235"/>
                    <a:pt x="7160" y="19234"/>
                  </a:cubicBezTo>
                  <a:cubicBezTo>
                    <a:pt x="7175" y="19235"/>
                    <a:pt x="7191" y="19237"/>
                    <a:pt x="7206" y="19237"/>
                  </a:cubicBezTo>
                  <a:cubicBezTo>
                    <a:pt x="7221" y="19237"/>
                    <a:pt x="7237" y="19235"/>
                    <a:pt x="7252" y="19234"/>
                  </a:cubicBezTo>
                  <a:cubicBezTo>
                    <a:pt x="7267" y="19235"/>
                    <a:pt x="7281" y="19237"/>
                    <a:pt x="7298" y="19237"/>
                  </a:cubicBezTo>
                  <a:cubicBezTo>
                    <a:pt x="7312" y="19237"/>
                    <a:pt x="7327" y="19235"/>
                    <a:pt x="7343" y="19234"/>
                  </a:cubicBezTo>
                  <a:cubicBezTo>
                    <a:pt x="7358" y="19235"/>
                    <a:pt x="7373" y="19237"/>
                    <a:pt x="7389" y="19237"/>
                  </a:cubicBezTo>
                  <a:cubicBezTo>
                    <a:pt x="7404" y="19237"/>
                    <a:pt x="7419" y="19235"/>
                    <a:pt x="7433" y="19234"/>
                  </a:cubicBezTo>
                  <a:cubicBezTo>
                    <a:pt x="7450" y="19235"/>
                    <a:pt x="7464" y="19237"/>
                    <a:pt x="7479" y="19237"/>
                  </a:cubicBezTo>
                  <a:cubicBezTo>
                    <a:pt x="11208" y="19237"/>
                    <a:pt x="14229" y="14931"/>
                    <a:pt x="14229" y="9618"/>
                  </a:cubicBezTo>
                  <a:cubicBezTo>
                    <a:pt x="14229" y="4307"/>
                    <a:pt x="11208" y="1"/>
                    <a:pt x="7479" y="1"/>
                  </a:cubicBezTo>
                  <a:cubicBezTo>
                    <a:pt x="7464" y="1"/>
                    <a:pt x="7450" y="2"/>
                    <a:pt x="7433" y="2"/>
                  </a:cubicBezTo>
                  <a:cubicBezTo>
                    <a:pt x="7419" y="2"/>
                    <a:pt x="7404" y="1"/>
                    <a:pt x="7389" y="1"/>
                  </a:cubicBezTo>
                  <a:cubicBezTo>
                    <a:pt x="7373" y="1"/>
                    <a:pt x="7358" y="2"/>
                    <a:pt x="7343" y="2"/>
                  </a:cubicBezTo>
                  <a:cubicBezTo>
                    <a:pt x="7327" y="2"/>
                    <a:pt x="7312" y="1"/>
                    <a:pt x="7298" y="1"/>
                  </a:cubicBezTo>
                  <a:cubicBezTo>
                    <a:pt x="7281" y="1"/>
                    <a:pt x="7267" y="2"/>
                    <a:pt x="7252" y="2"/>
                  </a:cubicBezTo>
                  <a:cubicBezTo>
                    <a:pt x="7237" y="2"/>
                    <a:pt x="7221" y="1"/>
                    <a:pt x="7206" y="1"/>
                  </a:cubicBezTo>
                  <a:cubicBezTo>
                    <a:pt x="7191" y="1"/>
                    <a:pt x="7175" y="2"/>
                    <a:pt x="7160" y="2"/>
                  </a:cubicBezTo>
                  <a:cubicBezTo>
                    <a:pt x="7145" y="2"/>
                    <a:pt x="7131" y="1"/>
                    <a:pt x="7114" y="1"/>
                  </a:cubicBezTo>
                  <a:cubicBezTo>
                    <a:pt x="7100" y="1"/>
                    <a:pt x="7085" y="2"/>
                    <a:pt x="7069" y="2"/>
                  </a:cubicBezTo>
                  <a:cubicBezTo>
                    <a:pt x="7054" y="2"/>
                    <a:pt x="7039" y="1"/>
                    <a:pt x="7023" y="1"/>
                  </a:cubicBezTo>
                  <a:cubicBezTo>
                    <a:pt x="7008" y="1"/>
                    <a:pt x="6993" y="2"/>
                    <a:pt x="6979" y="2"/>
                  </a:cubicBezTo>
                  <a:cubicBezTo>
                    <a:pt x="6962" y="2"/>
                    <a:pt x="6948" y="1"/>
                    <a:pt x="6933" y="1"/>
                  </a:cubicBezTo>
                  <a:cubicBezTo>
                    <a:pt x="6917" y="1"/>
                    <a:pt x="6902" y="2"/>
                    <a:pt x="6887" y="2"/>
                  </a:cubicBezTo>
                  <a:cubicBezTo>
                    <a:pt x="6871" y="2"/>
                    <a:pt x="6856" y="1"/>
                    <a:pt x="6841" y="1"/>
                  </a:cubicBezTo>
                  <a:cubicBezTo>
                    <a:pt x="6827" y="1"/>
                    <a:pt x="6810" y="2"/>
                    <a:pt x="6796" y="2"/>
                  </a:cubicBezTo>
                  <a:cubicBezTo>
                    <a:pt x="6781" y="2"/>
                    <a:pt x="6764" y="1"/>
                    <a:pt x="675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6"/>
            <p:cNvSpPr/>
            <p:nvPr/>
          </p:nvSpPr>
          <p:spPr>
            <a:xfrm>
              <a:off x="4596700" y="4522050"/>
              <a:ext cx="79200" cy="119450"/>
            </a:xfrm>
            <a:custGeom>
              <a:avLst/>
              <a:gdLst/>
              <a:ahLst/>
              <a:cxnLst/>
              <a:rect l="l" t="t" r="r" b="b"/>
              <a:pathLst>
                <a:path w="3168" h="4778" extrusionOk="0">
                  <a:moveTo>
                    <a:pt x="1583" y="0"/>
                  </a:moveTo>
                  <a:cubicBezTo>
                    <a:pt x="709" y="0"/>
                    <a:pt x="0" y="1070"/>
                    <a:pt x="0" y="2388"/>
                  </a:cubicBezTo>
                  <a:cubicBezTo>
                    <a:pt x="0" y="3708"/>
                    <a:pt x="709" y="4777"/>
                    <a:pt x="1583" y="4777"/>
                  </a:cubicBezTo>
                  <a:cubicBezTo>
                    <a:pt x="2459" y="4777"/>
                    <a:pt x="3168" y="3708"/>
                    <a:pt x="3168" y="2388"/>
                  </a:cubicBezTo>
                  <a:cubicBezTo>
                    <a:pt x="3168" y="1070"/>
                    <a:pt x="2459" y="0"/>
                    <a:pt x="15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6"/>
            <p:cNvSpPr/>
            <p:nvPr/>
          </p:nvSpPr>
          <p:spPr>
            <a:xfrm>
              <a:off x="4492750" y="4365650"/>
              <a:ext cx="285075" cy="434550"/>
            </a:xfrm>
            <a:custGeom>
              <a:avLst/>
              <a:gdLst/>
              <a:ahLst/>
              <a:cxnLst/>
              <a:rect l="l" t="t" r="r" b="b"/>
              <a:pathLst>
                <a:path w="11403" h="17382" extrusionOk="0">
                  <a:moveTo>
                    <a:pt x="5622" y="858"/>
                  </a:moveTo>
                  <a:cubicBezTo>
                    <a:pt x="8415" y="858"/>
                    <a:pt x="10681" y="4365"/>
                    <a:pt x="10681" y="8691"/>
                  </a:cubicBezTo>
                  <a:cubicBezTo>
                    <a:pt x="10681" y="13016"/>
                    <a:pt x="8415" y="16523"/>
                    <a:pt x="5622" y="16523"/>
                  </a:cubicBezTo>
                  <a:cubicBezTo>
                    <a:pt x="2826" y="16523"/>
                    <a:pt x="561" y="13016"/>
                    <a:pt x="561" y="8691"/>
                  </a:cubicBezTo>
                  <a:cubicBezTo>
                    <a:pt x="561" y="4365"/>
                    <a:pt x="2826" y="858"/>
                    <a:pt x="5622" y="858"/>
                  </a:cubicBezTo>
                  <a:close/>
                  <a:moveTo>
                    <a:pt x="5701" y="0"/>
                  </a:moveTo>
                  <a:cubicBezTo>
                    <a:pt x="2553" y="0"/>
                    <a:pt x="0" y="3891"/>
                    <a:pt x="0" y="8691"/>
                  </a:cubicBezTo>
                  <a:cubicBezTo>
                    <a:pt x="0" y="13490"/>
                    <a:pt x="2553" y="17381"/>
                    <a:pt x="5701" y="17381"/>
                  </a:cubicBezTo>
                  <a:cubicBezTo>
                    <a:pt x="8850" y="17381"/>
                    <a:pt x="11403" y="13490"/>
                    <a:pt x="11403" y="8691"/>
                  </a:cubicBezTo>
                  <a:cubicBezTo>
                    <a:pt x="11403" y="3891"/>
                    <a:pt x="8850" y="0"/>
                    <a:pt x="5701" y="0"/>
                  </a:cubicBezTo>
                  <a:close/>
                </a:path>
              </a:pathLst>
            </a:custGeom>
            <a:solidFill>
              <a:srgbClr val="4238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6"/>
            <p:cNvSpPr/>
            <p:nvPr/>
          </p:nvSpPr>
          <p:spPr>
            <a:xfrm>
              <a:off x="4486650" y="4365650"/>
              <a:ext cx="285075" cy="434550"/>
            </a:xfrm>
            <a:custGeom>
              <a:avLst/>
              <a:gdLst/>
              <a:ahLst/>
              <a:cxnLst/>
              <a:rect l="l" t="t" r="r" b="b"/>
              <a:pathLst>
                <a:path w="11403" h="17382" extrusionOk="0">
                  <a:moveTo>
                    <a:pt x="5621" y="858"/>
                  </a:moveTo>
                  <a:cubicBezTo>
                    <a:pt x="8414" y="858"/>
                    <a:pt x="10679" y="4365"/>
                    <a:pt x="10679" y="8691"/>
                  </a:cubicBezTo>
                  <a:cubicBezTo>
                    <a:pt x="10679" y="13016"/>
                    <a:pt x="8414" y="16523"/>
                    <a:pt x="5621" y="16523"/>
                  </a:cubicBezTo>
                  <a:cubicBezTo>
                    <a:pt x="2827" y="16523"/>
                    <a:pt x="562" y="13016"/>
                    <a:pt x="562" y="8691"/>
                  </a:cubicBezTo>
                  <a:cubicBezTo>
                    <a:pt x="562" y="4365"/>
                    <a:pt x="2827" y="858"/>
                    <a:pt x="5621" y="858"/>
                  </a:cubicBezTo>
                  <a:close/>
                  <a:moveTo>
                    <a:pt x="5702" y="0"/>
                  </a:moveTo>
                  <a:cubicBezTo>
                    <a:pt x="2552" y="0"/>
                    <a:pt x="0" y="3891"/>
                    <a:pt x="0" y="8691"/>
                  </a:cubicBezTo>
                  <a:cubicBezTo>
                    <a:pt x="0" y="13490"/>
                    <a:pt x="2552" y="17381"/>
                    <a:pt x="5702" y="17381"/>
                  </a:cubicBezTo>
                  <a:cubicBezTo>
                    <a:pt x="8850" y="17381"/>
                    <a:pt x="11403" y="13490"/>
                    <a:pt x="11403" y="8691"/>
                  </a:cubicBezTo>
                  <a:cubicBezTo>
                    <a:pt x="11403" y="3891"/>
                    <a:pt x="8850" y="0"/>
                    <a:pt x="57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6"/>
            <p:cNvSpPr/>
            <p:nvPr/>
          </p:nvSpPr>
          <p:spPr>
            <a:xfrm>
              <a:off x="4546525" y="4397375"/>
              <a:ext cx="143025" cy="370375"/>
            </a:xfrm>
            <a:custGeom>
              <a:avLst/>
              <a:gdLst/>
              <a:ahLst/>
              <a:cxnLst/>
              <a:rect l="l" t="t" r="r" b="b"/>
              <a:pathLst>
                <a:path w="5721" h="14815" extrusionOk="0">
                  <a:moveTo>
                    <a:pt x="5234" y="1"/>
                  </a:moveTo>
                  <a:cubicBezTo>
                    <a:pt x="5049" y="1"/>
                    <a:pt x="4876" y="111"/>
                    <a:pt x="4819" y="280"/>
                  </a:cubicBezTo>
                  <a:lnTo>
                    <a:pt x="71" y="14303"/>
                  </a:lnTo>
                  <a:cubicBezTo>
                    <a:pt x="1" y="14512"/>
                    <a:pt x="129" y="14732"/>
                    <a:pt x="358" y="14797"/>
                  </a:cubicBezTo>
                  <a:cubicBezTo>
                    <a:pt x="401" y="14808"/>
                    <a:pt x="444" y="14814"/>
                    <a:pt x="486" y="14814"/>
                  </a:cubicBezTo>
                  <a:cubicBezTo>
                    <a:pt x="672" y="14814"/>
                    <a:pt x="844" y="14705"/>
                    <a:pt x="901" y="14535"/>
                  </a:cubicBezTo>
                  <a:lnTo>
                    <a:pt x="5650" y="512"/>
                  </a:lnTo>
                  <a:cubicBezTo>
                    <a:pt x="5721" y="304"/>
                    <a:pt x="5591" y="82"/>
                    <a:pt x="5362" y="19"/>
                  </a:cubicBezTo>
                  <a:cubicBezTo>
                    <a:pt x="5320" y="7"/>
                    <a:pt x="5276" y="1"/>
                    <a:pt x="52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6"/>
            <p:cNvSpPr/>
            <p:nvPr/>
          </p:nvSpPr>
          <p:spPr>
            <a:xfrm>
              <a:off x="4498325" y="4489475"/>
              <a:ext cx="263450" cy="201300"/>
            </a:xfrm>
            <a:custGeom>
              <a:avLst/>
              <a:gdLst/>
              <a:ahLst/>
              <a:cxnLst/>
              <a:rect l="l" t="t" r="r" b="b"/>
              <a:pathLst>
                <a:path w="10538" h="8052" extrusionOk="0">
                  <a:moveTo>
                    <a:pt x="488" y="0"/>
                  </a:moveTo>
                  <a:cubicBezTo>
                    <a:pt x="364" y="0"/>
                    <a:pt x="240" y="48"/>
                    <a:pt x="154" y="141"/>
                  </a:cubicBezTo>
                  <a:cubicBezTo>
                    <a:pt x="0" y="308"/>
                    <a:pt x="24" y="558"/>
                    <a:pt x="208" y="697"/>
                  </a:cubicBezTo>
                  <a:lnTo>
                    <a:pt x="9771" y="7960"/>
                  </a:lnTo>
                  <a:cubicBezTo>
                    <a:pt x="9852" y="8022"/>
                    <a:pt x="9951" y="8052"/>
                    <a:pt x="10050" y="8052"/>
                  </a:cubicBezTo>
                  <a:cubicBezTo>
                    <a:pt x="10174" y="8052"/>
                    <a:pt x="10297" y="8004"/>
                    <a:pt x="10384" y="7910"/>
                  </a:cubicBezTo>
                  <a:cubicBezTo>
                    <a:pt x="10537" y="7743"/>
                    <a:pt x="10512" y="7495"/>
                    <a:pt x="10329" y="7355"/>
                  </a:cubicBezTo>
                  <a:lnTo>
                    <a:pt x="766" y="91"/>
                  </a:lnTo>
                  <a:cubicBezTo>
                    <a:pt x="685" y="30"/>
                    <a:pt x="586" y="0"/>
                    <a:pt x="48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6"/>
            <p:cNvSpPr/>
            <p:nvPr/>
          </p:nvSpPr>
          <p:spPr>
            <a:xfrm>
              <a:off x="4493000" y="4503900"/>
              <a:ext cx="277600" cy="143175"/>
            </a:xfrm>
            <a:custGeom>
              <a:avLst/>
              <a:gdLst/>
              <a:ahLst/>
              <a:cxnLst/>
              <a:rect l="l" t="t" r="r" b="b"/>
              <a:pathLst>
                <a:path w="11104" h="5727" extrusionOk="0">
                  <a:moveTo>
                    <a:pt x="10607" y="0"/>
                  </a:moveTo>
                  <a:cubicBezTo>
                    <a:pt x="10537" y="0"/>
                    <a:pt x="10467" y="15"/>
                    <a:pt x="10402" y="47"/>
                  </a:cubicBezTo>
                  <a:lnTo>
                    <a:pt x="290" y="4985"/>
                  </a:lnTo>
                  <a:cubicBezTo>
                    <a:pt x="79" y="5088"/>
                    <a:pt x="0" y="5328"/>
                    <a:pt x="114" y="5520"/>
                  </a:cubicBezTo>
                  <a:cubicBezTo>
                    <a:pt x="192" y="5651"/>
                    <a:pt x="342" y="5726"/>
                    <a:pt x="497" y="5726"/>
                  </a:cubicBezTo>
                  <a:cubicBezTo>
                    <a:pt x="566" y="5726"/>
                    <a:pt x="637" y="5712"/>
                    <a:pt x="702" y="5679"/>
                  </a:cubicBezTo>
                  <a:lnTo>
                    <a:pt x="10814" y="743"/>
                  </a:lnTo>
                  <a:cubicBezTo>
                    <a:pt x="11025" y="639"/>
                    <a:pt x="11103" y="400"/>
                    <a:pt x="10989" y="208"/>
                  </a:cubicBezTo>
                  <a:cubicBezTo>
                    <a:pt x="10911" y="76"/>
                    <a:pt x="10761" y="0"/>
                    <a:pt x="1060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6"/>
            <p:cNvSpPr/>
            <p:nvPr/>
          </p:nvSpPr>
          <p:spPr>
            <a:xfrm>
              <a:off x="4566525" y="4386600"/>
              <a:ext cx="109850" cy="413275"/>
            </a:xfrm>
            <a:custGeom>
              <a:avLst/>
              <a:gdLst/>
              <a:ahLst/>
              <a:cxnLst/>
              <a:rect l="l" t="t" r="r" b="b"/>
              <a:pathLst>
                <a:path w="4394" h="16531" extrusionOk="0">
                  <a:moveTo>
                    <a:pt x="475" y="0"/>
                  </a:moveTo>
                  <a:cubicBezTo>
                    <a:pt x="447" y="0"/>
                    <a:pt x="418" y="3"/>
                    <a:pt x="389" y="8"/>
                  </a:cubicBezTo>
                  <a:cubicBezTo>
                    <a:pt x="154" y="51"/>
                    <a:pt x="1" y="258"/>
                    <a:pt x="48" y="472"/>
                  </a:cubicBezTo>
                  <a:lnTo>
                    <a:pt x="3496" y="16211"/>
                  </a:lnTo>
                  <a:cubicBezTo>
                    <a:pt x="3536" y="16399"/>
                    <a:pt x="3718" y="16530"/>
                    <a:pt x="3921" y="16530"/>
                  </a:cubicBezTo>
                  <a:cubicBezTo>
                    <a:pt x="3949" y="16530"/>
                    <a:pt x="3977" y="16527"/>
                    <a:pt x="4006" y="16521"/>
                  </a:cubicBezTo>
                  <a:cubicBezTo>
                    <a:pt x="4242" y="16480"/>
                    <a:pt x="4394" y="16272"/>
                    <a:pt x="4348" y="16058"/>
                  </a:cubicBezTo>
                  <a:lnTo>
                    <a:pt x="900" y="318"/>
                  </a:lnTo>
                  <a:cubicBezTo>
                    <a:pt x="860" y="130"/>
                    <a:pt x="679" y="0"/>
                    <a:pt x="4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6"/>
            <p:cNvSpPr/>
            <p:nvPr/>
          </p:nvSpPr>
          <p:spPr>
            <a:xfrm>
              <a:off x="4476100" y="4365650"/>
              <a:ext cx="285075" cy="434550"/>
            </a:xfrm>
            <a:custGeom>
              <a:avLst/>
              <a:gdLst/>
              <a:ahLst/>
              <a:cxnLst/>
              <a:rect l="l" t="t" r="r" b="b"/>
              <a:pathLst>
                <a:path w="11403" h="17382" extrusionOk="0">
                  <a:moveTo>
                    <a:pt x="5622" y="858"/>
                  </a:moveTo>
                  <a:cubicBezTo>
                    <a:pt x="8415" y="858"/>
                    <a:pt x="10681" y="4365"/>
                    <a:pt x="10681" y="8691"/>
                  </a:cubicBezTo>
                  <a:cubicBezTo>
                    <a:pt x="10681" y="13016"/>
                    <a:pt x="8415" y="16523"/>
                    <a:pt x="5622" y="16523"/>
                  </a:cubicBezTo>
                  <a:cubicBezTo>
                    <a:pt x="2826" y="16523"/>
                    <a:pt x="561" y="13016"/>
                    <a:pt x="561" y="8691"/>
                  </a:cubicBezTo>
                  <a:cubicBezTo>
                    <a:pt x="561" y="4365"/>
                    <a:pt x="2826" y="858"/>
                    <a:pt x="5622" y="858"/>
                  </a:cubicBezTo>
                  <a:close/>
                  <a:moveTo>
                    <a:pt x="5701" y="0"/>
                  </a:moveTo>
                  <a:cubicBezTo>
                    <a:pt x="2553" y="0"/>
                    <a:pt x="0" y="3891"/>
                    <a:pt x="0" y="8691"/>
                  </a:cubicBezTo>
                  <a:cubicBezTo>
                    <a:pt x="0" y="13490"/>
                    <a:pt x="2553" y="17381"/>
                    <a:pt x="5701" y="17381"/>
                  </a:cubicBezTo>
                  <a:cubicBezTo>
                    <a:pt x="8851" y="17381"/>
                    <a:pt x="11403" y="13490"/>
                    <a:pt x="11403" y="8691"/>
                  </a:cubicBezTo>
                  <a:cubicBezTo>
                    <a:pt x="11403" y="3891"/>
                    <a:pt x="8851" y="0"/>
                    <a:pt x="57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6"/>
            <p:cNvSpPr/>
            <p:nvPr/>
          </p:nvSpPr>
          <p:spPr>
            <a:xfrm>
              <a:off x="4453500" y="4341300"/>
              <a:ext cx="328400" cy="480925"/>
            </a:xfrm>
            <a:custGeom>
              <a:avLst/>
              <a:gdLst/>
              <a:ahLst/>
              <a:cxnLst/>
              <a:rect l="l" t="t" r="r" b="b"/>
              <a:pathLst>
                <a:path w="13136" h="19237" extrusionOk="0">
                  <a:moveTo>
                    <a:pt x="6394" y="881"/>
                  </a:moveTo>
                  <a:cubicBezTo>
                    <a:pt x="9594" y="881"/>
                    <a:pt x="12189" y="4793"/>
                    <a:pt x="12189" y="9618"/>
                  </a:cubicBezTo>
                  <a:cubicBezTo>
                    <a:pt x="12189" y="14445"/>
                    <a:pt x="9594" y="18357"/>
                    <a:pt x="6394" y="18357"/>
                  </a:cubicBezTo>
                  <a:cubicBezTo>
                    <a:pt x="3194" y="18357"/>
                    <a:pt x="601" y="14445"/>
                    <a:pt x="601" y="9618"/>
                  </a:cubicBezTo>
                  <a:cubicBezTo>
                    <a:pt x="601" y="4793"/>
                    <a:pt x="3194" y="881"/>
                    <a:pt x="6394" y="881"/>
                  </a:cubicBezTo>
                  <a:close/>
                  <a:moveTo>
                    <a:pt x="6567" y="1"/>
                  </a:moveTo>
                  <a:cubicBezTo>
                    <a:pt x="2940" y="1"/>
                    <a:pt x="0" y="4307"/>
                    <a:pt x="0" y="9618"/>
                  </a:cubicBezTo>
                  <a:cubicBezTo>
                    <a:pt x="0" y="14931"/>
                    <a:pt x="2940" y="19237"/>
                    <a:pt x="6567" y="19237"/>
                  </a:cubicBezTo>
                  <a:cubicBezTo>
                    <a:pt x="10195" y="19237"/>
                    <a:pt x="13135" y="14931"/>
                    <a:pt x="13135" y="9618"/>
                  </a:cubicBezTo>
                  <a:cubicBezTo>
                    <a:pt x="13135" y="4307"/>
                    <a:pt x="10195" y="1"/>
                    <a:pt x="65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6"/>
            <p:cNvSpPr/>
            <p:nvPr/>
          </p:nvSpPr>
          <p:spPr>
            <a:xfrm>
              <a:off x="4573775" y="4522050"/>
              <a:ext cx="79200" cy="119450"/>
            </a:xfrm>
            <a:custGeom>
              <a:avLst/>
              <a:gdLst/>
              <a:ahLst/>
              <a:cxnLst/>
              <a:rect l="l" t="t" r="r" b="b"/>
              <a:pathLst>
                <a:path w="3168" h="4778" extrusionOk="0">
                  <a:moveTo>
                    <a:pt x="1583" y="0"/>
                  </a:moveTo>
                  <a:cubicBezTo>
                    <a:pt x="709" y="0"/>
                    <a:pt x="0" y="1070"/>
                    <a:pt x="0" y="2388"/>
                  </a:cubicBezTo>
                  <a:cubicBezTo>
                    <a:pt x="0" y="3708"/>
                    <a:pt x="709" y="4777"/>
                    <a:pt x="1583" y="4777"/>
                  </a:cubicBezTo>
                  <a:cubicBezTo>
                    <a:pt x="2459" y="4777"/>
                    <a:pt x="3168" y="3708"/>
                    <a:pt x="3168" y="2388"/>
                  </a:cubicBezTo>
                  <a:cubicBezTo>
                    <a:pt x="3168" y="1070"/>
                    <a:pt x="2459" y="0"/>
                    <a:pt x="15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6"/>
            <p:cNvSpPr/>
            <p:nvPr/>
          </p:nvSpPr>
          <p:spPr>
            <a:xfrm>
              <a:off x="4588350" y="4546675"/>
              <a:ext cx="46550" cy="70200"/>
            </a:xfrm>
            <a:custGeom>
              <a:avLst/>
              <a:gdLst/>
              <a:ahLst/>
              <a:cxnLst/>
              <a:rect l="l" t="t" r="r" b="b"/>
              <a:pathLst>
                <a:path w="1862" h="2808" extrusionOk="0">
                  <a:moveTo>
                    <a:pt x="931" y="0"/>
                  </a:moveTo>
                  <a:cubicBezTo>
                    <a:pt x="417" y="0"/>
                    <a:pt x="1" y="629"/>
                    <a:pt x="1" y="1403"/>
                  </a:cubicBezTo>
                  <a:cubicBezTo>
                    <a:pt x="1" y="2178"/>
                    <a:pt x="417" y="2807"/>
                    <a:pt x="931" y="2807"/>
                  </a:cubicBezTo>
                  <a:cubicBezTo>
                    <a:pt x="1445" y="2807"/>
                    <a:pt x="1861" y="2178"/>
                    <a:pt x="1861" y="1403"/>
                  </a:cubicBezTo>
                  <a:cubicBezTo>
                    <a:pt x="1861" y="629"/>
                    <a:pt x="1445" y="0"/>
                    <a:pt x="9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6"/>
            <p:cNvSpPr/>
            <p:nvPr/>
          </p:nvSpPr>
          <p:spPr>
            <a:xfrm>
              <a:off x="4597800" y="4556975"/>
              <a:ext cx="32925" cy="49600"/>
            </a:xfrm>
            <a:custGeom>
              <a:avLst/>
              <a:gdLst/>
              <a:ahLst/>
              <a:cxnLst/>
              <a:rect l="l" t="t" r="r" b="b"/>
              <a:pathLst>
                <a:path w="1317" h="1984" extrusionOk="0">
                  <a:moveTo>
                    <a:pt x="658" y="0"/>
                  </a:moveTo>
                  <a:cubicBezTo>
                    <a:pt x="294" y="0"/>
                    <a:pt x="1" y="443"/>
                    <a:pt x="1" y="991"/>
                  </a:cubicBezTo>
                  <a:cubicBezTo>
                    <a:pt x="1" y="1539"/>
                    <a:pt x="294" y="1983"/>
                    <a:pt x="658" y="1983"/>
                  </a:cubicBezTo>
                  <a:cubicBezTo>
                    <a:pt x="1021" y="1983"/>
                    <a:pt x="1316" y="1539"/>
                    <a:pt x="1316" y="991"/>
                  </a:cubicBezTo>
                  <a:cubicBezTo>
                    <a:pt x="1316" y="443"/>
                    <a:pt x="1021" y="0"/>
                    <a:pt x="6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6"/>
            <p:cNvSpPr/>
            <p:nvPr/>
          </p:nvSpPr>
          <p:spPr>
            <a:xfrm>
              <a:off x="4740875" y="4355425"/>
              <a:ext cx="157375" cy="312100"/>
            </a:xfrm>
            <a:custGeom>
              <a:avLst/>
              <a:gdLst/>
              <a:ahLst/>
              <a:cxnLst/>
              <a:rect l="l" t="t" r="r" b="b"/>
              <a:pathLst>
                <a:path w="6295" h="12484" extrusionOk="0">
                  <a:moveTo>
                    <a:pt x="310" y="0"/>
                  </a:moveTo>
                  <a:cubicBezTo>
                    <a:pt x="101" y="0"/>
                    <a:pt x="1" y="248"/>
                    <a:pt x="149" y="396"/>
                  </a:cubicBezTo>
                  <a:cubicBezTo>
                    <a:pt x="2120" y="2351"/>
                    <a:pt x="3467" y="6223"/>
                    <a:pt x="3467" y="10692"/>
                  </a:cubicBezTo>
                  <a:cubicBezTo>
                    <a:pt x="3467" y="11301"/>
                    <a:pt x="3442" y="11899"/>
                    <a:pt x="3393" y="12483"/>
                  </a:cubicBezTo>
                  <a:lnTo>
                    <a:pt x="6223" y="12483"/>
                  </a:lnTo>
                  <a:cubicBezTo>
                    <a:pt x="6269" y="11897"/>
                    <a:pt x="6294" y="11301"/>
                    <a:pt x="6294" y="10692"/>
                  </a:cubicBezTo>
                  <a:cubicBezTo>
                    <a:pt x="6294" y="6230"/>
                    <a:pt x="5001" y="2301"/>
                    <a:pt x="303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6"/>
            <p:cNvSpPr/>
            <p:nvPr/>
          </p:nvSpPr>
          <p:spPr>
            <a:xfrm>
              <a:off x="4750350" y="4354975"/>
              <a:ext cx="164650" cy="312100"/>
            </a:xfrm>
            <a:custGeom>
              <a:avLst/>
              <a:gdLst/>
              <a:ahLst/>
              <a:cxnLst/>
              <a:rect l="l" t="t" r="r" b="b"/>
              <a:pathLst>
                <a:path w="6586" h="12484" extrusionOk="0">
                  <a:moveTo>
                    <a:pt x="0" y="0"/>
                  </a:moveTo>
                  <a:cubicBezTo>
                    <a:pt x="2209" y="1793"/>
                    <a:pt x="3758" y="5899"/>
                    <a:pt x="3758" y="10693"/>
                  </a:cubicBezTo>
                  <a:cubicBezTo>
                    <a:pt x="3758" y="11301"/>
                    <a:pt x="3733" y="11899"/>
                    <a:pt x="3684" y="12484"/>
                  </a:cubicBezTo>
                  <a:lnTo>
                    <a:pt x="6513" y="12484"/>
                  </a:lnTo>
                  <a:cubicBezTo>
                    <a:pt x="6561" y="11897"/>
                    <a:pt x="6586" y="11301"/>
                    <a:pt x="6586" y="10693"/>
                  </a:cubicBezTo>
                  <a:cubicBezTo>
                    <a:pt x="6586" y="6230"/>
                    <a:pt x="5291" y="2301"/>
                    <a:pt x="33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6"/>
            <p:cNvSpPr/>
            <p:nvPr/>
          </p:nvSpPr>
          <p:spPr>
            <a:xfrm>
              <a:off x="2522275" y="3567450"/>
              <a:ext cx="66950" cy="73775"/>
            </a:xfrm>
            <a:custGeom>
              <a:avLst/>
              <a:gdLst/>
              <a:ahLst/>
              <a:cxnLst/>
              <a:rect l="l" t="t" r="r" b="b"/>
              <a:pathLst>
                <a:path w="2678" h="2951" extrusionOk="0">
                  <a:moveTo>
                    <a:pt x="1339" y="1"/>
                  </a:moveTo>
                  <a:cubicBezTo>
                    <a:pt x="600" y="1"/>
                    <a:pt x="0" y="661"/>
                    <a:pt x="0" y="1476"/>
                  </a:cubicBezTo>
                  <a:cubicBezTo>
                    <a:pt x="0" y="2291"/>
                    <a:pt x="600" y="2951"/>
                    <a:pt x="1339" y="2951"/>
                  </a:cubicBezTo>
                  <a:cubicBezTo>
                    <a:pt x="2078" y="2951"/>
                    <a:pt x="2677" y="2291"/>
                    <a:pt x="2677" y="1476"/>
                  </a:cubicBezTo>
                  <a:cubicBezTo>
                    <a:pt x="2677" y="661"/>
                    <a:pt x="2078" y="1"/>
                    <a:pt x="1339"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6"/>
            <p:cNvSpPr/>
            <p:nvPr/>
          </p:nvSpPr>
          <p:spPr>
            <a:xfrm>
              <a:off x="2520200" y="3582300"/>
              <a:ext cx="2566200" cy="475200"/>
            </a:xfrm>
            <a:custGeom>
              <a:avLst/>
              <a:gdLst/>
              <a:ahLst/>
              <a:cxnLst/>
              <a:rect l="l" t="t" r="r" b="b"/>
              <a:pathLst>
                <a:path w="102648" h="19008" extrusionOk="0">
                  <a:moveTo>
                    <a:pt x="903" y="0"/>
                  </a:moveTo>
                  <a:cubicBezTo>
                    <a:pt x="399" y="0"/>
                    <a:pt x="0" y="449"/>
                    <a:pt x="84" y="967"/>
                  </a:cubicBezTo>
                  <a:cubicBezTo>
                    <a:pt x="151" y="1375"/>
                    <a:pt x="533" y="1657"/>
                    <a:pt x="947" y="1657"/>
                  </a:cubicBezTo>
                  <a:lnTo>
                    <a:pt x="88367" y="1657"/>
                  </a:lnTo>
                  <a:cubicBezTo>
                    <a:pt x="89873" y="1657"/>
                    <a:pt x="91269" y="2445"/>
                    <a:pt x="92047" y="3735"/>
                  </a:cubicBezTo>
                  <a:lnTo>
                    <a:pt x="101023" y="18606"/>
                  </a:lnTo>
                  <a:cubicBezTo>
                    <a:pt x="101180" y="18864"/>
                    <a:pt x="101453" y="19007"/>
                    <a:pt x="101734" y="19007"/>
                  </a:cubicBezTo>
                  <a:cubicBezTo>
                    <a:pt x="101895" y="19007"/>
                    <a:pt x="102059" y="18960"/>
                    <a:pt x="102202" y="18861"/>
                  </a:cubicBezTo>
                  <a:cubicBezTo>
                    <a:pt x="102572" y="18609"/>
                    <a:pt x="102648" y="18089"/>
                    <a:pt x="102416" y="17705"/>
                  </a:cubicBezTo>
                  <a:lnTo>
                    <a:pt x="92982" y="2078"/>
                  </a:lnTo>
                  <a:cubicBezTo>
                    <a:pt x="92204" y="789"/>
                    <a:pt x="90808" y="0"/>
                    <a:pt x="893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6"/>
            <p:cNvSpPr/>
            <p:nvPr/>
          </p:nvSpPr>
          <p:spPr>
            <a:xfrm>
              <a:off x="4988775" y="3930225"/>
              <a:ext cx="97625" cy="127275"/>
            </a:xfrm>
            <a:custGeom>
              <a:avLst/>
              <a:gdLst/>
              <a:ahLst/>
              <a:cxnLst/>
              <a:rect l="l" t="t" r="r" b="b"/>
              <a:pathLst>
                <a:path w="3905" h="5091" extrusionOk="0">
                  <a:moveTo>
                    <a:pt x="1387" y="0"/>
                  </a:moveTo>
                  <a:cubicBezTo>
                    <a:pt x="886" y="232"/>
                    <a:pt x="423" y="542"/>
                    <a:pt x="1" y="913"/>
                  </a:cubicBezTo>
                  <a:lnTo>
                    <a:pt x="2280" y="4689"/>
                  </a:lnTo>
                  <a:cubicBezTo>
                    <a:pt x="2437" y="4947"/>
                    <a:pt x="2710" y="5090"/>
                    <a:pt x="2991" y="5090"/>
                  </a:cubicBezTo>
                  <a:cubicBezTo>
                    <a:pt x="3152" y="5090"/>
                    <a:pt x="3316" y="5043"/>
                    <a:pt x="3459" y="4944"/>
                  </a:cubicBezTo>
                  <a:cubicBezTo>
                    <a:pt x="3829" y="4692"/>
                    <a:pt x="3905" y="4172"/>
                    <a:pt x="3673" y="3788"/>
                  </a:cubicBezTo>
                  <a:lnTo>
                    <a:pt x="138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6"/>
            <p:cNvSpPr/>
            <p:nvPr/>
          </p:nvSpPr>
          <p:spPr>
            <a:xfrm>
              <a:off x="3521725" y="3582300"/>
              <a:ext cx="93450" cy="41425"/>
            </a:xfrm>
            <a:custGeom>
              <a:avLst/>
              <a:gdLst/>
              <a:ahLst/>
              <a:cxnLst/>
              <a:rect l="l" t="t" r="r" b="b"/>
              <a:pathLst>
                <a:path w="3738" h="1657" extrusionOk="0">
                  <a:moveTo>
                    <a:pt x="0" y="0"/>
                  </a:moveTo>
                  <a:lnTo>
                    <a:pt x="0" y="1657"/>
                  </a:lnTo>
                  <a:lnTo>
                    <a:pt x="3737" y="1657"/>
                  </a:lnTo>
                  <a:lnTo>
                    <a:pt x="3737"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6"/>
            <p:cNvSpPr/>
            <p:nvPr/>
          </p:nvSpPr>
          <p:spPr>
            <a:xfrm>
              <a:off x="4611275" y="3582300"/>
              <a:ext cx="93500" cy="41425"/>
            </a:xfrm>
            <a:custGeom>
              <a:avLst/>
              <a:gdLst/>
              <a:ahLst/>
              <a:cxnLst/>
              <a:rect l="l" t="t" r="r" b="b"/>
              <a:pathLst>
                <a:path w="3740" h="1657" extrusionOk="0">
                  <a:moveTo>
                    <a:pt x="1" y="0"/>
                  </a:moveTo>
                  <a:lnTo>
                    <a:pt x="1" y="1657"/>
                  </a:lnTo>
                  <a:lnTo>
                    <a:pt x="3739" y="1657"/>
                  </a:lnTo>
                  <a:lnTo>
                    <a:pt x="3739"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6"/>
            <p:cNvSpPr/>
            <p:nvPr/>
          </p:nvSpPr>
          <p:spPr>
            <a:xfrm>
              <a:off x="2521475" y="3487800"/>
              <a:ext cx="69100" cy="76175"/>
            </a:xfrm>
            <a:custGeom>
              <a:avLst/>
              <a:gdLst/>
              <a:ahLst/>
              <a:cxnLst/>
              <a:rect l="l" t="t" r="r" b="b"/>
              <a:pathLst>
                <a:path w="2764" h="3047" extrusionOk="0">
                  <a:moveTo>
                    <a:pt x="1382" y="0"/>
                  </a:moveTo>
                  <a:cubicBezTo>
                    <a:pt x="620" y="0"/>
                    <a:pt x="1" y="682"/>
                    <a:pt x="1" y="1524"/>
                  </a:cubicBezTo>
                  <a:cubicBezTo>
                    <a:pt x="1" y="2364"/>
                    <a:pt x="620" y="3046"/>
                    <a:pt x="1382" y="3046"/>
                  </a:cubicBezTo>
                  <a:cubicBezTo>
                    <a:pt x="2145" y="3046"/>
                    <a:pt x="2764" y="2364"/>
                    <a:pt x="2764" y="1524"/>
                  </a:cubicBezTo>
                  <a:cubicBezTo>
                    <a:pt x="2764" y="682"/>
                    <a:pt x="2145" y="0"/>
                    <a:pt x="1382"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6"/>
            <p:cNvSpPr/>
            <p:nvPr/>
          </p:nvSpPr>
          <p:spPr>
            <a:xfrm>
              <a:off x="2503225" y="3487800"/>
              <a:ext cx="69125" cy="76175"/>
            </a:xfrm>
            <a:custGeom>
              <a:avLst/>
              <a:gdLst/>
              <a:ahLst/>
              <a:cxnLst/>
              <a:rect l="l" t="t" r="r" b="b"/>
              <a:pathLst>
                <a:path w="2765" h="3047" extrusionOk="0">
                  <a:moveTo>
                    <a:pt x="1382" y="0"/>
                  </a:moveTo>
                  <a:cubicBezTo>
                    <a:pt x="619" y="0"/>
                    <a:pt x="0" y="682"/>
                    <a:pt x="0" y="1524"/>
                  </a:cubicBezTo>
                  <a:cubicBezTo>
                    <a:pt x="0" y="2364"/>
                    <a:pt x="619" y="3046"/>
                    <a:pt x="1382" y="3046"/>
                  </a:cubicBezTo>
                  <a:cubicBezTo>
                    <a:pt x="2146" y="3046"/>
                    <a:pt x="2764" y="2364"/>
                    <a:pt x="2764" y="1524"/>
                  </a:cubicBezTo>
                  <a:cubicBezTo>
                    <a:pt x="2764" y="682"/>
                    <a:pt x="2146" y="0"/>
                    <a:pt x="13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6"/>
            <p:cNvSpPr/>
            <p:nvPr/>
          </p:nvSpPr>
          <p:spPr>
            <a:xfrm>
              <a:off x="2504575" y="3567450"/>
              <a:ext cx="66950" cy="73775"/>
            </a:xfrm>
            <a:custGeom>
              <a:avLst/>
              <a:gdLst/>
              <a:ahLst/>
              <a:cxnLst/>
              <a:rect l="l" t="t" r="r" b="b"/>
              <a:pathLst>
                <a:path w="2678" h="2951" extrusionOk="0">
                  <a:moveTo>
                    <a:pt x="1340" y="1"/>
                  </a:moveTo>
                  <a:cubicBezTo>
                    <a:pt x="600" y="1"/>
                    <a:pt x="1" y="661"/>
                    <a:pt x="1" y="1476"/>
                  </a:cubicBezTo>
                  <a:cubicBezTo>
                    <a:pt x="1" y="2291"/>
                    <a:pt x="600" y="2951"/>
                    <a:pt x="1340" y="2951"/>
                  </a:cubicBezTo>
                  <a:cubicBezTo>
                    <a:pt x="2078" y="2951"/>
                    <a:pt x="2678" y="2291"/>
                    <a:pt x="2678" y="1476"/>
                  </a:cubicBezTo>
                  <a:cubicBezTo>
                    <a:pt x="2678" y="661"/>
                    <a:pt x="2078" y="1"/>
                    <a:pt x="13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6"/>
            <p:cNvSpPr/>
            <p:nvPr/>
          </p:nvSpPr>
          <p:spPr>
            <a:xfrm>
              <a:off x="2514950" y="3505625"/>
              <a:ext cx="2156750" cy="197475"/>
            </a:xfrm>
            <a:custGeom>
              <a:avLst/>
              <a:gdLst/>
              <a:ahLst/>
              <a:cxnLst/>
              <a:rect l="l" t="t" r="r" b="b"/>
              <a:pathLst>
                <a:path w="86270" h="7899" extrusionOk="0">
                  <a:moveTo>
                    <a:pt x="830" y="0"/>
                  </a:moveTo>
                  <a:cubicBezTo>
                    <a:pt x="373" y="0"/>
                    <a:pt x="1" y="371"/>
                    <a:pt x="1" y="829"/>
                  </a:cubicBezTo>
                  <a:cubicBezTo>
                    <a:pt x="1" y="1286"/>
                    <a:pt x="373" y="1657"/>
                    <a:pt x="830" y="1657"/>
                  </a:cubicBezTo>
                  <a:lnTo>
                    <a:pt x="40218" y="1657"/>
                  </a:lnTo>
                  <a:cubicBezTo>
                    <a:pt x="40606" y="1657"/>
                    <a:pt x="40922" y="1973"/>
                    <a:pt x="40922" y="2363"/>
                  </a:cubicBezTo>
                  <a:lnTo>
                    <a:pt x="40922" y="5536"/>
                  </a:lnTo>
                  <a:cubicBezTo>
                    <a:pt x="40922" y="6838"/>
                    <a:pt x="41982" y="7899"/>
                    <a:pt x="43285" y="7899"/>
                  </a:cubicBezTo>
                  <a:lnTo>
                    <a:pt x="83589" y="7899"/>
                  </a:lnTo>
                  <a:cubicBezTo>
                    <a:pt x="85067" y="7899"/>
                    <a:pt x="86269" y="6565"/>
                    <a:pt x="86269" y="4928"/>
                  </a:cubicBezTo>
                  <a:lnTo>
                    <a:pt x="86269" y="951"/>
                  </a:lnTo>
                  <a:cubicBezTo>
                    <a:pt x="86269" y="493"/>
                    <a:pt x="85899" y="121"/>
                    <a:pt x="85441" y="121"/>
                  </a:cubicBezTo>
                  <a:cubicBezTo>
                    <a:pt x="84983" y="121"/>
                    <a:pt x="84613" y="493"/>
                    <a:pt x="84613" y="951"/>
                  </a:cubicBezTo>
                  <a:lnTo>
                    <a:pt x="84613" y="4928"/>
                  </a:lnTo>
                  <a:cubicBezTo>
                    <a:pt x="84613" y="5639"/>
                    <a:pt x="84144" y="6240"/>
                    <a:pt x="83589" y="6240"/>
                  </a:cubicBezTo>
                  <a:lnTo>
                    <a:pt x="43285" y="6240"/>
                  </a:lnTo>
                  <a:cubicBezTo>
                    <a:pt x="42897" y="6240"/>
                    <a:pt x="42581" y="5924"/>
                    <a:pt x="42581" y="5536"/>
                  </a:cubicBezTo>
                  <a:lnTo>
                    <a:pt x="42581" y="2363"/>
                  </a:lnTo>
                  <a:cubicBezTo>
                    <a:pt x="42581" y="1059"/>
                    <a:pt x="41520" y="0"/>
                    <a:pt x="402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6"/>
            <p:cNvSpPr/>
            <p:nvPr/>
          </p:nvSpPr>
          <p:spPr>
            <a:xfrm>
              <a:off x="3821475" y="3661625"/>
              <a:ext cx="326125" cy="41475"/>
            </a:xfrm>
            <a:custGeom>
              <a:avLst/>
              <a:gdLst/>
              <a:ahLst/>
              <a:cxnLst/>
              <a:rect l="l" t="t" r="r" b="b"/>
              <a:pathLst>
                <a:path w="13045" h="1659" extrusionOk="0">
                  <a:moveTo>
                    <a:pt x="0" y="0"/>
                  </a:moveTo>
                  <a:cubicBezTo>
                    <a:pt x="237" y="594"/>
                    <a:pt x="530" y="1151"/>
                    <a:pt x="874" y="1659"/>
                  </a:cubicBezTo>
                  <a:lnTo>
                    <a:pt x="12169" y="1659"/>
                  </a:lnTo>
                  <a:cubicBezTo>
                    <a:pt x="12515" y="1151"/>
                    <a:pt x="12807" y="594"/>
                    <a:pt x="13045"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6"/>
            <p:cNvSpPr/>
            <p:nvPr/>
          </p:nvSpPr>
          <p:spPr>
            <a:xfrm>
              <a:off x="3013525" y="3505625"/>
              <a:ext cx="151175" cy="41425"/>
            </a:xfrm>
            <a:custGeom>
              <a:avLst/>
              <a:gdLst/>
              <a:ahLst/>
              <a:cxnLst/>
              <a:rect l="l" t="t" r="r" b="b"/>
              <a:pathLst>
                <a:path w="6047" h="1657" extrusionOk="0">
                  <a:moveTo>
                    <a:pt x="1" y="0"/>
                  </a:moveTo>
                  <a:cubicBezTo>
                    <a:pt x="110" y="592"/>
                    <a:pt x="246" y="1149"/>
                    <a:pt x="405" y="1657"/>
                  </a:cubicBezTo>
                  <a:lnTo>
                    <a:pt x="5642" y="1657"/>
                  </a:lnTo>
                  <a:cubicBezTo>
                    <a:pt x="5801" y="1149"/>
                    <a:pt x="5937" y="594"/>
                    <a:pt x="6046"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6"/>
            <p:cNvSpPr/>
            <p:nvPr/>
          </p:nvSpPr>
          <p:spPr>
            <a:xfrm>
              <a:off x="2727875" y="3505625"/>
              <a:ext cx="151200" cy="41425"/>
            </a:xfrm>
            <a:custGeom>
              <a:avLst/>
              <a:gdLst/>
              <a:ahLst/>
              <a:cxnLst/>
              <a:rect l="l" t="t" r="r" b="b"/>
              <a:pathLst>
                <a:path w="6048" h="1657" extrusionOk="0">
                  <a:moveTo>
                    <a:pt x="1" y="0"/>
                  </a:moveTo>
                  <a:cubicBezTo>
                    <a:pt x="112" y="592"/>
                    <a:pt x="247" y="1149"/>
                    <a:pt x="407" y="1657"/>
                  </a:cubicBezTo>
                  <a:lnTo>
                    <a:pt x="5641" y="1657"/>
                  </a:lnTo>
                  <a:cubicBezTo>
                    <a:pt x="5802" y="1149"/>
                    <a:pt x="5938" y="594"/>
                    <a:pt x="6048"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6"/>
            <p:cNvSpPr/>
            <p:nvPr/>
          </p:nvSpPr>
          <p:spPr>
            <a:xfrm>
              <a:off x="3855175" y="4550225"/>
              <a:ext cx="44275" cy="33525"/>
            </a:xfrm>
            <a:custGeom>
              <a:avLst/>
              <a:gdLst/>
              <a:ahLst/>
              <a:cxnLst/>
              <a:rect l="l" t="t" r="r" b="b"/>
              <a:pathLst>
                <a:path w="1771" h="1341" extrusionOk="0">
                  <a:moveTo>
                    <a:pt x="0" y="0"/>
                  </a:moveTo>
                  <a:lnTo>
                    <a:pt x="0" y="1341"/>
                  </a:lnTo>
                  <a:lnTo>
                    <a:pt x="1771" y="1341"/>
                  </a:lnTo>
                  <a:lnTo>
                    <a:pt x="177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6"/>
            <p:cNvSpPr/>
            <p:nvPr/>
          </p:nvSpPr>
          <p:spPr>
            <a:xfrm>
              <a:off x="3855175" y="4440900"/>
              <a:ext cx="44275" cy="33600"/>
            </a:xfrm>
            <a:custGeom>
              <a:avLst/>
              <a:gdLst/>
              <a:ahLst/>
              <a:cxnLst/>
              <a:rect l="l" t="t" r="r" b="b"/>
              <a:pathLst>
                <a:path w="1771" h="1344" extrusionOk="0">
                  <a:moveTo>
                    <a:pt x="0" y="1"/>
                  </a:moveTo>
                  <a:lnTo>
                    <a:pt x="0" y="1343"/>
                  </a:lnTo>
                  <a:lnTo>
                    <a:pt x="1771" y="1343"/>
                  </a:lnTo>
                  <a:lnTo>
                    <a:pt x="1771" y="1"/>
                  </a:lnTo>
                  <a:close/>
                </a:path>
              </a:pathLst>
            </a:custGeom>
            <a:solidFill>
              <a:srgbClr val="B56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6"/>
            <p:cNvSpPr/>
            <p:nvPr/>
          </p:nvSpPr>
          <p:spPr>
            <a:xfrm>
              <a:off x="3836850" y="4440900"/>
              <a:ext cx="129600" cy="142850"/>
            </a:xfrm>
            <a:custGeom>
              <a:avLst/>
              <a:gdLst/>
              <a:ahLst/>
              <a:cxnLst/>
              <a:rect l="l" t="t" r="r" b="b"/>
              <a:pathLst>
                <a:path w="5184" h="5714" extrusionOk="0">
                  <a:moveTo>
                    <a:pt x="2592" y="1"/>
                  </a:moveTo>
                  <a:cubicBezTo>
                    <a:pt x="1162" y="1"/>
                    <a:pt x="1" y="1280"/>
                    <a:pt x="1" y="2858"/>
                  </a:cubicBezTo>
                  <a:cubicBezTo>
                    <a:pt x="1" y="4435"/>
                    <a:pt x="1162" y="5714"/>
                    <a:pt x="2592" y="5714"/>
                  </a:cubicBezTo>
                  <a:cubicBezTo>
                    <a:pt x="4023" y="5714"/>
                    <a:pt x="5184" y="4435"/>
                    <a:pt x="5184" y="2858"/>
                  </a:cubicBezTo>
                  <a:cubicBezTo>
                    <a:pt x="5184" y="1280"/>
                    <a:pt x="4023" y="1"/>
                    <a:pt x="25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6"/>
            <p:cNvSpPr/>
            <p:nvPr/>
          </p:nvSpPr>
          <p:spPr>
            <a:xfrm>
              <a:off x="4128675" y="4319375"/>
              <a:ext cx="37275" cy="28200"/>
            </a:xfrm>
            <a:custGeom>
              <a:avLst/>
              <a:gdLst/>
              <a:ahLst/>
              <a:cxnLst/>
              <a:rect l="l" t="t" r="r" b="b"/>
              <a:pathLst>
                <a:path w="1491" h="1128" extrusionOk="0">
                  <a:moveTo>
                    <a:pt x="1" y="1"/>
                  </a:moveTo>
                  <a:lnTo>
                    <a:pt x="1" y="1128"/>
                  </a:lnTo>
                  <a:lnTo>
                    <a:pt x="1491" y="1128"/>
                  </a:lnTo>
                  <a:lnTo>
                    <a:pt x="1491" y="1"/>
                  </a:lnTo>
                  <a:close/>
                </a:path>
              </a:pathLst>
            </a:custGeom>
            <a:solidFill>
              <a:srgbClr val="B56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6"/>
            <p:cNvSpPr/>
            <p:nvPr/>
          </p:nvSpPr>
          <p:spPr>
            <a:xfrm>
              <a:off x="4128675" y="4227500"/>
              <a:ext cx="37275" cy="28225"/>
            </a:xfrm>
            <a:custGeom>
              <a:avLst/>
              <a:gdLst/>
              <a:ahLst/>
              <a:cxnLst/>
              <a:rect l="l" t="t" r="r" b="b"/>
              <a:pathLst>
                <a:path w="1491" h="1129" extrusionOk="0">
                  <a:moveTo>
                    <a:pt x="1" y="1"/>
                  </a:moveTo>
                  <a:lnTo>
                    <a:pt x="1" y="1129"/>
                  </a:lnTo>
                  <a:lnTo>
                    <a:pt x="1491" y="1129"/>
                  </a:lnTo>
                  <a:lnTo>
                    <a:pt x="1491" y="1"/>
                  </a:lnTo>
                  <a:close/>
                </a:path>
              </a:pathLst>
            </a:custGeom>
            <a:solidFill>
              <a:srgbClr val="B56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6"/>
            <p:cNvSpPr/>
            <p:nvPr/>
          </p:nvSpPr>
          <p:spPr>
            <a:xfrm>
              <a:off x="4113275" y="4227500"/>
              <a:ext cx="109000" cy="120075"/>
            </a:xfrm>
            <a:custGeom>
              <a:avLst/>
              <a:gdLst/>
              <a:ahLst/>
              <a:cxnLst/>
              <a:rect l="l" t="t" r="r" b="b"/>
              <a:pathLst>
                <a:path w="4360" h="4803" extrusionOk="0">
                  <a:moveTo>
                    <a:pt x="2180" y="1"/>
                  </a:moveTo>
                  <a:cubicBezTo>
                    <a:pt x="977" y="1"/>
                    <a:pt x="1" y="1076"/>
                    <a:pt x="1" y="2402"/>
                  </a:cubicBezTo>
                  <a:cubicBezTo>
                    <a:pt x="1" y="3728"/>
                    <a:pt x="977" y="4803"/>
                    <a:pt x="2180" y="4803"/>
                  </a:cubicBezTo>
                  <a:cubicBezTo>
                    <a:pt x="3384" y="4803"/>
                    <a:pt x="4360" y="3728"/>
                    <a:pt x="4360" y="2402"/>
                  </a:cubicBezTo>
                  <a:cubicBezTo>
                    <a:pt x="4360" y="1076"/>
                    <a:pt x="3384" y="1"/>
                    <a:pt x="21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6"/>
            <p:cNvSpPr/>
            <p:nvPr/>
          </p:nvSpPr>
          <p:spPr>
            <a:xfrm>
              <a:off x="3925200" y="4256775"/>
              <a:ext cx="930625" cy="260950"/>
            </a:xfrm>
            <a:custGeom>
              <a:avLst/>
              <a:gdLst/>
              <a:ahLst/>
              <a:cxnLst/>
              <a:rect l="l" t="t" r="r" b="b"/>
              <a:pathLst>
                <a:path w="37225" h="10438" extrusionOk="0">
                  <a:moveTo>
                    <a:pt x="8317" y="1"/>
                  </a:moveTo>
                  <a:lnTo>
                    <a:pt x="1" y="8267"/>
                  </a:lnTo>
                  <a:cubicBezTo>
                    <a:pt x="333" y="8634"/>
                    <a:pt x="581" y="9092"/>
                    <a:pt x="695" y="9616"/>
                  </a:cubicBezTo>
                  <a:cubicBezTo>
                    <a:pt x="755" y="9894"/>
                    <a:pt x="773" y="10169"/>
                    <a:pt x="755" y="10437"/>
                  </a:cubicBezTo>
                  <a:lnTo>
                    <a:pt x="9172" y="2072"/>
                  </a:lnTo>
                  <a:lnTo>
                    <a:pt x="36190" y="2072"/>
                  </a:lnTo>
                  <a:cubicBezTo>
                    <a:pt x="36761" y="2072"/>
                    <a:pt x="37225" y="1609"/>
                    <a:pt x="37225" y="1037"/>
                  </a:cubicBezTo>
                  <a:cubicBezTo>
                    <a:pt x="37225" y="464"/>
                    <a:pt x="36761" y="1"/>
                    <a:pt x="36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6"/>
            <p:cNvSpPr/>
            <p:nvPr/>
          </p:nvSpPr>
          <p:spPr>
            <a:xfrm>
              <a:off x="3235000" y="4551500"/>
              <a:ext cx="44325" cy="33600"/>
            </a:xfrm>
            <a:custGeom>
              <a:avLst/>
              <a:gdLst/>
              <a:ahLst/>
              <a:cxnLst/>
              <a:rect l="l" t="t" r="r" b="b"/>
              <a:pathLst>
                <a:path w="1773" h="1344" extrusionOk="0">
                  <a:moveTo>
                    <a:pt x="0" y="1"/>
                  </a:moveTo>
                  <a:lnTo>
                    <a:pt x="0" y="1343"/>
                  </a:lnTo>
                  <a:lnTo>
                    <a:pt x="1772" y="1343"/>
                  </a:lnTo>
                  <a:lnTo>
                    <a:pt x="1772" y="1"/>
                  </a:lnTo>
                  <a:close/>
                </a:path>
              </a:pathLst>
            </a:custGeom>
            <a:solidFill>
              <a:srgbClr val="B56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6"/>
            <p:cNvSpPr/>
            <p:nvPr/>
          </p:nvSpPr>
          <p:spPr>
            <a:xfrm>
              <a:off x="3235000" y="4442250"/>
              <a:ext cx="44325" cy="33575"/>
            </a:xfrm>
            <a:custGeom>
              <a:avLst/>
              <a:gdLst/>
              <a:ahLst/>
              <a:cxnLst/>
              <a:rect l="l" t="t" r="r" b="b"/>
              <a:pathLst>
                <a:path w="1773" h="1343" extrusionOk="0">
                  <a:moveTo>
                    <a:pt x="0" y="0"/>
                  </a:moveTo>
                  <a:lnTo>
                    <a:pt x="0" y="1342"/>
                  </a:lnTo>
                  <a:lnTo>
                    <a:pt x="1772" y="1342"/>
                  </a:lnTo>
                  <a:lnTo>
                    <a:pt x="1772" y="0"/>
                  </a:lnTo>
                  <a:close/>
                </a:path>
              </a:pathLst>
            </a:custGeom>
            <a:solidFill>
              <a:srgbClr val="B56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6"/>
            <p:cNvSpPr/>
            <p:nvPr/>
          </p:nvSpPr>
          <p:spPr>
            <a:xfrm>
              <a:off x="3216675" y="4442250"/>
              <a:ext cx="129600" cy="142850"/>
            </a:xfrm>
            <a:custGeom>
              <a:avLst/>
              <a:gdLst/>
              <a:ahLst/>
              <a:cxnLst/>
              <a:rect l="l" t="t" r="r" b="b"/>
              <a:pathLst>
                <a:path w="5184" h="5714" extrusionOk="0">
                  <a:moveTo>
                    <a:pt x="2592" y="0"/>
                  </a:moveTo>
                  <a:cubicBezTo>
                    <a:pt x="1161" y="0"/>
                    <a:pt x="1" y="1279"/>
                    <a:pt x="1" y="2857"/>
                  </a:cubicBezTo>
                  <a:cubicBezTo>
                    <a:pt x="1" y="4434"/>
                    <a:pt x="1161" y="5713"/>
                    <a:pt x="2592" y="5713"/>
                  </a:cubicBezTo>
                  <a:cubicBezTo>
                    <a:pt x="4025" y="5713"/>
                    <a:pt x="5184" y="4434"/>
                    <a:pt x="5184" y="2857"/>
                  </a:cubicBezTo>
                  <a:cubicBezTo>
                    <a:pt x="5184" y="1279"/>
                    <a:pt x="4025" y="0"/>
                    <a:pt x="25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6"/>
            <p:cNvSpPr/>
            <p:nvPr/>
          </p:nvSpPr>
          <p:spPr>
            <a:xfrm>
              <a:off x="2124250" y="4551500"/>
              <a:ext cx="44325" cy="33600"/>
            </a:xfrm>
            <a:custGeom>
              <a:avLst/>
              <a:gdLst/>
              <a:ahLst/>
              <a:cxnLst/>
              <a:rect l="l" t="t" r="r" b="b"/>
              <a:pathLst>
                <a:path w="1773" h="1344" extrusionOk="0">
                  <a:moveTo>
                    <a:pt x="0" y="1"/>
                  </a:moveTo>
                  <a:lnTo>
                    <a:pt x="0" y="1343"/>
                  </a:lnTo>
                  <a:lnTo>
                    <a:pt x="1772" y="1343"/>
                  </a:lnTo>
                  <a:lnTo>
                    <a:pt x="1772" y="1"/>
                  </a:lnTo>
                  <a:close/>
                </a:path>
              </a:pathLst>
            </a:custGeom>
            <a:solidFill>
              <a:srgbClr val="B56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6"/>
            <p:cNvSpPr/>
            <p:nvPr/>
          </p:nvSpPr>
          <p:spPr>
            <a:xfrm>
              <a:off x="2124250" y="4442250"/>
              <a:ext cx="44325" cy="33575"/>
            </a:xfrm>
            <a:custGeom>
              <a:avLst/>
              <a:gdLst/>
              <a:ahLst/>
              <a:cxnLst/>
              <a:rect l="l" t="t" r="r" b="b"/>
              <a:pathLst>
                <a:path w="1773" h="1343" extrusionOk="0">
                  <a:moveTo>
                    <a:pt x="0" y="0"/>
                  </a:moveTo>
                  <a:lnTo>
                    <a:pt x="0" y="1342"/>
                  </a:lnTo>
                  <a:lnTo>
                    <a:pt x="1772" y="1342"/>
                  </a:lnTo>
                  <a:lnTo>
                    <a:pt x="1772" y="0"/>
                  </a:lnTo>
                  <a:close/>
                </a:path>
              </a:pathLst>
            </a:custGeom>
            <a:solidFill>
              <a:srgbClr val="B56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6"/>
            <p:cNvSpPr/>
            <p:nvPr/>
          </p:nvSpPr>
          <p:spPr>
            <a:xfrm>
              <a:off x="2105925" y="4442250"/>
              <a:ext cx="129600" cy="142850"/>
            </a:xfrm>
            <a:custGeom>
              <a:avLst/>
              <a:gdLst/>
              <a:ahLst/>
              <a:cxnLst/>
              <a:rect l="l" t="t" r="r" b="b"/>
              <a:pathLst>
                <a:path w="5184" h="5714" extrusionOk="0">
                  <a:moveTo>
                    <a:pt x="2592" y="0"/>
                  </a:moveTo>
                  <a:cubicBezTo>
                    <a:pt x="1161" y="0"/>
                    <a:pt x="1" y="1279"/>
                    <a:pt x="1" y="2857"/>
                  </a:cubicBezTo>
                  <a:cubicBezTo>
                    <a:pt x="1" y="4434"/>
                    <a:pt x="1161" y="5713"/>
                    <a:pt x="2592" y="5713"/>
                  </a:cubicBezTo>
                  <a:cubicBezTo>
                    <a:pt x="4024" y="5713"/>
                    <a:pt x="5184" y="4434"/>
                    <a:pt x="5184" y="2857"/>
                  </a:cubicBezTo>
                  <a:cubicBezTo>
                    <a:pt x="5184" y="1279"/>
                    <a:pt x="4024" y="0"/>
                    <a:pt x="25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6"/>
            <p:cNvSpPr/>
            <p:nvPr/>
          </p:nvSpPr>
          <p:spPr>
            <a:xfrm>
              <a:off x="1984075" y="4482575"/>
              <a:ext cx="1902825" cy="62175"/>
            </a:xfrm>
            <a:custGeom>
              <a:avLst/>
              <a:gdLst/>
              <a:ahLst/>
              <a:cxnLst/>
              <a:rect l="l" t="t" r="r" b="b"/>
              <a:pathLst>
                <a:path w="76113" h="2487" extrusionOk="0">
                  <a:moveTo>
                    <a:pt x="1242" y="1"/>
                  </a:moveTo>
                  <a:cubicBezTo>
                    <a:pt x="557" y="1"/>
                    <a:pt x="0" y="558"/>
                    <a:pt x="0" y="1244"/>
                  </a:cubicBezTo>
                  <a:cubicBezTo>
                    <a:pt x="0" y="1929"/>
                    <a:pt x="557" y="2486"/>
                    <a:pt x="1242" y="2486"/>
                  </a:cubicBezTo>
                  <a:lnTo>
                    <a:pt x="74870" y="2486"/>
                  </a:lnTo>
                  <a:cubicBezTo>
                    <a:pt x="75556" y="2486"/>
                    <a:pt x="76113" y="1929"/>
                    <a:pt x="76113" y="1244"/>
                  </a:cubicBezTo>
                  <a:cubicBezTo>
                    <a:pt x="76113" y="558"/>
                    <a:pt x="75556" y="1"/>
                    <a:pt x="748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6"/>
            <p:cNvSpPr/>
            <p:nvPr/>
          </p:nvSpPr>
          <p:spPr>
            <a:xfrm>
              <a:off x="1984250" y="4486100"/>
              <a:ext cx="1902650" cy="62175"/>
            </a:xfrm>
            <a:custGeom>
              <a:avLst/>
              <a:gdLst/>
              <a:ahLst/>
              <a:cxnLst/>
              <a:rect l="l" t="t" r="r" b="b"/>
              <a:pathLst>
                <a:path w="76106" h="2487" extrusionOk="0">
                  <a:moveTo>
                    <a:pt x="74405" y="0"/>
                  </a:moveTo>
                  <a:cubicBezTo>
                    <a:pt x="74406" y="27"/>
                    <a:pt x="74414" y="53"/>
                    <a:pt x="74414" y="80"/>
                  </a:cubicBezTo>
                  <a:cubicBezTo>
                    <a:pt x="74414" y="767"/>
                    <a:pt x="73857" y="1323"/>
                    <a:pt x="73170" y="1323"/>
                  </a:cubicBezTo>
                  <a:lnTo>
                    <a:pt x="1" y="1323"/>
                  </a:lnTo>
                  <a:cubicBezTo>
                    <a:pt x="42" y="1972"/>
                    <a:pt x="577" y="2487"/>
                    <a:pt x="1235" y="2487"/>
                  </a:cubicBezTo>
                  <a:lnTo>
                    <a:pt x="74863" y="2487"/>
                  </a:lnTo>
                  <a:cubicBezTo>
                    <a:pt x="75549" y="2487"/>
                    <a:pt x="76106" y="1930"/>
                    <a:pt x="76106" y="1244"/>
                  </a:cubicBezTo>
                  <a:cubicBezTo>
                    <a:pt x="76106" y="557"/>
                    <a:pt x="75549" y="0"/>
                    <a:pt x="748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6"/>
            <p:cNvSpPr/>
            <p:nvPr/>
          </p:nvSpPr>
          <p:spPr>
            <a:xfrm>
              <a:off x="4128675" y="4140425"/>
              <a:ext cx="37275" cy="28225"/>
            </a:xfrm>
            <a:custGeom>
              <a:avLst/>
              <a:gdLst/>
              <a:ahLst/>
              <a:cxnLst/>
              <a:rect l="l" t="t" r="r" b="b"/>
              <a:pathLst>
                <a:path w="1491" h="1129" extrusionOk="0">
                  <a:moveTo>
                    <a:pt x="1" y="0"/>
                  </a:moveTo>
                  <a:lnTo>
                    <a:pt x="1" y="1128"/>
                  </a:lnTo>
                  <a:lnTo>
                    <a:pt x="1491" y="1128"/>
                  </a:lnTo>
                  <a:lnTo>
                    <a:pt x="1491" y="0"/>
                  </a:lnTo>
                  <a:close/>
                </a:path>
              </a:pathLst>
            </a:custGeom>
            <a:solidFill>
              <a:srgbClr val="B56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6"/>
            <p:cNvSpPr/>
            <p:nvPr/>
          </p:nvSpPr>
          <p:spPr>
            <a:xfrm>
              <a:off x="4128675" y="4048525"/>
              <a:ext cx="37275" cy="28250"/>
            </a:xfrm>
            <a:custGeom>
              <a:avLst/>
              <a:gdLst/>
              <a:ahLst/>
              <a:cxnLst/>
              <a:rect l="l" t="t" r="r" b="b"/>
              <a:pathLst>
                <a:path w="1491" h="1130" extrusionOk="0">
                  <a:moveTo>
                    <a:pt x="1" y="1"/>
                  </a:moveTo>
                  <a:lnTo>
                    <a:pt x="1" y="1129"/>
                  </a:lnTo>
                  <a:lnTo>
                    <a:pt x="1491" y="1129"/>
                  </a:lnTo>
                  <a:lnTo>
                    <a:pt x="1491" y="1"/>
                  </a:lnTo>
                  <a:close/>
                </a:path>
              </a:pathLst>
            </a:custGeom>
            <a:solidFill>
              <a:srgbClr val="B56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6"/>
            <p:cNvSpPr/>
            <p:nvPr/>
          </p:nvSpPr>
          <p:spPr>
            <a:xfrm>
              <a:off x="4113275" y="4048525"/>
              <a:ext cx="109000" cy="120125"/>
            </a:xfrm>
            <a:custGeom>
              <a:avLst/>
              <a:gdLst/>
              <a:ahLst/>
              <a:cxnLst/>
              <a:rect l="l" t="t" r="r" b="b"/>
              <a:pathLst>
                <a:path w="4360" h="4805" extrusionOk="0">
                  <a:moveTo>
                    <a:pt x="2180" y="1"/>
                  </a:moveTo>
                  <a:cubicBezTo>
                    <a:pt x="977" y="1"/>
                    <a:pt x="1" y="1076"/>
                    <a:pt x="1" y="2403"/>
                  </a:cubicBezTo>
                  <a:cubicBezTo>
                    <a:pt x="1" y="3729"/>
                    <a:pt x="977" y="4804"/>
                    <a:pt x="2180" y="4804"/>
                  </a:cubicBezTo>
                  <a:cubicBezTo>
                    <a:pt x="3384" y="4804"/>
                    <a:pt x="4360" y="3729"/>
                    <a:pt x="4360" y="2403"/>
                  </a:cubicBezTo>
                  <a:cubicBezTo>
                    <a:pt x="4360" y="1076"/>
                    <a:pt x="3384" y="1"/>
                    <a:pt x="21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6"/>
            <p:cNvSpPr/>
            <p:nvPr/>
          </p:nvSpPr>
          <p:spPr>
            <a:xfrm>
              <a:off x="4130425" y="4085675"/>
              <a:ext cx="861300" cy="41450"/>
            </a:xfrm>
            <a:custGeom>
              <a:avLst/>
              <a:gdLst/>
              <a:ahLst/>
              <a:cxnLst/>
              <a:rect l="l" t="t" r="r" b="b"/>
              <a:pathLst>
                <a:path w="34452" h="1658" extrusionOk="0">
                  <a:moveTo>
                    <a:pt x="828" y="0"/>
                  </a:moveTo>
                  <a:cubicBezTo>
                    <a:pt x="371" y="0"/>
                    <a:pt x="0" y="371"/>
                    <a:pt x="0" y="829"/>
                  </a:cubicBezTo>
                  <a:cubicBezTo>
                    <a:pt x="0" y="1287"/>
                    <a:pt x="371" y="1657"/>
                    <a:pt x="828" y="1657"/>
                  </a:cubicBezTo>
                  <a:lnTo>
                    <a:pt x="33623" y="1657"/>
                  </a:lnTo>
                  <a:cubicBezTo>
                    <a:pt x="34079" y="1657"/>
                    <a:pt x="34451" y="1287"/>
                    <a:pt x="34451" y="829"/>
                  </a:cubicBezTo>
                  <a:cubicBezTo>
                    <a:pt x="34451" y="371"/>
                    <a:pt x="34079" y="0"/>
                    <a:pt x="336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6"/>
            <p:cNvSpPr/>
            <p:nvPr/>
          </p:nvSpPr>
          <p:spPr>
            <a:xfrm>
              <a:off x="4929525" y="4085675"/>
              <a:ext cx="62200" cy="41450"/>
            </a:xfrm>
            <a:custGeom>
              <a:avLst/>
              <a:gdLst/>
              <a:ahLst/>
              <a:cxnLst/>
              <a:rect l="l" t="t" r="r" b="b"/>
              <a:pathLst>
                <a:path w="2488" h="1658" extrusionOk="0">
                  <a:moveTo>
                    <a:pt x="132" y="0"/>
                  </a:moveTo>
                  <a:cubicBezTo>
                    <a:pt x="48" y="328"/>
                    <a:pt x="1" y="691"/>
                    <a:pt x="1" y="1075"/>
                  </a:cubicBezTo>
                  <a:cubicBezTo>
                    <a:pt x="1" y="1276"/>
                    <a:pt x="15" y="1470"/>
                    <a:pt x="39" y="1657"/>
                  </a:cubicBezTo>
                  <a:lnTo>
                    <a:pt x="1659" y="1657"/>
                  </a:lnTo>
                  <a:cubicBezTo>
                    <a:pt x="2115" y="1657"/>
                    <a:pt x="2487" y="1287"/>
                    <a:pt x="2487" y="829"/>
                  </a:cubicBezTo>
                  <a:cubicBezTo>
                    <a:pt x="2487" y="371"/>
                    <a:pt x="2115" y="0"/>
                    <a:pt x="16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6"/>
            <p:cNvSpPr/>
            <p:nvPr/>
          </p:nvSpPr>
          <p:spPr>
            <a:xfrm>
              <a:off x="3712575" y="3981650"/>
              <a:ext cx="446950" cy="214250"/>
            </a:xfrm>
            <a:custGeom>
              <a:avLst/>
              <a:gdLst/>
              <a:ahLst/>
              <a:cxnLst/>
              <a:rect l="l" t="t" r="r" b="b"/>
              <a:pathLst>
                <a:path w="17878" h="8570" extrusionOk="0">
                  <a:moveTo>
                    <a:pt x="829" y="0"/>
                  </a:moveTo>
                  <a:cubicBezTo>
                    <a:pt x="371" y="0"/>
                    <a:pt x="0" y="371"/>
                    <a:pt x="0" y="829"/>
                  </a:cubicBezTo>
                  <a:cubicBezTo>
                    <a:pt x="0" y="1286"/>
                    <a:pt x="371" y="1657"/>
                    <a:pt x="829" y="1657"/>
                  </a:cubicBezTo>
                  <a:lnTo>
                    <a:pt x="1886" y="1657"/>
                  </a:lnTo>
                  <a:cubicBezTo>
                    <a:pt x="2246" y="1657"/>
                    <a:pt x="2539" y="1949"/>
                    <a:pt x="2539" y="2310"/>
                  </a:cubicBezTo>
                  <a:lnTo>
                    <a:pt x="2539" y="6224"/>
                  </a:lnTo>
                  <a:cubicBezTo>
                    <a:pt x="2539" y="7516"/>
                    <a:pt x="3590" y="8569"/>
                    <a:pt x="4883" y="8569"/>
                  </a:cubicBezTo>
                  <a:lnTo>
                    <a:pt x="17049" y="8569"/>
                  </a:lnTo>
                  <a:cubicBezTo>
                    <a:pt x="17507" y="8569"/>
                    <a:pt x="17878" y="8197"/>
                    <a:pt x="17878" y="7741"/>
                  </a:cubicBezTo>
                  <a:cubicBezTo>
                    <a:pt x="17878" y="7283"/>
                    <a:pt x="17507" y="6911"/>
                    <a:pt x="17049" y="6911"/>
                  </a:cubicBezTo>
                  <a:lnTo>
                    <a:pt x="4883" y="6911"/>
                  </a:lnTo>
                  <a:cubicBezTo>
                    <a:pt x="4504" y="6911"/>
                    <a:pt x="4195" y="6602"/>
                    <a:pt x="4195" y="6224"/>
                  </a:cubicBezTo>
                  <a:lnTo>
                    <a:pt x="4195" y="2310"/>
                  </a:lnTo>
                  <a:cubicBezTo>
                    <a:pt x="4195" y="1037"/>
                    <a:pt x="3160" y="0"/>
                    <a:pt x="18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6"/>
            <p:cNvSpPr/>
            <p:nvPr/>
          </p:nvSpPr>
          <p:spPr>
            <a:xfrm>
              <a:off x="3712575" y="3981650"/>
              <a:ext cx="68875" cy="45875"/>
            </a:xfrm>
            <a:custGeom>
              <a:avLst/>
              <a:gdLst/>
              <a:ahLst/>
              <a:cxnLst/>
              <a:rect l="l" t="t" r="r" b="b"/>
              <a:pathLst>
                <a:path w="2755" h="1835" extrusionOk="0">
                  <a:moveTo>
                    <a:pt x="829" y="0"/>
                  </a:moveTo>
                  <a:cubicBezTo>
                    <a:pt x="371" y="0"/>
                    <a:pt x="0" y="371"/>
                    <a:pt x="0" y="829"/>
                  </a:cubicBezTo>
                  <a:cubicBezTo>
                    <a:pt x="0" y="1286"/>
                    <a:pt x="371" y="1657"/>
                    <a:pt x="829" y="1657"/>
                  </a:cubicBezTo>
                  <a:lnTo>
                    <a:pt x="1886" y="1657"/>
                  </a:lnTo>
                  <a:cubicBezTo>
                    <a:pt x="2059" y="1657"/>
                    <a:pt x="2214" y="1725"/>
                    <a:pt x="2330" y="1834"/>
                  </a:cubicBezTo>
                  <a:cubicBezTo>
                    <a:pt x="2435" y="1244"/>
                    <a:pt x="2577" y="685"/>
                    <a:pt x="2754" y="170"/>
                  </a:cubicBezTo>
                  <a:cubicBezTo>
                    <a:pt x="2485" y="61"/>
                    <a:pt x="2193" y="0"/>
                    <a:pt x="18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6"/>
            <p:cNvSpPr/>
            <p:nvPr/>
          </p:nvSpPr>
          <p:spPr>
            <a:xfrm>
              <a:off x="4072450" y="4154400"/>
              <a:ext cx="87075" cy="41500"/>
            </a:xfrm>
            <a:custGeom>
              <a:avLst/>
              <a:gdLst/>
              <a:ahLst/>
              <a:cxnLst/>
              <a:rect l="l" t="t" r="r" b="b"/>
              <a:pathLst>
                <a:path w="3483" h="1660" extrusionOk="0">
                  <a:moveTo>
                    <a:pt x="1" y="1"/>
                  </a:moveTo>
                  <a:cubicBezTo>
                    <a:pt x="89" y="563"/>
                    <a:pt x="148" y="1117"/>
                    <a:pt x="184" y="1659"/>
                  </a:cubicBezTo>
                  <a:lnTo>
                    <a:pt x="2654" y="1659"/>
                  </a:lnTo>
                  <a:cubicBezTo>
                    <a:pt x="3112" y="1659"/>
                    <a:pt x="3483" y="1287"/>
                    <a:pt x="3483" y="831"/>
                  </a:cubicBezTo>
                  <a:cubicBezTo>
                    <a:pt x="3483" y="373"/>
                    <a:pt x="3112" y="1"/>
                    <a:pt x="26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6"/>
            <p:cNvSpPr/>
            <p:nvPr/>
          </p:nvSpPr>
          <p:spPr>
            <a:xfrm>
              <a:off x="4127750" y="4076850"/>
              <a:ext cx="41500" cy="221300"/>
            </a:xfrm>
            <a:custGeom>
              <a:avLst/>
              <a:gdLst/>
              <a:ahLst/>
              <a:cxnLst/>
              <a:rect l="l" t="t" r="r" b="b"/>
              <a:pathLst>
                <a:path w="1660" h="8852" extrusionOk="0">
                  <a:moveTo>
                    <a:pt x="829" y="0"/>
                  </a:moveTo>
                  <a:cubicBezTo>
                    <a:pt x="371" y="0"/>
                    <a:pt x="1" y="371"/>
                    <a:pt x="1" y="829"/>
                  </a:cubicBezTo>
                  <a:lnTo>
                    <a:pt x="1" y="8023"/>
                  </a:lnTo>
                  <a:cubicBezTo>
                    <a:pt x="1" y="8479"/>
                    <a:pt x="371" y="8851"/>
                    <a:pt x="829" y="8851"/>
                  </a:cubicBezTo>
                  <a:cubicBezTo>
                    <a:pt x="1287" y="8851"/>
                    <a:pt x="1659" y="8479"/>
                    <a:pt x="1659" y="8023"/>
                  </a:cubicBezTo>
                  <a:lnTo>
                    <a:pt x="1659" y="829"/>
                  </a:lnTo>
                  <a:cubicBezTo>
                    <a:pt x="1659" y="371"/>
                    <a:pt x="1287" y="0"/>
                    <a:pt x="8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6"/>
            <p:cNvSpPr/>
            <p:nvPr/>
          </p:nvSpPr>
          <p:spPr>
            <a:xfrm>
              <a:off x="5246325" y="3581000"/>
              <a:ext cx="88775" cy="97850"/>
            </a:xfrm>
            <a:custGeom>
              <a:avLst/>
              <a:gdLst/>
              <a:ahLst/>
              <a:cxnLst/>
              <a:rect l="l" t="t" r="r" b="b"/>
              <a:pathLst>
                <a:path w="3551" h="3914" extrusionOk="0">
                  <a:moveTo>
                    <a:pt x="1776" y="0"/>
                  </a:moveTo>
                  <a:cubicBezTo>
                    <a:pt x="795" y="0"/>
                    <a:pt x="1" y="876"/>
                    <a:pt x="1" y="1957"/>
                  </a:cubicBezTo>
                  <a:cubicBezTo>
                    <a:pt x="1" y="3036"/>
                    <a:pt x="795" y="3914"/>
                    <a:pt x="1776" y="3914"/>
                  </a:cubicBezTo>
                  <a:cubicBezTo>
                    <a:pt x="2756" y="3914"/>
                    <a:pt x="3551" y="3036"/>
                    <a:pt x="3551" y="1957"/>
                  </a:cubicBezTo>
                  <a:cubicBezTo>
                    <a:pt x="3551" y="876"/>
                    <a:pt x="2756" y="0"/>
                    <a:pt x="1776"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6"/>
            <p:cNvSpPr/>
            <p:nvPr/>
          </p:nvSpPr>
          <p:spPr>
            <a:xfrm>
              <a:off x="5260000" y="3614800"/>
              <a:ext cx="300000" cy="528300"/>
            </a:xfrm>
            <a:custGeom>
              <a:avLst/>
              <a:gdLst/>
              <a:ahLst/>
              <a:cxnLst/>
              <a:rect l="l" t="t" r="r" b="b"/>
              <a:pathLst>
                <a:path w="12000" h="21132" extrusionOk="0">
                  <a:moveTo>
                    <a:pt x="710" y="1"/>
                  </a:moveTo>
                  <a:cubicBezTo>
                    <a:pt x="611" y="1"/>
                    <a:pt x="511" y="24"/>
                    <a:pt x="418" y="73"/>
                  </a:cubicBezTo>
                  <a:cubicBezTo>
                    <a:pt x="115" y="234"/>
                    <a:pt x="0" y="611"/>
                    <a:pt x="161" y="914"/>
                  </a:cubicBezTo>
                  <a:lnTo>
                    <a:pt x="10740" y="20802"/>
                  </a:lnTo>
                  <a:cubicBezTo>
                    <a:pt x="10852" y="21012"/>
                    <a:pt x="11068" y="21132"/>
                    <a:pt x="11289" y="21132"/>
                  </a:cubicBezTo>
                  <a:cubicBezTo>
                    <a:pt x="11388" y="21132"/>
                    <a:pt x="11488" y="21108"/>
                    <a:pt x="11581" y="21059"/>
                  </a:cubicBezTo>
                  <a:cubicBezTo>
                    <a:pt x="11884" y="20897"/>
                    <a:pt x="11999" y="20522"/>
                    <a:pt x="11837" y="20217"/>
                  </a:cubicBezTo>
                  <a:lnTo>
                    <a:pt x="1258" y="330"/>
                  </a:lnTo>
                  <a:cubicBezTo>
                    <a:pt x="1148" y="120"/>
                    <a:pt x="933" y="1"/>
                    <a:pt x="7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6"/>
            <p:cNvSpPr/>
            <p:nvPr/>
          </p:nvSpPr>
          <p:spPr>
            <a:xfrm>
              <a:off x="5306200" y="3695450"/>
              <a:ext cx="183075" cy="346350"/>
            </a:xfrm>
            <a:custGeom>
              <a:avLst/>
              <a:gdLst/>
              <a:ahLst/>
              <a:cxnLst/>
              <a:rect l="l" t="t" r="r" b="b"/>
              <a:pathLst>
                <a:path w="7323" h="13854" extrusionOk="0">
                  <a:moveTo>
                    <a:pt x="952" y="0"/>
                  </a:moveTo>
                  <a:cubicBezTo>
                    <a:pt x="618" y="223"/>
                    <a:pt x="299" y="512"/>
                    <a:pt x="1" y="861"/>
                  </a:cubicBezTo>
                  <a:lnTo>
                    <a:pt x="6912" y="13854"/>
                  </a:lnTo>
                  <a:cubicBezTo>
                    <a:pt x="7081" y="13263"/>
                    <a:pt x="7219" y="12634"/>
                    <a:pt x="7322" y="11977"/>
                  </a:cubicBezTo>
                  <a:lnTo>
                    <a:pt x="95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6"/>
            <p:cNvSpPr/>
            <p:nvPr/>
          </p:nvSpPr>
          <p:spPr>
            <a:xfrm>
              <a:off x="5813400" y="3069800"/>
              <a:ext cx="244425" cy="1037600"/>
            </a:xfrm>
            <a:custGeom>
              <a:avLst/>
              <a:gdLst/>
              <a:ahLst/>
              <a:cxnLst/>
              <a:rect l="l" t="t" r="r" b="b"/>
              <a:pathLst>
                <a:path w="9777" h="41504" extrusionOk="0">
                  <a:moveTo>
                    <a:pt x="207" y="0"/>
                  </a:moveTo>
                  <a:cubicBezTo>
                    <a:pt x="93" y="0"/>
                    <a:pt x="0" y="93"/>
                    <a:pt x="0" y="207"/>
                  </a:cubicBezTo>
                  <a:cubicBezTo>
                    <a:pt x="0" y="322"/>
                    <a:pt x="93" y="414"/>
                    <a:pt x="207" y="414"/>
                  </a:cubicBezTo>
                  <a:cubicBezTo>
                    <a:pt x="5256" y="414"/>
                    <a:pt x="9362" y="9538"/>
                    <a:pt x="9362" y="20751"/>
                  </a:cubicBezTo>
                  <a:cubicBezTo>
                    <a:pt x="9362" y="31966"/>
                    <a:pt x="5256" y="41089"/>
                    <a:pt x="207" y="41089"/>
                  </a:cubicBezTo>
                  <a:cubicBezTo>
                    <a:pt x="93" y="41089"/>
                    <a:pt x="0" y="41182"/>
                    <a:pt x="0" y="41295"/>
                  </a:cubicBezTo>
                  <a:cubicBezTo>
                    <a:pt x="0" y="41411"/>
                    <a:pt x="93" y="41504"/>
                    <a:pt x="207" y="41504"/>
                  </a:cubicBezTo>
                  <a:cubicBezTo>
                    <a:pt x="5484" y="41504"/>
                    <a:pt x="9777" y="32194"/>
                    <a:pt x="9777" y="20751"/>
                  </a:cubicBezTo>
                  <a:cubicBezTo>
                    <a:pt x="9777" y="9309"/>
                    <a:pt x="5484" y="0"/>
                    <a:pt x="2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6"/>
            <p:cNvSpPr/>
            <p:nvPr/>
          </p:nvSpPr>
          <p:spPr>
            <a:xfrm>
              <a:off x="5869800" y="3397975"/>
              <a:ext cx="285125" cy="382175"/>
            </a:xfrm>
            <a:custGeom>
              <a:avLst/>
              <a:gdLst/>
              <a:ahLst/>
              <a:cxnLst/>
              <a:rect l="l" t="t" r="r" b="b"/>
              <a:pathLst>
                <a:path w="11405" h="15287" extrusionOk="0">
                  <a:moveTo>
                    <a:pt x="5703" y="0"/>
                  </a:moveTo>
                  <a:cubicBezTo>
                    <a:pt x="4190" y="0"/>
                    <a:pt x="2740" y="805"/>
                    <a:pt x="1671" y="2239"/>
                  </a:cubicBezTo>
                  <a:cubicBezTo>
                    <a:pt x="602" y="3673"/>
                    <a:pt x="1" y="5616"/>
                    <a:pt x="1" y="7643"/>
                  </a:cubicBezTo>
                  <a:cubicBezTo>
                    <a:pt x="1" y="9671"/>
                    <a:pt x="602" y="11614"/>
                    <a:pt x="1671" y="13048"/>
                  </a:cubicBezTo>
                  <a:cubicBezTo>
                    <a:pt x="2740" y="14480"/>
                    <a:pt x="4190" y="15286"/>
                    <a:pt x="5703" y="15286"/>
                  </a:cubicBezTo>
                  <a:cubicBezTo>
                    <a:pt x="7215" y="15286"/>
                    <a:pt x="8665" y="14480"/>
                    <a:pt x="9734" y="13048"/>
                  </a:cubicBezTo>
                  <a:cubicBezTo>
                    <a:pt x="10804" y="11614"/>
                    <a:pt x="11405" y="9671"/>
                    <a:pt x="11405" y="7643"/>
                  </a:cubicBezTo>
                  <a:cubicBezTo>
                    <a:pt x="11405" y="5616"/>
                    <a:pt x="10804" y="3673"/>
                    <a:pt x="9734" y="2239"/>
                  </a:cubicBezTo>
                  <a:cubicBezTo>
                    <a:pt x="8665" y="805"/>
                    <a:pt x="7215" y="0"/>
                    <a:pt x="57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6"/>
            <p:cNvSpPr/>
            <p:nvPr/>
          </p:nvSpPr>
          <p:spPr>
            <a:xfrm>
              <a:off x="5900700" y="3420500"/>
              <a:ext cx="251525" cy="337100"/>
            </a:xfrm>
            <a:custGeom>
              <a:avLst/>
              <a:gdLst/>
              <a:ahLst/>
              <a:cxnLst/>
              <a:rect l="l" t="t" r="r" b="b"/>
              <a:pathLst>
                <a:path w="10061" h="13484" extrusionOk="0">
                  <a:moveTo>
                    <a:pt x="5031" y="0"/>
                  </a:moveTo>
                  <a:cubicBezTo>
                    <a:pt x="2252" y="0"/>
                    <a:pt x="1" y="3018"/>
                    <a:pt x="1" y="6742"/>
                  </a:cubicBezTo>
                  <a:cubicBezTo>
                    <a:pt x="1" y="10465"/>
                    <a:pt x="2252" y="13483"/>
                    <a:pt x="5031" y="13483"/>
                  </a:cubicBezTo>
                  <a:cubicBezTo>
                    <a:pt x="7809" y="13483"/>
                    <a:pt x="10061" y="10465"/>
                    <a:pt x="10061" y="6742"/>
                  </a:cubicBezTo>
                  <a:cubicBezTo>
                    <a:pt x="10061" y="3018"/>
                    <a:pt x="7809" y="0"/>
                    <a:pt x="50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6"/>
            <p:cNvSpPr/>
            <p:nvPr/>
          </p:nvSpPr>
          <p:spPr>
            <a:xfrm>
              <a:off x="3785300" y="4440900"/>
              <a:ext cx="129600" cy="142850"/>
            </a:xfrm>
            <a:custGeom>
              <a:avLst/>
              <a:gdLst/>
              <a:ahLst/>
              <a:cxnLst/>
              <a:rect l="l" t="t" r="r" b="b"/>
              <a:pathLst>
                <a:path w="5184" h="5714" extrusionOk="0">
                  <a:moveTo>
                    <a:pt x="2592" y="1"/>
                  </a:moveTo>
                  <a:cubicBezTo>
                    <a:pt x="1161" y="1"/>
                    <a:pt x="0" y="1280"/>
                    <a:pt x="0" y="2858"/>
                  </a:cubicBezTo>
                  <a:cubicBezTo>
                    <a:pt x="0" y="4435"/>
                    <a:pt x="1161" y="5714"/>
                    <a:pt x="2592" y="5714"/>
                  </a:cubicBezTo>
                  <a:cubicBezTo>
                    <a:pt x="4022" y="5714"/>
                    <a:pt x="5183" y="4435"/>
                    <a:pt x="5183" y="2858"/>
                  </a:cubicBezTo>
                  <a:cubicBezTo>
                    <a:pt x="5183" y="1280"/>
                    <a:pt x="4022" y="1"/>
                    <a:pt x="25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6"/>
            <p:cNvSpPr/>
            <p:nvPr/>
          </p:nvSpPr>
          <p:spPr>
            <a:xfrm>
              <a:off x="3165100" y="4442250"/>
              <a:ext cx="129600" cy="142850"/>
            </a:xfrm>
            <a:custGeom>
              <a:avLst/>
              <a:gdLst/>
              <a:ahLst/>
              <a:cxnLst/>
              <a:rect l="l" t="t" r="r" b="b"/>
              <a:pathLst>
                <a:path w="5184" h="5714" extrusionOk="0">
                  <a:moveTo>
                    <a:pt x="2592" y="0"/>
                  </a:moveTo>
                  <a:cubicBezTo>
                    <a:pt x="1162" y="0"/>
                    <a:pt x="1" y="1279"/>
                    <a:pt x="1" y="2857"/>
                  </a:cubicBezTo>
                  <a:cubicBezTo>
                    <a:pt x="1" y="4434"/>
                    <a:pt x="1162" y="5713"/>
                    <a:pt x="2592" y="5713"/>
                  </a:cubicBezTo>
                  <a:cubicBezTo>
                    <a:pt x="4025" y="5713"/>
                    <a:pt x="5184" y="4434"/>
                    <a:pt x="5184" y="2857"/>
                  </a:cubicBezTo>
                  <a:cubicBezTo>
                    <a:pt x="5184" y="1279"/>
                    <a:pt x="4025" y="0"/>
                    <a:pt x="25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6"/>
            <p:cNvSpPr/>
            <p:nvPr/>
          </p:nvSpPr>
          <p:spPr>
            <a:xfrm>
              <a:off x="3184675" y="4473975"/>
              <a:ext cx="71975" cy="79375"/>
            </a:xfrm>
            <a:custGeom>
              <a:avLst/>
              <a:gdLst/>
              <a:ahLst/>
              <a:cxnLst/>
              <a:rect l="l" t="t" r="r" b="b"/>
              <a:pathLst>
                <a:path w="2879" h="3175" extrusionOk="0">
                  <a:moveTo>
                    <a:pt x="1440" y="1"/>
                  </a:moveTo>
                  <a:cubicBezTo>
                    <a:pt x="644" y="1"/>
                    <a:pt x="1" y="711"/>
                    <a:pt x="1" y="1588"/>
                  </a:cubicBezTo>
                  <a:cubicBezTo>
                    <a:pt x="1" y="2464"/>
                    <a:pt x="644" y="3174"/>
                    <a:pt x="1440" y="3174"/>
                  </a:cubicBezTo>
                  <a:cubicBezTo>
                    <a:pt x="2235" y="3174"/>
                    <a:pt x="2878" y="2464"/>
                    <a:pt x="2878" y="1588"/>
                  </a:cubicBezTo>
                  <a:cubicBezTo>
                    <a:pt x="2878" y="711"/>
                    <a:pt x="2235" y="1"/>
                    <a:pt x="144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6"/>
            <p:cNvSpPr/>
            <p:nvPr/>
          </p:nvSpPr>
          <p:spPr>
            <a:xfrm>
              <a:off x="2054350" y="4442250"/>
              <a:ext cx="129600" cy="142850"/>
            </a:xfrm>
            <a:custGeom>
              <a:avLst/>
              <a:gdLst/>
              <a:ahLst/>
              <a:cxnLst/>
              <a:rect l="l" t="t" r="r" b="b"/>
              <a:pathLst>
                <a:path w="5184" h="5714" extrusionOk="0">
                  <a:moveTo>
                    <a:pt x="2592" y="0"/>
                  </a:moveTo>
                  <a:cubicBezTo>
                    <a:pt x="1161" y="0"/>
                    <a:pt x="1" y="1279"/>
                    <a:pt x="1" y="2857"/>
                  </a:cubicBezTo>
                  <a:cubicBezTo>
                    <a:pt x="1" y="4434"/>
                    <a:pt x="1161" y="5713"/>
                    <a:pt x="2592" y="5713"/>
                  </a:cubicBezTo>
                  <a:cubicBezTo>
                    <a:pt x="4025" y="5713"/>
                    <a:pt x="5184" y="4434"/>
                    <a:pt x="5184" y="2857"/>
                  </a:cubicBezTo>
                  <a:cubicBezTo>
                    <a:pt x="5184" y="1279"/>
                    <a:pt x="4025" y="0"/>
                    <a:pt x="25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6"/>
            <p:cNvSpPr/>
            <p:nvPr/>
          </p:nvSpPr>
          <p:spPr>
            <a:xfrm>
              <a:off x="4069950" y="4227500"/>
              <a:ext cx="108950" cy="120075"/>
            </a:xfrm>
            <a:custGeom>
              <a:avLst/>
              <a:gdLst/>
              <a:ahLst/>
              <a:cxnLst/>
              <a:rect l="l" t="t" r="r" b="b"/>
              <a:pathLst>
                <a:path w="4358" h="4803" extrusionOk="0">
                  <a:moveTo>
                    <a:pt x="2180" y="1"/>
                  </a:moveTo>
                  <a:cubicBezTo>
                    <a:pt x="976" y="1"/>
                    <a:pt x="0" y="1076"/>
                    <a:pt x="0" y="2402"/>
                  </a:cubicBezTo>
                  <a:cubicBezTo>
                    <a:pt x="0" y="3728"/>
                    <a:pt x="976" y="4803"/>
                    <a:pt x="2180" y="4803"/>
                  </a:cubicBezTo>
                  <a:cubicBezTo>
                    <a:pt x="3383" y="4803"/>
                    <a:pt x="4358" y="3728"/>
                    <a:pt x="4358" y="2402"/>
                  </a:cubicBezTo>
                  <a:cubicBezTo>
                    <a:pt x="4358" y="1076"/>
                    <a:pt x="3383" y="1"/>
                    <a:pt x="21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6"/>
            <p:cNvSpPr/>
            <p:nvPr/>
          </p:nvSpPr>
          <p:spPr>
            <a:xfrm>
              <a:off x="4069950" y="4048525"/>
              <a:ext cx="108950" cy="120125"/>
            </a:xfrm>
            <a:custGeom>
              <a:avLst/>
              <a:gdLst/>
              <a:ahLst/>
              <a:cxnLst/>
              <a:rect l="l" t="t" r="r" b="b"/>
              <a:pathLst>
                <a:path w="4358" h="4805" extrusionOk="0">
                  <a:moveTo>
                    <a:pt x="2180" y="1"/>
                  </a:moveTo>
                  <a:cubicBezTo>
                    <a:pt x="976" y="1"/>
                    <a:pt x="0" y="1076"/>
                    <a:pt x="0" y="2403"/>
                  </a:cubicBezTo>
                  <a:cubicBezTo>
                    <a:pt x="0" y="3729"/>
                    <a:pt x="976" y="4804"/>
                    <a:pt x="2180" y="4804"/>
                  </a:cubicBezTo>
                  <a:cubicBezTo>
                    <a:pt x="3383" y="4804"/>
                    <a:pt x="4358" y="3729"/>
                    <a:pt x="4358" y="2403"/>
                  </a:cubicBezTo>
                  <a:cubicBezTo>
                    <a:pt x="4358" y="1076"/>
                    <a:pt x="3383" y="1"/>
                    <a:pt x="21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6"/>
            <p:cNvSpPr/>
            <p:nvPr/>
          </p:nvSpPr>
          <p:spPr>
            <a:xfrm>
              <a:off x="1582275" y="2821100"/>
              <a:ext cx="932700" cy="111100"/>
            </a:xfrm>
            <a:custGeom>
              <a:avLst/>
              <a:gdLst/>
              <a:ahLst/>
              <a:cxnLst/>
              <a:rect l="l" t="t" r="r" b="b"/>
              <a:pathLst>
                <a:path w="37308" h="4444" extrusionOk="0">
                  <a:moveTo>
                    <a:pt x="1" y="0"/>
                  </a:moveTo>
                  <a:lnTo>
                    <a:pt x="1" y="2186"/>
                  </a:lnTo>
                  <a:lnTo>
                    <a:pt x="562" y="2186"/>
                  </a:lnTo>
                  <a:cubicBezTo>
                    <a:pt x="1387" y="2186"/>
                    <a:pt x="2056" y="3196"/>
                    <a:pt x="2056" y="4443"/>
                  </a:cubicBezTo>
                  <a:lnTo>
                    <a:pt x="35793" y="4443"/>
                  </a:lnTo>
                  <a:cubicBezTo>
                    <a:pt x="36630" y="4443"/>
                    <a:pt x="37308" y="3764"/>
                    <a:pt x="37308" y="2927"/>
                  </a:cubicBezTo>
                  <a:lnTo>
                    <a:pt x="37308" y="1515"/>
                  </a:lnTo>
                  <a:cubicBezTo>
                    <a:pt x="37308" y="678"/>
                    <a:pt x="36630" y="0"/>
                    <a:pt x="357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6"/>
            <p:cNvSpPr/>
            <p:nvPr/>
          </p:nvSpPr>
          <p:spPr>
            <a:xfrm>
              <a:off x="1887475" y="2821100"/>
              <a:ext cx="251000" cy="111100"/>
            </a:xfrm>
            <a:custGeom>
              <a:avLst/>
              <a:gdLst/>
              <a:ahLst/>
              <a:cxnLst/>
              <a:rect l="l" t="t" r="r" b="b"/>
              <a:pathLst>
                <a:path w="10040" h="4444" extrusionOk="0">
                  <a:moveTo>
                    <a:pt x="0" y="0"/>
                  </a:moveTo>
                  <a:lnTo>
                    <a:pt x="645" y="4443"/>
                  </a:lnTo>
                  <a:lnTo>
                    <a:pt x="10040" y="4443"/>
                  </a:lnTo>
                  <a:lnTo>
                    <a:pt x="9394"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6"/>
            <p:cNvSpPr/>
            <p:nvPr/>
          </p:nvSpPr>
          <p:spPr>
            <a:xfrm>
              <a:off x="2514375" y="3509350"/>
              <a:ext cx="30050" cy="33100"/>
            </a:xfrm>
            <a:custGeom>
              <a:avLst/>
              <a:gdLst/>
              <a:ahLst/>
              <a:cxnLst/>
              <a:rect l="l" t="t" r="r" b="b"/>
              <a:pathLst>
                <a:path w="1202" h="1324" extrusionOk="0">
                  <a:moveTo>
                    <a:pt x="601" y="0"/>
                  </a:moveTo>
                  <a:cubicBezTo>
                    <a:pt x="269" y="0"/>
                    <a:pt x="0" y="296"/>
                    <a:pt x="0" y="662"/>
                  </a:cubicBezTo>
                  <a:cubicBezTo>
                    <a:pt x="0" y="1027"/>
                    <a:pt x="269" y="1323"/>
                    <a:pt x="601" y="1323"/>
                  </a:cubicBezTo>
                  <a:cubicBezTo>
                    <a:pt x="933" y="1323"/>
                    <a:pt x="1202" y="1027"/>
                    <a:pt x="1202" y="662"/>
                  </a:cubicBezTo>
                  <a:cubicBezTo>
                    <a:pt x="1202" y="296"/>
                    <a:pt x="933" y="0"/>
                    <a:pt x="6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6"/>
            <p:cNvSpPr/>
            <p:nvPr/>
          </p:nvSpPr>
          <p:spPr>
            <a:xfrm>
              <a:off x="2514375" y="3587800"/>
              <a:ext cx="30050" cy="33100"/>
            </a:xfrm>
            <a:custGeom>
              <a:avLst/>
              <a:gdLst/>
              <a:ahLst/>
              <a:cxnLst/>
              <a:rect l="l" t="t" r="r" b="b"/>
              <a:pathLst>
                <a:path w="1202" h="1324" extrusionOk="0">
                  <a:moveTo>
                    <a:pt x="601" y="0"/>
                  </a:moveTo>
                  <a:cubicBezTo>
                    <a:pt x="269" y="0"/>
                    <a:pt x="0" y="297"/>
                    <a:pt x="0" y="662"/>
                  </a:cubicBezTo>
                  <a:cubicBezTo>
                    <a:pt x="0" y="1028"/>
                    <a:pt x="269" y="1323"/>
                    <a:pt x="601" y="1323"/>
                  </a:cubicBezTo>
                  <a:cubicBezTo>
                    <a:pt x="933" y="1323"/>
                    <a:pt x="1202" y="1028"/>
                    <a:pt x="1202" y="662"/>
                  </a:cubicBezTo>
                  <a:cubicBezTo>
                    <a:pt x="1202" y="297"/>
                    <a:pt x="933" y="0"/>
                    <a:pt x="6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6"/>
            <p:cNvSpPr/>
            <p:nvPr/>
          </p:nvSpPr>
          <p:spPr>
            <a:xfrm>
              <a:off x="4965675" y="4023500"/>
              <a:ext cx="190425" cy="179875"/>
            </a:xfrm>
            <a:custGeom>
              <a:avLst/>
              <a:gdLst/>
              <a:ahLst/>
              <a:cxnLst/>
              <a:rect l="l" t="t" r="r" b="b"/>
              <a:pathLst>
                <a:path w="7617" h="7195" extrusionOk="0">
                  <a:moveTo>
                    <a:pt x="92" y="1"/>
                  </a:moveTo>
                  <a:cubicBezTo>
                    <a:pt x="41" y="1"/>
                    <a:pt x="0" y="42"/>
                    <a:pt x="0" y="91"/>
                  </a:cubicBezTo>
                  <a:lnTo>
                    <a:pt x="0" y="7195"/>
                  </a:lnTo>
                  <a:lnTo>
                    <a:pt x="7617" y="7195"/>
                  </a:lnTo>
                  <a:lnTo>
                    <a:pt x="7617" y="91"/>
                  </a:lnTo>
                  <a:cubicBezTo>
                    <a:pt x="7617" y="42"/>
                    <a:pt x="7577" y="1"/>
                    <a:pt x="7526" y="1"/>
                  </a:cubicBezTo>
                  <a:close/>
                </a:path>
              </a:pathLst>
            </a:custGeom>
            <a:solidFill>
              <a:srgbClr val="EFBC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6"/>
            <p:cNvSpPr/>
            <p:nvPr/>
          </p:nvSpPr>
          <p:spPr>
            <a:xfrm>
              <a:off x="4965675" y="4123150"/>
              <a:ext cx="190425" cy="89900"/>
            </a:xfrm>
            <a:custGeom>
              <a:avLst/>
              <a:gdLst/>
              <a:ahLst/>
              <a:cxnLst/>
              <a:rect l="l" t="t" r="r" b="b"/>
              <a:pathLst>
                <a:path w="7617" h="3596" extrusionOk="0">
                  <a:moveTo>
                    <a:pt x="0" y="0"/>
                  </a:moveTo>
                  <a:lnTo>
                    <a:pt x="0" y="3596"/>
                  </a:lnTo>
                  <a:lnTo>
                    <a:pt x="7617" y="3596"/>
                  </a:lnTo>
                  <a:lnTo>
                    <a:pt x="76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6"/>
            <p:cNvSpPr/>
            <p:nvPr/>
          </p:nvSpPr>
          <p:spPr>
            <a:xfrm>
              <a:off x="4976750" y="4023500"/>
              <a:ext cx="179350" cy="179875"/>
            </a:xfrm>
            <a:custGeom>
              <a:avLst/>
              <a:gdLst/>
              <a:ahLst/>
              <a:cxnLst/>
              <a:rect l="l" t="t" r="r" b="b"/>
              <a:pathLst>
                <a:path w="7174" h="7195" extrusionOk="0">
                  <a:moveTo>
                    <a:pt x="933" y="1"/>
                  </a:moveTo>
                  <a:cubicBezTo>
                    <a:pt x="572" y="1"/>
                    <a:pt x="245" y="144"/>
                    <a:pt x="0" y="371"/>
                  </a:cubicBezTo>
                  <a:lnTo>
                    <a:pt x="3261" y="371"/>
                  </a:lnTo>
                  <a:cubicBezTo>
                    <a:pt x="4019" y="371"/>
                    <a:pt x="4635" y="987"/>
                    <a:pt x="4635" y="1746"/>
                  </a:cubicBezTo>
                  <a:lnTo>
                    <a:pt x="4635" y="7195"/>
                  </a:lnTo>
                  <a:lnTo>
                    <a:pt x="7174" y="7195"/>
                  </a:lnTo>
                  <a:lnTo>
                    <a:pt x="7174" y="1375"/>
                  </a:lnTo>
                  <a:cubicBezTo>
                    <a:pt x="7174" y="616"/>
                    <a:pt x="6558" y="1"/>
                    <a:pt x="57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6"/>
            <p:cNvSpPr/>
            <p:nvPr/>
          </p:nvSpPr>
          <p:spPr>
            <a:xfrm>
              <a:off x="4792125" y="4143525"/>
              <a:ext cx="251925" cy="354700"/>
            </a:xfrm>
            <a:custGeom>
              <a:avLst/>
              <a:gdLst/>
              <a:ahLst/>
              <a:cxnLst/>
              <a:rect l="l" t="t" r="r" b="b"/>
              <a:pathLst>
                <a:path w="10077" h="14188" extrusionOk="0">
                  <a:moveTo>
                    <a:pt x="6010" y="414"/>
                  </a:moveTo>
                  <a:cubicBezTo>
                    <a:pt x="8025" y="414"/>
                    <a:pt x="9662" y="2053"/>
                    <a:pt x="9662" y="4065"/>
                  </a:cubicBezTo>
                  <a:lnTo>
                    <a:pt x="9662" y="10122"/>
                  </a:lnTo>
                  <a:cubicBezTo>
                    <a:pt x="9662" y="12135"/>
                    <a:pt x="8025" y="13774"/>
                    <a:pt x="6010" y="13774"/>
                  </a:cubicBezTo>
                  <a:lnTo>
                    <a:pt x="4066" y="13774"/>
                  </a:lnTo>
                  <a:cubicBezTo>
                    <a:pt x="2053" y="13774"/>
                    <a:pt x="414" y="12135"/>
                    <a:pt x="414" y="10122"/>
                  </a:cubicBezTo>
                  <a:lnTo>
                    <a:pt x="414" y="4065"/>
                  </a:lnTo>
                  <a:cubicBezTo>
                    <a:pt x="414" y="2053"/>
                    <a:pt x="2053" y="414"/>
                    <a:pt x="4066" y="414"/>
                  </a:cubicBezTo>
                  <a:close/>
                  <a:moveTo>
                    <a:pt x="4066" y="0"/>
                  </a:moveTo>
                  <a:cubicBezTo>
                    <a:pt x="1824" y="0"/>
                    <a:pt x="1" y="1824"/>
                    <a:pt x="1" y="4065"/>
                  </a:cubicBezTo>
                  <a:lnTo>
                    <a:pt x="1" y="10122"/>
                  </a:lnTo>
                  <a:cubicBezTo>
                    <a:pt x="1" y="12364"/>
                    <a:pt x="1824" y="14188"/>
                    <a:pt x="4066" y="14188"/>
                  </a:cubicBezTo>
                  <a:lnTo>
                    <a:pt x="6010" y="14188"/>
                  </a:lnTo>
                  <a:cubicBezTo>
                    <a:pt x="8253" y="14188"/>
                    <a:pt x="10077" y="12364"/>
                    <a:pt x="10077" y="10122"/>
                  </a:cubicBezTo>
                  <a:lnTo>
                    <a:pt x="10077" y="4065"/>
                  </a:lnTo>
                  <a:cubicBezTo>
                    <a:pt x="10077" y="1824"/>
                    <a:pt x="8253" y="0"/>
                    <a:pt x="60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6"/>
            <p:cNvSpPr/>
            <p:nvPr/>
          </p:nvSpPr>
          <p:spPr>
            <a:xfrm>
              <a:off x="4800850" y="4148675"/>
              <a:ext cx="406825" cy="344375"/>
            </a:xfrm>
            <a:custGeom>
              <a:avLst/>
              <a:gdLst/>
              <a:ahLst/>
              <a:cxnLst/>
              <a:rect l="l" t="t" r="r" b="b"/>
              <a:pathLst>
                <a:path w="16273" h="13775" extrusionOk="0">
                  <a:moveTo>
                    <a:pt x="253" y="1"/>
                  </a:moveTo>
                  <a:cubicBezTo>
                    <a:pt x="114" y="1"/>
                    <a:pt x="0" y="115"/>
                    <a:pt x="0" y="255"/>
                  </a:cubicBezTo>
                  <a:lnTo>
                    <a:pt x="0" y="13521"/>
                  </a:lnTo>
                  <a:cubicBezTo>
                    <a:pt x="0" y="13661"/>
                    <a:pt x="114" y="13775"/>
                    <a:pt x="253" y="13775"/>
                  </a:cubicBezTo>
                  <a:lnTo>
                    <a:pt x="16020" y="13775"/>
                  </a:lnTo>
                  <a:cubicBezTo>
                    <a:pt x="16159" y="13775"/>
                    <a:pt x="16272" y="13661"/>
                    <a:pt x="16272" y="13521"/>
                  </a:cubicBezTo>
                  <a:lnTo>
                    <a:pt x="16272" y="255"/>
                  </a:lnTo>
                  <a:cubicBezTo>
                    <a:pt x="16272" y="115"/>
                    <a:pt x="16159" y="1"/>
                    <a:pt x="160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6"/>
            <p:cNvSpPr/>
            <p:nvPr/>
          </p:nvSpPr>
          <p:spPr>
            <a:xfrm>
              <a:off x="4800850" y="4148675"/>
              <a:ext cx="312950" cy="221425"/>
            </a:xfrm>
            <a:custGeom>
              <a:avLst/>
              <a:gdLst/>
              <a:ahLst/>
              <a:cxnLst/>
              <a:rect l="l" t="t" r="r" b="b"/>
              <a:pathLst>
                <a:path w="12518" h="8857" extrusionOk="0">
                  <a:moveTo>
                    <a:pt x="3858" y="1"/>
                  </a:moveTo>
                  <a:cubicBezTo>
                    <a:pt x="1728" y="1"/>
                    <a:pt x="0" y="1729"/>
                    <a:pt x="0" y="3859"/>
                  </a:cubicBezTo>
                  <a:lnTo>
                    <a:pt x="0" y="8856"/>
                  </a:lnTo>
                  <a:lnTo>
                    <a:pt x="8659" y="8856"/>
                  </a:lnTo>
                  <a:cubicBezTo>
                    <a:pt x="10790" y="8856"/>
                    <a:pt x="12517" y="7129"/>
                    <a:pt x="12517" y="4998"/>
                  </a:cubicBezTo>
                  <a:lnTo>
                    <a:pt x="1251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6"/>
            <p:cNvSpPr/>
            <p:nvPr/>
          </p:nvSpPr>
          <p:spPr>
            <a:xfrm>
              <a:off x="4797300" y="4367300"/>
              <a:ext cx="199250" cy="13275"/>
            </a:xfrm>
            <a:custGeom>
              <a:avLst/>
              <a:gdLst/>
              <a:ahLst/>
              <a:cxnLst/>
              <a:rect l="l" t="t" r="r" b="b"/>
              <a:pathLst>
                <a:path w="7970" h="531" extrusionOk="0">
                  <a:moveTo>
                    <a:pt x="0" y="1"/>
                  </a:moveTo>
                  <a:lnTo>
                    <a:pt x="0" y="531"/>
                  </a:lnTo>
                  <a:lnTo>
                    <a:pt x="7970" y="531"/>
                  </a:lnTo>
                  <a:lnTo>
                    <a:pt x="79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6"/>
            <p:cNvSpPr/>
            <p:nvPr/>
          </p:nvSpPr>
          <p:spPr>
            <a:xfrm>
              <a:off x="4808400" y="4344200"/>
              <a:ext cx="9400" cy="14550"/>
            </a:xfrm>
            <a:custGeom>
              <a:avLst/>
              <a:gdLst/>
              <a:ahLst/>
              <a:cxnLst/>
              <a:rect l="l" t="t" r="r" b="b"/>
              <a:pathLst>
                <a:path w="376" h="582" extrusionOk="0">
                  <a:moveTo>
                    <a:pt x="188" y="0"/>
                  </a:moveTo>
                  <a:cubicBezTo>
                    <a:pt x="85" y="0"/>
                    <a:pt x="1" y="130"/>
                    <a:pt x="1" y="291"/>
                  </a:cubicBezTo>
                  <a:cubicBezTo>
                    <a:pt x="1" y="451"/>
                    <a:pt x="85" y="582"/>
                    <a:pt x="188" y="582"/>
                  </a:cubicBezTo>
                  <a:cubicBezTo>
                    <a:pt x="292" y="582"/>
                    <a:pt x="376" y="451"/>
                    <a:pt x="376" y="291"/>
                  </a:cubicBezTo>
                  <a:cubicBezTo>
                    <a:pt x="376" y="130"/>
                    <a:pt x="292" y="0"/>
                    <a:pt x="188" y="0"/>
                  </a:cubicBezTo>
                  <a:close/>
                </a:path>
              </a:pathLst>
            </a:custGeom>
            <a:solidFill>
              <a:srgbClr val="D38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6"/>
            <p:cNvSpPr/>
            <p:nvPr/>
          </p:nvSpPr>
          <p:spPr>
            <a:xfrm>
              <a:off x="4863075" y="4344200"/>
              <a:ext cx="9400" cy="14550"/>
            </a:xfrm>
            <a:custGeom>
              <a:avLst/>
              <a:gdLst/>
              <a:ahLst/>
              <a:cxnLst/>
              <a:rect l="l" t="t" r="r" b="b"/>
              <a:pathLst>
                <a:path w="376" h="582" extrusionOk="0">
                  <a:moveTo>
                    <a:pt x="188" y="0"/>
                  </a:moveTo>
                  <a:cubicBezTo>
                    <a:pt x="85" y="0"/>
                    <a:pt x="1" y="130"/>
                    <a:pt x="1" y="291"/>
                  </a:cubicBezTo>
                  <a:cubicBezTo>
                    <a:pt x="1" y="451"/>
                    <a:pt x="85" y="582"/>
                    <a:pt x="188" y="582"/>
                  </a:cubicBezTo>
                  <a:cubicBezTo>
                    <a:pt x="292" y="582"/>
                    <a:pt x="376" y="451"/>
                    <a:pt x="376" y="291"/>
                  </a:cubicBezTo>
                  <a:cubicBezTo>
                    <a:pt x="376" y="130"/>
                    <a:pt x="292" y="0"/>
                    <a:pt x="188" y="0"/>
                  </a:cubicBezTo>
                  <a:close/>
                </a:path>
              </a:pathLst>
            </a:custGeom>
            <a:solidFill>
              <a:srgbClr val="D38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6"/>
            <p:cNvSpPr/>
            <p:nvPr/>
          </p:nvSpPr>
          <p:spPr>
            <a:xfrm>
              <a:off x="4917775" y="4344200"/>
              <a:ext cx="9375" cy="14550"/>
            </a:xfrm>
            <a:custGeom>
              <a:avLst/>
              <a:gdLst/>
              <a:ahLst/>
              <a:cxnLst/>
              <a:rect l="l" t="t" r="r" b="b"/>
              <a:pathLst>
                <a:path w="375" h="582" extrusionOk="0">
                  <a:moveTo>
                    <a:pt x="187" y="0"/>
                  </a:moveTo>
                  <a:cubicBezTo>
                    <a:pt x="84" y="0"/>
                    <a:pt x="1" y="130"/>
                    <a:pt x="1" y="291"/>
                  </a:cubicBezTo>
                  <a:cubicBezTo>
                    <a:pt x="1" y="451"/>
                    <a:pt x="84" y="582"/>
                    <a:pt x="187" y="582"/>
                  </a:cubicBezTo>
                  <a:cubicBezTo>
                    <a:pt x="290" y="582"/>
                    <a:pt x="375" y="451"/>
                    <a:pt x="375" y="291"/>
                  </a:cubicBezTo>
                  <a:cubicBezTo>
                    <a:pt x="375" y="130"/>
                    <a:pt x="290" y="0"/>
                    <a:pt x="187" y="0"/>
                  </a:cubicBezTo>
                  <a:close/>
                </a:path>
              </a:pathLst>
            </a:custGeom>
            <a:solidFill>
              <a:srgbClr val="D38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6"/>
            <p:cNvSpPr/>
            <p:nvPr/>
          </p:nvSpPr>
          <p:spPr>
            <a:xfrm>
              <a:off x="4972450" y="4344200"/>
              <a:ext cx="9375" cy="14550"/>
            </a:xfrm>
            <a:custGeom>
              <a:avLst/>
              <a:gdLst/>
              <a:ahLst/>
              <a:cxnLst/>
              <a:rect l="l" t="t" r="r" b="b"/>
              <a:pathLst>
                <a:path w="375" h="582" extrusionOk="0">
                  <a:moveTo>
                    <a:pt x="188" y="0"/>
                  </a:moveTo>
                  <a:cubicBezTo>
                    <a:pt x="85" y="0"/>
                    <a:pt x="1" y="130"/>
                    <a:pt x="1" y="291"/>
                  </a:cubicBezTo>
                  <a:cubicBezTo>
                    <a:pt x="1" y="451"/>
                    <a:pt x="85" y="582"/>
                    <a:pt x="188" y="582"/>
                  </a:cubicBezTo>
                  <a:cubicBezTo>
                    <a:pt x="292" y="582"/>
                    <a:pt x="374" y="451"/>
                    <a:pt x="374" y="291"/>
                  </a:cubicBezTo>
                  <a:cubicBezTo>
                    <a:pt x="374" y="130"/>
                    <a:pt x="292" y="0"/>
                    <a:pt x="188" y="0"/>
                  </a:cubicBezTo>
                  <a:close/>
                </a:path>
              </a:pathLst>
            </a:custGeom>
            <a:solidFill>
              <a:srgbClr val="D38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6"/>
            <p:cNvSpPr/>
            <p:nvPr/>
          </p:nvSpPr>
          <p:spPr>
            <a:xfrm>
              <a:off x="4808400" y="4298350"/>
              <a:ext cx="9400" cy="14550"/>
            </a:xfrm>
            <a:custGeom>
              <a:avLst/>
              <a:gdLst/>
              <a:ahLst/>
              <a:cxnLst/>
              <a:rect l="l" t="t" r="r" b="b"/>
              <a:pathLst>
                <a:path w="376" h="582" extrusionOk="0">
                  <a:moveTo>
                    <a:pt x="188" y="0"/>
                  </a:moveTo>
                  <a:cubicBezTo>
                    <a:pt x="85" y="0"/>
                    <a:pt x="1" y="130"/>
                    <a:pt x="1" y="291"/>
                  </a:cubicBezTo>
                  <a:cubicBezTo>
                    <a:pt x="1" y="452"/>
                    <a:pt x="85" y="582"/>
                    <a:pt x="188" y="582"/>
                  </a:cubicBezTo>
                  <a:cubicBezTo>
                    <a:pt x="292" y="582"/>
                    <a:pt x="376" y="452"/>
                    <a:pt x="376" y="291"/>
                  </a:cubicBezTo>
                  <a:cubicBezTo>
                    <a:pt x="376" y="130"/>
                    <a:pt x="292" y="0"/>
                    <a:pt x="188" y="0"/>
                  </a:cubicBezTo>
                  <a:close/>
                </a:path>
              </a:pathLst>
            </a:custGeom>
            <a:solidFill>
              <a:srgbClr val="D38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6"/>
            <p:cNvSpPr/>
            <p:nvPr/>
          </p:nvSpPr>
          <p:spPr>
            <a:xfrm>
              <a:off x="4972450" y="4298350"/>
              <a:ext cx="9375" cy="14550"/>
            </a:xfrm>
            <a:custGeom>
              <a:avLst/>
              <a:gdLst/>
              <a:ahLst/>
              <a:cxnLst/>
              <a:rect l="l" t="t" r="r" b="b"/>
              <a:pathLst>
                <a:path w="375" h="582" extrusionOk="0">
                  <a:moveTo>
                    <a:pt x="188" y="0"/>
                  </a:moveTo>
                  <a:cubicBezTo>
                    <a:pt x="85" y="0"/>
                    <a:pt x="1" y="130"/>
                    <a:pt x="1" y="291"/>
                  </a:cubicBezTo>
                  <a:cubicBezTo>
                    <a:pt x="1" y="452"/>
                    <a:pt x="85" y="582"/>
                    <a:pt x="188" y="582"/>
                  </a:cubicBezTo>
                  <a:cubicBezTo>
                    <a:pt x="292" y="582"/>
                    <a:pt x="374" y="452"/>
                    <a:pt x="374" y="291"/>
                  </a:cubicBezTo>
                  <a:cubicBezTo>
                    <a:pt x="374" y="130"/>
                    <a:pt x="292" y="0"/>
                    <a:pt x="188" y="0"/>
                  </a:cubicBezTo>
                  <a:close/>
                </a:path>
              </a:pathLst>
            </a:custGeom>
            <a:solidFill>
              <a:srgbClr val="D38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6"/>
            <p:cNvSpPr/>
            <p:nvPr/>
          </p:nvSpPr>
          <p:spPr>
            <a:xfrm>
              <a:off x="4808400" y="4252500"/>
              <a:ext cx="9400" cy="14550"/>
            </a:xfrm>
            <a:custGeom>
              <a:avLst/>
              <a:gdLst/>
              <a:ahLst/>
              <a:cxnLst/>
              <a:rect l="l" t="t" r="r" b="b"/>
              <a:pathLst>
                <a:path w="376" h="582" extrusionOk="0">
                  <a:moveTo>
                    <a:pt x="188" y="0"/>
                  </a:moveTo>
                  <a:cubicBezTo>
                    <a:pt x="85" y="0"/>
                    <a:pt x="1" y="130"/>
                    <a:pt x="1" y="291"/>
                  </a:cubicBezTo>
                  <a:cubicBezTo>
                    <a:pt x="1" y="452"/>
                    <a:pt x="85" y="582"/>
                    <a:pt x="188" y="582"/>
                  </a:cubicBezTo>
                  <a:cubicBezTo>
                    <a:pt x="292" y="582"/>
                    <a:pt x="376" y="452"/>
                    <a:pt x="376" y="291"/>
                  </a:cubicBezTo>
                  <a:cubicBezTo>
                    <a:pt x="376" y="130"/>
                    <a:pt x="292" y="0"/>
                    <a:pt x="188" y="0"/>
                  </a:cubicBezTo>
                  <a:close/>
                </a:path>
              </a:pathLst>
            </a:custGeom>
            <a:solidFill>
              <a:srgbClr val="D38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6"/>
            <p:cNvSpPr/>
            <p:nvPr/>
          </p:nvSpPr>
          <p:spPr>
            <a:xfrm>
              <a:off x="4972450" y="4252500"/>
              <a:ext cx="9375" cy="14550"/>
            </a:xfrm>
            <a:custGeom>
              <a:avLst/>
              <a:gdLst/>
              <a:ahLst/>
              <a:cxnLst/>
              <a:rect l="l" t="t" r="r" b="b"/>
              <a:pathLst>
                <a:path w="375" h="582" extrusionOk="0">
                  <a:moveTo>
                    <a:pt x="188" y="0"/>
                  </a:moveTo>
                  <a:cubicBezTo>
                    <a:pt x="85" y="0"/>
                    <a:pt x="1" y="130"/>
                    <a:pt x="1" y="291"/>
                  </a:cubicBezTo>
                  <a:cubicBezTo>
                    <a:pt x="1" y="452"/>
                    <a:pt x="85" y="582"/>
                    <a:pt x="188" y="582"/>
                  </a:cubicBezTo>
                  <a:cubicBezTo>
                    <a:pt x="292" y="582"/>
                    <a:pt x="374" y="452"/>
                    <a:pt x="374" y="291"/>
                  </a:cubicBezTo>
                  <a:cubicBezTo>
                    <a:pt x="374" y="130"/>
                    <a:pt x="292" y="0"/>
                    <a:pt x="188" y="0"/>
                  </a:cubicBezTo>
                  <a:close/>
                </a:path>
              </a:pathLst>
            </a:custGeom>
            <a:solidFill>
              <a:srgbClr val="D38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6"/>
            <p:cNvSpPr/>
            <p:nvPr/>
          </p:nvSpPr>
          <p:spPr>
            <a:xfrm>
              <a:off x="4812825" y="4206650"/>
              <a:ext cx="11600" cy="14575"/>
            </a:xfrm>
            <a:custGeom>
              <a:avLst/>
              <a:gdLst/>
              <a:ahLst/>
              <a:cxnLst/>
              <a:rect l="l" t="t" r="r" b="b"/>
              <a:pathLst>
                <a:path w="464" h="583" extrusionOk="0">
                  <a:moveTo>
                    <a:pt x="312" y="0"/>
                  </a:moveTo>
                  <a:cubicBezTo>
                    <a:pt x="209" y="0"/>
                    <a:pt x="90" y="130"/>
                    <a:pt x="45" y="291"/>
                  </a:cubicBezTo>
                  <a:cubicBezTo>
                    <a:pt x="1" y="452"/>
                    <a:pt x="48" y="582"/>
                    <a:pt x="152" y="582"/>
                  </a:cubicBezTo>
                  <a:cubicBezTo>
                    <a:pt x="255" y="582"/>
                    <a:pt x="375" y="452"/>
                    <a:pt x="419" y="291"/>
                  </a:cubicBezTo>
                  <a:cubicBezTo>
                    <a:pt x="463" y="130"/>
                    <a:pt x="416" y="0"/>
                    <a:pt x="312" y="0"/>
                  </a:cubicBezTo>
                  <a:close/>
                </a:path>
              </a:pathLst>
            </a:custGeom>
            <a:solidFill>
              <a:srgbClr val="D38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6"/>
            <p:cNvSpPr/>
            <p:nvPr/>
          </p:nvSpPr>
          <p:spPr>
            <a:xfrm>
              <a:off x="4976900" y="4206650"/>
              <a:ext cx="11575" cy="14575"/>
            </a:xfrm>
            <a:custGeom>
              <a:avLst/>
              <a:gdLst/>
              <a:ahLst/>
              <a:cxnLst/>
              <a:rect l="l" t="t" r="r" b="b"/>
              <a:pathLst>
                <a:path w="463" h="583" extrusionOk="0">
                  <a:moveTo>
                    <a:pt x="312" y="0"/>
                  </a:moveTo>
                  <a:cubicBezTo>
                    <a:pt x="208" y="0"/>
                    <a:pt x="89" y="130"/>
                    <a:pt x="44" y="291"/>
                  </a:cubicBezTo>
                  <a:cubicBezTo>
                    <a:pt x="0" y="452"/>
                    <a:pt x="47" y="582"/>
                    <a:pt x="151" y="582"/>
                  </a:cubicBezTo>
                  <a:cubicBezTo>
                    <a:pt x="254" y="582"/>
                    <a:pt x="374" y="452"/>
                    <a:pt x="418" y="291"/>
                  </a:cubicBezTo>
                  <a:cubicBezTo>
                    <a:pt x="462" y="130"/>
                    <a:pt x="415" y="0"/>
                    <a:pt x="312" y="0"/>
                  </a:cubicBezTo>
                  <a:close/>
                </a:path>
              </a:pathLst>
            </a:custGeom>
            <a:solidFill>
              <a:srgbClr val="D38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6"/>
            <p:cNvSpPr/>
            <p:nvPr/>
          </p:nvSpPr>
          <p:spPr>
            <a:xfrm>
              <a:off x="4840450" y="4168300"/>
              <a:ext cx="15450" cy="8625"/>
            </a:xfrm>
            <a:custGeom>
              <a:avLst/>
              <a:gdLst/>
              <a:ahLst/>
              <a:cxnLst/>
              <a:rect l="l" t="t" r="r" b="b"/>
              <a:pathLst>
                <a:path w="618" h="345" extrusionOk="0">
                  <a:moveTo>
                    <a:pt x="517" y="0"/>
                  </a:moveTo>
                  <a:cubicBezTo>
                    <a:pt x="418" y="0"/>
                    <a:pt x="244" y="78"/>
                    <a:pt x="129" y="173"/>
                  </a:cubicBezTo>
                  <a:cubicBezTo>
                    <a:pt x="14" y="267"/>
                    <a:pt x="0" y="344"/>
                    <a:pt x="99" y="344"/>
                  </a:cubicBezTo>
                  <a:cubicBezTo>
                    <a:pt x="200" y="344"/>
                    <a:pt x="374" y="267"/>
                    <a:pt x="489" y="173"/>
                  </a:cubicBezTo>
                  <a:cubicBezTo>
                    <a:pt x="604" y="78"/>
                    <a:pt x="618" y="0"/>
                    <a:pt x="517" y="0"/>
                  </a:cubicBezTo>
                  <a:close/>
                </a:path>
              </a:pathLst>
            </a:custGeom>
            <a:solidFill>
              <a:srgbClr val="D38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6"/>
            <p:cNvSpPr/>
            <p:nvPr/>
          </p:nvSpPr>
          <p:spPr>
            <a:xfrm>
              <a:off x="4998450" y="4168300"/>
              <a:ext cx="15425" cy="8625"/>
            </a:xfrm>
            <a:custGeom>
              <a:avLst/>
              <a:gdLst/>
              <a:ahLst/>
              <a:cxnLst/>
              <a:rect l="l" t="t" r="r" b="b"/>
              <a:pathLst>
                <a:path w="617" h="345" extrusionOk="0">
                  <a:moveTo>
                    <a:pt x="517" y="0"/>
                  </a:moveTo>
                  <a:cubicBezTo>
                    <a:pt x="418" y="0"/>
                    <a:pt x="244" y="78"/>
                    <a:pt x="129" y="173"/>
                  </a:cubicBezTo>
                  <a:cubicBezTo>
                    <a:pt x="12" y="267"/>
                    <a:pt x="0" y="344"/>
                    <a:pt x="99" y="344"/>
                  </a:cubicBezTo>
                  <a:cubicBezTo>
                    <a:pt x="198" y="344"/>
                    <a:pt x="372" y="267"/>
                    <a:pt x="489" y="173"/>
                  </a:cubicBezTo>
                  <a:cubicBezTo>
                    <a:pt x="604" y="78"/>
                    <a:pt x="616" y="0"/>
                    <a:pt x="517" y="0"/>
                  </a:cubicBezTo>
                  <a:close/>
                </a:path>
              </a:pathLst>
            </a:custGeom>
            <a:solidFill>
              <a:srgbClr val="D38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6"/>
            <p:cNvSpPr/>
            <p:nvPr/>
          </p:nvSpPr>
          <p:spPr>
            <a:xfrm>
              <a:off x="4807925" y="4392450"/>
              <a:ext cx="10500" cy="13775"/>
            </a:xfrm>
            <a:custGeom>
              <a:avLst/>
              <a:gdLst/>
              <a:ahLst/>
              <a:cxnLst/>
              <a:rect l="l" t="t" r="r" b="b"/>
              <a:pathLst>
                <a:path w="420" h="551" extrusionOk="0">
                  <a:moveTo>
                    <a:pt x="173" y="0"/>
                  </a:moveTo>
                  <a:cubicBezTo>
                    <a:pt x="68" y="0"/>
                    <a:pt x="1" y="123"/>
                    <a:pt x="21" y="275"/>
                  </a:cubicBezTo>
                  <a:cubicBezTo>
                    <a:pt x="42" y="427"/>
                    <a:pt x="142" y="551"/>
                    <a:pt x="247" y="551"/>
                  </a:cubicBezTo>
                  <a:cubicBezTo>
                    <a:pt x="352" y="551"/>
                    <a:pt x="420" y="427"/>
                    <a:pt x="399" y="275"/>
                  </a:cubicBezTo>
                  <a:cubicBezTo>
                    <a:pt x="379" y="123"/>
                    <a:pt x="277" y="0"/>
                    <a:pt x="173" y="0"/>
                  </a:cubicBezTo>
                  <a:close/>
                </a:path>
              </a:pathLst>
            </a:custGeom>
            <a:solidFill>
              <a:srgbClr val="B56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6"/>
            <p:cNvSpPr/>
            <p:nvPr/>
          </p:nvSpPr>
          <p:spPr>
            <a:xfrm>
              <a:off x="4973425" y="4392450"/>
              <a:ext cx="10475" cy="13775"/>
            </a:xfrm>
            <a:custGeom>
              <a:avLst/>
              <a:gdLst/>
              <a:ahLst/>
              <a:cxnLst/>
              <a:rect l="l" t="t" r="r" b="b"/>
              <a:pathLst>
                <a:path w="419" h="551" extrusionOk="0">
                  <a:moveTo>
                    <a:pt x="173" y="0"/>
                  </a:moveTo>
                  <a:cubicBezTo>
                    <a:pt x="68" y="0"/>
                    <a:pt x="0" y="123"/>
                    <a:pt x="21" y="275"/>
                  </a:cubicBezTo>
                  <a:cubicBezTo>
                    <a:pt x="42" y="427"/>
                    <a:pt x="142" y="551"/>
                    <a:pt x="247" y="551"/>
                  </a:cubicBezTo>
                  <a:cubicBezTo>
                    <a:pt x="352" y="551"/>
                    <a:pt x="418" y="427"/>
                    <a:pt x="399" y="275"/>
                  </a:cubicBezTo>
                  <a:cubicBezTo>
                    <a:pt x="378" y="123"/>
                    <a:pt x="276" y="0"/>
                    <a:pt x="173" y="0"/>
                  </a:cubicBezTo>
                  <a:close/>
                </a:path>
              </a:pathLst>
            </a:custGeom>
            <a:solidFill>
              <a:srgbClr val="B56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6"/>
            <p:cNvSpPr/>
            <p:nvPr/>
          </p:nvSpPr>
          <p:spPr>
            <a:xfrm>
              <a:off x="4818250" y="4435825"/>
              <a:ext cx="12725" cy="13775"/>
            </a:xfrm>
            <a:custGeom>
              <a:avLst/>
              <a:gdLst/>
              <a:ahLst/>
              <a:cxnLst/>
              <a:rect l="l" t="t" r="r" b="b"/>
              <a:pathLst>
                <a:path w="509" h="551" extrusionOk="0">
                  <a:moveTo>
                    <a:pt x="137" y="0"/>
                  </a:moveTo>
                  <a:cubicBezTo>
                    <a:pt x="32" y="0"/>
                    <a:pt x="1" y="124"/>
                    <a:pt x="66" y="276"/>
                  </a:cubicBezTo>
                  <a:cubicBezTo>
                    <a:pt x="131" y="428"/>
                    <a:pt x="268" y="551"/>
                    <a:pt x="373" y="551"/>
                  </a:cubicBezTo>
                  <a:cubicBezTo>
                    <a:pt x="476" y="551"/>
                    <a:pt x="509" y="428"/>
                    <a:pt x="444" y="276"/>
                  </a:cubicBezTo>
                  <a:cubicBezTo>
                    <a:pt x="378" y="124"/>
                    <a:pt x="240" y="0"/>
                    <a:pt x="137" y="0"/>
                  </a:cubicBezTo>
                  <a:close/>
                </a:path>
              </a:pathLst>
            </a:custGeom>
            <a:solidFill>
              <a:srgbClr val="B56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6"/>
            <p:cNvSpPr/>
            <p:nvPr/>
          </p:nvSpPr>
          <p:spPr>
            <a:xfrm>
              <a:off x="4983750" y="4435825"/>
              <a:ext cx="12725" cy="13775"/>
            </a:xfrm>
            <a:custGeom>
              <a:avLst/>
              <a:gdLst/>
              <a:ahLst/>
              <a:cxnLst/>
              <a:rect l="l" t="t" r="r" b="b"/>
              <a:pathLst>
                <a:path w="509" h="551" extrusionOk="0">
                  <a:moveTo>
                    <a:pt x="137" y="0"/>
                  </a:moveTo>
                  <a:cubicBezTo>
                    <a:pt x="32" y="0"/>
                    <a:pt x="1" y="124"/>
                    <a:pt x="66" y="276"/>
                  </a:cubicBezTo>
                  <a:cubicBezTo>
                    <a:pt x="131" y="428"/>
                    <a:pt x="268" y="551"/>
                    <a:pt x="373" y="551"/>
                  </a:cubicBezTo>
                  <a:cubicBezTo>
                    <a:pt x="476" y="551"/>
                    <a:pt x="509" y="428"/>
                    <a:pt x="442" y="276"/>
                  </a:cubicBezTo>
                  <a:cubicBezTo>
                    <a:pt x="377" y="124"/>
                    <a:pt x="240" y="0"/>
                    <a:pt x="137" y="0"/>
                  </a:cubicBezTo>
                  <a:close/>
                </a:path>
              </a:pathLst>
            </a:custGeom>
            <a:solidFill>
              <a:srgbClr val="B56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6"/>
            <p:cNvSpPr/>
            <p:nvPr/>
          </p:nvSpPr>
          <p:spPr>
            <a:xfrm>
              <a:off x="4851375" y="4477750"/>
              <a:ext cx="16675" cy="8150"/>
            </a:xfrm>
            <a:custGeom>
              <a:avLst/>
              <a:gdLst/>
              <a:ahLst/>
              <a:cxnLst/>
              <a:rect l="l" t="t" r="r" b="b"/>
              <a:pathLst>
                <a:path w="667" h="326" extrusionOk="0">
                  <a:moveTo>
                    <a:pt x="101" y="1"/>
                  </a:moveTo>
                  <a:cubicBezTo>
                    <a:pt x="1" y="1"/>
                    <a:pt x="23" y="73"/>
                    <a:pt x="151" y="163"/>
                  </a:cubicBezTo>
                  <a:cubicBezTo>
                    <a:pt x="280" y="253"/>
                    <a:pt x="466" y="325"/>
                    <a:pt x="566" y="325"/>
                  </a:cubicBezTo>
                  <a:cubicBezTo>
                    <a:pt x="666" y="325"/>
                    <a:pt x="643" y="253"/>
                    <a:pt x="514" y="163"/>
                  </a:cubicBezTo>
                  <a:cubicBezTo>
                    <a:pt x="386" y="73"/>
                    <a:pt x="201" y="1"/>
                    <a:pt x="101" y="1"/>
                  </a:cubicBezTo>
                  <a:close/>
                </a:path>
              </a:pathLst>
            </a:custGeom>
            <a:solidFill>
              <a:srgbClr val="B56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6"/>
            <p:cNvSpPr/>
            <p:nvPr/>
          </p:nvSpPr>
          <p:spPr>
            <a:xfrm>
              <a:off x="5010750" y="4477750"/>
              <a:ext cx="16675" cy="8150"/>
            </a:xfrm>
            <a:custGeom>
              <a:avLst/>
              <a:gdLst/>
              <a:ahLst/>
              <a:cxnLst/>
              <a:rect l="l" t="t" r="r" b="b"/>
              <a:pathLst>
                <a:path w="667" h="326" extrusionOk="0">
                  <a:moveTo>
                    <a:pt x="101" y="1"/>
                  </a:moveTo>
                  <a:cubicBezTo>
                    <a:pt x="0" y="1"/>
                    <a:pt x="22" y="73"/>
                    <a:pt x="152" y="163"/>
                  </a:cubicBezTo>
                  <a:cubicBezTo>
                    <a:pt x="281" y="253"/>
                    <a:pt x="465" y="325"/>
                    <a:pt x="566" y="325"/>
                  </a:cubicBezTo>
                  <a:cubicBezTo>
                    <a:pt x="666" y="325"/>
                    <a:pt x="644" y="253"/>
                    <a:pt x="515" y="163"/>
                  </a:cubicBezTo>
                  <a:cubicBezTo>
                    <a:pt x="387" y="73"/>
                    <a:pt x="201" y="1"/>
                    <a:pt x="101" y="1"/>
                  </a:cubicBezTo>
                  <a:close/>
                </a:path>
              </a:pathLst>
            </a:custGeom>
            <a:solidFill>
              <a:srgbClr val="B56B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6"/>
            <p:cNvSpPr/>
            <p:nvPr/>
          </p:nvSpPr>
          <p:spPr>
            <a:xfrm>
              <a:off x="4998300" y="4148675"/>
              <a:ext cx="241575" cy="344375"/>
            </a:xfrm>
            <a:custGeom>
              <a:avLst/>
              <a:gdLst/>
              <a:ahLst/>
              <a:cxnLst/>
              <a:rect l="l" t="t" r="r" b="b"/>
              <a:pathLst>
                <a:path w="9663" h="13775" extrusionOk="0">
                  <a:moveTo>
                    <a:pt x="254" y="1"/>
                  </a:moveTo>
                  <a:cubicBezTo>
                    <a:pt x="114" y="1"/>
                    <a:pt x="0" y="115"/>
                    <a:pt x="0" y="255"/>
                  </a:cubicBezTo>
                  <a:lnTo>
                    <a:pt x="0" y="13521"/>
                  </a:lnTo>
                  <a:cubicBezTo>
                    <a:pt x="0" y="13661"/>
                    <a:pt x="114" y="13775"/>
                    <a:pt x="254" y="13775"/>
                  </a:cubicBezTo>
                  <a:lnTo>
                    <a:pt x="9408" y="13775"/>
                  </a:lnTo>
                  <a:cubicBezTo>
                    <a:pt x="9548" y="13775"/>
                    <a:pt x="9662" y="13661"/>
                    <a:pt x="9662" y="13521"/>
                  </a:cubicBezTo>
                  <a:lnTo>
                    <a:pt x="9662" y="255"/>
                  </a:lnTo>
                  <a:cubicBezTo>
                    <a:pt x="9662" y="115"/>
                    <a:pt x="9548" y="1"/>
                    <a:pt x="94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6"/>
            <p:cNvSpPr/>
            <p:nvPr/>
          </p:nvSpPr>
          <p:spPr>
            <a:xfrm>
              <a:off x="4998300" y="4148675"/>
              <a:ext cx="241575" cy="222700"/>
            </a:xfrm>
            <a:custGeom>
              <a:avLst/>
              <a:gdLst/>
              <a:ahLst/>
              <a:cxnLst/>
              <a:rect l="l" t="t" r="r" b="b"/>
              <a:pathLst>
                <a:path w="9663" h="8908" extrusionOk="0">
                  <a:moveTo>
                    <a:pt x="3859" y="1"/>
                  </a:moveTo>
                  <a:cubicBezTo>
                    <a:pt x="1728" y="1"/>
                    <a:pt x="0" y="1729"/>
                    <a:pt x="0" y="3859"/>
                  </a:cubicBezTo>
                  <a:lnTo>
                    <a:pt x="0" y="8908"/>
                  </a:lnTo>
                  <a:cubicBezTo>
                    <a:pt x="1067" y="5764"/>
                    <a:pt x="3763" y="3527"/>
                    <a:pt x="6929" y="3527"/>
                  </a:cubicBezTo>
                  <a:cubicBezTo>
                    <a:pt x="7896" y="3527"/>
                    <a:pt x="8816" y="3741"/>
                    <a:pt x="9662" y="4119"/>
                  </a:cubicBezTo>
                  <a:lnTo>
                    <a:pt x="9662" y="3859"/>
                  </a:lnTo>
                  <a:cubicBezTo>
                    <a:pt x="9662" y="1729"/>
                    <a:pt x="7934" y="1"/>
                    <a:pt x="5804"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6"/>
            <p:cNvSpPr/>
            <p:nvPr/>
          </p:nvSpPr>
          <p:spPr>
            <a:xfrm>
              <a:off x="4993125" y="4143525"/>
              <a:ext cx="251900" cy="354700"/>
            </a:xfrm>
            <a:custGeom>
              <a:avLst/>
              <a:gdLst/>
              <a:ahLst/>
              <a:cxnLst/>
              <a:rect l="l" t="t" r="r" b="b"/>
              <a:pathLst>
                <a:path w="10076" h="14188" extrusionOk="0">
                  <a:moveTo>
                    <a:pt x="6011" y="414"/>
                  </a:moveTo>
                  <a:cubicBezTo>
                    <a:pt x="8023" y="414"/>
                    <a:pt x="9662" y="2053"/>
                    <a:pt x="9662" y="4065"/>
                  </a:cubicBezTo>
                  <a:lnTo>
                    <a:pt x="9662" y="10122"/>
                  </a:lnTo>
                  <a:cubicBezTo>
                    <a:pt x="9662" y="12135"/>
                    <a:pt x="8023" y="13774"/>
                    <a:pt x="6011" y="13774"/>
                  </a:cubicBezTo>
                  <a:lnTo>
                    <a:pt x="4066" y="13774"/>
                  </a:lnTo>
                  <a:cubicBezTo>
                    <a:pt x="2052" y="13774"/>
                    <a:pt x="414" y="12135"/>
                    <a:pt x="414" y="10122"/>
                  </a:cubicBezTo>
                  <a:lnTo>
                    <a:pt x="414" y="4065"/>
                  </a:lnTo>
                  <a:cubicBezTo>
                    <a:pt x="414" y="2053"/>
                    <a:pt x="2052" y="414"/>
                    <a:pt x="4066" y="414"/>
                  </a:cubicBezTo>
                  <a:close/>
                  <a:moveTo>
                    <a:pt x="4066" y="0"/>
                  </a:moveTo>
                  <a:cubicBezTo>
                    <a:pt x="1824" y="0"/>
                    <a:pt x="1" y="1824"/>
                    <a:pt x="1" y="4065"/>
                  </a:cubicBezTo>
                  <a:lnTo>
                    <a:pt x="1" y="10122"/>
                  </a:lnTo>
                  <a:cubicBezTo>
                    <a:pt x="1" y="12364"/>
                    <a:pt x="1824" y="14188"/>
                    <a:pt x="4066" y="14188"/>
                  </a:cubicBezTo>
                  <a:lnTo>
                    <a:pt x="6011" y="14188"/>
                  </a:lnTo>
                  <a:cubicBezTo>
                    <a:pt x="8252" y="14188"/>
                    <a:pt x="10076" y="12364"/>
                    <a:pt x="10076" y="10122"/>
                  </a:cubicBezTo>
                  <a:lnTo>
                    <a:pt x="10076" y="4065"/>
                  </a:lnTo>
                  <a:cubicBezTo>
                    <a:pt x="10076" y="1824"/>
                    <a:pt x="8252" y="0"/>
                    <a:pt x="60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6"/>
            <p:cNvSpPr/>
            <p:nvPr/>
          </p:nvSpPr>
          <p:spPr>
            <a:xfrm>
              <a:off x="5107600" y="4355425"/>
              <a:ext cx="168575" cy="312100"/>
            </a:xfrm>
            <a:custGeom>
              <a:avLst/>
              <a:gdLst/>
              <a:ahLst/>
              <a:cxnLst/>
              <a:rect l="l" t="t" r="r" b="b"/>
              <a:pathLst>
                <a:path w="6743" h="12484" extrusionOk="0">
                  <a:moveTo>
                    <a:pt x="3336" y="0"/>
                  </a:moveTo>
                  <a:cubicBezTo>
                    <a:pt x="1327" y="2301"/>
                    <a:pt x="1" y="6230"/>
                    <a:pt x="1" y="10692"/>
                  </a:cubicBezTo>
                  <a:cubicBezTo>
                    <a:pt x="1" y="11301"/>
                    <a:pt x="27" y="11897"/>
                    <a:pt x="75" y="12483"/>
                  </a:cubicBezTo>
                  <a:lnTo>
                    <a:pt x="2972" y="12483"/>
                  </a:lnTo>
                  <a:cubicBezTo>
                    <a:pt x="2923" y="11899"/>
                    <a:pt x="2896" y="11301"/>
                    <a:pt x="2896" y="10692"/>
                  </a:cubicBezTo>
                  <a:cubicBezTo>
                    <a:pt x="2896" y="5898"/>
                    <a:pt x="4482" y="1793"/>
                    <a:pt x="674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6"/>
            <p:cNvSpPr/>
            <p:nvPr/>
          </p:nvSpPr>
          <p:spPr>
            <a:xfrm>
              <a:off x="5124375" y="4355425"/>
              <a:ext cx="168575" cy="312100"/>
            </a:xfrm>
            <a:custGeom>
              <a:avLst/>
              <a:gdLst/>
              <a:ahLst/>
              <a:cxnLst/>
              <a:rect l="l" t="t" r="r" b="b"/>
              <a:pathLst>
                <a:path w="6743" h="12484" extrusionOk="0">
                  <a:moveTo>
                    <a:pt x="3336" y="0"/>
                  </a:moveTo>
                  <a:cubicBezTo>
                    <a:pt x="1325" y="2301"/>
                    <a:pt x="0" y="6230"/>
                    <a:pt x="0" y="10692"/>
                  </a:cubicBezTo>
                  <a:cubicBezTo>
                    <a:pt x="0" y="11301"/>
                    <a:pt x="27" y="11897"/>
                    <a:pt x="74" y="12483"/>
                  </a:cubicBezTo>
                  <a:lnTo>
                    <a:pt x="2971" y="12483"/>
                  </a:lnTo>
                  <a:cubicBezTo>
                    <a:pt x="2921" y="11899"/>
                    <a:pt x="2896" y="11301"/>
                    <a:pt x="2896" y="10692"/>
                  </a:cubicBezTo>
                  <a:cubicBezTo>
                    <a:pt x="2896" y="5898"/>
                    <a:pt x="4482" y="1793"/>
                    <a:pt x="67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6"/>
            <p:cNvSpPr/>
            <p:nvPr/>
          </p:nvSpPr>
          <p:spPr>
            <a:xfrm>
              <a:off x="5184250" y="4355425"/>
              <a:ext cx="122800" cy="21175"/>
            </a:xfrm>
            <a:custGeom>
              <a:avLst/>
              <a:gdLst/>
              <a:ahLst/>
              <a:cxnLst/>
              <a:rect l="l" t="t" r="r" b="b"/>
              <a:pathLst>
                <a:path w="4912" h="847" extrusionOk="0">
                  <a:moveTo>
                    <a:pt x="332" y="0"/>
                  </a:moveTo>
                  <a:cubicBezTo>
                    <a:pt x="99" y="0"/>
                    <a:pt x="0" y="189"/>
                    <a:pt x="111" y="424"/>
                  </a:cubicBezTo>
                  <a:cubicBezTo>
                    <a:pt x="222" y="657"/>
                    <a:pt x="501" y="846"/>
                    <a:pt x="734" y="846"/>
                  </a:cubicBezTo>
                  <a:lnTo>
                    <a:pt x="4578" y="846"/>
                  </a:lnTo>
                  <a:cubicBezTo>
                    <a:pt x="4811" y="846"/>
                    <a:pt x="4911" y="657"/>
                    <a:pt x="4801" y="424"/>
                  </a:cubicBezTo>
                  <a:cubicBezTo>
                    <a:pt x="4690" y="189"/>
                    <a:pt x="4411" y="0"/>
                    <a:pt x="41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6"/>
            <p:cNvSpPr/>
            <p:nvPr/>
          </p:nvSpPr>
          <p:spPr>
            <a:xfrm>
              <a:off x="5194325" y="4341300"/>
              <a:ext cx="355775" cy="480925"/>
            </a:xfrm>
            <a:custGeom>
              <a:avLst/>
              <a:gdLst/>
              <a:ahLst/>
              <a:cxnLst/>
              <a:rect l="l" t="t" r="r" b="b"/>
              <a:pathLst>
                <a:path w="14231" h="19237" extrusionOk="0">
                  <a:moveTo>
                    <a:pt x="6938" y="899"/>
                  </a:moveTo>
                  <a:cubicBezTo>
                    <a:pt x="10056" y="1176"/>
                    <a:pt x="12527" y="4973"/>
                    <a:pt x="12527" y="9618"/>
                  </a:cubicBezTo>
                  <a:cubicBezTo>
                    <a:pt x="12527" y="14265"/>
                    <a:pt x="10056" y="18061"/>
                    <a:pt x="6938" y="18339"/>
                  </a:cubicBezTo>
                  <a:cubicBezTo>
                    <a:pt x="3819" y="18061"/>
                    <a:pt x="1347" y="14265"/>
                    <a:pt x="1347" y="9618"/>
                  </a:cubicBezTo>
                  <a:cubicBezTo>
                    <a:pt x="1347" y="4973"/>
                    <a:pt x="3819" y="1176"/>
                    <a:pt x="6938" y="899"/>
                  </a:cubicBezTo>
                  <a:close/>
                  <a:moveTo>
                    <a:pt x="6750" y="1"/>
                  </a:moveTo>
                  <a:cubicBezTo>
                    <a:pt x="3023" y="1"/>
                    <a:pt x="0" y="4307"/>
                    <a:pt x="0" y="9618"/>
                  </a:cubicBezTo>
                  <a:cubicBezTo>
                    <a:pt x="0" y="14931"/>
                    <a:pt x="3023" y="19237"/>
                    <a:pt x="6750" y="19237"/>
                  </a:cubicBezTo>
                  <a:cubicBezTo>
                    <a:pt x="6766" y="19237"/>
                    <a:pt x="6781" y="19235"/>
                    <a:pt x="6796" y="19234"/>
                  </a:cubicBezTo>
                  <a:cubicBezTo>
                    <a:pt x="6811" y="19235"/>
                    <a:pt x="6827" y="19237"/>
                    <a:pt x="6842" y="19237"/>
                  </a:cubicBezTo>
                  <a:cubicBezTo>
                    <a:pt x="6856" y="19237"/>
                    <a:pt x="6871" y="19235"/>
                    <a:pt x="6887" y="19234"/>
                  </a:cubicBezTo>
                  <a:cubicBezTo>
                    <a:pt x="6902" y="19235"/>
                    <a:pt x="6917" y="19237"/>
                    <a:pt x="6933" y="19237"/>
                  </a:cubicBezTo>
                  <a:cubicBezTo>
                    <a:pt x="6948" y="19237"/>
                    <a:pt x="6963" y="19235"/>
                    <a:pt x="6979" y="19234"/>
                  </a:cubicBezTo>
                  <a:cubicBezTo>
                    <a:pt x="6994" y="19235"/>
                    <a:pt x="7008" y="19237"/>
                    <a:pt x="7025" y="19237"/>
                  </a:cubicBezTo>
                  <a:cubicBezTo>
                    <a:pt x="7039" y="19237"/>
                    <a:pt x="7054" y="19235"/>
                    <a:pt x="7069" y="19234"/>
                  </a:cubicBezTo>
                  <a:cubicBezTo>
                    <a:pt x="7085" y="19235"/>
                    <a:pt x="7100" y="19237"/>
                    <a:pt x="7115" y="19237"/>
                  </a:cubicBezTo>
                  <a:cubicBezTo>
                    <a:pt x="7131" y="19237"/>
                    <a:pt x="7146" y="19235"/>
                    <a:pt x="7160" y="19234"/>
                  </a:cubicBezTo>
                  <a:cubicBezTo>
                    <a:pt x="7177" y="19235"/>
                    <a:pt x="7191" y="19237"/>
                    <a:pt x="7206" y="19237"/>
                  </a:cubicBezTo>
                  <a:cubicBezTo>
                    <a:pt x="7221" y="19237"/>
                    <a:pt x="7237" y="19235"/>
                    <a:pt x="7252" y="19234"/>
                  </a:cubicBezTo>
                  <a:cubicBezTo>
                    <a:pt x="7267" y="19235"/>
                    <a:pt x="7282" y="19237"/>
                    <a:pt x="7298" y="19237"/>
                  </a:cubicBezTo>
                  <a:cubicBezTo>
                    <a:pt x="7313" y="19237"/>
                    <a:pt x="7327" y="19235"/>
                    <a:pt x="7344" y="19234"/>
                  </a:cubicBezTo>
                  <a:cubicBezTo>
                    <a:pt x="7358" y="19235"/>
                    <a:pt x="7373" y="19237"/>
                    <a:pt x="7389" y="19237"/>
                  </a:cubicBezTo>
                  <a:cubicBezTo>
                    <a:pt x="7404" y="19237"/>
                    <a:pt x="7419" y="19235"/>
                    <a:pt x="7435" y="19234"/>
                  </a:cubicBezTo>
                  <a:cubicBezTo>
                    <a:pt x="7450" y="19235"/>
                    <a:pt x="7465" y="19237"/>
                    <a:pt x="7479" y="19237"/>
                  </a:cubicBezTo>
                  <a:cubicBezTo>
                    <a:pt x="11208" y="19237"/>
                    <a:pt x="14231" y="14931"/>
                    <a:pt x="14231" y="9618"/>
                  </a:cubicBezTo>
                  <a:cubicBezTo>
                    <a:pt x="14231" y="4307"/>
                    <a:pt x="11208" y="1"/>
                    <a:pt x="7479" y="1"/>
                  </a:cubicBezTo>
                  <a:cubicBezTo>
                    <a:pt x="7465" y="1"/>
                    <a:pt x="7450" y="2"/>
                    <a:pt x="7435" y="2"/>
                  </a:cubicBezTo>
                  <a:cubicBezTo>
                    <a:pt x="7419" y="2"/>
                    <a:pt x="7404" y="1"/>
                    <a:pt x="7389" y="1"/>
                  </a:cubicBezTo>
                  <a:cubicBezTo>
                    <a:pt x="7373" y="1"/>
                    <a:pt x="7358" y="2"/>
                    <a:pt x="7344" y="2"/>
                  </a:cubicBezTo>
                  <a:cubicBezTo>
                    <a:pt x="7327" y="2"/>
                    <a:pt x="7313" y="1"/>
                    <a:pt x="7298" y="1"/>
                  </a:cubicBezTo>
                  <a:cubicBezTo>
                    <a:pt x="7282" y="1"/>
                    <a:pt x="7267" y="2"/>
                    <a:pt x="7252" y="2"/>
                  </a:cubicBezTo>
                  <a:cubicBezTo>
                    <a:pt x="7237" y="2"/>
                    <a:pt x="7221" y="1"/>
                    <a:pt x="7206" y="1"/>
                  </a:cubicBezTo>
                  <a:cubicBezTo>
                    <a:pt x="7191" y="1"/>
                    <a:pt x="7177" y="2"/>
                    <a:pt x="7160" y="2"/>
                  </a:cubicBezTo>
                  <a:cubicBezTo>
                    <a:pt x="7146" y="2"/>
                    <a:pt x="7131" y="1"/>
                    <a:pt x="7115" y="1"/>
                  </a:cubicBezTo>
                  <a:cubicBezTo>
                    <a:pt x="7100" y="1"/>
                    <a:pt x="7085" y="2"/>
                    <a:pt x="7069" y="2"/>
                  </a:cubicBezTo>
                  <a:cubicBezTo>
                    <a:pt x="7054" y="2"/>
                    <a:pt x="7039" y="1"/>
                    <a:pt x="7025" y="1"/>
                  </a:cubicBezTo>
                  <a:cubicBezTo>
                    <a:pt x="7008" y="1"/>
                    <a:pt x="6994" y="2"/>
                    <a:pt x="6979" y="2"/>
                  </a:cubicBezTo>
                  <a:cubicBezTo>
                    <a:pt x="6963" y="2"/>
                    <a:pt x="6948" y="1"/>
                    <a:pt x="6933" y="1"/>
                  </a:cubicBezTo>
                  <a:cubicBezTo>
                    <a:pt x="6917" y="1"/>
                    <a:pt x="6902" y="2"/>
                    <a:pt x="6887" y="2"/>
                  </a:cubicBezTo>
                  <a:cubicBezTo>
                    <a:pt x="6871" y="2"/>
                    <a:pt x="6856" y="1"/>
                    <a:pt x="6842" y="1"/>
                  </a:cubicBezTo>
                  <a:cubicBezTo>
                    <a:pt x="6827" y="1"/>
                    <a:pt x="6811" y="2"/>
                    <a:pt x="6796" y="2"/>
                  </a:cubicBezTo>
                  <a:cubicBezTo>
                    <a:pt x="6781" y="2"/>
                    <a:pt x="6766" y="1"/>
                    <a:pt x="675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6"/>
            <p:cNvSpPr/>
            <p:nvPr/>
          </p:nvSpPr>
          <p:spPr>
            <a:xfrm>
              <a:off x="5335300" y="4522050"/>
              <a:ext cx="79200" cy="119450"/>
            </a:xfrm>
            <a:custGeom>
              <a:avLst/>
              <a:gdLst/>
              <a:ahLst/>
              <a:cxnLst/>
              <a:rect l="l" t="t" r="r" b="b"/>
              <a:pathLst>
                <a:path w="3168" h="4778" extrusionOk="0">
                  <a:moveTo>
                    <a:pt x="1584" y="0"/>
                  </a:moveTo>
                  <a:cubicBezTo>
                    <a:pt x="709" y="0"/>
                    <a:pt x="1" y="1070"/>
                    <a:pt x="1" y="2388"/>
                  </a:cubicBezTo>
                  <a:cubicBezTo>
                    <a:pt x="1" y="3708"/>
                    <a:pt x="709" y="4777"/>
                    <a:pt x="1584" y="4777"/>
                  </a:cubicBezTo>
                  <a:cubicBezTo>
                    <a:pt x="2459" y="4777"/>
                    <a:pt x="3168" y="3708"/>
                    <a:pt x="3168" y="2388"/>
                  </a:cubicBezTo>
                  <a:cubicBezTo>
                    <a:pt x="3168" y="1070"/>
                    <a:pt x="2459" y="0"/>
                    <a:pt x="15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6"/>
            <p:cNvSpPr/>
            <p:nvPr/>
          </p:nvSpPr>
          <p:spPr>
            <a:xfrm>
              <a:off x="5231350" y="4365650"/>
              <a:ext cx="285075" cy="434550"/>
            </a:xfrm>
            <a:custGeom>
              <a:avLst/>
              <a:gdLst/>
              <a:ahLst/>
              <a:cxnLst/>
              <a:rect l="l" t="t" r="r" b="b"/>
              <a:pathLst>
                <a:path w="11403" h="17382" extrusionOk="0">
                  <a:moveTo>
                    <a:pt x="5622" y="858"/>
                  </a:moveTo>
                  <a:cubicBezTo>
                    <a:pt x="8416" y="858"/>
                    <a:pt x="10681" y="4365"/>
                    <a:pt x="10681" y="8691"/>
                  </a:cubicBezTo>
                  <a:cubicBezTo>
                    <a:pt x="10681" y="13016"/>
                    <a:pt x="8416" y="16523"/>
                    <a:pt x="5622" y="16523"/>
                  </a:cubicBezTo>
                  <a:cubicBezTo>
                    <a:pt x="2827" y="16523"/>
                    <a:pt x="562" y="13016"/>
                    <a:pt x="562" y="8691"/>
                  </a:cubicBezTo>
                  <a:cubicBezTo>
                    <a:pt x="562" y="4365"/>
                    <a:pt x="2827" y="858"/>
                    <a:pt x="5622" y="858"/>
                  </a:cubicBezTo>
                  <a:close/>
                  <a:moveTo>
                    <a:pt x="5702" y="0"/>
                  </a:moveTo>
                  <a:cubicBezTo>
                    <a:pt x="2553" y="0"/>
                    <a:pt x="0" y="3891"/>
                    <a:pt x="0" y="8691"/>
                  </a:cubicBezTo>
                  <a:cubicBezTo>
                    <a:pt x="0" y="13490"/>
                    <a:pt x="2553" y="17381"/>
                    <a:pt x="5702" y="17381"/>
                  </a:cubicBezTo>
                  <a:cubicBezTo>
                    <a:pt x="8850" y="17381"/>
                    <a:pt x="11403" y="13490"/>
                    <a:pt x="11403" y="8691"/>
                  </a:cubicBezTo>
                  <a:cubicBezTo>
                    <a:pt x="11403" y="3891"/>
                    <a:pt x="8850" y="0"/>
                    <a:pt x="5702" y="0"/>
                  </a:cubicBezTo>
                  <a:close/>
                </a:path>
              </a:pathLst>
            </a:custGeom>
            <a:solidFill>
              <a:srgbClr val="4238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6"/>
            <p:cNvSpPr/>
            <p:nvPr/>
          </p:nvSpPr>
          <p:spPr>
            <a:xfrm>
              <a:off x="5225250" y="4365650"/>
              <a:ext cx="285100" cy="434550"/>
            </a:xfrm>
            <a:custGeom>
              <a:avLst/>
              <a:gdLst/>
              <a:ahLst/>
              <a:cxnLst/>
              <a:rect l="l" t="t" r="r" b="b"/>
              <a:pathLst>
                <a:path w="11404" h="17382" extrusionOk="0">
                  <a:moveTo>
                    <a:pt x="5621" y="858"/>
                  </a:moveTo>
                  <a:cubicBezTo>
                    <a:pt x="8416" y="858"/>
                    <a:pt x="10681" y="4365"/>
                    <a:pt x="10681" y="8691"/>
                  </a:cubicBezTo>
                  <a:cubicBezTo>
                    <a:pt x="10681" y="13016"/>
                    <a:pt x="8416" y="16523"/>
                    <a:pt x="5621" y="16523"/>
                  </a:cubicBezTo>
                  <a:cubicBezTo>
                    <a:pt x="2827" y="16523"/>
                    <a:pt x="562" y="13016"/>
                    <a:pt x="562" y="8691"/>
                  </a:cubicBezTo>
                  <a:cubicBezTo>
                    <a:pt x="562" y="4365"/>
                    <a:pt x="2827" y="858"/>
                    <a:pt x="5621" y="858"/>
                  </a:cubicBezTo>
                  <a:close/>
                  <a:moveTo>
                    <a:pt x="5702" y="0"/>
                  </a:moveTo>
                  <a:cubicBezTo>
                    <a:pt x="2552" y="0"/>
                    <a:pt x="1" y="3891"/>
                    <a:pt x="1" y="8691"/>
                  </a:cubicBezTo>
                  <a:cubicBezTo>
                    <a:pt x="1" y="13490"/>
                    <a:pt x="2552" y="17381"/>
                    <a:pt x="5702" y="17381"/>
                  </a:cubicBezTo>
                  <a:cubicBezTo>
                    <a:pt x="8850" y="17381"/>
                    <a:pt x="11403" y="13490"/>
                    <a:pt x="11403" y="8691"/>
                  </a:cubicBezTo>
                  <a:cubicBezTo>
                    <a:pt x="11403" y="3891"/>
                    <a:pt x="8850" y="0"/>
                    <a:pt x="57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6"/>
            <p:cNvSpPr/>
            <p:nvPr/>
          </p:nvSpPr>
          <p:spPr>
            <a:xfrm>
              <a:off x="5285125" y="4397375"/>
              <a:ext cx="143050" cy="370375"/>
            </a:xfrm>
            <a:custGeom>
              <a:avLst/>
              <a:gdLst/>
              <a:ahLst/>
              <a:cxnLst/>
              <a:rect l="l" t="t" r="r" b="b"/>
              <a:pathLst>
                <a:path w="5722" h="14815" extrusionOk="0">
                  <a:moveTo>
                    <a:pt x="5234" y="1"/>
                  </a:moveTo>
                  <a:cubicBezTo>
                    <a:pt x="5049" y="1"/>
                    <a:pt x="4877" y="111"/>
                    <a:pt x="4819" y="280"/>
                  </a:cubicBezTo>
                  <a:lnTo>
                    <a:pt x="72" y="14303"/>
                  </a:lnTo>
                  <a:cubicBezTo>
                    <a:pt x="1" y="14512"/>
                    <a:pt x="129" y="14732"/>
                    <a:pt x="360" y="14797"/>
                  </a:cubicBezTo>
                  <a:cubicBezTo>
                    <a:pt x="401" y="14808"/>
                    <a:pt x="445" y="14814"/>
                    <a:pt x="487" y="14814"/>
                  </a:cubicBezTo>
                  <a:cubicBezTo>
                    <a:pt x="673" y="14814"/>
                    <a:pt x="844" y="14705"/>
                    <a:pt x="902" y="14535"/>
                  </a:cubicBezTo>
                  <a:lnTo>
                    <a:pt x="5650" y="512"/>
                  </a:lnTo>
                  <a:cubicBezTo>
                    <a:pt x="5721" y="304"/>
                    <a:pt x="5593" y="82"/>
                    <a:pt x="5362" y="19"/>
                  </a:cubicBezTo>
                  <a:cubicBezTo>
                    <a:pt x="5320" y="7"/>
                    <a:pt x="5277" y="1"/>
                    <a:pt x="52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6"/>
            <p:cNvSpPr/>
            <p:nvPr/>
          </p:nvSpPr>
          <p:spPr>
            <a:xfrm>
              <a:off x="5236925" y="4489475"/>
              <a:ext cx="263450" cy="201300"/>
            </a:xfrm>
            <a:custGeom>
              <a:avLst/>
              <a:gdLst/>
              <a:ahLst/>
              <a:cxnLst/>
              <a:rect l="l" t="t" r="r" b="b"/>
              <a:pathLst>
                <a:path w="10538" h="8052" extrusionOk="0">
                  <a:moveTo>
                    <a:pt x="489" y="0"/>
                  </a:moveTo>
                  <a:cubicBezTo>
                    <a:pt x="364" y="0"/>
                    <a:pt x="241" y="48"/>
                    <a:pt x="154" y="141"/>
                  </a:cubicBezTo>
                  <a:cubicBezTo>
                    <a:pt x="0" y="308"/>
                    <a:pt x="25" y="558"/>
                    <a:pt x="209" y="697"/>
                  </a:cubicBezTo>
                  <a:lnTo>
                    <a:pt x="9771" y="7960"/>
                  </a:lnTo>
                  <a:cubicBezTo>
                    <a:pt x="9852" y="8022"/>
                    <a:pt x="9951" y="8052"/>
                    <a:pt x="10050" y="8052"/>
                  </a:cubicBezTo>
                  <a:cubicBezTo>
                    <a:pt x="10174" y="8052"/>
                    <a:pt x="10297" y="8004"/>
                    <a:pt x="10384" y="7910"/>
                  </a:cubicBezTo>
                  <a:cubicBezTo>
                    <a:pt x="10538" y="7743"/>
                    <a:pt x="10514" y="7495"/>
                    <a:pt x="10329" y="7355"/>
                  </a:cubicBezTo>
                  <a:lnTo>
                    <a:pt x="767" y="91"/>
                  </a:lnTo>
                  <a:cubicBezTo>
                    <a:pt x="685" y="30"/>
                    <a:pt x="587" y="0"/>
                    <a:pt x="4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6"/>
            <p:cNvSpPr/>
            <p:nvPr/>
          </p:nvSpPr>
          <p:spPr>
            <a:xfrm>
              <a:off x="5231600" y="4503900"/>
              <a:ext cx="277625" cy="143175"/>
            </a:xfrm>
            <a:custGeom>
              <a:avLst/>
              <a:gdLst/>
              <a:ahLst/>
              <a:cxnLst/>
              <a:rect l="l" t="t" r="r" b="b"/>
              <a:pathLst>
                <a:path w="11105" h="5727" extrusionOk="0">
                  <a:moveTo>
                    <a:pt x="10607" y="0"/>
                  </a:moveTo>
                  <a:cubicBezTo>
                    <a:pt x="10538" y="0"/>
                    <a:pt x="10467" y="15"/>
                    <a:pt x="10402" y="47"/>
                  </a:cubicBezTo>
                  <a:lnTo>
                    <a:pt x="292" y="4985"/>
                  </a:lnTo>
                  <a:cubicBezTo>
                    <a:pt x="79" y="5088"/>
                    <a:pt x="1" y="5328"/>
                    <a:pt x="114" y="5520"/>
                  </a:cubicBezTo>
                  <a:cubicBezTo>
                    <a:pt x="193" y="5651"/>
                    <a:pt x="342" y="5726"/>
                    <a:pt x="497" y="5726"/>
                  </a:cubicBezTo>
                  <a:cubicBezTo>
                    <a:pt x="566" y="5726"/>
                    <a:pt x="637" y="5712"/>
                    <a:pt x="704" y="5679"/>
                  </a:cubicBezTo>
                  <a:lnTo>
                    <a:pt x="10814" y="743"/>
                  </a:lnTo>
                  <a:cubicBezTo>
                    <a:pt x="11025" y="639"/>
                    <a:pt x="11105" y="400"/>
                    <a:pt x="10991" y="208"/>
                  </a:cubicBezTo>
                  <a:cubicBezTo>
                    <a:pt x="10912" y="76"/>
                    <a:pt x="10762" y="0"/>
                    <a:pt x="1060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6"/>
            <p:cNvSpPr/>
            <p:nvPr/>
          </p:nvSpPr>
          <p:spPr>
            <a:xfrm>
              <a:off x="5305150" y="4386600"/>
              <a:ext cx="109875" cy="413275"/>
            </a:xfrm>
            <a:custGeom>
              <a:avLst/>
              <a:gdLst/>
              <a:ahLst/>
              <a:cxnLst/>
              <a:rect l="l" t="t" r="r" b="b"/>
              <a:pathLst>
                <a:path w="4395" h="16531" extrusionOk="0">
                  <a:moveTo>
                    <a:pt x="475" y="0"/>
                  </a:moveTo>
                  <a:cubicBezTo>
                    <a:pt x="446" y="0"/>
                    <a:pt x="417" y="3"/>
                    <a:pt x="389" y="8"/>
                  </a:cubicBezTo>
                  <a:cubicBezTo>
                    <a:pt x="154" y="51"/>
                    <a:pt x="0" y="258"/>
                    <a:pt x="47" y="472"/>
                  </a:cubicBezTo>
                  <a:lnTo>
                    <a:pt x="3495" y="16211"/>
                  </a:lnTo>
                  <a:cubicBezTo>
                    <a:pt x="3535" y="16399"/>
                    <a:pt x="3717" y="16530"/>
                    <a:pt x="3921" y="16530"/>
                  </a:cubicBezTo>
                  <a:cubicBezTo>
                    <a:pt x="3949" y="16530"/>
                    <a:pt x="3977" y="16527"/>
                    <a:pt x="4006" y="16521"/>
                  </a:cubicBezTo>
                  <a:cubicBezTo>
                    <a:pt x="4241" y="16480"/>
                    <a:pt x="4395" y="16272"/>
                    <a:pt x="4347" y="16058"/>
                  </a:cubicBezTo>
                  <a:lnTo>
                    <a:pt x="899" y="318"/>
                  </a:lnTo>
                  <a:cubicBezTo>
                    <a:pt x="859" y="130"/>
                    <a:pt x="678" y="0"/>
                    <a:pt x="4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6"/>
            <p:cNvSpPr/>
            <p:nvPr/>
          </p:nvSpPr>
          <p:spPr>
            <a:xfrm>
              <a:off x="5214700" y="4365650"/>
              <a:ext cx="285075" cy="434550"/>
            </a:xfrm>
            <a:custGeom>
              <a:avLst/>
              <a:gdLst/>
              <a:ahLst/>
              <a:cxnLst/>
              <a:rect l="l" t="t" r="r" b="b"/>
              <a:pathLst>
                <a:path w="11403" h="17382" extrusionOk="0">
                  <a:moveTo>
                    <a:pt x="5622" y="858"/>
                  </a:moveTo>
                  <a:cubicBezTo>
                    <a:pt x="8416" y="858"/>
                    <a:pt x="10681" y="4365"/>
                    <a:pt x="10681" y="8691"/>
                  </a:cubicBezTo>
                  <a:cubicBezTo>
                    <a:pt x="10681" y="13016"/>
                    <a:pt x="8416" y="16523"/>
                    <a:pt x="5622" y="16523"/>
                  </a:cubicBezTo>
                  <a:cubicBezTo>
                    <a:pt x="2828" y="16523"/>
                    <a:pt x="563" y="13016"/>
                    <a:pt x="563" y="8691"/>
                  </a:cubicBezTo>
                  <a:cubicBezTo>
                    <a:pt x="563" y="4365"/>
                    <a:pt x="2828" y="858"/>
                    <a:pt x="5622" y="858"/>
                  </a:cubicBezTo>
                  <a:close/>
                  <a:moveTo>
                    <a:pt x="5702" y="0"/>
                  </a:moveTo>
                  <a:cubicBezTo>
                    <a:pt x="2554" y="0"/>
                    <a:pt x="0" y="3891"/>
                    <a:pt x="0" y="8691"/>
                  </a:cubicBezTo>
                  <a:cubicBezTo>
                    <a:pt x="0" y="13490"/>
                    <a:pt x="2554" y="17381"/>
                    <a:pt x="5702" y="17381"/>
                  </a:cubicBezTo>
                  <a:cubicBezTo>
                    <a:pt x="8851" y="17381"/>
                    <a:pt x="11403" y="13490"/>
                    <a:pt x="11403" y="8691"/>
                  </a:cubicBezTo>
                  <a:cubicBezTo>
                    <a:pt x="11403" y="3891"/>
                    <a:pt x="8851" y="0"/>
                    <a:pt x="57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6"/>
            <p:cNvSpPr/>
            <p:nvPr/>
          </p:nvSpPr>
          <p:spPr>
            <a:xfrm>
              <a:off x="5192100" y="4341300"/>
              <a:ext cx="328400" cy="480925"/>
            </a:xfrm>
            <a:custGeom>
              <a:avLst/>
              <a:gdLst/>
              <a:ahLst/>
              <a:cxnLst/>
              <a:rect l="l" t="t" r="r" b="b"/>
              <a:pathLst>
                <a:path w="13136" h="19237" extrusionOk="0">
                  <a:moveTo>
                    <a:pt x="6395" y="881"/>
                  </a:moveTo>
                  <a:cubicBezTo>
                    <a:pt x="9594" y="881"/>
                    <a:pt x="12189" y="4793"/>
                    <a:pt x="12189" y="9618"/>
                  </a:cubicBezTo>
                  <a:cubicBezTo>
                    <a:pt x="12189" y="14445"/>
                    <a:pt x="9594" y="18357"/>
                    <a:pt x="6395" y="18357"/>
                  </a:cubicBezTo>
                  <a:cubicBezTo>
                    <a:pt x="3195" y="18357"/>
                    <a:pt x="602" y="14445"/>
                    <a:pt x="602" y="9618"/>
                  </a:cubicBezTo>
                  <a:cubicBezTo>
                    <a:pt x="602" y="4793"/>
                    <a:pt x="3195" y="881"/>
                    <a:pt x="6395" y="881"/>
                  </a:cubicBezTo>
                  <a:close/>
                  <a:moveTo>
                    <a:pt x="6569" y="1"/>
                  </a:moveTo>
                  <a:cubicBezTo>
                    <a:pt x="2941" y="1"/>
                    <a:pt x="1" y="4307"/>
                    <a:pt x="1" y="9618"/>
                  </a:cubicBezTo>
                  <a:cubicBezTo>
                    <a:pt x="1" y="14931"/>
                    <a:pt x="2941" y="19237"/>
                    <a:pt x="6569" y="19237"/>
                  </a:cubicBezTo>
                  <a:cubicBezTo>
                    <a:pt x="10195" y="19237"/>
                    <a:pt x="13135" y="14931"/>
                    <a:pt x="13135" y="9618"/>
                  </a:cubicBezTo>
                  <a:cubicBezTo>
                    <a:pt x="13135" y="4307"/>
                    <a:pt x="10195" y="1"/>
                    <a:pt x="65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6"/>
            <p:cNvSpPr/>
            <p:nvPr/>
          </p:nvSpPr>
          <p:spPr>
            <a:xfrm>
              <a:off x="5312375" y="4522050"/>
              <a:ext cx="79200" cy="119450"/>
            </a:xfrm>
            <a:custGeom>
              <a:avLst/>
              <a:gdLst/>
              <a:ahLst/>
              <a:cxnLst/>
              <a:rect l="l" t="t" r="r" b="b"/>
              <a:pathLst>
                <a:path w="3168" h="4778" extrusionOk="0">
                  <a:moveTo>
                    <a:pt x="1584" y="0"/>
                  </a:moveTo>
                  <a:cubicBezTo>
                    <a:pt x="709" y="0"/>
                    <a:pt x="1" y="1070"/>
                    <a:pt x="1" y="2388"/>
                  </a:cubicBezTo>
                  <a:cubicBezTo>
                    <a:pt x="1" y="3708"/>
                    <a:pt x="709" y="4777"/>
                    <a:pt x="1584" y="4777"/>
                  </a:cubicBezTo>
                  <a:cubicBezTo>
                    <a:pt x="2459" y="4777"/>
                    <a:pt x="3168" y="3708"/>
                    <a:pt x="3168" y="2388"/>
                  </a:cubicBezTo>
                  <a:cubicBezTo>
                    <a:pt x="3168" y="1070"/>
                    <a:pt x="2459" y="0"/>
                    <a:pt x="15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6"/>
            <p:cNvSpPr/>
            <p:nvPr/>
          </p:nvSpPr>
          <p:spPr>
            <a:xfrm>
              <a:off x="5328700" y="4546675"/>
              <a:ext cx="46525" cy="70200"/>
            </a:xfrm>
            <a:custGeom>
              <a:avLst/>
              <a:gdLst/>
              <a:ahLst/>
              <a:cxnLst/>
              <a:rect l="l" t="t" r="r" b="b"/>
              <a:pathLst>
                <a:path w="1861" h="2808" extrusionOk="0">
                  <a:moveTo>
                    <a:pt x="931" y="0"/>
                  </a:moveTo>
                  <a:cubicBezTo>
                    <a:pt x="417" y="0"/>
                    <a:pt x="0" y="629"/>
                    <a:pt x="0" y="1403"/>
                  </a:cubicBezTo>
                  <a:cubicBezTo>
                    <a:pt x="0" y="2178"/>
                    <a:pt x="417" y="2807"/>
                    <a:pt x="931" y="2807"/>
                  </a:cubicBezTo>
                  <a:cubicBezTo>
                    <a:pt x="1444" y="2807"/>
                    <a:pt x="1861" y="2178"/>
                    <a:pt x="1861" y="1403"/>
                  </a:cubicBezTo>
                  <a:cubicBezTo>
                    <a:pt x="1861" y="629"/>
                    <a:pt x="1444" y="0"/>
                    <a:pt x="9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6"/>
            <p:cNvSpPr/>
            <p:nvPr/>
          </p:nvSpPr>
          <p:spPr>
            <a:xfrm>
              <a:off x="5335525" y="4556975"/>
              <a:ext cx="32925" cy="49600"/>
            </a:xfrm>
            <a:custGeom>
              <a:avLst/>
              <a:gdLst/>
              <a:ahLst/>
              <a:cxnLst/>
              <a:rect l="l" t="t" r="r" b="b"/>
              <a:pathLst>
                <a:path w="1317" h="1984" extrusionOk="0">
                  <a:moveTo>
                    <a:pt x="658" y="0"/>
                  </a:moveTo>
                  <a:cubicBezTo>
                    <a:pt x="294" y="0"/>
                    <a:pt x="0" y="443"/>
                    <a:pt x="0" y="991"/>
                  </a:cubicBezTo>
                  <a:cubicBezTo>
                    <a:pt x="0" y="1539"/>
                    <a:pt x="294" y="1983"/>
                    <a:pt x="658" y="1983"/>
                  </a:cubicBezTo>
                  <a:cubicBezTo>
                    <a:pt x="1021" y="1983"/>
                    <a:pt x="1316" y="1539"/>
                    <a:pt x="1316" y="991"/>
                  </a:cubicBezTo>
                  <a:cubicBezTo>
                    <a:pt x="1316" y="443"/>
                    <a:pt x="1021" y="0"/>
                    <a:pt x="6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6"/>
            <p:cNvSpPr/>
            <p:nvPr/>
          </p:nvSpPr>
          <p:spPr>
            <a:xfrm>
              <a:off x="1571950" y="2810725"/>
              <a:ext cx="953400" cy="131800"/>
            </a:xfrm>
            <a:custGeom>
              <a:avLst/>
              <a:gdLst/>
              <a:ahLst/>
              <a:cxnLst/>
              <a:rect l="l" t="t" r="r" b="b"/>
              <a:pathLst>
                <a:path w="38136" h="5272" extrusionOk="0">
                  <a:moveTo>
                    <a:pt x="36206" y="829"/>
                  </a:moveTo>
                  <a:cubicBezTo>
                    <a:pt x="36813" y="829"/>
                    <a:pt x="37307" y="1323"/>
                    <a:pt x="37307" y="1930"/>
                  </a:cubicBezTo>
                  <a:lnTo>
                    <a:pt x="37307" y="3342"/>
                  </a:lnTo>
                  <a:cubicBezTo>
                    <a:pt x="37307" y="3949"/>
                    <a:pt x="36813" y="4443"/>
                    <a:pt x="36206" y="4443"/>
                  </a:cubicBezTo>
                  <a:lnTo>
                    <a:pt x="2861" y="4443"/>
                  </a:lnTo>
                  <a:cubicBezTo>
                    <a:pt x="2723" y="3149"/>
                    <a:pt x="1944" y="2187"/>
                    <a:pt x="975" y="2187"/>
                  </a:cubicBezTo>
                  <a:lnTo>
                    <a:pt x="829" y="2187"/>
                  </a:lnTo>
                  <a:lnTo>
                    <a:pt x="829" y="829"/>
                  </a:lnTo>
                  <a:close/>
                  <a:moveTo>
                    <a:pt x="0" y="0"/>
                  </a:moveTo>
                  <a:lnTo>
                    <a:pt x="0" y="3016"/>
                  </a:lnTo>
                  <a:lnTo>
                    <a:pt x="975" y="3016"/>
                  </a:lnTo>
                  <a:cubicBezTo>
                    <a:pt x="1560" y="3016"/>
                    <a:pt x="2054" y="3859"/>
                    <a:pt x="2054" y="4858"/>
                  </a:cubicBezTo>
                  <a:lnTo>
                    <a:pt x="2054" y="5272"/>
                  </a:lnTo>
                  <a:lnTo>
                    <a:pt x="36206" y="5272"/>
                  </a:lnTo>
                  <a:cubicBezTo>
                    <a:pt x="37269" y="5272"/>
                    <a:pt x="38136" y="4407"/>
                    <a:pt x="38136" y="3342"/>
                  </a:cubicBezTo>
                  <a:lnTo>
                    <a:pt x="38136" y="1930"/>
                  </a:lnTo>
                  <a:cubicBezTo>
                    <a:pt x="38136" y="866"/>
                    <a:pt x="37269" y="0"/>
                    <a:pt x="36206" y="0"/>
                  </a:cubicBezTo>
                  <a:close/>
                </a:path>
              </a:pathLst>
            </a:custGeom>
            <a:solidFill>
              <a:srgbClr val="D8A4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6"/>
            <p:cNvSpPr/>
            <p:nvPr/>
          </p:nvSpPr>
          <p:spPr>
            <a:xfrm>
              <a:off x="4630100" y="3483125"/>
              <a:ext cx="88800" cy="97875"/>
            </a:xfrm>
            <a:custGeom>
              <a:avLst/>
              <a:gdLst/>
              <a:ahLst/>
              <a:cxnLst/>
              <a:rect l="l" t="t" r="r" b="b"/>
              <a:pathLst>
                <a:path w="3552" h="3915" extrusionOk="0">
                  <a:moveTo>
                    <a:pt x="1777" y="1"/>
                  </a:moveTo>
                  <a:cubicBezTo>
                    <a:pt x="797" y="1"/>
                    <a:pt x="1" y="877"/>
                    <a:pt x="1" y="1957"/>
                  </a:cubicBezTo>
                  <a:cubicBezTo>
                    <a:pt x="1" y="3038"/>
                    <a:pt x="797" y="3914"/>
                    <a:pt x="1777" y="3914"/>
                  </a:cubicBezTo>
                  <a:cubicBezTo>
                    <a:pt x="2758" y="3914"/>
                    <a:pt x="3552" y="3038"/>
                    <a:pt x="3552" y="1957"/>
                  </a:cubicBezTo>
                  <a:cubicBezTo>
                    <a:pt x="3552" y="877"/>
                    <a:pt x="2758" y="1"/>
                    <a:pt x="1777"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6"/>
            <p:cNvSpPr/>
            <p:nvPr/>
          </p:nvSpPr>
          <p:spPr>
            <a:xfrm>
              <a:off x="4610275" y="3483125"/>
              <a:ext cx="88800" cy="97875"/>
            </a:xfrm>
            <a:custGeom>
              <a:avLst/>
              <a:gdLst/>
              <a:ahLst/>
              <a:cxnLst/>
              <a:rect l="l" t="t" r="r" b="b"/>
              <a:pathLst>
                <a:path w="3552" h="3915" extrusionOk="0">
                  <a:moveTo>
                    <a:pt x="1776" y="1"/>
                  </a:moveTo>
                  <a:cubicBezTo>
                    <a:pt x="795" y="1"/>
                    <a:pt x="1" y="877"/>
                    <a:pt x="1" y="1957"/>
                  </a:cubicBezTo>
                  <a:cubicBezTo>
                    <a:pt x="1" y="3038"/>
                    <a:pt x="795" y="3914"/>
                    <a:pt x="1776" y="3914"/>
                  </a:cubicBezTo>
                  <a:cubicBezTo>
                    <a:pt x="2758" y="3914"/>
                    <a:pt x="3552" y="3038"/>
                    <a:pt x="3552" y="1957"/>
                  </a:cubicBezTo>
                  <a:cubicBezTo>
                    <a:pt x="3552" y="877"/>
                    <a:pt x="2758" y="1"/>
                    <a:pt x="17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6"/>
            <p:cNvSpPr/>
            <p:nvPr/>
          </p:nvSpPr>
          <p:spPr>
            <a:xfrm>
              <a:off x="4616075" y="3501200"/>
              <a:ext cx="56075" cy="61725"/>
            </a:xfrm>
            <a:custGeom>
              <a:avLst/>
              <a:gdLst/>
              <a:ahLst/>
              <a:cxnLst/>
              <a:rect l="l" t="t" r="r" b="b"/>
              <a:pathLst>
                <a:path w="2243" h="2469" extrusionOk="0">
                  <a:moveTo>
                    <a:pt x="1121" y="0"/>
                  </a:moveTo>
                  <a:cubicBezTo>
                    <a:pt x="503" y="0"/>
                    <a:pt x="1" y="552"/>
                    <a:pt x="1" y="1234"/>
                  </a:cubicBezTo>
                  <a:cubicBezTo>
                    <a:pt x="1" y="1917"/>
                    <a:pt x="503" y="2469"/>
                    <a:pt x="1121" y="2469"/>
                  </a:cubicBezTo>
                  <a:cubicBezTo>
                    <a:pt x="1740" y="2469"/>
                    <a:pt x="2242" y="1917"/>
                    <a:pt x="2242" y="1234"/>
                  </a:cubicBezTo>
                  <a:cubicBezTo>
                    <a:pt x="2242" y="552"/>
                    <a:pt x="1740" y="0"/>
                    <a:pt x="11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6"/>
            <p:cNvSpPr/>
            <p:nvPr/>
          </p:nvSpPr>
          <p:spPr>
            <a:xfrm>
              <a:off x="4620775" y="3510225"/>
              <a:ext cx="39625" cy="43675"/>
            </a:xfrm>
            <a:custGeom>
              <a:avLst/>
              <a:gdLst/>
              <a:ahLst/>
              <a:cxnLst/>
              <a:rect l="l" t="t" r="r" b="b"/>
              <a:pathLst>
                <a:path w="1585" h="1747" extrusionOk="0">
                  <a:moveTo>
                    <a:pt x="792" y="1"/>
                  </a:moveTo>
                  <a:cubicBezTo>
                    <a:pt x="354" y="1"/>
                    <a:pt x="0" y="391"/>
                    <a:pt x="0" y="873"/>
                  </a:cubicBezTo>
                  <a:cubicBezTo>
                    <a:pt x="0" y="1355"/>
                    <a:pt x="354" y="1746"/>
                    <a:pt x="792" y="1746"/>
                  </a:cubicBezTo>
                  <a:cubicBezTo>
                    <a:pt x="1230" y="1746"/>
                    <a:pt x="1584" y="1356"/>
                    <a:pt x="1584" y="873"/>
                  </a:cubicBezTo>
                  <a:cubicBezTo>
                    <a:pt x="1584" y="391"/>
                    <a:pt x="1230" y="1"/>
                    <a:pt x="7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6"/>
            <p:cNvSpPr/>
            <p:nvPr/>
          </p:nvSpPr>
          <p:spPr>
            <a:xfrm>
              <a:off x="5226475" y="3581000"/>
              <a:ext cx="88800" cy="97850"/>
            </a:xfrm>
            <a:custGeom>
              <a:avLst/>
              <a:gdLst/>
              <a:ahLst/>
              <a:cxnLst/>
              <a:rect l="l" t="t" r="r" b="b"/>
              <a:pathLst>
                <a:path w="3552" h="3914" extrusionOk="0">
                  <a:moveTo>
                    <a:pt x="1777" y="0"/>
                  </a:moveTo>
                  <a:cubicBezTo>
                    <a:pt x="796" y="0"/>
                    <a:pt x="0" y="876"/>
                    <a:pt x="0" y="1957"/>
                  </a:cubicBezTo>
                  <a:cubicBezTo>
                    <a:pt x="0" y="3036"/>
                    <a:pt x="796" y="3914"/>
                    <a:pt x="1777" y="3914"/>
                  </a:cubicBezTo>
                  <a:cubicBezTo>
                    <a:pt x="2757" y="3914"/>
                    <a:pt x="3552" y="3036"/>
                    <a:pt x="3552" y="1957"/>
                  </a:cubicBezTo>
                  <a:cubicBezTo>
                    <a:pt x="3552" y="876"/>
                    <a:pt x="2757" y="0"/>
                    <a:pt x="17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6"/>
            <p:cNvSpPr/>
            <p:nvPr/>
          </p:nvSpPr>
          <p:spPr>
            <a:xfrm>
              <a:off x="5232275" y="3599025"/>
              <a:ext cx="56050" cy="61775"/>
            </a:xfrm>
            <a:custGeom>
              <a:avLst/>
              <a:gdLst/>
              <a:ahLst/>
              <a:cxnLst/>
              <a:rect l="l" t="t" r="r" b="b"/>
              <a:pathLst>
                <a:path w="2242" h="2471" extrusionOk="0">
                  <a:moveTo>
                    <a:pt x="1121" y="0"/>
                  </a:moveTo>
                  <a:cubicBezTo>
                    <a:pt x="502" y="0"/>
                    <a:pt x="0" y="554"/>
                    <a:pt x="0" y="1236"/>
                  </a:cubicBezTo>
                  <a:cubicBezTo>
                    <a:pt x="0" y="1917"/>
                    <a:pt x="502" y="2470"/>
                    <a:pt x="1121" y="2470"/>
                  </a:cubicBezTo>
                  <a:cubicBezTo>
                    <a:pt x="1740" y="2470"/>
                    <a:pt x="2242" y="1917"/>
                    <a:pt x="2242" y="1236"/>
                  </a:cubicBezTo>
                  <a:cubicBezTo>
                    <a:pt x="2242" y="554"/>
                    <a:pt x="1740" y="0"/>
                    <a:pt x="11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6"/>
            <p:cNvSpPr/>
            <p:nvPr/>
          </p:nvSpPr>
          <p:spPr>
            <a:xfrm>
              <a:off x="5236950" y="3608050"/>
              <a:ext cx="39650" cy="43700"/>
            </a:xfrm>
            <a:custGeom>
              <a:avLst/>
              <a:gdLst/>
              <a:ahLst/>
              <a:cxnLst/>
              <a:rect l="l" t="t" r="r" b="b"/>
              <a:pathLst>
                <a:path w="1586" h="1748" extrusionOk="0">
                  <a:moveTo>
                    <a:pt x="794" y="1"/>
                  </a:moveTo>
                  <a:cubicBezTo>
                    <a:pt x="355" y="1"/>
                    <a:pt x="1" y="392"/>
                    <a:pt x="1" y="875"/>
                  </a:cubicBezTo>
                  <a:cubicBezTo>
                    <a:pt x="1" y="1356"/>
                    <a:pt x="355" y="1748"/>
                    <a:pt x="794" y="1748"/>
                  </a:cubicBezTo>
                  <a:cubicBezTo>
                    <a:pt x="1231" y="1748"/>
                    <a:pt x="1585" y="1356"/>
                    <a:pt x="1585" y="875"/>
                  </a:cubicBezTo>
                  <a:cubicBezTo>
                    <a:pt x="1585" y="392"/>
                    <a:pt x="1231" y="1"/>
                    <a:pt x="7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6"/>
            <p:cNvSpPr/>
            <p:nvPr/>
          </p:nvSpPr>
          <p:spPr>
            <a:xfrm>
              <a:off x="6125100" y="4315150"/>
              <a:ext cx="315800" cy="379425"/>
            </a:xfrm>
            <a:custGeom>
              <a:avLst/>
              <a:gdLst/>
              <a:ahLst/>
              <a:cxnLst/>
              <a:rect l="l" t="t" r="r" b="b"/>
              <a:pathLst>
                <a:path w="12632" h="15177" extrusionOk="0">
                  <a:moveTo>
                    <a:pt x="1325" y="0"/>
                  </a:moveTo>
                  <a:cubicBezTo>
                    <a:pt x="519" y="0"/>
                    <a:pt x="1" y="856"/>
                    <a:pt x="380" y="1568"/>
                  </a:cubicBezTo>
                  <a:cubicBezTo>
                    <a:pt x="2143" y="4877"/>
                    <a:pt x="6157" y="12441"/>
                    <a:pt x="7272" y="14599"/>
                  </a:cubicBezTo>
                  <a:cubicBezTo>
                    <a:pt x="7455" y="14954"/>
                    <a:pt x="7821" y="15177"/>
                    <a:pt x="8221" y="15177"/>
                  </a:cubicBezTo>
                  <a:lnTo>
                    <a:pt x="11228" y="15177"/>
                  </a:lnTo>
                  <a:cubicBezTo>
                    <a:pt x="12114" y="15177"/>
                    <a:pt x="12632" y="14179"/>
                    <a:pt x="12122" y="13454"/>
                  </a:cubicBezTo>
                  <a:lnTo>
                    <a:pt x="3360" y="973"/>
                  </a:lnTo>
                  <a:cubicBezTo>
                    <a:pt x="2932" y="363"/>
                    <a:pt x="2232" y="0"/>
                    <a:pt x="14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6"/>
            <p:cNvSpPr/>
            <p:nvPr/>
          </p:nvSpPr>
          <p:spPr>
            <a:xfrm>
              <a:off x="5990300" y="4315150"/>
              <a:ext cx="231300" cy="379425"/>
            </a:xfrm>
            <a:custGeom>
              <a:avLst/>
              <a:gdLst/>
              <a:ahLst/>
              <a:cxnLst/>
              <a:rect l="l" t="t" r="r" b="b"/>
              <a:pathLst>
                <a:path w="9252" h="15177" extrusionOk="0">
                  <a:moveTo>
                    <a:pt x="1221" y="0"/>
                  </a:moveTo>
                  <a:cubicBezTo>
                    <a:pt x="514" y="0"/>
                    <a:pt x="0" y="672"/>
                    <a:pt x="191" y="1353"/>
                  </a:cubicBezTo>
                  <a:cubicBezTo>
                    <a:pt x="1047" y="4440"/>
                    <a:pt x="3110" y="11921"/>
                    <a:pt x="3761" y="14384"/>
                  </a:cubicBezTo>
                  <a:cubicBezTo>
                    <a:pt x="3885" y="14852"/>
                    <a:pt x="4309" y="15177"/>
                    <a:pt x="4795" y="15177"/>
                  </a:cubicBezTo>
                  <a:lnTo>
                    <a:pt x="7952" y="15177"/>
                  </a:lnTo>
                  <a:cubicBezTo>
                    <a:pt x="8733" y="15177"/>
                    <a:pt x="9251" y="14366"/>
                    <a:pt x="8922" y="13657"/>
                  </a:cubicBezTo>
                  <a:cubicBezTo>
                    <a:pt x="7407" y="10398"/>
                    <a:pt x="3940" y="2860"/>
                    <a:pt x="2936" y="628"/>
                  </a:cubicBezTo>
                  <a:cubicBezTo>
                    <a:pt x="2763" y="244"/>
                    <a:pt x="2382" y="0"/>
                    <a:pt x="1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6"/>
            <p:cNvSpPr/>
            <p:nvPr/>
          </p:nvSpPr>
          <p:spPr>
            <a:xfrm>
              <a:off x="5843475" y="4315150"/>
              <a:ext cx="159475" cy="379425"/>
            </a:xfrm>
            <a:custGeom>
              <a:avLst/>
              <a:gdLst/>
              <a:ahLst/>
              <a:cxnLst/>
              <a:rect l="l" t="t" r="r" b="b"/>
              <a:pathLst>
                <a:path w="6379" h="15177" extrusionOk="0">
                  <a:moveTo>
                    <a:pt x="1111" y="0"/>
                  </a:moveTo>
                  <a:cubicBezTo>
                    <a:pt x="491" y="0"/>
                    <a:pt x="1" y="526"/>
                    <a:pt x="45" y="1146"/>
                  </a:cubicBezTo>
                  <a:cubicBezTo>
                    <a:pt x="252" y="4013"/>
                    <a:pt x="773" y="11457"/>
                    <a:pt x="937" y="14173"/>
                  </a:cubicBezTo>
                  <a:cubicBezTo>
                    <a:pt x="971" y="14737"/>
                    <a:pt x="1437" y="15177"/>
                    <a:pt x="2003" y="15177"/>
                  </a:cubicBezTo>
                  <a:lnTo>
                    <a:pt x="5193" y="15177"/>
                  </a:lnTo>
                  <a:cubicBezTo>
                    <a:pt x="5870" y="15177"/>
                    <a:pt x="6378" y="14555"/>
                    <a:pt x="6239" y="13891"/>
                  </a:cubicBezTo>
                  <a:cubicBezTo>
                    <a:pt x="5603" y="10868"/>
                    <a:pt x="4073" y="3404"/>
                    <a:pt x="3571" y="859"/>
                  </a:cubicBezTo>
                  <a:cubicBezTo>
                    <a:pt x="3472" y="357"/>
                    <a:pt x="3034" y="0"/>
                    <a:pt x="25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6"/>
            <p:cNvSpPr/>
            <p:nvPr/>
          </p:nvSpPr>
          <p:spPr>
            <a:xfrm>
              <a:off x="5666475" y="4315150"/>
              <a:ext cx="118775" cy="379425"/>
            </a:xfrm>
            <a:custGeom>
              <a:avLst/>
              <a:gdLst/>
              <a:ahLst/>
              <a:cxnLst/>
              <a:rect l="l" t="t" r="r" b="b"/>
              <a:pathLst>
                <a:path w="4751" h="15177" extrusionOk="0">
                  <a:moveTo>
                    <a:pt x="1768" y="0"/>
                  </a:moveTo>
                  <a:cubicBezTo>
                    <a:pt x="792" y="0"/>
                    <a:pt x="0" y="790"/>
                    <a:pt x="0" y="1766"/>
                  </a:cubicBezTo>
                  <a:lnTo>
                    <a:pt x="0" y="13620"/>
                  </a:lnTo>
                  <a:cubicBezTo>
                    <a:pt x="0" y="14480"/>
                    <a:pt x="697" y="15177"/>
                    <a:pt x="1557" y="15177"/>
                  </a:cubicBezTo>
                  <a:lnTo>
                    <a:pt x="3239" y="15177"/>
                  </a:lnTo>
                  <a:cubicBezTo>
                    <a:pt x="4067" y="15177"/>
                    <a:pt x="4737" y="14505"/>
                    <a:pt x="4733" y="13676"/>
                  </a:cubicBezTo>
                  <a:cubicBezTo>
                    <a:pt x="4723" y="10771"/>
                    <a:pt x="4727" y="4414"/>
                    <a:pt x="4745" y="1503"/>
                  </a:cubicBezTo>
                  <a:cubicBezTo>
                    <a:pt x="4751" y="673"/>
                    <a:pt x="4079" y="0"/>
                    <a:pt x="3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6"/>
            <p:cNvSpPr/>
            <p:nvPr/>
          </p:nvSpPr>
          <p:spPr>
            <a:xfrm>
              <a:off x="5425850" y="4125750"/>
              <a:ext cx="809300" cy="140200"/>
            </a:xfrm>
            <a:custGeom>
              <a:avLst/>
              <a:gdLst/>
              <a:ahLst/>
              <a:cxnLst/>
              <a:rect l="l" t="t" r="r" b="b"/>
              <a:pathLst>
                <a:path w="32372" h="5608" extrusionOk="0">
                  <a:moveTo>
                    <a:pt x="92" y="1"/>
                  </a:moveTo>
                  <a:cubicBezTo>
                    <a:pt x="41" y="1"/>
                    <a:pt x="1" y="42"/>
                    <a:pt x="1" y="93"/>
                  </a:cubicBezTo>
                  <a:lnTo>
                    <a:pt x="1" y="5516"/>
                  </a:lnTo>
                  <a:cubicBezTo>
                    <a:pt x="1" y="5566"/>
                    <a:pt x="41" y="5608"/>
                    <a:pt x="92" y="5608"/>
                  </a:cubicBezTo>
                  <a:lnTo>
                    <a:pt x="32280" y="5608"/>
                  </a:lnTo>
                  <a:cubicBezTo>
                    <a:pt x="32330" y="5608"/>
                    <a:pt x="32371" y="5566"/>
                    <a:pt x="32371" y="5516"/>
                  </a:cubicBezTo>
                  <a:lnTo>
                    <a:pt x="32371" y="93"/>
                  </a:lnTo>
                  <a:cubicBezTo>
                    <a:pt x="32371" y="42"/>
                    <a:pt x="32330" y="1"/>
                    <a:pt x="322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6"/>
            <p:cNvSpPr/>
            <p:nvPr/>
          </p:nvSpPr>
          <p:spPr>
            <a:xfrm>
              <a:off x="5699575" y="4125750"/>
              <a:ext cx="535575" cy="140200"/>
            </a:xfrm>
            <a:custGeom>
              <a:avLst/>
              <a:gdLst/>
              <a:ahLst/>
              <a:cxnLst/>
              <a:rect l="l" t="t" r="r" b="b"/>
              <a:pathLst>
                <a:path w="21423" h="5608" extrusionOk="0">
                  <a:moveTo>
                    <a:pt x="1" y="1"/>
                  </a:moveTo>
                  <a:cubicBezTo>
                    <a:pt x="770" y="1"/>
                    <a:pt x="1393" y="624"/>
                    <a:pt x="1393" y="1393"/>
                  </a:cubicBezTo>
                  <a:lnTo>
                    <a:pt x="1393" y="4217"/>
                  </a:lnTo>
                  <a:cubicBezTo>
                    <a:pt x="1393" y="4985"/>
                    <a:pt x="770" y="5608"/>
                    <a:pt x="1" y="5608"/>
                  </a:cubicBezTo>
                  <a:lnTo>
                    <a:pt x="20030" y="5608"/>
                  </a:lnTo>
                  <a:cubicBezTo>
                    <a:pt x="20799" y="5608"/>
                    <a:pt x="21422" y="4985"/>
                    <a:pt x="21422" y="4217"/>
                  </a:cubicBezTo>
                  <a:lnTo>
                    <a:pt x="21422" y="1393"/>
                  </a:lnTo>
                  <a:cubicBezTo>
                    <a:pt x="21422" y="624"/>
                    <a:pt x="20799" y="1"/>
                    <a:pt x="20030"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6"/>
            <p:cNvSpPr/>
            <p:nvPr/>
          </p:nvSpPr>
          <p:spPr>
            <a:xfrm>
              <a:off x="6012950" y="4125750"/>
              <a:ext cx="222200" cy="125075"/>
            </a:xfrm>
            <a:custGeom>
              <a:avLst/>
              <a:gdLst/>
              <a:ahLst/>
              <a:cxnLst/>
              <a:rect l="l" t="t" r="r" b="b"/>
              <a:pathLst>
                <a:path w="8888" h="5003" extrusionOk="0">
                  <a:moveTo>
                    <a:pt x="35" y="1"/>
                  </a:moveTo>
                  <a:cubicBezTo>
                    <a:pt x="14" y="118"/>
                    <a:pt x="1" y="236"/>
                    <a:pt x="1" y="354"/>
                  </a:cubicBezTo>
                  <a:cubicBezTo>
                    <a:pt x="1" y="2595"/>
                    <a:pt x="3676" y="4477"/>
                    <a:pt x="8642" y="5002"/>
                  </a:cubicBezTo>
                  <a:cubicBezTo>
                    <a:pt x="8796" y="4779"/>
                    <a:pt x="8887" y="4509"/>
                    <a:pt x="8887" y="4217"/>
                  </a:cubicBezTo>
                  <a:lnTo>
                    <a:pt x="8887" y="1393"/>
                  </a:lnTo>
                  <a:cubicBezTo>
                    <a:pt x="8887" y="624"/>
                    <a:pt x="8264" y="1"/>
                    <a:pt x="7495"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6"/>
            <p:cNvSpPr/>
            <p:nvPr/>
          </p:nvSpPr>
          <p:spPr>
            <a:xfrm>
              <a:off x="5444350" y="4144300"/>
              <a:ext cx="15000" cy="15000"/>
            </a:xfrm>
            <a:custGeom>
              <a:avLst/>
              <a:gdLst/>
              <a:ahLst/>
              <a:cxnLst/>
              <a:rect l="l" t="t" r="r" b="b"/>
              <a:pathLst>
                <a:path w="600" h="600" extrusionOk="0">
                  <a:moveTo>
                    <a:pt x="300" y="0"/>
                  </a:moveTo>
                  <a:cubicBezTo>
                    <a:pt x="135" y="0"/>
                    <a:pt x="1" y="135"/>
                    <a:pt x="1" y="300"/>
                  </a:cubicBezTo>
                  <a:cubicBezTo>
                    <a:pt x="1" y="465"/>
                    <a:pt x="135" y="600"/>
                    <a:pt x="300" y="600"/>
                  </a:cubicBezTo>
                  <a:cubicBezTo>
                    <a:pt x="466" y="600"/>
                    <a:pt x="600" y="465"/>
                    <a:pt x="600" y="300"/>
                  </a:cubicBezTo>
                  <a:cubicBezTo>
                    <a:pt x="600" y="135"/>
                    <a:pt x="466" y="0"/>
                    <a:pt x="3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6"/>
            <p:cNvSpPr/>
            <p:nvPr/>
          </p:nvSpPr>
          <p:spPr>
            <a:xfrm>
              <a:off x="5444350" y="4233325"/>
              <a:ext cx="15000" cy="15025"/>
            </a:xfrm>
            <a:custGeom>
              <a:avLst/>
              <a:gdLst/>
              <a:ahLst/>
              <a:cxnLst/>
              <a:rect l="l" t="t" r="r" b="b"/>
              <a:pathLst>
                <a:path w="600" h="601" extrusionOk="0">
                  <a:moveTo>
                    <a:pt x="300" y="1"/>
                  </a:moveTo>
                  <a:cubicBezTo>
                    <a:pt x="135" y="1"/>
                    <a:pt x="1" y="134"/>
                    <a:pt x="1" y="301"/>
                  </a:cubicBezTo>
                  <a:cubicBezTo>
                    <a:pt x="1" y="466"/>
                    <a:pt x="135" y="600"/>
                    <a:pt x="300" y="600"/>
                  </a:cubicBezTo>
                  <a:cubicBezTo>
                    <a:pt x="466" y="600"/>
                    <a:pt x="600" y="466"/>
                    <a:pt x="600" y="301"/>
                  </a:cubicBezTo>
                  <a:cubicBezTo>
                    <a:pt x="600" y="134"/>
                    <a:pt x="466" y="1"/>
                    <a:pt x="3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6"/>
            <p:cNvSpPr/>
            <p:nvPr/>
          </p:nvSpPr>
          <p:spPr>
            <a:xfrm>
              <a:off x="5502075" y="4144300"/>
              <a:ext cx="15025" cy="15000"/>
            </a:xfrm>
            <a:custGeom>
              <a:avLst/>
              <a:gdLst/>
              <a:ahLst/>
              <a:cxnLst/>
              <a:rect l="l" t="t" r="r" b="b"/>
              <a:pathLst>
                <a:path w="601" h="600" extrusionOk="0">
                  <a:moveTo>
                    <a:pt x="301" y="0"/>
                  </a:moveTo>
                  <a:cubicBezTo>
                    <a:pt x="135" y="0"/>
                    <a:pt x="1" y="135"/>
                    <a:pt x="1" y="300"/>
                  </a:cubicBezTo>
                  <a:cubicBezTo>
                    <a:pt x="1" y="465"/>
                    <a:pt x="135" y="600"/>
                    <a:pt x="301" y="600"/>
                  </a:cubicBezTo>
                  <a:cubicBezTo>
                    <a:pt x="466" y="600"/>
                    <a:pt x="600" y="465"/>
                    <a:pt x="600" y="300"/>
                  </a:cubicBezTo>
                  <a:cubicBezTo>
                    <a:pt x="600" y="135"/>
                    <a:pt x="466" y="0"/>
                    <a:pt x="3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6"/>
            <p:cNvSpPr/>
            <p:nvPr/>
          </p:nvSpPr>
          <p:spPr>
            <a:xfrm>
              <a:off x="5502075" y="4233325"/>
              <a:ext cx="15025" cy="15025"/>
            </a:xfrm>
            <a:custGeom>
              <a:avLst/>
              <a:gdLst/>
              <a:ahLst/>
              <a:cxnLst/>
              <a:rect l="l" t="t" r="r" b="b"/>
              <a:pathLst>
                <a:path w="601" h="601" extrusionOk="0">
                  <a:moveTo>
                    <a:pt x="301" y="1"/>
                  </a:moveTo>
                  <a:cubicBezTo>
                    <a:pt x="135" y="1"/>
                    <a:pt x="1" y="134"/>
                    <a:pt x="1" y="301"/>
                  </a:cubicBezTo>
                  <a:cubicBezTo>
                    <a:pt x="1" y="466"/>
                    <a:pt x="135" y="600"/>
                    <a:pt x="301" y="600"/>
                  </a:cubicBezTo>
                  <a:cubicBezTo>
                    <a:pt x="466" y="600"/>
                    <a:pt x="600" y="466"/>
                    <a:pt x="600" y="301"/>
                  </a:cubicBezTo>
                  <a:cubicBezTo>
                    <a:pt x="600" y="134"/>
                    <a:pt x="466" y="1"/>
                    <a:pt x="30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6"/>
            <p:cNvSpPr/>
            <p:nvPr/>
          </p:nvSpPr>
          <p:spPr>
            <a:xfrm>
              <a:off x="5559850" y="4144300"/>
              <a:ext cx="14975" cy="15000"/>
            </a:xfrm>
            <a:custGeom>
              <a:avLst/>
              <a:gdLst/>
              <a:ahLst/>
              <a:cxnLst/>
              <a:rect l="l" t="t" r="r" b="b"/>
              <a:pathLst>
                <a:path w="599" h="600" extrusionOk="0">
                  <a:moveTo>
                    <a:pt x="299" y="0"/>
                  </a:moveTo>
                  <a:cubicBezTo>
                    <a:pt x="134" y="0"/>
                    <a:pt x="1" y="135"/>
                    <a:pt x="1" y="300"/>
                  </a:cubicBezTo>
                  <a:cubicBezTo>
                    <a:pt x="1" y="465"/>
                    <a:pt x="134" y="600"/>
                    <a:pt x="299" y="600"/>
                  </a:cubicBezTo>
                  <a:cubicBezTo>
                    <a:pt x="466" y="600"/>
                    <a:pt x="599" y="465"/>
                    <a:pt x="599" y="300"/>
                  </a:cubicBezTo>
                  <a:cubicBezTo>
                    <a:pt x="599" y="135"/>
                    <a:pt x="466" y="0"/>
                    <a:pt x="29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6"/>
            <p:cNvSpPr/>
            <p:nvPr/>
          </p:nvSpPr>
          <p:spPr>
            <a:xfrm>
              <a:off x="5559850" y="4233325"/>
              <a:ext cx="14975" cy="15025"/>
            </a:xfrm>
            <a:custGeom>
              <a:avLst/>
              <a:gdLst/>
              <a:ahLst/>
              <a:cxnLst/>
              <a:rect l="l" t="t" r="r" b="b"/>
              <a:pathLst>
                <a:path w="599" h="601" extrusionOk="0">
                  <a:moveTo>
                    <a:pt x="299" y="1"/>
                  </a:moveTo>
                  <a:cubicBezTo>
                    <a:pt x="134" y="1"/>
                    <a:pt x="1" y="134"/>
                    <a:pt x="1" y="301"/>
                  </a:cubicBezTo>
                  <a:cubicBezTo>
                    <a:pt x="1" y="466"/>
                    <a:pt x="134" y="600"/>
                    <a:pt x="299" y="600"/>
                  </a:cubicBezTo>
                  <a:cubicBezTo>
                    <a:pt x="466" y="600"/>
                    <a:pt x="599" y="466"/>
                    <a:pt x="599" y="301"/>
                  </a:cubicBezTo>
                  <a:cubicBezTo>
                    <a:pt x="599" y="134"/>
                    <a:pt x="466" y="1"/>
                    <a:pt x="2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6"/>
            <p:cNvSpPr/>
            <p:nvPr/>
          </p:nvSpPr>
          <p:spPr>
            <a:xfrm>
              <a:off x="5617600" y="4144300"/>
              <a:ext cx="15000" cy="15000"/>
            </a:xfrm>
            <a:custGeom>
              <a:avLst/>
              <a:gdLst/>
              <a:ahLst/>
              <a:cxnLst/>
              <a:rect l="l" t="t" r="r" b="b"/>
              <a:pathLst>
                <a:path w="600" h="600" extrusionOk="0">
                  <a:moveTo>
                    <a:pt x="300" y="0"/>
                  </a:moveTo>
                  <a:cubicBezTo>
                    <a:pt x="135" y="0"/>
                    <a:pt x="0" y="135"/>
                    <a:pt x="0" y="300"/>
                  </a:cubicBezTo>
                  <a:cubicBezTo>
                    <a:pt x="0" y="465"/>
                    <a:pt x="135" y="600"/>
                    <a:pt x="300" y="600"/>
                  </a:cubicBezTo>
                  <a:cubicBezTo>
                    <a:pt x="465" y="600"/>
                    <a:pt x="600" y="465"/>
                    <a:pt x="600" y="300"/>
                  </a:cubicBezTo>
                  <a:cubicBezTo>
                    <a:pt x="600" y="135"/>
                    <a:pt x="465" y="0"/>
                    <a:pt x="3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6"/>
            <p:cNvSpPr/>
            <p:nvPr/>
          </p:nvSpPr>
          <p:spPr>
            <a:xfrm>
              <a:off x="5617600" y="4233325"/>
              <a:ext cx="15000" cy="15025"/>
            </a:xfrm>
            <a:custGeom>
              <a:avLst/>
              <a:gdLst/>
              <a:ahLst/>
              <a:cxnLst/>
              <a:rect l="l" t="t" r="r" b="b"/>
              <a:pathLst>
                <a:path w="600" h="601" extrusionOk="0">
                  <a:moveTo>
                    <a:pt x="300" y="1"/>
                  </a:moveTo>
                  <a:cubicBezTo>
                    <a:pt x="135" y="1"/>
                    <a:pt x="0" y="134"/>
                    <a:pt x="0" y="301"/>
                  </a:cubicBezTo>
                  <a:cubicBezTo>
                    <a:pt x="0" y="466"/>
                    <a:pt x="135" y="600"/>
                    <a:pt x="300" y="600"/>
                  </a:cubicBezTo>
                  <a:cubicBezTo>
                    <a:pt x="465" y="600"/>
                    <a:pt x="600" y="466"/>
                    <a:pt x="600" y="301"/>
                  </a:cubicBezTo>
                  <a:cubicBezTo>
                    <a:pt x="600" y="134"/>
                    <a:pt x="465" y="1"/>
                    <a:pt x="3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6"/>
            <p:cNvSpPr/>
            <p:nvPr/>
          </p:nvSpPr>
          <p:spPr>
            <a:xfrm>
              <a:off x="5675325" y="4144300"/>
              <a:ext cx="15025" cy="15000"/>
            </a:xfrm>
            <a:custGeom>
              <a:avLst/>
              <a:gdLst/>
              <a:ahLst/>
              <a:cxnLst/>
              <a:rect l="l" t="t" r="r" b="b"/>
              <a:pathLst>
                <a:path w="601" h="600" extrusionOk="0">
                  <a:moveTo>
                    <a:pt x="300" y="0"/>
                  </a:moveTo>
                  <a:cubicBezTo>
                    <a:pt x="135" y="0"/>
                    <a:pt x="1" y="135"/>
                    <a:pt x="1" y="300"/>
                  </a:cubicBezTo>
                  <a:cubicBezTo>
                    <a:pt x="1" y="465"/>
                    <a:pt x="135" y="600"/>
                    <a:pt x="300" y="600"/>
                  </a:cubicBezTo>
                  <a:cubicBezTo>
                    <a:pt x="466" y="600"/>
                    <a:pt x="600" y="465"/>
                    <a:pt x="600" y="300"/>
                  </a:cubicBezTo>
                  <a:cubicBezTo>
                    <a:pt x="600" y="135"/>
                    <a:pt x="466" y="0"/>
                    <a:pt x="3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6"/>
            <p:cNvSpPr/>
            <p:nvPr/>
          </p:nvSpPr>
          <p:spPr>
            <a:xfrm>
              <a:off x="5675325" y="4233325"/>
              <a:ext cx="15025" cy="15025"/>
            </a:xfrm>
            <a:custGeom>
              <a:avLst/>
              <a:gdLst/>
              <a:ahLst/>
              <a:cxnLst/>
              <a:rect l="l" t="t" r="r" b="b"/>
              <a:pathLst>
                <a:path w="601" h="601" extrusionOk="0">
                  <a:moveTo>
                    <a:pt x="300" y="1"/>
                  </a:moveTo>
                  <a:cubicBezTo>
                    <a:pt x="135" y="1"/>
                    <a:pt x="1" y="134"/>
                    <a:pt x="1" y="301"/>
                  </a:cubicBezTo>
                  <a:cubicBezTo>
                    <a:pt x="1" y="466"/>
                    <a:pt x="135" y="600"/>
                    <a:pt x="300" y="600"/>
                  </a:cubicBezTo>
                  <a:cubicBezTo>
                    <a:pt x="466" y="600"/>
                    <a:pt x="600" y="466"/>
                    <a:pt x="600" y="301"/>
                  </a:cubicBezTo>
                  <a:cubicBezTo>
                    <a:pt x="600" y="134"/>
                    <a:pt x="466" y="1"/>
                    <a:pt x="3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6"/>
            <p:cNvSpPr/>
            <p:nvPr/>
          </p:nvSpPr>
          <p:spPr>
            <a:xfrm>
              <a:off x="5733075" y="4144300"/>
              <a:ext cx="15000" cy="15000"/>
            </a:xfrm>
            <a:custGeom>
              <a:avLst/>
              <a:gdLst/>
              <a:ahLst/>
              <a:cxnLst/>
              <a:rect l="l" t="t" r="r" b="b"/>
              <a:pathLst>
                <a:path w="600" h="600" extrusionOk="0">
                  <a:moveTo>
                    <a:pt x="300" y="0"/>
                  </a:moveTo>
                  <a:cubicBezTo>
                    <a:pt x="135" y="0"/>
                    <a:pt x="0" y="135"/>
                    <a:pt x="0" y="300"/>
                  </a:cubicBezTo>
                  <a:cubicBezTo>
                    <a:pt x="0" y="465"/>
                    <a:pt x="135" y="600"/>
                    <a:pt x="300" y="600"/>
                  </a:cubicBezTo>
                  <a:cubicBezTo>
                    <a:pt x="465" y="600"/>
                    <a:pt x="600" y="465"/>
                    <a:pt x="600" y="300"/>
                  </a:cubicBezTo>
                  <a:cubicBezTo>
                    <a:pt x="600" y="135"/>
                    <a:pt x="465" y="0"/>
                    <a:pt x="3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6"/>
            <p:cNvSpPr/>
            <p:nvPr/>
          </p:nvSpPr>
          <p:spPr>
            <a:xfrm>
              <a:off x="5733075" y="4233325"/>
              <a:ext cx="15000" cy="15025"/>
            </a:xfrm>
            <a:custGeom>
              <a:avLst/>
              <a:gdLst/>
              <a:ahLst/>
              <a:cxnLst/>
              <a:rect l="l" t="t" r="r" b="b"/>
              <a:pathLst>
                <a:path w="600" h="601" extrusionOk="0">
                  <a:moveTo>
                    <a:pt x="300" y="1"/>
                  </a:moveTo>
                  <a:cubicBezTo>
                    <a:pt x="135" y="1"/>
                    <a:pt x="0" y="134"/>
                    <a:pt x="0" y="301"/>
                  </a:cubicBezTo>
                  <a:cubicBezTo>
                    <a:pt x="0" y="466"/>
                    <a:pt x="135" y="600"/>
                    <a:pt x="300" y="600"/>
                  </a:cubicBezTo>
                  <a:cubicBezTo>
                    <a:pt x="465" y="600"/>
                    <a:pt x="600" y="466"/>
                    <a:pt x="600" y="301"/>
                  </a:cubicBezTo>
                  <a:cubicBezTo>
                    <a:pt x="600" y="134"/>
                    <a:pt x="465" y="1"/>
                    <a:pt x="3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6"/>
            <p:cNvSpPr/>
            <p:nvPr/>
          </p:nvSpPr>
          <p:spPr>
            <a:xfrm>
              <a:off x="5790800" y="4144300"/>
              <a:ext cx="15025" cy="15000"/>
            </a:xfrm>
            <a:custGeom>
              <a:avLst/>
              <a:gdLst/>
              <a:ahLst/>
              <a:cxnLst/>
              <a:rect l="l" t="t" r="r" b="b"/>
              <a:pathLst>
                <a:path w="601" h="600" extrusionOk="0">
                  <a:moveTo>
                    <a:pt x="300" y="0"/>
                  </a:moveTo>
                  <a:cubicBezTo>
                    <a:pt x="135" y="0"/>
                    <a:pt x="1" y="135"/>
                    <a:pt x="1" y="300"/>
                  </a:cubicBezTo>
                  <a:cubicBezTo>
                    <a:pt x="1" y="465"/>
                    <a:pt x="135" y="600"/>
                    <a:pt x="300" y="600"/>
                  </a:cubicBezTo>
                  <a:cubicBezTo>
                    <a:pt x="466" y="600"/>
                    <a:pt x="600" y="465"/>
                    <a:pt x="600" y="300"/>
                  </a:cubicBezTo>
                  <a:cubicBezTo>
                    <a:pt x="600" y="135"/>
                    <a:pt x="466" y="0"/>
                    <a:pt x="3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6"/>
            <p:cNvSpPr/>
            <p:nvPr/>
          </p:nvSpPr>
          <p:spPr>
            <a:xfrm>
              <a:off x="5790800" y="4233325"/>
              <a:ext cx="15025" cy="15025"/>
            </a:xfrm>
            <a:custGeom>
              <a:avLst/>
              <a:gdLst/>
              <a:ahLst/>
              <a:cxnLst/>
              <a:rect l="l" t="t" r="r" b="b"/>
              <a:pathLst>
                <a:path w="601" h="601" extrusionOk="0">
                  <a:moveTo>
                    <a:pt x="300" y="1"/>
                  </a:moveTo>
                  <a:cubicBezTo>
                    <a:pt x="135" y="1"/>
                    <a:pt x="1" y="134"/>
                    <a:pt x="1" y="301"/>
                  </a:cubicBezTo>
                  <a:cubicBezTo>
                    <a:pt x="1" y="466"/>
                    <a:pt x="135" y="600"/>
                    <a:pt x="300" y="600"/>
                  </a:cubicBezTo>
                  <a:cubicBezTo>
                    <a:pt x="466" y="600"/>
                    <a:pt x="600" y="466"/>
                    <a:pt x="600" y="301"/>
                  </a:cubicBezTo>
                  <a:cubicBezTo>
                    <a:pt x="600" y="134"/>
                    <a:pt x="466" y="1"/>
                    <a:pt x="3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6"/>
            <p:cNvSpPr/>
            <p:nvPr/>
          </p:nvSpPr>
          <p:spPr>
            <a:xfrm>
              <a:off x="5848550" y="4144300"/>
              <a:ext cx="15000" cy="15000"/>
            </a:xfrm>
            <a:custGeom>
              <a:avLst/>
              <a:gdLst/>
              <a:ahLst/>
              <a:cxnLst/>
              <a:rect l="l" t="t" r="r" b="b"/>
              <a:pathLst>
                <a:path w="600" h="600" extrusionOk="0">
                  <a:moveTo>
                    <a:pt x="300" y="0"/>
                  </a:moveTo>
                  <a:cubicBezTo>
                    <a:pt x="134" y="0"/>
                    <a:pt x="0" y="135"/>
                    <a:pt x="0" y="300"/>
                  </a:cubicBezTo>
                  <a:cubicBezTo>
                    <a:pt x="0" y="465"/>
                    <a:pt x="134" y="600"/>
                    <a:pt x="300" y="600"/>
                  </a:cubicBezTo>
                  <a:cubicBezTo>
                    <a:pt x="465" y="600"/>
                    <a:pt x="600" y="465"/>
                    <a:pt x="600" y="300"/>
                  </a:cubicBezTo>
                  <a:cubicBezTo>
                    <a:pt x="600" y="135"/>
                    <a:pt x="465" y="0"/>
                    <a:pt x="3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6"/>
            <p:cNvSpPr/>
            <p:nvPr/>
          </p:nvSpPr>
          <p:spPr>
            <a:xfrm>
              <a:off x="5848550" y="4233325"/>
              <a:ext cx="15000" cy="15025"/>
            </a:xfrm>
            <a:custGeom>
              <a:avLst/>
              <a:gdLst/>
              <a:ahLst/>
              <a:cxnLst/>
              <a:rect l="l" t="t" r="r" b="b"/>
              <a:pathLst>
                <a:path w="600" h="601" extrusionOk="0">
                  <a:moveTo>
                    <a:pt x="300" y="1"/>
                  </a:moveTo>
                  <a:cubicBezTo>
                    <a:pt x="134" y="1"/>
                    <a:pt x="0" y="134"/>
                    <a:pt x="0" y="301"/>
                  </a:cubicBezTo>
                  <a:cubicBezTo>
                    <a:pt x="0" y="466"/>
                    <a:pt x="134" y="600"/>
                    <a:pt x="300" y="600"/>
                  </a:cubicBezTo>
                  <a:cubicBezTo>
                    <a:pt x="465" y="600"/>
                    <a:pt x="600" y="466"/>
                    <a:pt x="600" y="301"/>
                  </a:cubicBezTo>
                  <a:cubicBezTo>
                    <a:pt x="600" y="134"/>
                    <a:pt x="465" y="1"/>
                    <a:pt x="3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6"/>
            <p:cNvSpPr/>
            <p:nvPr/>
          </p:nvSpPr>
          <p:spPr>
            <a:xfrm>
              <a:off x="5906275" y="4144300"/>
              <a:ext cx="15000" cy="15000"/>
            </a:xfrm>
            <a:custGeom>
              <a:avLst/>
              <a:gdLst/>
              <a:ahLst/>
              <a:cxnLst/>
              <a:rect l="l" t="t" r="r" b="b"/>
              <a:pathLst>
                <a:path w="600" h="600" extrusionOk="0">
                  <a:moveTo>
                    <a:pt x="300" y="0"/>
                  </a:moveTo>
                  <a:cubicBezTo>
                    <a:pt x="135" y="0"/>
                    <a:pt x="0" y="135"/>
                    <a:pt x="0" y="300"/>
                  </a:cubicBezTo>
                  <a:cubicBezTo>
                    <a:pt x="0" y="465"/>
                    <a:pt x="135" y="600"/>
                    <a:pt x="300" y="600"/>
                  </a:cubicBezTo>
                  <a:cubicBezTo>
                    <a:pt x="466" y="600"/>
                    <a:pt x="600" y="465"/>
                    <a:pt x="600" y="300"/>
                  </a:cubicBezTo>
                  <a:cubicBezTo>
                    <a:pt x="600" y="135"/>
                    <a:pt x="466" y="0"/>
                    <a:pt x="3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6"/>
            <p:cNvSpPr/>
            <p:nvPr/>
          </p:nvSpPr>
          <p:spPr>
            <a:xfrm>
              <a:off x="5906275" y="4233325"/>
              <a:ext cx="15000" cy="15025"/>
            </a:xfrm>
            <a:custGeom>
              <a:avLst/>
              <a:gdLst/>
              <a:ahLst/>
              <a:cxnLst/>
              <a:rect l="l" t="t" r="r" b="b"/>
              <a:pathLst>
                <a:path w="600" h="601" extrusionOk="0">
                  <a:moveTo>
                    <a:pt x="300" y="1"/>
                  </a:moveTo>
                  <a:cubicBezTo>
                    <a:pt x="135" y="1"/>
                    <a:pt x="0" y="134"/>
                    <a:pt x="0" y="301"/>
                  </a:cubicBezTo>
                  <a:cubicBezTo>
                    <a:pt x="0" y="466"/>
                    <a:pt x="135" y="600"/>
                    <a:pt x="300" y="600"/>
                  </a:cubicBezTo>
                  <a:cubicBezTo>
                    <a:pt x="466" y="600"/>
                    <a:pt x="600" y="466"/>
                    <a:pt x="600" y="301"/>
                  </a:cubicBezTo>
                  <a:cubicBezTo>
                    <a:pt x="600" y="134"/>
                    <a:pt x="466" y="1"/>
                    <a:pt x="3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6"/>
            <p:cNvSpPr/>
            <p:nvPr/>
          </p:nvSpPr>
          <p:spPr>
            <a:xfrm>
              <a:off x="5964050" y="4144300"/>
              <a:ext cx="15000" cy="15000"/>
            </a:xfrm>
            <a:custGeom>
              <a:avLst/>
              <a:gdLst/>
              <a:ahLst/>
              <a:cxnLst/>
              <a:rect l="l" t="t" r="r" b="b"/>
              <a:pathLst>
                <a:path w="600" h="600" extrusionOk="0">
                  <a:moveTo>
                    <a:pt x="300" y="0"/>
                  </a:moveTo>
                  <a:cubicBezTo>
                    <a:pt x="133" y="0"/>
                    <a:pt x="0" y="135"/>
                    <a:pt x="0" y="300"/>
                  </a:cubicBezTo>
                  <a:cubicBezTo>
                    <a:pt x="0" y="465"/>
                    <a:pt x="133" y="600"/>
                    <a:pt x="300" y="600"/>
                  </a:cubicBezTo>
                  <a:cubicBezTo>
                    <a:pt x="466" y="600"/>
                    <a:pt x="600" y="465"/>
                    <a:pt x="600" y="300"/>
                  </a:cubicBezTo>
                  <a:cubicBezTo>
                    <a:pt x="600" y="135"/>
                    <a:pt x="466" y="0"/>
                    <a:pt x="3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6"/>
            <p:cNvSpPr/>
            <p:nvPr/>
          </p:nvSpPr>
          <p:spPr>
            <a:xfrm>
              <a:off x="5964050" y="4233325"/>
              <a:ext cx="15000" cy="15025"/>
            </a:xfrm>
            <a:custGeom>
              <a:avLst/>
              <a:gdLst/>
              <a:ahLst/>
              <a:cxnLst/>
              <a:rect l="l" t="t" r="r" b="b"/>
              <a:pathLst>
                <a:path w="600" h="601" extrusionOk="0">
                  <a:moveTo>
                    <a:pt x="300" y="1"/>
                  </a:moveTo>
                  <a:cubicBezTo>
                    <a:pt x="133" y="1"/>
                    <a:pt x="0" y="134"/>
                    <a:pt x="0" y="301"/>
                  </a:cubicBezTo>
                  <a:cubicBezTo>
                    <a:pt x="0" y="466"/>
                    <a:pt x="133" y="600"/>
                    <a:pt x="300" y="600"/>
                  </a:cubicBezTo>
                  <a:cubicBezTo>
                    <a:pt x="466" y="600"/>
                    <a:pt x="600" y="466"/>
                    <a:pt x="600" y="301"/>
                  </a:cubicBezTo>
                  <a:cubicBezTo>
                    <a:pt x="600" y="134"/>
                    <a:pt x="466" y="1"/>
                    <a:pt x="3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6"/>
            <p:cNvSpPr/>
            <p:nvPr/>
          </p:nvSpPr>
          <p:spPr>
            <a:xfrm>
              <a:off x="6021775" y="4144300"/>
              <a:ext cx="15025" cy="15000"/>
            </a:xfrm>
            <a:custGeom>
              <a:avLst/>
              <a:gdLst/>
              <a:ahLst/>
              <a:cxnLst/>
              <a:rect l="l" t="t" r="r" b="b"/>
              <a:pathLst>
                <a:path w="601" h="600" extrusionOk="0">
                  <a:moveTo>
                    <a:pt x="301" y="0"/>
                  </a:moveTo>
                  <a:cubicBezTo>
                    <a:pt x="135" y="0"/>
                    <a:pt x="1" y="135"/>
                    <a:pt x="1" y="300"/>
                  </a:cubicBezTo>
                  <a:cubicBezTo>
                    <a:pt x="1" y="465"/>
                    <a:pt x="135" y="600"/>
                    <a:pt x="301" y="600"/>
                  </a:cubicBezTo>
                  <a:cubicBezTo>
                    <a:pt x="466" y="600"/>
                    <a:pt x="600" y="465"/>
                    <a:pt x="600" y="300"/>
                  </a:cubicBezTo>
                  <a:cubicBezTo>
                    <a:pt x="600" y="135"/>
                    <a:pt x="466" y="0"/>
                    <a:pt x="3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6"/>
            <p:cNvSpPr/>
            <p:nvPr/>
          </p:nvSpPr>
          <p:spPr>
            <a:xfrm>
              <a:off x="6021775" y="4233325"/>
              <a:ext cx="15025" cy="15025"/>
            </a:xfrm>
            <a:custGeom>
              <a:avLst/>
              <a:gdLst/>
              <a:ahLst/>
              <a:cxnLst/>
              <a:rect l="l" t="t" r="r" b="b"/>
              <a:pathLst>
                <a:path w="601" h="601" extrusionOk="0">
                  <a:moveTo>
                    <a:pt x="301" y="1"/>
                  </a:moveTo>
                  <a:cubicBezTo>
                    <a:pt x="135" y="1"/>
                    <a:pt x="1" y="134"/>
                    <a:pt x="1" y="301"/>
                  </a:cubicBezTo>
                  <a:cubicBezTo>
                    <a:pt x="1" y="466"/>
                    <a:pt x="135" y="600"/>
                    <a:pt x="301" y="600"/>
                  </a:cubicBezTo>
                  <a:cubicBezTo>
                    <a:pt x="466" y="600"/>
                    <a:pt x="600" y="466"/>
                    <a:pt x="600" y="301"/>
                  </a:cubicBezTo>
                  <a:cubicBezTo>
                    <a:pt x="600" y="134"/>
                    <a:pt x="466" y="1"/>
                    <a:pt x="30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6"/>
            <p:cNvSpPr/>
            <p:nvPr/>
          </p:nvSpPr>
          <p:spPr>
            <a:xfrm>
              <a:off x="6079525" y="4144300"/>
              <a:ext cx="15000" cy="15000"/>
            </a:xfrm>
            <a:custGeom>
              <a:avLst/>
              <a:gdLst/>
              <a:ahLst/>
              <a:cxnLst/>
              <a:rect l="l" t="t" r="r" b="b"/>
              <a:pathLst>
                <a:path w="600" h="600" extrusionOk="0">
                  <a:moveTo>
                    <a:pt x="300" y="0"/>
                  </a:moveTo>
                  <a:cubicBezTo>
                    <a:pt x="135" y="0"/>
                    <a:pt x="0" y="135"/>
                    <a:pt x="0" y="300"/>
                  </a:cubicBezTo>
                  <a:cubicBezTo>
                    <a:pt x="0" y="465"/>
                    <a:pt x="135" y="600"/>
                    <a:pt x="300" y="600"/>
                  </a:cubicBezTo>
                  <a:cubicBezTo>
                    <a:pt x="465" y="600"/>
                    <a:pt x="600" y="465"/>
                    <a:pt x="600" y="300"/>
                  </a:cubicBezTo>
                  <a:cubicBezTo>
                    <a:pt x="600" y="135"/>
                    <a:pt x="465" y="0"/>
                    <a:pt x="3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6"/>
            <p:cNvSpPr/>
            <p:nvPr/>
          </p:nvSpPr>
          <p:spPr>
            <a:xfrm>
              <a:off x="6079525" y="4233325"/>
              <a:ext cx="15000" cy="15025"/>
            </a:xfrm>
            <a:custGeom>
              <a:avLst/>
              <a:gdLst/>
              <a:ahLst/>
              <a:cxnLst/>
              <a:rect l="l" t="t" r="r" b="b"/>
              <a:pathLst>
                <a:path w="600" h="601" extrusionOk="0">
                  <a:moveTo>
                    <a:pt x="300" y="1"/>
                  </a:moveTo>
                  <a:cubicBezTo>
                    <a:pt x="135" y="1"/>
                    <a:pt x="0" y="134"/>
                    <a:pt x="0" y="301"/>
                  </a:cubicBezTo>
                  <a:cubicBezTo>
                    <a:pt x="0" y="466"/>
                    <a:pt x="135" y="600"/>
                    <a:pt x="300" y="600"/>
                  </a:cubicBezTo>
                  <a:cubicBezTo>
                    <a:pt x="465" y="600"/>
                    <a:pt x="600" y="466"/>
                    <a:pt x="600" y="301"/>
                  </a:cubicBezTo>
                  <a:cubicBezTo>
                    <a:pt x="600" y="134"/>
                    <a:pt x="465" y="1"/>
                    <a:pt x="3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6"/>
            <p:cNvSpPr/>
            <p:nvPr/>
          </p:nvSpPr>
          <p:spPr>
            <a:xfrm>
              <a:off x="6137250" y="4144300"/>
              <a:ext cx="15025" cy="15000"/>
            </a:xfrm>
            <a:custGeom>
              <a:avLst/>
              <a:gdLst/>
              <a:ahLst/>
              <a:cxnLst/>
              <a:rect l="l" t="t" r="r" b="b"/>
              <a:pathLst>
                <a:path w="601" h="600" extrusionOk="0">
                  <a:moveTo>
                    <a:pt x="300" y="0"/>
                  </a:moveTo>
                  <a:cubicBezTo>
                    <a:pt x="135" y="0"/>
                    <a:pt x="1" y="135"/>
                    <a:pt x="1" y="300"/>
                  </a:cubicBezTo>
                  <a:cubicBezTo>
                    <a:pt x="1" y="465"/>
                    <a:pt x="135" y="600"/>
                    <a:pt x="300" y="600"/>
                  </a:cubicBezTo>
                  <a:cubicBezTo>
                    <a:pt x="466" y="600"/>
                    <a:pt x="600" y="465"/>
                    <a:pt x="600" y="300"/>
                  </a:cubicBezTo>
                  <a:cubicBezTo>
                    <a:pt x="600" y="135"/>
                    <a:pt x="466" y="0"/>
                    <a:pt x="3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6"/>
            <p:cNvSpPr/>
            <p:nvPr/>
          </p:nvSpPr>
          <p:spPr>
            <a:xfrm>
              <a:off x="6137250" y="4233325"/>
              <a:ext cx="15025" cy="15025"/>
            </a:xfrm>
            <a:custGeom>
              <a:avLst/>
              <a:gdLst/>
              <a:ahLst/>
              <a:cxnLst/>
              <a:rect l="l" t="t" r="r" b="b"/>
              <a:pathLst>
                <a:path w="601" h="601" extrusionOk="0">
                  <a:moveTo>
                    <a:pt x="300" y="1"/>
                  </a:moveTo>
                  <a:cubicBezTo>
                    <a:pt x="135" y="1"/>
                    <a:pt x="1" y="134"/>
                    <a:pt x="1" y="301"/>
                  </a:cubicBezTo>
                  <a:cubicBezTo>
                    <a:pt x="1" y="466"/>
                    <a:pt x="135" y="600"/>
                    <a:pt x="300" y="600"/>
                  </a:cubicBezTo>
                  <a:cubicBezTo>
                    <a:pt x="466" y="600"/>
                    <a:pt x="600" y="466"/>
                    <a:pt x="600" y="301"/>
                  </a:cubicBezTo>
                  <a:cubicBezTo>
                    <a:pt x="600" y="134"/>
                    <a:pt x="466" y="1"/>
                    <a:pt x="3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6"/>
            <p:cNvSpPr/>
            <p:nvPr/>
          </p:nvSpPr>
          <p:spPr>
            <a:xfrm>
              <a:off x="6195000" y="4144300"/>
              <a:ext cx="15000" cy="15000"/>
            </a:xfrm>
            <a:custGeom>
              <a:avLst/>
              <a:gdLst/>
              <a:ahLst/>
              <a:cxnLst/>
              <a:rect l="l" t="t" r="r" b="b"/>
              <a:pathLst>
                <a:path w="600" h="600" extrusionOk="0">
                  <a:moveTo>
                    <a:pt x="300" y="0"/>
                  </a:moveTo>
                  <a:cubicBezTo>
                    <a:pt x="135" y="0"/>
                    <a:pt x="0" y="135"/>
                    <a:pt x="0" y="300"/>
                  </a:cubicBezTo>
                  <a:cubicBezTo>
                    <a:pt x="0" y="465"/>
                    <a:pt x="135" y="600"/>
                    <a:pt x="300" y="600"/>
                  </a:cubicBezTo>
                  <a:cubicBezTo>
                    <a:pt x="465" y="600"/>
                    <a:pt x="600" y="465"/>
                    <a:pt x="600" y="300"/>
                  </a:cubicBezTo>
                  <a:cubicBezTo>
                    <a:pt x="600" y="135"/>
                    <a:pt x="465" y="0"/>
                    <a:pt x="3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6"/>
            <p:cNvSpPr/>
            <p:nvPr/>
          </p:nvSpPr>
          <p:spPr>
            <a:xfrm>
              <a:off x="6195000" y="4233325"/>
              <a:ext cx="15000" cy="15025"/>
            </a:xfrm>
            <a:custGeom>
              <a:avLst/>
              <a:gdLst/>
              <a:ahLst/>
              <a:cxnLst/>
              <a:rect l="l" t="t" r="r" b="b"/>
              <a:pathLst>
                <a:path w="600" h="601" extrusionOk="0">
                  <a:moveTo>
                    <a:pt x="300" y="1"/>
                  </a:moveTo>
                  <a:cubicBezTo>
                    <a:pt x="135" y="1"/>
                    <a:pt x="0" y="134"/>
                    <a:pt x="0" y="301"/>
                  </a:cubicBezTo>
                  <a:cubicBezTo>
                    <a:pt x="0" y="466"/>
                    <a:pt x="135" y="600"/>
                    <a:pt x="300" y="600"/>
                  </a:cubicBezTo>
                  <a:cubicBezTo>
                    <a:pt x="465" y="600"/>
                    <a:pt x="600" y="466"/>
                    <a:pt x="600" y="301"/>
                  </a:cubicBezTo>
                  <a:cubicBezTo>
                    <a:pt x="600" y="134"/>
                    <a:pt x="465" y="1"/>
                    <a:pt x="3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6"/>
            <p:cNvSpPr/>
            <p:nvPr/>
          </p:nvSpPr>
          <p:spPr>
            <a:xfrm>
              <a:off x="5782200" y="2840500"/>
              <a:ext cx="93900" cy="151675"/>
            </a:xfrm>
            <a:custGeom>
              <a:avLst/>
              <a:gdLst/>
              <a:ahLst/>
              <a:cxnLst/>
              <a:rect l="l" t="t" r="r" b="b"/>
              <a:pathLst>
                <a:path w="3756" h="6067" extrusionOk="0">
                  <a:moveTo>
                    <a:pt x="1879" y="1"/>
                  </a:moveTo>
                  <a:cubicBezTo>
                    <a:pt x="842" y="1"/>
                    <a:pt x="1" y="1359"/>
                    <a:pt x="1" y="3034"/>
                  </a:cubicBezTo>
                  <a:cubicBezTo>
                    <a:pt x="1" y="4708"/>
                    <a:pt x="842" y="6067"/>
                    <a:pt x="1879" y="6067"/>
                  </a:cubicBezTo>
                  <a:cubicBezTo>
                    <a:pt x="2915" y="6067"/>
                    <a:pt x="3756" y="4708"/>
                    <a:pt x="3756" y="3034"/>
                  </a:cubicBezTo>
                  <a:cubicBezTo>
                    <a:pt x="3756" y="1359"/>
                    <a:pt x="2915" y="1"/>
                    <a:pt x="18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6"/>
            <p:cNvSpPr/>
            <p:nvPr/>
          </p:nvSpPr>
          <p:spPr>
            <a:xfrm>
              <a:off x="5599700" y="2818875"/>
              <a:ext cx="135600" cy="194950"/>
            </a:xfrm>
            <a:custGeom>
              <a:avLst/>
              <a:gdLst/>
              <a:ahLst/>
              <a:cxnLst/>
              <a:rect l="l" t="t" r="r" b="b"/>
              <a:pathLst>
                <a:path w="5424" h="7798" extrusionOk="0">
                  <a:moveTo>
                    <a:pt x="4524" y="581"/>
                  </a:moveTo>
                  <a:cubicBezTo>
                    <a:pt x="4798" y="581"/>
                    <a:pt x="5019" y="804"/>
                    <a:pt x="5019" y="1077"/>
                  </a:cubicBezTo>
                  <a:lnTo>
                    <a:pt x="5019" y="6721"/>
                  </a:lnTo>
                  <a:cubicBezTo>
                    <a:pt x="5019" y="6994"/>
                    <a:pt x="4798" y="7215"/>
                    <a:pt x="4524" y="7215"/>
                  </a:cubicBezTo>
                  <a:lnTo>
                    <a:pt x="899" y="7215"/>
                  </a:lnTo>
                  <a:cubicBezTo>
                    <a:pt x="626" y="7215"/>
                    <a:pt x="405" y="6994"/>
                    <a:pt x="405" y="6721"/>
                  </a:cubicBezTo>
                  <a:lnTo>
                    <a:pt x="405" y="1077"/>
                  </a:lnTo>
                  <a:cubicBezTo>
                    <a:pt x="405" y="804"/>
                    <a:pt x="626" y="581"/>
                    <a:pt x="899" y="581"/>
                  </a:cubicBezTo>
                  <a:close/>
                  <a:moveTo>
                    <a:pt x="582" y="1"/>
                  </a:moveTo>
                  <a:cubicBezTo>
                    <a:pt x="260" y="1"/>
                    <a:pt x="0" y="261"/>
                    <a:pt x="0" y="582"/>
                  </a:cubicBezTo>
                  <a:lnTo>
                    <a:pt x="0" y="7215"/>
                  </a:lnTo>
                  <a:cubicBezTo>
                    <a:pt x="0" y="7537"/>
                    <a:pt x="260" y="7797"/>
                    <a:pt x="582" y="7797"/>
                  </a:cubicBezTo>
                  <a:lnTo>
                    <a:pt x="4842" y="7797"/>
                  </a:lnTo>
                  <a:cubicBezTo>
                    <a:pt x="5162" y="7797"/>
                    <a:pt x="5424" y="7537"/>
                    <a:pt x="5424" y="7215"/>
                  </a:cubicBezTo>
                  <a:lnTo>
                    <a:pt x="5424" y="582"/>
                  </a:lnTo>
                  <a:cubicBezTo>
                    <a:pt x="5424" y="261"/>
                    <a:pt x="5162" y="1"/>
                    <a:pt x="48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6"/>
            <p:cNvSpPr/>
            <p:nvPr/>
          </p:nvSpPr>
          <p:spPr>
            <a:xfrm>
              <a:off x="4094375" y="4263150"/>
              <a:ext cx="44225" cy="48775"/>
            </a:xfrm>
            <a:custGeom>
              <a:avLst/>
              <a:gdLst/>
              <a:ahLst/>
              <a:cxnLst/>
              <a:rect l="l" t="t" r="r" b="b"/>
              <a:pathLst>
                <a:path w="1769" h="1951" extrusionOk="0">
                  <a:moveTo>
                    <a:pt x="885" y="1"/>
                  </a:moveTo>
                  <a:cubicBezTo>
                    <a:pt x="397" y="1"/>
                    <a:pt x="1" y="438"/>
                    <a:pt x="1" y="976"/>
                  </a:cubicBezTo>
                  <a:cubicBezTo>
                    <a:pt x="1" y="1514"/>
                    <a:pt x="397" y="1950"/>
                    <a:pt x="885" y="1950"/>
                  </a:cubicBezTo>
                  <a:cubicBezTo>
                    <a:pt x="1373" y="1950"/>
                    <a:pt x="1768" y="1514"/>
                    <a:pt x="1768" y="976"/>
                  </a:cubicBezTo>
                  <a:cubicBezTo>
                    <a:pt x="1768" y="438"/>
                    <a:pt x="1373" y="1"/>
                    <a:pt x="8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6"/>
            <p:cNvSpPr/>
            <p:nvPr/>
          </p:nvSpPr>
          <p:spPr>
            <a:xfrm>
              <a:off x="3816850" y="4475675"/>
              <a:ext cx="66475" cy="73300"/>
            </a:xfrm>
            <a:custGeom>
              <a:avLst/>
              <a:gdLst/>
              <a:ahLst/>
              <a:cxnLst/>
              <a:rect l="l" t="t" r="r" b="b"/>
              <a:pathLst>
                <a:path w="2659" h="2932" extrusionOk="0">
                  <a:moveTo>
                    <a:pt x="1330" y="1"/>
                  </a:moveTo>
                  <a:cubicBezTo>
                    <a:pt x="596" y="1"/>
                    <a:pt x="1" y="658"/>
                    <a:pt x="1" y="1467"/>
                  </a:cubicBezTo>
                  <a:cubicBezTo>
                    <a:pt x="1" y="2276"/>
                    <a:pt x="596" y="2932"/>
                    <a:pt x="1330" y="2932"/>
                  </a:cubicBezTo>
                  <a:cubicBezTo>
                    <a:pt x="2064" y="2932"/>
                    <a:pt x="2659" y="2276"/>
                    <a:pt x="2659" y="1467"/>
                  </a:cubicBezTo>
                  <a:cubicBezTo>
                    <a:pt x="2659" y="658"/>
                    <a:pt x="2064" y="1"/>
                    <a:pt x="13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6"/>
            <p:cNvSpPr/>
            <p:nvPr/>
          </p:nvSpPr>
          <p:spPr>
            <a:xfrm>
              <a:off x="4085225" y="4075600"/>
              <a:ext cx="59875" cy="65975"/>
            </a:xfrm>
            <a:custGeom>
              <a:avLst/>
              <a:gdLst/>
              <a:ahLst/>
              <a:cxnLst/>
              <a:rect l="l" t="t" r="r" b="b"/>
              <a:pathLst>
                <a:path w="2395" h="2639" extrusionOk="0">
                  <a:moveTo>
                    <a:pt x="1198" y="0"/>
                  </a:moveTo>
                  <a:cubicBezTo>
                    <a:pt x="537" y="0"/>
                    <a:pt x="1" y="591"/>
                    <a:pt x="1" y="1320"/>
                  </a:cubicBezTo>
                  <a:cubicBezTo>
                    <a:pt x="1" y="2048"/>
                    <a:pt x="537" y="2639"/>
                    <a:pt x="1198" y="2639"/>
                  </a:cubicBezTo>
                  <a:cubicBezTo>
                    <a:pt x="1860" y="2639"/>
                    <a:pt x="2394" y="2048"/>
                    <a:pt x="2394" y="1320"/>
                  </a:cubicBezTo>
                  <a:cubicBezTo>
                    <a:pt x="2394" y="591"/>
                    <a:pt x="1860" y="0"/>
                    <a:pt x="119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6"/>
            <p:cNvSpPr/>
            <p:nvPr/>
          </p:nvSpPr>
          <p:spPr>
            <a:xfrm>
              <a:off x="5551525" y="2761725"/>
              <a:ext cx="226300" cy="44525"/>
            </a:xfrm>
            <a:custGeom>
              <a:avLst/>
              <a:gdLst/>
              <a:ahLst/>
              <a:cxnLst/>
              <a:rect l="l" t="t" r="r" b="b"/>
              <a:pathLst>
                <a:path w="9052" h="1781" extrusionOk="0">
                  <a:moveTo>
                    <a:pt x="25" y="1"/>
                  </a:moveTo>
                  <a:cubicBezTo>
                    <a:pt x="12" y="1"/>
                    <a:pt x="0" y="11"/>
                    <a:pt x="0" y="24"/>
                  </a:cubicBezTo>
                  <a:lnTo>
                    <a:pt x="0" y="1755"/>
                  </a:lnTo>
                  <a:cubicBezTo>
                    <a:pt x="0" y="1770"/>
                    <a:pt x="12" y="1780"/>
                    <a:pt x="25" y="1780"/>
                  </a:cubicBezTo>
                  <a:lnTo>
                    <a:pt x="9027" y="1780"/>
                  </a:lnTo>
                  <a:cubicBezTo>
                    <a:pt x="9040" y="1780"/>
                    <a:pt x="9052" y="1770"/>
                    <a:pt x="9052" y="1755"/>
                  </a:cubicBezTo>
                  <a:lnTo>
                    <a:pt x="9052" y="24"/>
                  </a:lnTo>
                  <a:cubicBezTo>
                    <a:pt x="9052" y="11"/>
                    <a:pt x="9040" y="1"/>
                    <a:pt x="90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6"/>
            <p:cNvSpPr/>
            <p:nvPr/>
          </p:nvSpPr>
          <p:spPr>
            <a:xfrm>
              <a:off x="5580950" y="2761725"/>
              <a:ext cx="125900" cy="44525"/>
            </a:xfrm>
            <a:custGeom>
              <a:avLst/>
              <a:gdLst/>
              <a:ahLst/>
              <a:cxnLst/>
              <a:rect l="l" t="t" r="r" b="b"/>
              <a:pathLst>
                <a:path w="5036" h="1781" extrusionOk="0">
                  <a:moveTo>
                    <a:pt x="821" y="1"/>
                  </a:moveTo>
                  <a:cubicBezTo>
                    <a:pt x="673" y="1"/>
                    <a:pt x="515" y="119"/>
                    <a:pt x="465" y="267"/>
                  </a:cubicBezTo>
                  <a:lnTo>
                    <a:pt x="50" y="1514"/>
                  </a:lnTo>
                  <a:cubicBezTo>
                    <a:pt x="0" y="1661"/>
                    <a:pt x="80" y="1780"/>
                    <a:pt x="227" y="1780"/>
                  </a:cubicBezTo>
                  <a:lnTo>
                    <a:pt x="4214" y="1780"/>
                  </a:lnTo>
                  <a:cubicBezTo>
                    <a:pt x="4362" y="1780"/>
                    <a:pt x="4520" y="1661"/>
                    <a:pt x="4570" y="1514"/>
                  </a:cubicBezTo>
                  <a:lnTo>
                    <a:pt x="4985" y="267"/>
                  </a:lnTo>
                  <a:cubicBezTo>
                    <a:pt x="5035" y="119"/>
                    <a:pt x="4956" y="1"/>
                    <a:pt x="4808"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6"/>
            <p:cNvSpPr/>
            <p:nvPr/>
          </p:nvSpPr>
          <p:spPr>
            <a:xfrm>
              <a:off x="5740050" y="2761150"/>
              <a:ext cx="188425" cy="45500"/>
            </a:xfrm>
            <a:custGeom>
              <a:avLst/>
              <a:gdLst/>
              <a:ahLst/>
              <a:cxnLst/>
              <a:rect l="l" t="t" r="r" b="b"/>
              <a:pathLst>
                <a:path w="7537" h="1820" extrusionOk="0">
                  <a:moveTo>
                    <a:pt x="33" y="0"/>
                  </a:moveTo>
                  <a:cubicBezTo>
                    <a:pt x="21" y="0"/>
                    <a:pt x="11" y="9"/>
                    <a:pt x="11" y="22"/>
                  </a:cubicBezTo>
                  <a:lnTo>
                    <a:pt x="2" y="1757"/>
                  </a:lnTo>
                  <a:cubicBezTo>
                    <a:pt x="0" y="1769"/>
                    <a:pt x="11" y="1780"/>
                    <a:pt x="24" y="1780"/>
                  </a:cubicBezTo>
                  <a:lnTo>
                    <a:pt x="7504" y="1819"/>
                  </a:lnTo>
                  <a:cubicBezTo>
                    <a:pt x="7516" y="1819"/>
                    <a:pt x="7527" y="1809"/>
                    <a:pt x="7527" y="1796"/>
                  </a:cubicBezTo>
                  <a:lnTo>
                    <a:pt x="7537" y="62"/>
                  </a:lnTo>
                  <a:cubicBezTo>
                    <a:pt x="7537" y="49"/>
                    <a:pt x="7527" y="39"/>
                    <a:pt x="7513" y="39"/>
                  </a:cubicBezTo>
                  <a:lnTo>
                    <a:pt x="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6"/>
            <p:cNvSpPr/>
            <p:nvPr/>
          </p:nvSpPr>
          <p:spPr>
            <a:xfrm>
              <a:off x="5786900" y="2856875"/>
              <a:ext cx="73625" cy="118950"/>
            </a:xfrm>
            <a:custGeom>
              <a:avLst/>
              <a:gdLst/>
              <a:ahLst/>
              <a:cxnLst/>
              <a:rect l="l" t="t" r="r" b="b"/>
              <a:pathLst>
                <a:path w="2945" h="4758" extrusionOk="0">
                  <a:moveTo>
                    <a:pt x="1472" y="0"/>
                  </a:moveTo>
                  <a:cubicBezTo>
                    <a:pt x="659" y="0"/>
                    <a:pt x="0" y="1065"/>
                    <a:pt x="0" y="2379"/>
                  </a:cubicBezTo>
                  <a:cubicBezTo>
                    <a:pt x="0" y="3692"/>
                    <a:pt x="659" y="4758"/>
                    <a:pt x="1472" y="4758"/>
                  </a:cubicBezTo>
                  <a:cubicBezTo>
                    <a:pt x="2286" y="4758"/>
                    <a:pt x="2944" y="3692"/>
                    <a:pt x="2944" y="2379"/>
                  </a:cubicBezTo>
                  <a:cubicBezTo>
                    <a:pt x="2944" y="1065"/>
                    <a:pt x="2286" y="0"/>
                    <a:pt x="147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6"/>
            <p:cNvSpPr/>
            <p:nvPr/>
          </p:nvSpPr>
          <p:spPr>
            <a:xfrm>
              <a:off x="5813350" y="2888950"/>
              <a:ext cx="33925" cy="54800"/>
            </a:xfrm>
            <a:custGeom>
              <a:avLst/>
              <a:gdLst/>
              <a:ahLst/>
              <a:cxnLst/>
              <a:rect l="l" t="t" r="r" b="b"/>
              <a:pathLst>
                <a:path w="1357" h="2192" extrusionOk="0">
                  <a:moveTo>
                    <a:pt x="679" y="0"/>
                  </a:moveTo>
                  <a:cubicBezTo>
                    <a:pt x="305" y="0"/>
                    <a:pt x="1" y="491"/>
                    <a:pt x="1" y="1096"/>
                  </a:cubicBezTo>
                  <a:cubicBezTo>
                    <a:pt x="1" y="1701"/>
                    <a:pt x="305" y="2192"/>
                    <a:pt x="679" y="2192"/>
                  </a:cubicBezTo>
                  <a:cubicBezTo>
                    <a:pt x="1054" y="2192"/>
                    <a:pt x="1356" y="1701"/>
                    <a:pt x="1356" y="1096"/>
                  </a:cubicBezTo>
                  <a:cubicBezTo>
                    <a:pt x="1356" y="491"/>
                    <a:pt x="1054" y="0"/>
                    <a:pt x="6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4" name="Google Shape;734;p26"/>
          <p:cNvSpPr/>
          <p:nvPr/>
        </p:nvSpPr>
        <p:spPr>
          <a:xfrm>
            <a:off x="-146000" y="4871400"/>
            <a:ext cx="9437475" cy="152650"/>
          </a:xfrm>
          <a:custGeom>
            <a:avLst/>
            <a:gdLst/>
            <a:ahLst/>
            <a:cxnLst/>
            <a:rect l="l" t="t" r="r" b="b"/>
            <a:pathLst>
              <a:path w="377499" h="6106" extrusionOk="0">
                <a:moveTo>
                  <a:pt x="531" y="531"/>
                </a:moveTo>
                <a:lnTo>
                  <a:pt x="377499" y="0"/>
                </a:lnTo>
                <a:lnTo>
                  <a:pt x="376968" y="6106"/>
                </a:lnTo>
                <a:lnTo>
                  <a:pt x="0" y="1858"/>
                </a:lnTo>
                <a:close/>
              </a:path>
            </a:pathLst>
          </a:custGeom>
          <a:solidFill>
            <a:schemeClr val="dk2"/>
          </a:solidFill>
          <a:ln>
            <a:no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27"/>
          <p:cNvSpPr/>
          <p:nvPr/>
        </p:nvSpPr>
        <p:spPr>
          <a:xfrm>
            <a:off x="4728125" y="3468075"/>
            <a:ext cx="678300" cy="678300"/>
          </a:xfrm>
          <a:prstGeom prst="plaque">
            <a:avLst>
              <a:gd name="adj" fmla="val 16667"/>
            </a:avLst>
          </a:prstGeom>
          <a:solidFill>
            <a:srgbClr val="FFFFFF">
              <a:alpha val="70440"/>
            </a:srgbClr>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7"/>
          <p:cNvSpPr/>
          <p:nvPr/>
        </p:nvSpPr>
        <p:spPr>
          <a:xfrm>
            <a:off x="719950" y="3468075"/>
            <a:ext cx="678300" cy="678300"/>
          </a:xfrm>
          <a:prstGeom prst="plaque">
            <a:avLst>
              <a:gd name="adj" fmla="val 16667"/>
            </a:avLst>
          </a:prstGeom>
          <a:solidFill>
            <a:srgbClr val="FFFFFF">
              <a:alpha val="70440"/>
            </a:srgbClr>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7"/>
          <p:cNvSpPr/>
          <p:nvPr/>
        </p:nvSpPr>
        <p:spPr>
          <a:xfrm>
            <a:off x="4728125" y="2419350"/>
            <a:ext cx="678300" cy="678300"/>
          </a:xfrm>
          <a:prstGeom prst="plaque">
            <a:avLst>
              <a:gd name="adj" fmla="val 16667"/>
            </a:avLst>
          </a:prstGeom>
          <a:solidFill>
            <a:srgbClr val="FFFFFF">
              <a:alpha val="70440"/>
            </a:srgbClr>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7"/>
          <p:cNvSpPr/>
          <p:nvPr/>
        </p:nvSpPr>
        <p:spPr>
          <a:xfrm>
            <a:off x="719950" y="2419350"/>
            <a:ext cx="678300" cy="678300"/>
          </a:xfrm>
          <a:prstGeom prst="plaque">
            <a:avLst>
              <a:gd name="adj" fmla="val 16667"/>
            </a:avLst>
          </a:prstGeom>
          <a:solidFill>
            <a:srgbClr val="FFFFFF">
              <a:alpha val="70440"/>
            </a:srgbClr>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7"/>
          <p:cNvSpPr/>
          <p:nvPr/>
        </p:nvSpPr>
        <p:spPr>
          <a:xfrm>
            <a:off x="4728125" y="1370625"/>
            <a:ext cx="678300" cy="678300"/>
          </a:xfrm>
          <a:prstGeom prst="plaque">
            <a:avLst>
              <a:gd name="adj" fmla="val 16667"/>
            </a:avLst>
          </a:prstGeom>
          <a:solidFill>
            <a:srgbClr val="FFFFFF">
              <a:alpha val="70440"/>
            </a:srgbClr>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7"/>
          <p:cNvSpPr/>
          <p:nvPr/>
        </p:nvSpPr>
        <p:spPr>
          <a:xfrm>
            <a:off x="719950" y="1370625"/>
            <a:ext cx="678300" cy="678300"/>
          </a:xfrm>
          <a:prstGeom prst="plaque">
            <a:avLst>
              <a:gd name="adj" fmla="val 16667"/>
            </a:avLst>
          </a:prstGeom>
          <a:solidFill>
            <a:srgbClr val="FFFFFF">
              <a:alpha val="70440"/>
            </a:srgbClr>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7"/>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746" name="Google Shape;746;p27"/>
          <p:cNvSpPr txBox="1">
            <a:spLocks noGrp="1"/>
          </p:cNvSpPr>
          <p:nvPr>
            <p:ph type="subTitle" idx="1"/>
          </p:nvPr>
        </p:nvSpPr>
        <p:spPr>
          <a:xfrm>
            <a:off x="1471925" y="1243275"/>
            <a:ext cx="2948100" cy="933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Introduction</a:t>
            </a:r>
            <a:endParaRPr/>
          </a:p>
        </p:txBody>
      </p:sp>
      <p:sp>
        <p:nvSpPr>
          <p:cNvPr id="747" name="Google Shape;747;p27"/>
          <p:cNvSpPr txBox="1">
            <a:spLocks noGrp="1"/>
          </p:cNvSpPr>
          <p:nvPr>
            <p:ph type="subTitle" idx="2"/>
          </p:nvPr>
        </p:nvSpPr>
        <p:spPr>
          <a:xfrm>
            <a:off x="1471925" y="2292000"/>
            <a:ext cx="2948100" cy="933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Causes of the Industrial Revolution</a:t>
            </a:r>
            <a:endParaRPr/>
          </a:p>
        </p:txBody>
      </p:sp>
      <p:sp>
        <p:nvSpPr>
          <p:cNvPr id="748" name="Google Shape;748;p27"/>
          <p:cNvSpPr txBox="1">
            <a:spLocks noGrp="1"/>
          </p:cNvSpPr>
          <p:nvPr>
            <p:ph type="subTitle" idx="3"/>
          </p:nvPr>
        </p:nvSpPr>
        <p:spPr>
          <a:xfrm>
            <a:off x="1471925" y="3340725"/>
            <a:ext cx="2948100" cy="933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Characteristics of the Industrial Revolution</a:t>
            </a:r>
            <a:endParaRPr/>
          </a:p>
        </p:txBody>
      </p:sp>
      <p:sp>
        <p:nvSpPr>
          <p:cNvPr id="749" name="Google Shape;749;p27"/>
          <p:cNvSpPr txBox="1">
            <a:spLocks noGrp="1"/>
          </p:cNvSpPr>
          <p:nvPr>
            <p:ph type="subTitle" idx="4"/>
          </p:nvPr>
        </p:nvSpPr>
        <p:spPr>
          <a:xfrm>
            <a:off x="5482625" y="1243275"/>
            <a:ext cx="2948100" cy="933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Origins of the Industrial Revolution</a:t>
            </a:r>
            <a:endParaRPr/>
          </a:p>
        </p:txBody>
      </p:sp>
      <p:sp>
        <p:nvSpPr>
          <p:cNvPr id="750" name="Google Shape;750;p27"/>
          <p:cNvSpPr txBox="1">
            <a:spLocks noGrp="1"/>
          </p:cNvSpPr>
          <p:nvPr>
            <p:ph type="subTitle" idx="5"/>
          </p:nvPr>
        </p:nvSpPr>
        <p:spPr>
          <a:xfrm>
            <a:off x="5482625" y="2292000"/>
            <a:ext cx="2948100" cy="933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Consequences of the Industrial Revolution</a:t>
            </a:r>
            <a:endParaRPr/>
          </a:p>
        </p:txBody>
      </p:sp>
      <p:sp>
        <p:nvSpPr>
          <p:cNvPr id="751" name="Google Shape;751;p27"/>
          <p:cNvSpPr txBox="1">
            <a:spLocks noGrp="1"/>
          </p:cNvSpPr>
          <p:nvPr>
            <p:ph type="subTitle" idx="6"/>
          </p:nvPr>
        </p:nvSpPr>
        <p:spPr>
          <a:xfrm>
            <a:off x="5482625" y="3340725"/>
            <a:ext cx="2948100" cy="933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Inventions of the Industrial Revolution</a:t>
            </a:r>
            <a:endParaRPr/>
          </a:p>
        </p:txBody>
      </p:sp>
      <p:sp>
        <p:nvSpPr>
          <p:cNvPr id="752" name="Google Shape;752;p27"/>
          <p:cNvSpPr txBox="1">
            <a:spLocks noGrp="1"/>
          </p:cNvSpPr>
          <p:nvPr>
            <p:ph type="title" idx="7"/>
          </p:nvPr>
        </p:nvSpPr>
        <p:spPr>
          <a:xfrm>
            <a:off x="683200" y="1539825"/>
            <a:ext cx="738300" cy="33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753" name="Google Shape;753;p27"/>
          <p:cNvSpPr txBox="1">
            <a:spLocks noGrp="1"/>
          </p:cNvSpPr>
          <p:nvPr>
            <p:ph type="title" idx="8"/>
          </p:nvPr>
        </p:nvSpPr>
        <p:spPr>
          <a:xfrm>
            <a:off x="689950" y="2588550"/>
            <a:ext cx="738300" cy="33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754" name="Google Shape;754;p27"/>
          <p:cNvSpPr txBox="1">
            <a:spLocks noGrp="1"/>
          </p:cNvSpPr>
          <p:nvPr>
            <p:ph type="title" idx="9"/>
          </p:nvPr>
        </p:nvSpPr>
        <p:spPr>
          <a:xfrm>
            <a:off x="689950" y="3637275"/>
            <a:ext cx="738300" cy="33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755" name="Google Shape;755;p27"/>
          <p:cNvSpPr txBox="1">
            <a:spLocks noGrp="1"/>
          </p:cNvSpPr>
          <p:nvPr>
            <p:ph type="title" idx="13"/>
          </p:nvPr>
        </p:nvSpPr>
        <p:spPr>
          <a:xfrm>
            <a:off x="4698125" y="1539825"/>
            <a:ext cx="738300" cy="33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756" name="Google Shape;756;p27"/>
          <p:cNvSpPr txBox="1">
            <a:spLocks noGrp="1"/>
          </p:cNvSpPr>
          <p:nvPr>
            <p:ph type="title" idx="14"/>
          </p:nvPr>
        </p:nvSpPr>
        <p:spPr>
          <a:xfrm>
            <a:off x="4698125" y="2588550"/>
            <a:ext cx="738300" cy="33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757" name="Google Shape;757;p27"/>
          <p:cNvSpPr txBox="1">
            <a:spLocks noGrp="1"/>
          </p:cNvSpPr>
          <p:nvPr>
            <p:ph type="title" idx="15"/>
          </p:nvPr>
        </p:nvSpPr>
        <p:spPr>
          <a:xfrm>
            <a:off x="4698125" y="3637275"/>
            <a:ext cx="738300" cy="33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758" name="Google Shape;758;p27"/>
          <p:cNvSpPr/>
          <p:nvPr/>
        </p:nvSpPr>
        <p:spPr>
          <a:xfrm>
            <a:off x="6408606" y="280121"/>
            <a:ext cx="2938150" cy="689200"/>
          </a:xfrm>
          <a:custGeom>
            <a:avLst/>
            <a:gdLst/>
            <a:ahLst/>
            <a:cxnLst/>
            <a:rect l="l" t="t" r="r" b="b"/>
            <a:pathLst>
              <a:path w="117526" h="27568" extrusionOk="0">
                <a:moveTo>
                  <a:pt x="112661" y="25165"/>
                </a:moveTo>
                <a:cubicBezTo>
                  <a:pt x="102794" y="28528"/>
                  <a:pt x="63549" y="27687"/>
                  <a:pt x="53726" y="26492"/>
                </a:cubicBezTo>
                <a:cubicBezTo>
                  <a:pt x="43904" y="25297"/>
                  <a:pt x="62177" y="19634"/>
                  <a:pt x="53726" y="17997"/>
                </a:cubicBezTo>
                <a:cubicBezTo>
                  <a:pt x="45275" y="16360"/>
                  <a:pt x="9879" y="18085"/>
                  <a:pt x="3021" y="16669"/>
                </a:cubicBezTo>
                <a:cubicBezTo>
                  <a:pt x="-3837" y="15253"/>
                  <a:pt x="1959" y="10387"/>
                  <a:pt x="12578" y="9502"/>
                </a:cubicBezTo>
                <a:cubicBezTo>
                  <a:pt x="23197" y="8617"/>
                  <a:pt x="51691" y="12909"/>
                  <a:pt x="66734" y="11360"/>
                </a:cubicBezTo>
                <a:cubicBezTo>
                  <a:pt x="81777" y="9811"/>
                  <a:pt x="95139" y="1051"/>
                  <a:pt x="102838" y="210"/>
                </a:cubicBezTo>
                <a:cubicBezTo>
                  <a:pt x="110537" y="-631"/>
                  <a:pt x="111289" y="2157"/>
                  <a:pt x="112926" y="6316"/>
                </a:cubicBezTo>
                <a:cubicBezTo>
                  <a:pt x="114563" y="10475"/>
                  <a:pt x="122528" y="21802"/>
                  <a:pt x="112661" y="25165"/>
                </a:cubicBezTo>
                <a:close/>
              </a:path>
            </a:pathLst>
          </a:custGeom>
          <a:solidFill>
            <a:srgbClr val="FFFFFF">
              <a:alpha val="70440"/>
            </a:srgbClr>
          </a:solidFill>
          <a:ln>
            <a:no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28"/>
          <p:cNvSpPr txBox="1">
            <a:spLocks noGrp="1"/>
          </p:cNvSpPr>
          <p:nvPr>
            <p:ph type="title"/>
          </p:nvPr>
        </p:nvSpPr>
        <p:spPr>
          <a:xfrm>
            <a:off x="713250" y="451100"/>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
        <p:nvSpPr>
          <p:cNvPr id="764" name="Google Shape;764;p28"/>
          <p:cNvSpPr txBox="1">
            <a:spLocks noGrp="1"/>
          </p:cNvSpPr>
          <p:nvPr>
            <p:ph type="body" idx="1"/>
          </p:nvPr>
        </p:nvSpPr>
        <p:spPr>
          <a:xfrm>
            <a:off x="713225" y="1152475"/>
            <a:ext cx="3665700" cy="141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Industrial Revolution was a process of profound economic, social, cultural and technological transformations that took place between 1760 and 1840, and originated in England.</a:t>
            </a:r>
            <a:endParaRPr/>
          </a:p>
        </p:txBody>
      </p:sp>
      <p:sp>
        <p:nvSpPr>
          <p:cNvPr id="765" name="Google Shape;765;p28"/>
          <p:cNvSpPr txBox="1">
            <a:spLocks noGrp="1"/>
          </p:cNvSpPr>
          <p:nvPr>
            <p:ph type="body" idx="2"/>
          </p:nvPr>
        </p:nvSpPr>
        <p:spPr>
          <a:xfrm>
            <a:off x="4765200" y="1152475"/>
            <a:ext cx="3665700" cy="316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marked a before and after in the history of mankind, especially because its impact extended to all areas of society: advances in transportation, improved productivity and increased per capita income.</a:t>
            </a:r>
            <a:endParaRPr/>
          </a:p>
          <a:p>
            <a:pPr marL="0" lvl="0" indent="0" algn="l" rtl="0">
              <a:spcBef>
                <a:spcPts val="1000"/>
              </a:spcBef>
              <a:spcAft>
                <a:spcPts val="0"/>
              </a:spcAft>
              <a:buNone/>
            </a:pPr>
            <a:r>
              <a:rPr lang="en"/>
              <a:t>In short, it meant the creation of technological and scientific innovations that represented a break with the socioeconomic structures that had existed up to that time.</a:t>
            </a:r>
            <a:endParaRPr/>
          </a:p>
        </p:txBody>
      </p:sp>
      <p:sp>
        <p:nvSpPr>
          <p:cNvPr id="766" name="Google Shape;766;p28"/>
          <p:cNvSpPr/>
          <p:nvPr/>
        </p:nvSpPr>
        <p:spPr>
          <a:xfrm>
            <a:off x="-1796550" y="3404637"/>
            <a:ext cx="11699500" cy="1900575"/>
          </a:xfrm>
          <a:custGeom>
            <a:avLst/>
            <a:gdLst/>
            <a:ahLst/>
            <a:cxnLst/>
            <a:rect l="l" t="t" r="r" b="b"/>
            <a:pathLst>
              <a:path w="467980" h="76023" extrusionOk="0">
                <a:moveTo>
                  <a:pt x="56996" y="53361"/>
                </a:moveTo>
                <a:cubicBezTo>
                  <a:pt x="60109" y="46370"/>
                  <a:pt x="39306" y="41813"/>
                  <a:pt x="35758" y="32920"/>
                </a:cubicBezTo>
                <a:cubicBezTo>
                  <a:pt x="32210" y="24027"/>
                  <a:pt x="20939" y="-219"/>
                  <a:pt x="35709" y="2"/>
                </a:cubicBezTo>
                <a:cubicBezTo>
                  <a:pt x="50479" y="223"/>
                  <a:pt x="98581" y="26725"/>
                  <a:pt x="124376" y="34247"/>
                </a:cubicBezTo>
                <a:cubicBezTo>
                  <a:pt x="150171" y="41769"/>
                  <a:pt x="162546" y="43185"/>
                  <a:pt x="190478" y="45132"/>
                </a:cubicBezTo>
                <a:cubicBezTo>
                  <a:pt x="218410" y="47079"/>
                  <a:pt x="248776" y="45574"/>
                  <a:pt x="291967" y="45928"/>
                </a:cubicBezTo>
                <a:cubicBezTo>
                  <a:pt x="335159" y="46282"/>
                  <a:pt x="422112" y="43760"/>
                  <a:pt x="449627" y="47255"/>
                </a:cubicBezTo>
                <a:cubicBezTo>
                  <a:pt x="477143" y="50750"/>
                  <a:pt x="468568" y="62697"/>
                  <a:pt x="457060" y="66900"/>
                </a:cubicBezTo>
                <a:cubicBezTo>
                  <a:pt x="445552" y="71103"/>
                  <a:pt x="453908" y="71148"/>
                  <a:pt x="380578" y="72475"/>
                </a:cubicBezTo>
                <a:cubicBezTo>
                  <a:pt x="307248" y="73802"/>
                  <a:pt x="71011" y="78050"/>
                  <a:pt x="17081" y="74864"/>
                </a:cubicBezTo>
                <a:cubicBezTo>
                  <a:pt x="-36849" y="71678"/>
                  <a:pt x="53883" y="60352"/>
                  <a:pt x="56996" y="53361"/>
                </a:cubicBezTo>
                <a:close/>
              </a:path>
            </a:pathLst>
          </a:custGeom>
          <a:solidFill>
            <a:schemeClr val="accent3"/>
          </a:solidFill>
          <a:ln>
            <a:noFill/>
          </a:ln>
        </p:spPr>
      </p:sp>
      <p:sp>
        <p:nvSpPr>
          <p:cNvPr id="767" name="Google Shape;767;p28"/>
          <p:cNvSpPr/>
          <p:nvPr/>
        </p:nvSpPr>
        <p:spPr>
          <a:xfrm>
            <a:off x="-1068525" y="3683400"/>
            <a:ext cx="10426375" cy="1284100"/>
          </a:xfrm>
          <a:custGeom>
            <a:avLst/>
            <a:gdLst/>
            <a:ahLst/>
            <a:cxnLst/>
            <a:rect l="l" t="t" r="r" b="b"/>
            <a:pathLst>
              <a:path w="417055" h="51364" extrusionOk="0">
                <a:moveTo>
                  <a:pt x="0" y="0"/>
                </a:moveTo>
                <a:lnTo>
                  <a:pt x="11366" y="394"/>
                </a:lnTo>
                <a:lnTo>
                  <a:pt x="91804" y="39152"/>
                </a:lnTo>
                <a:lnTo>
                  <a:pt x="415197" y="38759"/>
                </a:lnTo>
                <a:lnTo>
                  <a:pt x="417055" y="50174"/>
                </a:lnTo>
                <a:lnTo>
                  <a:pt x="75876" y="51364"/>
                </a:lnTo>
                <a:lnTo>
                  <a:pt x="7119" y="13136"/>
                </a:lnTo>
                <a:lnTo>
                  <a:pt x="1858" y="11416"/>
                </a:lnTo>
                <a:close/>
              </a:path>
            </a:pathLst>
          </a:custGeom>
          <a:solidFill>
            <a:schemeClr val="accent1"/>
          </a:solidFill>
          <a:ln>
            <a:noFill/>
          </a:ln>
        </p:spPr>
      </p:sp>
      <p:sp>
        <p:nvSpPr>
          <p:cNvPr id="768" name="Google Shape;768;p28"/>
          <p:cNvSpPr/>
          <p:nvPr/>
        </p:nvSpPr>
        <p:spPr>
          <a:xfrm>
            <a:off x="8008625" y="78700"/>
            <a:ext cx="450300" cy="450300"/>
          </a:xfrm>
          <a:prstGeom prst="ellipse">
            <a:avLst/>
          </a:prstGeom>
          <a:solidFill>
            <a:srgbClr val="FFFFFF">
              <a:alpha val="70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8"/>
          <p:cNvSpPr/>
          <p:nvPr/>
        </p:nvSpPr>
        <p:spPr>
          <a:xfrm>
            <a:off x="7738600" y="-191325"/>
            <a:ext cx="990300" cy="990300"/>
          </a:xfrm>
          <a:prstGeom prst="ellipse">
            <a:avLst/>
          </a:prstGeom>
          <a:gradFill>
            <a:gsLst>
              <a:gs pos="0">
                <a:srgbClr val="FFFFFF">
                  <a:alpha val="70440"/>
                </a:srgbClr>
              </a:gs>
              <a:gs pos="100000">
                <a:srgbClr val="FFFFFF">
                  <a:alpha val="0"/>
                  <a:alpha val="7044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8"/>
          <p:cNvSpPr/>
          <p:nvPr/>
        </p:nvSpPr>
        <p:spPr>
          <a:xfrm>
            <a:off x="2680171" y="2901825"/>
            <a:ext cx="1408578" cy="230093"/>
          </a:xfrm>
          <a:custGeom>
            <a:avLst/>
            <a:gdLst/>
            <a:ahLst/>
            <a:cxnLst/>
            <a:rect l="l" t="t" r="r" b="b"/>
            <a:pathLst>
              <a:path w="84701" h="13836" extrusionOk="0">
                <a:moveTo>
                  <a:pt x="75172" y="1120"/>
                </a:moveTo>
                <a:cubicBezTo>
                  <a:pt x="68226" y="-650"/>
                  <a:pt x="45173" y="14"/>
                  <a:pt x="37740" y="1120"/>
                </a:cubicBezTo>
                <a:cubicBezTo>
                  <a:pt x="30307" y="2226"/>
                  <a:pt x="36502" y="6518"/>
                  <a:pt x="30573" y="7757"/>
                </a:cubicBezTo>
                <a:cubicBezTo>
                  <a:pt x="24644" y="8996"/>
                  <a:pt x="5486" y="7580"/>
                  <a:pt x="2167" y="8553"/>
                </a:cubicBezTo>
                <a:cubicBezTo>
                  <a:pt x="-1151" y="9526"/>
                  <a:pt x="-2213" y="13066"/>
                  <a:pt x="10662" y="13597"/>
                </a:cubicBezTo>
                <a:cubicBezTo>
                  <a:pt x="23537" y="14128"/>
                  <a:pt x="68667" y="13819"/>
                  <a:pt x="79419" y="11739"/>
                </a:cubicBezTo>
                <a:cubicBezTo>
                  <a:pt x="90171" y="9660"/>
                  <a:pt x="82119" y="2890"/>
                  <a:pt x="75172" y="1120"/>
                </a:cubicBezTo>
                <a:close/>
              </a:path>
            </a:pathLst>
          </a:custGeom>
          <a:solidFill>
            <a:srgbClr val="FFFFFF">
              <a:alpha val="70440"/>
            </a:srgbClr>
          </a:solidFill>
          <a:ln>
            <a:noFill/>
          </a:ln>
        </p:spPr>
      </p:sp>
      <p:sp>
        <p:nvSpPr>
          <p:cNvPr id="771" name="Google Shape;771;p28"/>
          <p:cNvSpPr/>
          <p:nvPr/>
        </p:nvSpPr>
        <p:spPr>
          <a:xfrm>
            <a:off x="7523478" y="3570740"/>
            <a:ext cx="1862525" cy="810425"/>
          </a:xfrm>
          <a:custGeom>
            <a:avLst/>
            <a:gdLst/>
            <a:ahLst/>
            <a:cxnLst/>
            <a:rect l="l" t="t" r="r" b="b"/>
            <a:pathLst>
              <a:path w="74501" h="32417" extrusionOk="0">
                <a:moveTo>
                  <a:pt x="67535" y="2117"/>
                </a:moveTo>
                <a:cubicBezTo>
                  <a:pt x="65279" y="-2396"/>
                  <a:pt x="58376" y="1587"/>
                  <a:pt x="56385" y="2914"/>
                </a:cubicBezTo>
                <a:cubicBezTo>
                  <a:pt x="54394" y="4241"/>
                  <a:pt x="54571" y="8842"/>
                  <a:pt x="55589" y="10081"/>
                </a:cubicBezTo>
                <a:cubicBezTo>
                  <a:pt x="56607" y="11320"/>
                  <a:pt x="61474" y="9374"/>
                  <a:pt x="62491" y="10347"/>
                </a:cubicBezTo>
                <a:cubicBezTo>
                  <a:pt x="63509" y="11321"/>
                  <a:pt x="66163" y="14860"/>
                  <a:pt x="61694" y="15922"/>
                </a:cubicBezTo>
                <a:cubicBezTo>
                  <a:pt x="57225" y="16984"/>
                  <a:pt x="39926" y="15612"/>
                  <a:pt x="35678" y="16718"/>
                </a:cubicBezTo>
                <a:cubicBezTo>
                  <a:pt x="31431" y="17824"/>
                  <a:pt x="40766" y="21363"/>
                  <a:pt x="36209" y="22558"/>
                </a:cubicBezTo>
                <a:cubicBezTo>
                  <a:pt x="31652" y="23753"/>
                  <a:pt x="13556" y="22603"/>
                  <a:pt x="8335" y="23886"/>
                </a:cubicBezTo>
                <a:cubicBezTo>
                  <a:pt x="3114" y="25169"/>
                  <a:pt x="-5381" y="29239"/>
                  <a:pt x="4884" y="30257"/>
                </a:cubicBezTo>
                <a:cubicBezTo>
                  <a:pt x="15149" y="31275"/>
                  <a:pt x="59482" y="34682"/>
                  <a:pt x="69924" y="29992"/>
                </a:cubicBezTo>
                <a:cubicBezTo>
                  <a:pt x="80366" y="25302"/>
                  <a:pt x="69792" y="6630"/>
                  <a:pt x="67535" y="2117"/>
                </a:cubicBezTo>
                <a:close/>
              </a:path>
            </a:pathLst>
          </a:custGeom>
          <a:solidFill>
            <a:srgbClr val="FFFFFF">
              <a:alpha val="70440"/>
            </a:srgbClr>
          </a:solidFill>
          <a:ln>
            <a:noFill/>
          </a:ln>
        </p:spPr>
      </p:sp>
      <p:sp>
        <p:nvSpPr>
          <p:cNvPr id="772" name="Google Shape;772;p28"/>
          <p:cNvSpPr/>
          <p:nvPr/>
        </p:nvSpPr>
        <p:spPr>
          <a:xfrm>
            <a:off x="1196230" y="2736454"/>
            <a:ext cx="2898300" cy="1900500"/>
          </a:xfrm>
          <a:prstGeom prst="plaque">
            <a:avLst>
              <a:gd name="adj" fmla="val 10534"/>
            </a:avLst>
          </a:prstGeom>
          <a:solidFill>
            <a:srgbClr val="FFFFFF">
              <a:alpha val="70440"/>
            </a:srgbClr>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3" name="Google Shape;773;p28"/>
          <p:cNvGrpSpPr/>
          <p:nvPr/>
        </p:nvGrpSpPr>
        <p:grpSpPr>
          <a:xfrm>
            <a:off x="1607843" y="2844962"/>
            <a:ext cx="2075498" cy="1683626"/>
            <a:chOff x="4511772" y="1355925"/>
            <a:chExt cx="3918992" cy="3179052"/>
          </a:xfrm>
        </p:grpSpPr>
        <p:sp>
          <p:nvSpPr>
            <p:cNvPr id="774" name="Google Shape;774;p28"/>
            <p:cNvSpPr/>
            <p:nvPr/>
          </p:nvSpPr>
          <p:spPr>
            <a:xfrm>
              <a:off x="6468769" y="3988454"/>
              <a:ext cx="169773" cy="125426"/>
            </a:xfrm>
            <a:custGeom>
              <a:avLst/>
              <a:gdLst/>
              <a:ahLst/>
              <a:cxnLst/>
              <a:rect l="l" t="t" r="r" b="b"/>
              <a:pathLst>
                <a:path w="7913" h="5846" extrusionOk="0">
                  <a:moveTo>
                    <a:pt x="5194" y="1"/>
                  </a:moveTo>
                  <a:lnTo>
                    <a:pt x="4870" y="360"/>
                  </a:lnTo>
                  <a:lnTo>
                    <a:pt x="4455" y="351"/>
                  </a:lnTo>
                  <a:lnTo>
                    <a:pt x="3227" y="874"/>
                  </a:lnTo>
                  <a:lnTo>
                    <a:pt x="2143" y="711"/>
                  </a:lnTo>
                  <a:lnTo>
                    <a:pt x="1359" y="1305"/>
                  </a:lnTo>
                  <a:lnTo>
                    <a:pt x="1172" y="931"/>
                  </a:lnTo>
                  <a:lnTo>
                    <a:pt x="311" y="1840"/>
                  </a:lnTo>
                  <a:lnTo>
                    <a:pt x="21" y="2212"/>
                  </a:lnTo>
                  <a:lnTo>
                    <a:pt x="0" y="2239"/>
                  </a:lnTo>
                  <a:lnTo>
                    <a:pt x="27" y="2610"/>
                  </a:lnTo>
                  <a:lnTo>
                    <a:pt x="78" y="3359"/>
                  </a:lnTo>
                  <a:lnTo>
                    <a:pt x="434" y="3708"/>
                  </a:lnTo>
                  <a:lnTo>
                    <a:pt x="461" y="4079"/>
                  </a:lnTo>
                  <a:lnTo>
                    <a:pt x="509" y="4808"/>
                  </a:lnTo>
                  <a:lnTo>
                    <a:pt x="869" y="4779"/>
                  </a:lnTo>
                  <a:lnTo>
                    <a:pt x="920" y="5524"/>
                  </a:lnTo>
                  <a:lnTo>
                    <a:pt x="1299" y="5846"/>
                  </a:lnTo>
                  <a:lnTo>
                    <a:pt x="1324" y="5822"/>
                  </a:lnTo>
                  <a:lnTo>
                    <a:pt x="1664" y="5471"/>
                  </a:lnTo>
                  <a:lnTo>
                    <a:pt x="1997" y="5447"/>
                  </a:lnTo>
                  <a:lnTo>
                    <a:pt x="1970" y="5071"/>
                  </a:lnTo>
                  <a:lnTo>
                    <a:pt x="1970" y="5047"/>
                  </a:lnTo>
                  <a:lnTo>
                    <a:pt x="2327" y="5368"/>
                  </a:lnTo>
                  <a:lnTo>
                    <a:pt x="2381" y="5418"/>
                  </a:lnTo>
                  <a:lnTo>
                    <a:pt x="3074" y="5368"/>
                  </a:lnTo>
                  <a:lnTo>
                    <a:pt x="3412" y="5343"/>
                  </a:lnTo>
                  <a:lnTo>
                    <a:pt x="4103" y="4886"/>
                  </a:lnTo>
                  <a:lnTo>
                    <a:pt x="4823" y="4837"/>
                  </a:lnTo>
                  <a:lnTo>
                    <a:pt x="5132" y="4464"/>
                  </a:lnTo>
                  <a:lnTo>
                    <a:pt x="5462" y="4037"/>
                  </a:lnTo>
                  <a:lnTo>
                    <a:pt x="5467" y="4037"/>
                  </a:lnTo>
                  <a:lnTo>
                    <a:pt x="5804" y="4366"/>
                  </a:lnTo>
                  <a:lnTo>
                    <a:pt x="5850" y="4411"/>
                  </a:lnTo>
                  <a:lnTo>
                    <a:pt x="6238" y="4383"/>
                  </a:lnTo>
                  <a:lnTo>
                    <a:pt x="6575" y="4358"/>
                  </a:lnTo>
                  <a:lnTo>
                    <a:pt x="6909" y="3930"/>
                  </a:lnTo>
                  <a:lnTo>
                    <a:pt x="7222" y="3583"/>
                  </a:lnTo>
                  <a:lnTo>
                    <a:pt x="7912" y="3155"/>
                  </a:lnTo>
                  <a:lnTo>
                    <a:pt x="7854" y="3129"/>
                  </a:lnTo>
                  <a:lnTo>
                    <a:pt x="7815" y="3113"/>
                  </a:lnTo>
                  <a:lnTo>
                    <a:pt x="7171" y="2833"/>
                  </a:lnTo>
                  <a:lnTo>
                    <a:pt x="7504" y="2434"/>
                  </a:lnTo>
                  <a:lnTo>
                    <a:pt x="7477" y="2060"/>
                  </a:lnTo>
                  <a:lnTo>
                    <a:pt x="7455" y="1689"/>
                  </a:lnTo>
                  <a:lnTo>
                    <a:pt x="7071" y="1339"/>
                  </a:lnTo>
                  <a:lnTo>
                    <a:pt x="6714" y="1014"/>
                  </a:lnTo>
                  <a:lnTo>
                    <a:pt x="6330" y="668"/>
                  </a:lnTo>
                  <a:lnTo>
                    <a:pt x="5970" y="344"/>
                  </a:lnTo>
                  <a:lnTo>
                    <a:pt x="5194" y="1"/>
                  </a:ln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8"/>
            <p:cNvSpPr/>
            <p:nvPr/>
          </p:nvSpPr>
          <p:spPr>
            <a:xfrm>
              <a:off x="6419272" y="3922780"/>
              <a:ext cx="102641" cy="105151"/>
            </a:xfrm>
            <a:custGeom>
              <a:avLst/>
              <a:gdLst/>
              <a:ahLst/>
              <a:cxnLst/>
              <a:rect l="l" t="t" r="r" b="b"/>
              <a:pathLst>
                <a:path w="4784" h="4901" extrusionOk="0">
                  <a:moveTo>
                    <a:pt x="2270" y="1"/>
                  </a:moveTo>
                  <a:lnTo>
                    <a:pt x="2039" y="536"/>
                  </a:lnTo>
                  <a:lnTo>
                    <a:pt x="1452" y="1304"/>
                  </a:lnTo>
                  <a:lnTo>
                    <a:pt x="755" y="1843"/>
                  </a:lnTo>
                  <a:lnTo>
                    <a:pt x="298" y="1832"/>
                  </a:lnTo>
                  <a:lnTo>
                    <a:pt x="253" y="2397"/>
                  </a:lnTo>
                  <a:lnTo>
                    <a:pt x="0" y="3265"/>
                  </a:lnTo>
                  <a:lnTo>
                    <a:pt x="695" y="2813"/>
                  </a:lnTo>
                  <a:lnTo>
                    <a:pt x="1106" y="3184"/>
                  </a:lnTo>
                  <a:lnTo>
                    <a:pt x="1463" y="3505"/>
                  </a:lnTo>
                  <a:lnTo>
                    <a:pt x="2183" y="3451"/>
                  </a:lnTo>
                  <a:lnTo>
                    <a:pt x="2214" y="3855"/>
                  </a:lnTo>
                  <a:lnTo>
                    <a:pt x="2594" y="4550"/>
                  </a:lnTo>
                  <a:lnTo>
                    <a:pt x="2618" y="4901"/>
                  </a:lnTo>
                  <a:lnTo>
                    <a:pt x="3479" y="3992"/>
                  </a:lnTo>
                  <a:lnTo>
                    <a:pt x="3666" y="4366"/>
                  </a:lnTo>
                  <a:lnTo>
                    <a:pt x="4450" y="3772"/>
                  </a:lnTo>
                  <a:lnTo>
                    <a:pt x="4750" y="3133"/>
                  </a:lnTo>
                  <a:lnTo>
                    <a:pt x="4771" y="2125"/>
                  </a:lnTo>
                  <a:lnTo>
                    <a:pt x="4783" y="1580"/>
                  </a:lnTo>
                  <a:lnTo>
                    <a:pt x="3539" y="1187"/>
                  </a:lnTo>
                  <a:lnTo>
                    <a:pt x="3096" y="527"/>
                  </a:lnTo>
                  <a:lnTo>
                    <a:pt x="2270" y="1"/>
                  </a:ln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8"/>
            <p:cNvSpPr/>
            <p:nvPr/>
          </p:nvSpPr>
          <p:spPr>
            <a:xfrm>
              <a:off x="6356495" y="3762662"/>
              <a:ext cx="248899" cy="244544"/>
            </a:xfrm>
            <a:custGeom>
              <a:avLst/>
              <a:gdLst/>
              <a:ahLst/>
              <a:cxnLst/>
              <a:rect l="l" t="t" r="r" b="b"/>
              <a:pathLst>
                <a:path w="11601" h="11398" extrusionOk="0">
                  <a:moveTo>
                    <a:pt x="3261" y="0"/>
                  </a:moveTo>
                  <a:lnTo>
                    <a:pt x="1108" y="23"/>
                  </a:lnTo>
                  <a:lnTo>
                    <a:pt x="224" y="239"/>
                  </a:lnTo>
                  <a:lnTo>
                    <a:pt x="40" y="1322"/>
                  </a:lnTo>
                  <a:lnTo>
                    <a:pt x="1249" y="1140"/>
                  </a:lnTo>
                  <a:lnTo>
                    <a:pt x="1" y="3081"/>
                  </a:lnTo>
                  <a:lnTo>
                    <a:pt x="1695" y="4574"/>
                  </a:lnTo>
                  <a:lnTo>
                    <a:pt x="550" y="4822"/>
                  </a:lnTo>
                  <a:lnTo>
                    <a:pt x="1653" y="6472"/>
                  </a:lnTo>
                  <a:lnTo>
                    <a:pt x="679" y="6663"/>
                  </a:lnTo>
                  <a:lnTo>
                    <a:pt x="1886" y="7831"/>
                  </a:lnTo>
                  <a:lnTo>
                    <a:pt x="2549" y="8086"/>
                  </a:lnTo>
                  <a:cubicBezTo>
                    <a:pt x="2549" y="8086"/>
                    <a:pt x="2817" y="8542"/>
                    <a:pt x="2977" y="8575"/>
                  </a:cubicBezTo>
                  <a:cubicBezTo>
                    <a:pt x="3141" y="8606"/>
                    <a:pt x="4378" y="8767"/>
                    <a:pt x="4378" y="8767"/>
                  </a:cubicBezTo>
                  <a:lnTo>
                    <a:pt x="4965" y="7999"/>
                  </a:lnTo>
                  <a:lnTo>
                    <a:pt x="5196" y="7464"/>
                  </a:lnTo>
                  <a:lnTo>
                    <a:pt x="6022" y="7990"/>
                  </a:lnTo>
                  <a:lnTo>
                    <a:pt x="6465" y="8650"/>
                  </a:lnTo>
                  <a:lnTo>
                    <a:pt x="7709" y="9043"/>
                  </a:lnTo>
                  <a:lnTo>
                    <a:pt x="7697" y="9588"/>
                  </a:lnTo>
                  <a:lnTo>
                    <a:pt x="7676" y="10596"/>
                  </a:lnTo>
                  <a:lnTo>
                    <a:pt x="7376" y="11235"/>
                  </a:lnTo>
                  <a:lnTo>
                    <a:pt x="8460" y="11398"/>
                  </a:lnTo>
                  <a:lnTo>
                    <a:pt x="9688" y="10875"/>
                  </a:lnTo>
                  <a:lnTo>
                    <a:pt x="10103" y="10884"/>
                  </a:lnTo>
                  <a:lnTo>
                    <a:pt x="10427" y="10525"/>
                  </a:lnTo>
                  <a:lnTo>
                    <a:pt x="10377" y="9776"/>
                  </a:lnTo>
                  <a:lnTo>
                    <a:pt x="10357" y="9430"/>
                  </a:lnTo>
                  <a:lnTo>
                    <a:pt x="10309" y="8734"/>
                  </a:lnTo>
                  <a:lnTo>
                    <a:pt x="10307" y="8685"/>
                  </a:lnTo>
                  <a:lnTo>
                    <a:pt x="10456" y="8672"/>
                  </a:lnTo>
                  <a:lnTo>
                    <a:pt x="10664" y="8656"/>
                  </a:lnTo>
                  <a:lnTo>
                    <a:pt x="10616" y="7931"/>
                  </a:lnTo>
                  <a:lnTo>
                    <a:pt x="10594" y="7560"/>
                  </a:lnTo>
                  <a:lnTo>
                    <a:pt x="11291" y="7132"/>
                  </a:lnTo>
                  <a:lnTo>
                    <a:pt x="11269" y="6758"/>
                  </a:lnTo>
                  <a:lnTo>
                    <a:pt x="11601" y="6387"/>
                  </a:lnTo>
                  <a:lnTo>
                    <a:pt x="11217" y="6041"/>
                  </a:lnTo>
                  <a:lnTo>
                    <a:pt x="10880" y="6062"/>
                  </a:lnTo>
                  <a:lnTo>
                    <a:pt x="10492" y="6095"/>
                  </a:lnTo>
                  <a:lnTo>
                    <a:pt x="10469" y="5719"/>
                  </a:lnTo>
                  <a:lnTo>
                    <a:pt x="10085" y="5370"/>
                  </a:lnTo>
                  <a:lnTo>
                    <a:pt x="10034" y="4644"/>
                  </a:lnTo>
                  <a:lnTo>
                    <a:pt x="9654" y="3974"/>
                  </a:lnTo>
                  <a:lnTo>
                    <a:pt x="9628" y="3924"/>
                  </a:lnTo>
                  <a:lnTo>
                    <a:pt x="9839" y="3909"/>
                  </a:lnTo>
                  <a:lnTo>
                    <a:pt x="9988" y="3899"/>
                  </a:lnTo>
                  <a:lnTo>
                    <a:pt x="10321" y="3500"/>
                  </a:lnTo>
                  <a:lnTo>
                    <a:pt x="10872" y="2846"/>
                  </a:lnTo>
                  <a:lnTo>
                    <a:pt x="10996" y="2698"/>
                  </a:lnTo>
                  <a:lnTo>
                    <a:pt x="10609" y="1998"/>
                  </a:lnTo>
                  <a:lnTo>
                    <a:pt x="10225" y="2026"/>
                  </a:lnTo>
                  <a:lnTo>
                    <a:pt x="10197" y="1656"/>
                  </a:lnTo>
                  <a:lnTo>
                    <a:pt x="10561" y="1281"/>
                  </a:lnTo>
                  <a:lnTo>
                    <a:pt x="10147" y="906"/>
                  </a:lnTo>
                  <a:lnTo>
                    <a:pt x="10103" y="938"/>
                  </a:lnTo>
                  <a:lnTo>
                    <a:pt x="9456" y="1363"/>
                  </a:lnTo>
                  <a:lnTo>
                    <a:pt x="9147" y="1731"/>
                  </a:lnTo>
                  <a:lnTo>
                    <a:pt x="9092" y="1713"/>
                  </a:lnTo>
                  <a:lnTo>
                    <a:pt x="8402" y="1437"/>
                  </a:lnTo>
                  <a:lnTo>
                    <a:pt x="8018" y="1063"/>
                  </a:lnTo>
                  <a:lnTo>
                    <a:pt x="7721" y="1085"/>
                  </a:lnTo>
                  <a:lnTo>
                    <a:pt x="7658" y="1092"/>
                  </a:lnTo>
                  <a:lnTo>
                    <a:pt x="7470" y="1104"/>
                  </a:lnTo>
                  <a:lnTo>
                    <a:pt x="6941" y="1145"/>
                  </a:lnTo>
                  <a:lnTo>
                    <a:pt x="6628" y="1167"/>
                  </a:lnTo>
                  <a:lnTo>
                    <a:pt x="4820" y="1897"/>
                  </a:lnTo>
                  <a:lnTo>
                    <a:pt x="4212" y="1205"/>
                  </a:lnTo>
                  <a:lnTo>
                    <a:pt x="3655" y="1489"/>
                  </a:lnTo>
                  <a:lnTo>
                    <a:pt x="3261" y="0"/>
                  </a:ln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8"/>
            <p:cNvSpPr/>
            <p:nvPr/>
          </p:nvSpPr>
          <p:spPr>
            <a:xfrm>
              <a:off x="6324334" y="3905595"/>
              <a:ext cx="126091" cy="136583"/>
            </a:xfrm>
            <a:custGeom>
              <a:avLst/>
              <a:gdLst/>
              <a:ahLst/>
              <a:cxnLst/>
              <a:rect l="l" t="t" r="r" b="b"/>
              <a:pathLst>
                <a:path w="5877" h="6366" extrusionOk="0">
                  <a:moveTo>
                    <a:pt x="2178" y="1"/>
                  </a:moveTo>
                  <a:lnTo>
                    <a:pt x="1420" y="147"/>
                  </a:lnTo>
                  <a:lnTo>
                    <a:pt x="1700" y="930"/>
                  </a:lnTo>
                  <a:lnTo>
                    <a:pt x="1106" y="1055"/>
                  </a:lnTo>
                  <a:lnTo>
                    <a:pt x="1" y="2417"/>
                  </a:lnTo>
                  <a:lnTo>
                    <a:pt x="797" y="3247"/>
                  </a:lnTo>
                  <a:lnTo>
                    <a:pt x="162" y="4385"/>
                  </a:lnTo>
                  <a:lnTo>
                    <a:pt x="879" y="4331"/>
                  </a:lnTo>
                  <a:lnTo>
                    <a:pt x="1239" y="4303"/>
                  </a:lnTo>
                  <a:lnTo>
                    <a:pt x="1647" y="4620"/>
                  </a:lnTo>
                  <a:lnTo>
                    <a:pt x="1674" y="5023"/>
                  </a:lnTo>
                  <a:lnTo>
                    <a:pt x="2011" y="5344"/>
                  </a:lnTo>
                  <a:lnTo>
                    <a:pt x="2391" y="5315"/>
                  </a:lnTo>
                  <a:lnTo>
                    <a:pt x="2437" y="6040"/>
                  </a:lnTo>
                  <a:lnTo>
                    <a:pt x="3135" y="5990"/>
                  </a:lnTo>
                  <a:lnTo>
                    <a:pt x="3162" y="6366"/>
                  </a:lnTo>
                  <a:lnTo>
                    <a:pt x="3519" y="6336"/>
                  </a:lnTo>
                  <a:lnTo>
                    <a:pt x="4306" y="6317"/>
                  </a:lnTo>
                  <a:lnTo>
                    <a:pt x="4182" y="4472"/>
                  </a:lnTo>
                  <a:lnTo>
                    <a:pt x="4092" y="4092"/>
                  </a:lnTo>
                  <a:lnTo>
                    <a:pt x="4425" y="4066"/>
                  </a:lnTo>
                  <a:lnTo>
                    <a:pt x="4678" y="3198"/>
                  </a:lnTo>
                  <a:lnTo>
                    <a:pt x="4723" y="2633"/>
                  </a:lnTo>
                  <a:lnTo>
                    <a:pt x="5180" y="2644"/>
                  </a:lnTo>
                  <a:lnTo>
                    <a:pt x="5877" y="2105"/>
                  </a:lnTo>
                  <a:cubicBezTo>
                    <a:pt x="5877" y="2105"/>
                    <a:pt x="4640" y="1944"/>
                    <a:pt x="4476" y="1913"/>
                  </a:cubicBezTo>
                  <a:cubicBezTo>
                    <a:pt x="4316" y="1880"/>
                    <a:pt x="4048" y="1424"/>
                    <a:pt x="4048" y="1424"/>
                  </a:cubicBezTo>
                  <a:lnTo>
                    <a:pt x="3385" y="1169"/>
                  </a:lnTo>
                  <a:lnTo>
                    <a:pt x="2178" y="1"/>
                  </a:ln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8"/>
            <p:cNvSpPr/>
            <p:nvPr/>
          </p:nvSpPr>
          <p:spPr>
            <a:xfrm>
              <a:off x="6337056" y="3667187"/>
              <a:ext cx="166770" cy="136196"/>
            </a:xfrm>
            <a:custGeom>
              <a:avLst/>
              <a:gdLst/>
              <a:ahLst/>
              <a:cxnLst/>
              <a:rect l="l" t="t" r="r" b="b"/>
              <a:pathLst>
                <a:path w="7773" h="6348" extrusionOk="0">
                  <a:moveTo>
                    <a:pt x="4318" y="0"/>
                  </a:moveTo>
                  <a:lnTo>
                    <a:pt x="3903" y="29"/>
                  </a:lnTo>
                  <a:lnTo>
                    <a:pt x="3546" y="58"/>
                  </a:lnTo>
                  <a:lnTo>
                    <a:pt x="3499" y="60"/>
                  </a:lnTo>
                  <a:lnTo>
                    <a:pt x="3520" y="382"/>
                  </a:lnTo>
                  <a:lnTo>
                    <a:pt x="3004" y="522"/>
                  </a:lnTo>
                  <a:lnTo>
                    <a:pt x="2908" y="625"/>
                  </a:lnTo>
                  <a:lnTo>
                    <a:pt x="2474" y="233"/>
                  </a:lnTo>
                  <a:lnTo>
                    <a:pt x="1674" y="521"/>
                  </a:lnTo>
                  <a:lnTo>
                    <a:pt x="1199" y="954"/>
                  </a:lnTo>
                  <a:lnTo>
                    <a:pt x="895" y="1081"/>
                  </a:lnTo>
                  <a:lnTo>
                    <a:pt x="295" y="1125"/>
                  </a:lnTo>
                  <a:lnTo>
                    <a:pt x="0" y="1368"/>
                  </a:lnTo>
                  <a:lnTo>
                    <a:pt x="729" y="2205"/>
                  </a:lnTo>
                  <a:lnTo>
                    <a:pt x="186" y="3075"/>
                  </a:lnTo>
                  <a:lnTo>
                    <a:pt x="1096" y="3335"/>
                  </a:lnTo>
                  <a:lnTo>
                    <a:pt x="695" y="3798"/>
                  </a:lnTo>
                  <a:lnTo>
                    <a:pt x="2014" y="4473"/>
                  </a:lnTo>
                  <a:lnTo>
                    <a:pt x="4167" y="4450"/>
                  </a:lnTo>
                  <a:lnTo>
                    <a:pt x="4561" y="5939"/>
                  </a:lnTo>
                  <a:lnTo>
                    <a:pt x="5118" y="5654"/>
                  </a:lnTo>
                  <a:lnTo>
                    <a:pt x="5726" y="6347"/>
                  </a:lnTo>
                  <a:lnTo>
                    <a:pt x="7534" y="5617"/>
                  </a:lnTo>
                  <a:lnTo>
                    <a:pt x="7510" y="5271"/>
                  </a:lnTo>
                  <a:lnTo>
                    <a:pt x="7487" y="4897"/>
                  </a:lnTo>
                  <a:lnTo>
                    <a:pt x="7773" y="4500"/>
                  </a:lnTo>
                  <a:lnTo>
                    <a:pt x="7750" y="4149"/>
                  </a:lnTo>
                  <a:lnTo>
                    <a:pt x="7412" y="3801"/>
                  </a:lnTo>
                  <a:lnTo>
                    <a:pt x="7001" y="3455"/>
                  </a:lnTo>
                  <a:lnTo>
                    <a:pt x="6931" y="3462"/>
                  </a:lnTo>
                  <a:lnTo>
                    <a:pt x="6668" y="3480"/>
                  </a:lnTo>
                  <a:lnTo>
                    <a:pt x="6280" y="3508"/>
                  </a:lnTo>
                  <a:lnTo>
                    <a:pt x="6235" y="2758"/>
                  </a:lnTo>
                  <a:lnTo>
                    <a:pt x="5850" y="2442"/>
                  </a:lnTo>
                  <a:lnTo>
                    <a:pt x="5827" y="2063"/>
                  </a:lnTo>
                  <a:lnTo>
                    <a:pt x="5776" y="1314"/>
                  </a:lnTo>
                  <a:lnTo>
                    <a:pt x="5749" y="943"/>
                  </a:lnTo>
                  <a:lnTo>
                    <a:pt x="5393" y="967"/>
                  </a:lnTo>
                  <a:lnTo>
                    <a:pt x="5056" y="993"/>
                  </a:lnTo>
                  <a:lnTo>
                    <a:pt x="5341" y="247"/>
                  </a:lnTo>
                  <a:lnTo>
                    <a:pt x="5287" y="237"/>
                  </a:lnTo>
                  <a:lnTo>
                    <a:pt x="4831" y="158"/>
                  </a:lnTo>
                  <a:lnTo>
                    <a:pt x="4318" y="0"/>
                  </a:ln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8"/>
            <p:cNvSpPr/>
            <p:nvPr/>
          </p:nvSpPr>
          <p:spPr>
            <a:xfrm>
              <a:off x="6020659" y="3632644"/>
              <a:ext cx="191829" cy="115685"/>
            </a:xfrm>
            <a:custGeom>
              <a:avLst/>
              <a:gdLst/>
              <a:ahLst/>
              <a:cxnLst/>
              <a:rect l="l" t="t" r="r" b="b"/>
              <a:pathLst>
                <a:path w="8941" h="5392" extrusionOk="0">
                  <a:moveTo>
                    <a:pt x="7585" y="0"/>
                  </a:moveTo>
                  <a:lnTo>
                    <a:pt x="7529" y="51"/>
                  </a:lnTo>
                  <a:lnTo>
                    <a:pt x="7086" y="468"/>
                  </a:lnTo>
                  <a:lnTo>
                    <a:pt x="6669" y="395"/>
                  </a:lnTo>
                  <a:lnTo>
                    <a:pt x="6365" y="522"/>
                  </a:lnTo>
                  <a:lnTo>
                    <a:pt x="6061" y="641"/>
                  </a:lnTo>
                  <a:lnTo>
                    <a:pt x="5787" y="664"/>
                  </a:lnTo>
                  <a:lnTo>
                    <a:pt x="5743" y="667"/>
                  </a:lnTo>
                  <a:lnTo>
                    <a:pt x="5700" y="671"/>
                  </a:lnTo>
                  <a:lnTo>
                    <a:pt x="5105" y="715"/>
                  </a:lnTo>
                  <a:lnTo>
                    <a:pt x="4611" y="753"/>
                  </a:lnTo>
                  <a:lnTo>
                    <a:pt x="4309" y="774"/>
                  </a:lnTo>
                  <a:lnTo>
                    <a:pt x="4239" y="777"/>
                  </a:lnTo>
                  <a:lnTo>
                    <a:pt x="3988" y="1344"/>
                  </a:lnTo>
                  <a:lnTo>
                    <a:pt x="3993" y="1447"/>
                  </a:lnTo>
                  <a:lnTo>
                    <a:pt x="3553" y="1376"/>
                  </a:lnTo>
                  <a:lnTo>
                    <a:pt x="3066" y="1614"/>
                  </a:lnTo>
                  <a:lnTo>
                    <a:pt x="2993" y="1946"/>
                  </a:lnTo>
                  <a:lnTo>
                    <a:pt x="2565" y="1652"/>
                  </a:lnTo>
                  <a:lnTo>
                    <a:pt x="2224" y="1676"/>
                  </a:lnTo>
                  <a:lnTo>
                    <a:pt x="2204" y="1681"/>
                  </a:lnTo>
                  <a:lnTo>
                    <a:pt x="1954" y="1695"/>
                  </a:lnTo>
                  <a:lnTo>
                    <a:pt x="1843" y="1705"/>
                  </a:lnTo>
                  <a:lnTo>
                    <a:pt x="1404" y="1211"/>
                  </a:lnTo>
                  <a:lnTo>
                    <a:pt x="1090" y="1237"/>
                  </a:lnTo>
                  <a:lnTo>
                    <a:pt x="475" y="1476"/>
                  </a:lnTo>
                  <a:lnTo>
                    <a:pt x="389" y="1511"/>
                  </a:lnTo>
                  <a:lnTo>
                    <a:pt x="316" y="1940"/>
                  </a:lnTo>
                  <a:lnTo>
                    <a:pt x="435" y="2236"/>
                  </a:lnTo>
                  <a:lnTo>
                    <a:pt x="573" y="2551"/>
                  </a:lnTo>
                  <a:lnTo>
                    <a:pt x="594" y="2874"/>
                  </a:lnTo>
                  <a:lnTo>
                    <a:pt x="486" y="2981"/>
                  </a:lnTo>
                  <a:lnTo>
                    <a:pt x="0" y="3344"/>
                  </a:lnTo>
                  <a:lnTo>
                    <a:pt x="532" y="3702"/>
                  </a:lnTo>
                  <a:lnTo>
                    <a:pt x="571" y="4252"/>
                  </a:lnTo>
                  <a:lnTo>
                    <a:pt x="649" y="4273"/>
                  </a:lnTo>
                  <a:lnTo>
                    <a:pt x="961" y="4370"/>
                  </a:lnTo>
                  <a:lnTo>
                    <a:pt x="1274" y="3969"/>
                  </a:lnTo>
                  <a:lnTo>
                    <a:pt x="1297" y="4345"/>
                  </a:lnTo>
                  <a:lnTo>
                    <a:pt x="1324" y="4719"/>
                  </a:lnTo>
                  <a:lnTo>
                    <a:pt x="1348" y="5094"/>
                  </a:lnTo>
                  <a:lnTo>
                    <a:pt x="2020" y="4950"/>
                  </a:lnTo>
                  <a:lnTo>
                    <a:pt x="2968" y="5055"/>
                  </a:lnTo>
                  <a:lnTo>
                    <a:pt x="3155" y="5076"/>
                  </a:lnTo>
                  <a:lnTo>
                    <a:pt x="3470" y="4099"/>
                  </a:lnTo>
                  <a:lnTo>
                    <a:pt x="4362" y="5371"/>
                  </a:lnTo>
                  <a:lnTo>
                    <a:pt x="4725" y="4907"/>
                  </a:lnTo>
                  <a:lnTo>
                    <a:pt x="5324" y="5392"/>
                  </a:lnTo>
                  <a:lnTo>
                    <a:pt x="5965" y="5068"/>
                  </a:lnTo>
                  <a:lnTo>
                    <a:pt x="5655" y="4785"/>
                  </a:lnTo>
                  <a:lnTo>
                    <a:pt x="5665" y="4281"/>
                  </a:lnTo>
                  <a:lnTo>
                    <a:pt x="6775" y="3625"/>
                  </a:lnTo>
                  <a:lnTo>
                    <a:pt x="6531" y="2811"/>
                  </a:lnTo>
                  <a:lnTo>
                    <a:pt x="6539" y="2404"/>
                  </a:lnTo>
                  <a:lnTo>
                    <a:pt x="7497" y="1579"/>
                  </a:lnTo>
                  <a:lnTo>
                    <a:pt x="8325" y="1598"/>
                  </a:lnTo>
                  <a:lnTo>
                    <a:pt x="8341" y="862"/>
                  </a:lnTo>
                  <a:lnTo>
                    <a:pt x="8940" y="826"/>
                  </a:lnTo>
                  <a:lnTo>
                    <a:pt x="8553" y="460"/>
                  </a:lnTo>
                  <a:lnTo>
                    <a:pt x="8415" y="164"/>
                  </a:lnTo>
                  <a:lnTo>
                    <a:pt x="7585" y="0"/>
                  </a:ln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8"/>
            <p:cNvSpPr/>
            <p:nvPr/>
          </p:nvSpPr>
          <p:spPr>
            <a:xfrm>
              <a:off x="6027933" y="3738846"/>
              <a:ext cx="56427" cy="74234"/>
            </a:xfrm>
            <a:custGeom>
              <a:avLst/>
              <a:gdLst/>
              <a:ahLst/>
              <a:cxnLst/>
              <a:rect l="l" t="t" r="r" b="b"/>
              <a:pathLst>
                <a:path w="2630" h="3460" extrusionOk="0">
                  <a:moveTo>
                    <a:pt x="1681" y="0"/>
                  </a:moveTo>
                  <a:lnTo>
                    <a:pt x="1009" y="144"/>
                  </a:lnTo>
                  <a:lnTo>
                    <a:pt x="698" y="548"/>
                  </a:lnTo>
                  <a:lnTo>
                    <a:pt x="338" y="573"/>
                  </a:lnTo>
                  <a:lnTo>
                    <a:pt x="1" y="944"/>
                  </a:lnTo>
                  <a:lnTo>
                    <a:pt x="385" y="1293"/>
                  </a:lnTo>
                  <a:lnTo>
                    <a:pt x="412" y="1668"/>
                  </a:lnTo>
                  <a:lnTo>
                    <a:pt x="458" y="2413"/>
                  </a:lnTo>
                  <a:lnTo>
                    <a:pt x="842" y="2739"/>
                  </a:lnTo>
                  <a:lnTo>
                    <a:pt x="869" y="3110"/>
                  </a:lnTo>
                  <a:lnTo>
                    <a:pt x="1231" y="3459"/>
                  </a:lnTo>
                  <a:lnTo>
                    <a:pt x="1540" y="2685"/>
                  </a:lnTo>
                  <a:lnTo>
                    <a:pt x="1877" y="2310"/>
                  </a:lnTo>
                  <a:lnTo>
                    <a:pt x="2188" y="1536"/>
                  </a:lnTo>
                  <a:lnTo>
                    <a:pt x="2161" y="1161"/>
                  </a:lnTo>
                  <a:lnTo>
                    <a:pt x="2521" y="1136"/>
                  </a:lnTo>
                  <a:lnTo>
                    <a:pt x="2629" y="105"/>
                  </a:lnTo>
                  <a:lnTo>
                    <a:pt x="1681" y="0"/>
                  </a:ln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8"/>
            <p:cNvSpPr/>
            <p:nvPr/>
          </p:nvSpPr>
          <p:spPr>
            <a:xfrm>
              <a:off x="6020659" y="3632644"/>
              <a:ext cx="617883" cy="481236"/>
            </a:xfrm>
            <a:custGeom>
              <a:avLst/>
              <a:gdLst/>
              <a:ahLst/>
              <a:cxnLst/>
              <a:rect l="l" t="t" r="r" b="b"/>
              <a:pathLst>
                <a:path w="28799" h="22430" fill="none" extrusionOk="0">
                  <a:moveTo>
                    <a:pt x="18579" y="16788"/>
                  </a:moveTo>
                  <a:lnTo>
                    <a:pt x="19274" y="16336"/>
                  </a:lnTo>
                  <a:lnTo>
                    <a:pt x="19685" y="16707"/>
                  </a:lnTo>
                  <a:lnTo>
                    <a:pt x="20042" y="17028"/>
                  </a:lnTo>
                  <a:lnTo>
                    <a:pt x="20762" y="16974"/>
                  </a:lnTo>
                  <a:lnTo>
                    <a:pt x="20793" y="17378"/>
                  </a:lnTo>
                  <a:lnTo>
                    <a:pt x="21173" y="18073"/>
                  </a:lnTo>
                  <a:lnTo>
                    <a:pt x="21197" y="18424"/>
                  </a:lnTo>
                  <a:lnTo>
                    <a:pt x="20907" y="18796"/>
                  </a:lnTo>
                  <a:lnTo>
                    <a:pt x="20886" y="18823"/>
                  </a:lnTo>
                  <a:lnTo>
                    <a:pt x="20913" y="19194"/>
                  </a:lnTo>
                  <a:lnTo>
                    <a:pt x="20964" y="19943"/>
                  </a:lnTo>
                  <a:lnTo>
                    <a:pt x="21320" y="20292"/>
                  </a:lnTo>
                  <a:lnTo>
                    <a:pt x="21347" y="20663"/>
                  </a:lnTo>
                  <a:lnTo>
                    <a:pt x="21395" y="21392"/>
                  </a:lnTo>
                  <a:lnTo>
                    <a:pt x="21755" y="21363"/>
                  </a:lnTo>
                  <a:lnTo>
                    <a:pt x="21806" y="22108"/>
                  </a:lnTo>
                  <a:lnTo>
                    <a:pt x="22185" y="22430"/>
                  </a:lnTo>
                  <a:lnTo>
                    <a:pt x="22210" y="22406"/>
                  </a:lnTo>
                  <a:lnTo>
                    <a:pt x="22550" y="22055"/>
                  </a:lnTo>
                  <a:lnTo>
                    <a:pt x="22883" y="22031"/>
                  </a:lnTo>
                  <a:lnTo>
                    <a:pt x="22856" y="21655"/>
                  </a:lnTo>
                  <a:lnTo>
                    <a:pt x="22856" y="21631"/>
                  </a:lnTo>
                  <a:lnTo>
                    <a:pt x="23213" y="21952"/>
                  </a:lnTo>
                  <a:lnTo>
                    <a:pt x="23267" y="22002"/>
                  </a:lnTo>
                  <a:lnTo>
                    <a:pt x="23960" y="21952"/>
                  </a:lnTo>
                  <a:lnTo>
                    <a:pt x="24298" y="21927"/>
                  </a:lnTo>
                  <a:lnTo>
                    <a:pt x="24989" y="21470"/>
                  </a:lnTo>
                  <a:lnTo>
                    <a:pt x="25709" y="21421"/>
                  </a:lnTo>
                  <a:lnTo>
                    <a:pt x="26018" y="21048"/>
                  </a:lnTo>
                  <a:lnTo>
                    <a:pt x="26348" y="20621"/>
                  </a:lnTo>
                  <a:lnTo>
                    <a:pt x="26353" y="20621"/>
                  </a:lnTo>
                  <a:lnTo>
                    <a:pt x="26690" y="20950"/>
                  </a:lnTo>
                  <a:lnTo>
                    <a:pt x="26736" y="20995"/>
                  </a:lnTo>
                  <a:lnTo>
                    <a:pt x="27124" y="20967"/>
                  </a:lnTo>
                  <a:lnTo>
                    <a:pt x="27461" y="20942"/>
                  </a:lnTo>
                  <a:lnTo>
                    <a:pt x="27795" y="20514"/>
                  </a:lnTo>
                  <a:lnTo>
                    <a:pt x="28108" y="20167"/>
                  </a:lnTo>
                  <a:lnTo>
                    <a:pt x="28798" y="19739"/>
                  </a:lnTo>
                  <a:lnTo>
                    <a:pt x="28740" y="19713"/>
                  </a:lnTo>
                  <a:lnTo>
                    <a:pt x="28701" y="19697"/>
                  </a:lnTo>
                  <a:lnTo>
                    <a:pt x="28057" y="19417"/>
                  </a:lnTo>
                  <a:lnTo>
                    <a:pt x="28390" y="19018"/>
                  </a:lnTo>
                  <a:lnTo>
                    <a:pt x="28363" y="18644"/>
                  </a:lnTo>
                  <a:lnTo>
                    <a:pt x="28341" y="18273"/>
                  </a:lnTo>
                  <a:lnTo>
                    <a:pt x="27957" y="17923"/>
                  </a:lnTo>
                  <a:lnTo>
                    <a:pt x="27600" y="17598"/>
                  </a:lnTo>
                  <a:lnTo>
                    <a:pt x="27216" y="17252"/>
                  </a:lnTo>
                  <a:lnTo>
                    <a:pt x="26856" y="16928"/>
                  </a:lnTo>
                  <a:lnTo>
                    <a:pt x="26080" y="16585"/>
                  </a:lnTo>
                  <a:lnTo>
                    <a:pt x="26030" y="15836"/>
                  </a:lnTo>
                  <a:lnTo>
                    <a:pt x="26010" y="15490"/>
                  </a:lnTo>
                  <a:lnTo>
                    <a:pt x="25962" y="14794"/>
                  </a:lnTo>
                  <a:lnTo>
                    <a:pt x="25960" y="14745"/>
                  </a:lnTo>
                  <a:lnTo>
                    <a:pt x="26109" y="14732"/>
                  </a:lnTo>
                  <a:lnTo>
                    <a:pt x="26317" y="14716"/>
                  </a:lnTo>
                  <a:lnTo>
                    <a:pt x="26269" y="13991"/>
                  </a:lnTo>
                  <a:lnTo>
                    <a:pt x="26247" y="13620"/>
                  </a:lnTo>
                  <a:lnTo>
                    <a:pt x="26944" y="13192"/>
                  </a:lnTo>
                  <a:lnTo>
                    <a:pt x="26922" y="12818"/>
                  </a:lnTo>
                  <a:lnTo>
                    <a:pt x="27254" y="12447"/>
                  </a:lnTo>
                  <a:lnTo>
                    <a:pt x="26870" y="12101"/>
                  </a:lnTo>
                  <a:lnTo>
                    <a:pt x="26533" y="12122"/>
                  </a:lnTo>
                  <a:lnTo>
                    <a:pt x="26145" y="12155"/>
                  </a:lnTo>
                  <a:lnTo>
                    <a:pt x="26122" y="11779"/>
                  </a:lnTo>
                  <a:lnTo>
                    <a:pt x="25738" y="11430"/>
                  </a:lnTo>
                  <a:lnTo>
                    <a:pt x="25687" y="10704"/>
                  </a:lnTo>
                  <a:lnTo>
                    <a:pt x="25307" y="10034"/>
                  </a:lnTo>
                  <a:lnTo>
                    <a:pt x="25281" y="9984"/>
                  </a:lnTo>
                  <a:lnTo>
                    <a:pt x="25492" y="9969"/>
                  </a:lnTo>
                  <a:lnTo>
                    <a:pt x="25641" y="9959"/>
                  </a:lnTo>
                  <a:lnTo>
                    <a:pt x="25974" y="9560"/>
                  </a:lnTo>
                  <a:lnTo>
                    <a:pt x="26525" y="8906"/>
                  </a:lnTo>
                  <a:lnTo>
                    <a:pt x="26649" y="8758"/>
                  </a:lnTo>
                  <a:lnTo>
                    <a:pt x="26262" y="8058"/>
                  </a:lnTo>
                  <a:lnTo>
                    <a:pt x="25878" y="8086"/>
                  </a:lnTo>
                  <a:lnTo>
                    <a:pt x="25850" y="7716"/>
                  </a:lnTo>
                  <a:lnTo>
                    <a:pt x="26214" y="7341"/>
                  </a:lnTo>
                  <a:lnTo>
                    <a:pt x="25800" y="6966"/>
                  </a:lnTo>
                  <a:lnTo>
                    <a:pt x="25756" y="6998"/>
                  </a:lnTo>
                  <a:lnTo>
                    <a:pt x="25109" y="7423"/>
                  </a:lnTo>
                  <a:lnTo>
                    <a:pt x="24800" y="7791"/>
                  </a:lnTo>
                  <a:lnTo>
                    <a:pt x="24745" y="7773"/>
                  </a:lnTo>
                  <a:lnTo>
                    <a:pt x="24055" y="7497"/>
                  </a:lnTo>
                  <a:lnTo>
                    <a:pt x="23671" y="7123"/>
                  </a:lnTo>
                  <a:lnTo>
                    <a:pt x="23374" y="7145"/>
                  </a:lnTo>
                  <a:lnTo>
                    <a:pt x="23311" y="7152"/>
                  </a:lnTo>
                  <a:lnTo>
                    <a:pt x="23123" y="7164"/>
                  </a:lnTo>
                  <a:lnTo>
                    <a:pt x="22594" y="7205"/>
                  </a:lnTo>
                  <a:lnTo>
                    <a:pt x="22281" y="7227"/>
                  </a:lnTo>
                  <a:lnTo>
                    <a:pt x="22257" y="6881"/>
                  </a:lnTo>
                  <a:lnTo>
                    <a:pt x="22234" y="6507"/>
                  </a:lnTo>
                  <a:lnTo>
                    <a:pt x="22520" y="6110"/>
                  </a:lnTo>
                  <a:lnTo>
                    <a:pt x="22497" y="5759"/>
                  </a:lnTo>
                  <a:lnTo>
                    <a:pt x="22159" y="5411"/>
                  </a:lnTo>
                  <a:lnTo>
                    <a:pt x="21748" y="5065"/>
                  </a:lnTo>
                  <a:lnTo>
                    <a:pt x="21678" y="5072"/>
                  </a:lnTo>
                  <a:lnTo>
                    <a:pt x="21415" y="5090"/>
                  </a:lnTo>
                  <a:lnTo>
                    <a:pt x="21027" y="5118"/>
                  </a:lnTo>
                  <a:lnTo>
                    <a:pt x="20982" y="4368"/>
                  </a:lnTo>
                  <a:lnTo>
                    <a:pt x="20597" y="4052"/>
                  </a:lnTo>
                  <a:lnTo>
                    <a:pt x="20574" y="3673"/>
                  </a:lnTo>
                  <a:lnTo>
                    <a:pt x="20523" y="2924"/>
                  </a:lnTo>
                  <a:lnTo>
                    <a:pt x="20496" y="2553"/>
                  </a:lnTo>
                  <a:lnTo>
                    <a:pt x="20140" y="2577"/>
                  </a:lnTo>
                  <a:lnTo>
                    <a:pt x="19803" y="2603"/>
                  </a:lnTo>
                  <a:lnTo>
                    <a:pt x="20088" y="1857"/>
                  </a:lnTo>
                  <a:lnTo>
                    <a:pt x="20034" y="1847"/>
                  </a:lnTo>
                  <a:lnTo>
                    <a:pt x="19578" y="1768"/>
                  </a:lnTo>
                  <a:lnTo>
                    <a:pt x="19065" y="1610"/>
                  </a:lnTo>
                  <a:lnTo>
                    <a:pt x="18650" y="1639"/>
                  </a:lnTo>
                  <a:lnTo>
                    <a:pt x="18293" y="1668"/>
                  </a:lnTo>
                  <a:lnTo>
                    <a:pt x="18246" y="1670"/>
                  </a:lnTo>
                  <a:lnTo>
                    <a:pt x="18267" y="1992"/>
                  </a:lnTo>
                  <a:lnTo>
                    <a:pt x="17751" y="2132"/>
                  </a:lnTo>
                  <a:lnTo>
                    <a:pt x="17655" y="2235"/>
                  </a:lnTo>
                  <a:lnTo>
                    <a:pt x="17221" y="1843"/>
                  </a:lnTo>
                  <a:lnTo>
                    <a:pt x="16421" y="2131"/>
                  </a:lnTo>
                  <a:lnTo>
                    <a:pt x="15946" y="2564"/>
                  </a:lnTo>
                  <a:lnTo>
                    <a:pt x="15642" y="2691"/>
                  </a:lnTo>
                  <a:lnTo>
                    <a:pt x="15042" y="2735"/>
                  </a:lnTo>
                  <a:lnTo>
                    <a:pt x="14747" y="2978"/>
                  </a:lnTo>
                  <a:lnTo>
                    <a:pt x="14361" y="3436"/>
                  </a:lnTo>
                  <a:lnTo>
                    <a:pt x="13984" y="3887"/>
                  </a:lnTo>
                  <a:lnTo>
                    <a:pt x="13778" y="4001"/>
                  </a:lnTo>
                  <a:lnTo>
                    <a:pt x="13069" y="3851"/>
                  </a:lnTo>
                  <a:lnTo>
                    <a:pt x="12736" y="3877"/>
                  </a:lnTo>
                  <a:lnTo>
                    <a:pt x="12371" y="3901"/>
                  </a:lnTo>
                  <a:lnTo>
                    <a:pt x="12011" y="3930"/>
                  </a:lnTo>
                  <a:lnTo>
                    <a:pt x="11655" y="3581"/>
                  </a:lnTo>
                  <a:lnTo>
                    <a:pt x="11267" y="3609"/>
                  </a:lnTo>
                  <a:lnTo>
                    <a:pt x="11244" y="3235"/>
                  </a:lnTo>
                  <a:lnTo>
                    <a:pt x="10883" y="3263"/>
                  </a:lnTo>
                  <a:lnTo>
                    <a:pt x="10499" y="2914"/>
                  </a:lnTo>
                  <a:lnTo>
                    <a:pt x="10142" y="2593"/>
                  </a:lnTo>
                  <a:lnTo>
                    <a:pt x="9759" y="2246"/>
                  </a:lnTo>
                  <a:lnTo>
                    <a:pt x="9374" y="1921"/>
                  </a:lnTo>
                  <a:lnTo>
                    <a:pt x="9348" y="1526"/>
                  </a:lnTo>
                  <a:lnTo>
                    <a:pt x="9324" y="1152"/>
                  </a:lnTo>
                  <a:lnTo>
                    <a:pt x="8940" y="826"/>
                  </a:lnTo>
                  <a:lnTo>
                    <a:pt x="8553" y="460"/>
                  </a:lnTo>
                  <a:lnTo>
                    <a:pt x="8415" y="164"/>
                  </a:lnTo>
                  <a:lnTo>
                    <a:pt x="7585" y="0"/>
                  </a:lnTo>
                  <a:lnTo>
                    <a:pt x="7529" y="51"/>
                  </a:lnTo>
                  <a:lnTo>
                    <a:pt x="7086" y="468"/>
                  </a:lnTo>
                  <a:lnTo>
                    <a:pt x="6669" y="395"/>
                  </a:lnTo>
                  <a:lnTo>
                    <a:pt x="6365" y="522"/>
                  </a:lnTo>
                  <a:lnTo>
                    <a:pt x="6061" y="641"/>
                  </a:lnTo>
                  <a:lnTo>
                    <a:pt x="5787" y="664"/>
                  </a:lnTo>
                  <a:lnTo>
                    <a:pt x="5743" y="667"/>
                  </a:lnTo>
                  <a:lnTo>
                    <a:pt x="5700" y="671"/>
                  </a:lnTo>
                  <a:lnTo>
                    <a:pt x="5105" y="715"/>
                  </a:lnTo>
                  <a:lnTo>
                    <a:pt x="4611" y="753"/>
                  </a:lnTo>
                  <a:lnTo>
                    <a:pt x="4309" y="774"/>
                  </a:lnTo>
                  <a:lnTo>
                    <a:pt x="4239" y="777"/>
                  </a:lnTo>
                  <a:lnTo>
                    <a:pt x="3988" y="1344"/>
                  </a:lnTo>
                  <a:lnTo>
                    <a:pt x="3993" y="1447"/>
                  </a:lnTo>
                  <a:lnTo>
                    <a:pt x="3553" y="1376"/>
                  </a:lnTo>
                  <a:lnTo>
                    <a:pt x="3066" y="1614"/>
                  </a:lnTo>
                  <a:lnTo>
                    <a:pt x="2993" y="1946"/>
                  </a:lnTo>
                  <a:lnTo>
                    <a:pt x="2565" y="1652"/>
                  </a:lnTo>
                  <a:lnTo>
                    <a:pt x="2224" y="1676"/>
                  </a:lnTo>
                  <a:lnTo>
                    <a:pt x="2204" y="1681"/>
                  </a:lnTo>
                  <a:lnTo>
                    <a:pt x="1954" y="1695"/>
                  </a:lnTo>
                  <a:lnTo>
                    <a:pt x="1843" y="1705"/>
                  </a:lnTo>
                  <a:lnTo>
                    <a:pt x="1404" y="1211"/>
                  </a:lnTo>
                  <a:lnTo>
                    <a:pt x="1090" y="1237"/>
                  </a:lnTo>
                  <a:lnTo>
                    <a:pt x="475" y="1476"/>
                  </a:lnTo>
                  <a:lnTo>
                    <a:pt x="389" y="1511"/>
                  </a:lnTo>
                  <a:lnTo>
                    <a:pt x="316" y="1940"/>
                  </a:lnTo>
                  <a:lnTo>
                    <a:pt x="435" y="2236"/>
                  </a:lnTo>
                  <a:lnTo>
                    <a:pt x="573" y="2551"/>
                  </a:lnTo>
                  <a:lnTo>
                    <a:pt x="594" y="2874"/>
                  </a:lnTo>
                  <a:lnTo>
                    <a:pt x="486" y="2981"/>
                  </a:lnTo>
                  <a:lnTo>
                    <a:pt x="0" y="3344"/>
                  </a:lnTo>
                  <a:lnTo>
                    <a:pt x="532" y="3702"/>
                  </a:lnTo>
                  <a:lnTo>
                    <a:pt x="571" y="4252"/>
                  </a:lnTo>
                  <a:lnTo>
                    <a:pt x="649" y="4273"/>
                  </a:lnTo>
                  <a:lnTo>
                    <a:pt x="961" y="4370"/>
                  </a:lnTo>
                  <a:lnTo>
                    <a:pt x="1274" y="3969"/>
                  </a:lnTo>
                  <a:lnTo>
                    <a:pt x="1297" y="4345"/>
                  </a:lnTo>
                  <a:lnTo>
                    <a:pt x="1324" y="4719"/>
                  </a:lnTo>
                  <a:lnTo>
                    <a:pt x="1348" y="5094"/>
                  </a:lnTo>
                  <a:lnTo>
                    <a:pt x="1037" y="5498"/>
                  </a:lnTo>
                  <a:lnTo>
                    <a:pt x="677" y="5523"/>
                  </a:lnTo>
                  <a:lnTo>
                    <a:pt x="340" y="5894"/>
                  </a:lnTo>
                  <a:lnTo>
                    <a:pt x="724" y="6243"/>
                  </a:lnTo>
                  <a:lnTo>
                    <a:pt x="751" y="6618"/>
                  </a:lnTo>
                  <a:lnTo>
                    <a:pt x="797" y="7363"/>
                  </a:lnTo>
                  <a:lnTo>
                    <a:pt x="1181" y="7689"/>
                  </a:lnTo>
                  <a:lnTo>
                    <a:pt x="1208" y="8060"/>
                  </a:lnTo>
                  <a:lnTo>
                    <a:pt x="1570" y="8409"/>
                  </a:lnTo>
                  <a:lnTo>
                    <a:pt x="1879" y="7635"/>
                  </a:lnTo>
                  <a:lnTo>
                    <a:pt x="2216" y="7260"/>
                  </a:lnTo>
                  <a:lnTo>
                    <a:pt x="2527" y="6486"/>
                  </a:lnTo>
                  <a:lnTo>
                    <a:pt x="2500" y="6111"/>
                  </a:lnTo>
                  <a:lnTo>
                    <a:pt x="2860" y="6086"/>
                  </a:lnTo>
                  <a:lnTo>
                    <a:pt x="3244" y="6432"/>
                  </a:lnTo>
                  <a:lnTo>
                    <a:pt x="3627" y="6778"/>
                  </a:lnTo>
                  <a:lnTo>
                    <a:pt x="3988" y="7128"/>
                  </a:lnTo>
                  <a:lnTo>
                    <a:pt x="4395" y="7827"/>
                  </a:lnTo>
                  <a:lnTo>
                    <a:pt x="4081" y="8573"/>
                  </a:lnTo>
                  <a:lnTo>
                    <a:pt x="4108" y="8972"/>
                  </a:lnTo>
                  <a:lnTo>
                    <a:pt x="4159" y="9693"/>
                  </a:lnTo>
                  <a:lnTo>
                    <a:pt x="4876" y="9639"/>
                  </a:lnTo>
                  <a:lnTo>
                    <a:pt x="4903" y="10038"/>
                  </a:lnTo>
                  <a:lnTo>
                    <a:pt x="5263" y="10014"/>
                  </a:lnTo>
                  <a:lnTo>
                    <a:pt x="5624" y="10315"/>
                  </a:lnTo>
                  <a:lnTo>
                    <a:pt x="6035" y="10682"/>
                  </a:lnTo>
                  <a:lnTo>
                    <a:pt x="4949" y="10759"/>
                  </a:lnTo>
                  <a:lnTo>
                    <a:pt x="5333" y="11085"/>
                  </a:lnTo>
                  <a:lnTo>
                    <a:pt x="5698" y="11434"/>
                  </a:lnTo>
                  <a:lnTo>
                    <a:pt x="6132" y="12151"/>
                  </a:lnTo>
                  <a:lnTo>
                    <a:pt x="6465" y="12126"/>
                  </a:lnTo>
                  <a:lnTo>
                    <a:pt x="7234" y="12797"/>
                  </a:lnTo>
                  <a:lnTo>
                    <a:pt x="7256" y="13172"/>
                  </a:lnTo>
                  <a:lnTo>
                    <a:pt x="8001" y="13493"/>
                  </a:lnTo>
                  <a:lnTo>
                    <a:pt x="8695" y="13065"/>
                  </a:lnTo>
                  <a:lnTo>
                    <a:pt x="9055" y="13041"/>
                  </a:lnTo>
                  <a:lnTo>
                    <a:pt x="9804" y="13736"/>
                  </a:lnTo>
                  <a:lnTo>
                    <a:pt x="10571" y="14403"/>
                  </a:lnTo>
                  <a:lnTo>
                    <a:pt x="10978" y="15124"/>
                  </a:lnTo>
                  <a:lnTo>
                    <a:pt x="11671" y="15070"/>
                  </a:lnTo>
                  <a:lnTo>
                    <a:pt x="12079" y="15769"/>
                  </a:lnTo>
                  <a:lnTo>
                    <a:pt x="12823" y="16111"/>
                  </a:lnTo>
                  <a:lnTo>
                    <a:pt x="13183" y="16086"/>
                  </a:lnTo>
                  <a:lnTo>
                    <a:pt x="13596" y="16754"/>
                  </a:lnTo>
                  <a:lnTo>
                    <a:pt x="13929" y="16733"/>
                  </a:lnTo>
                  <a:lnTo>
                    <a:pt x="14316" y="17107"/>
                  </a:lnTo>
                  <a:lnTo>
                    <a:pt x="15033" y="17053"/>
                  </a:lnTo>
                  <a:lnTo>
                    <a:pt x="15393" y="17025"/>
                  </a:lnTo>
                  <a:lnTo>
                    <a:pt x="15801" y="17342"/>
                  </a:lnTo>
                  <a:lnTo>
                    <a:pt x="15828" y="17745"/>
                  </a:lnTo>
                  <a:lnTo>
                    <a:pt x="16165" y="18066"/>
                  </a:lnTo>
                  <a:lnTo>
                    <a:pt x="16545" y="18037"/>
                  </a:lnTo>
                  <a:lnTo>
                    <a:pt x="16591" y="18762"/>
                  </a:lnTo>
                  <a:lnTo>
                    <a:pt x="17289" y="18712"/>
                  </a:lnTo>
                  <a:lnTo>
                    <a:pt x="17316" y="19088"/>
                  </a:lnTo>
                  <a:lnTo>
                    <a:pt x="17673" y="19058"/>
                  </a:lnTo>
                  <a:lnTo>
                    <a:pt x="18460" y="19039"/>
                  </a:lnTo>
                  <a:lnTo>
                    <a:pt x="18336" y="17194"/>
                  </a:lnTo>
                  <a:lnTo>
                    <a:pt x="18246" y="1681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8"/>
            <p:cNvSpPr/>
            <p:nvPr/>
          </p:nvSpPr>
          <p:spPr>
            <a:xfrm>
              <a:off x="6049559" y="3650366"/>
              <a:ext cx="162929" cy="97964"/>
            </a:xfrm>
            <a:custGeom>
              <a:avLst/>
              <a:gdLst/>
              <a:ahLst/>
              <a:cxnLst/>
              <a:rect l="l" t="t" r="r" b="b"/>
              <a:pathLst>
                <a:path w="7594" h="4566" fill="none" extrusionOk="0">
                  <a:moveTo>
                    <a:pt x="1" y="4268"/>
                  </a:moveTo>
                  <a:lnTo>
                    <a:pt x="673" y="4124"/>
                  </a:lnTo>
                  <a:lnTo>
                    <a:pt x="1621" y="4229"/>
                  </a:lnTo>
                  <a:lnTo>
                    <a:pt x="1808" y="4250"/>
                  </a:lnTo>
                  <a:lnTo>
                    <a:pt x="2123" y="3273"/>
                  </a:lnTo>
                  <a:lnTo>
                    <a:pt x="3015" y="4545"/>
                  </a:lnTo>
                  <a:lnTo>
                    <a:pt x="3378" y="4081"/>
                  </a:lnTo>
                  <a:lnTo>
                    <a:pt x="3977" y="4566"/>
                  </a:lnTo>
                  <a:lnTo>
                    <a:pt x="4618" y="4242"/>
                  </a:lnTo>
                  <a:lnTo>
                    <a:pt x="4308" y="3959"/>
                  </a:lnTo>
                  <a:lnTo>
                    <a:pt x="4318" y="3455"/>
                  </a:lnTo>
                  <a:lnTo>
                    <a:pt x="5428" y="2799"/>
                  </a:lnTo>
                  <a:lnTo>
                    <a:pt x="5184" y="1985"/>
                  </a:lnTo>
                  <a:lnTo>
                    <a:pt x="5192" y="1578"/>
                  </a:lnTo>
                  <a:lnTo>
                    <a:pt x="6150" y="753"/>
                  </a:lnTo>
                  <a:lnTo>
                    <a:pt x="6978" y="772"/>
                  </a:lnTo>
                  <a:lnTo>
                    <a:pt x="6994" y="36"/>
                  </a:lnTo>
                  <a:lnTo>
                    <a:pt x="7593" y="0"/>
                  </a:lnTo>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8"/>
            <p:cNvSpPr/>
            <p:nvPr/>
          </p:nvSpPr>
          <p:spPr>
            <a:xfrm>
              <a:off x="6161876" y="3696516"/>
              <a:ext cx="230985" cy="303181"/>
            </a:xfrm>
            <a:custGeom>
              <a:avLst/>
              <a:gdLst/>
              <a:ahLst/>
              <a:cxnLst/>
              <a:rect l="l" t="t" r="r" b="b"/>
              <a:pathLst>
                <a:path w="10766" h="14131" fill="none" extrusionOk="0">
                  <a:moveTo>
                    <a:pt x="9111" y="4405"/>
                  </a:moveTo>
                  <a:lnTo>
                    <a:pt x="10320" y="4223"/>
                  </a:lnTo>
                  <a:lnTo>
                    <a:pt x="9072" y="6164"/>
                  </a:lnTo>
                  <a:lnTo>
                    <a:pt x="10766" y="7657"/>
                  </a:lnTo>
                  <a:lnTo>
                    <a:pt x="9621" y="7905"/>
                  </a:lnTo>
                  <a:lnTo>
                    <a:pt x="10724" y="9555"/>
                  </a:lnTo>
                  <a:lnTo>
                    <a:pt x="9750" y="9746"/>
                  </a:lnTo>
                  <a:lnTo>
                    <a:pt x="8992" y="9892"/>
                  </a:lnTo>
                  <a:lnTo>
                    <a:pt x="9272" y="10675"/>
                  </a:lnTo>
                  <a:lnTo>
                    <a:pt x="8678" y="10800"/>
                  </a:lnTo>
                  <a:lnTo>
                    <a:pt x="7573" y="12162"/>
                  </a:lnTo>
                  <a:lnTo>
                    <a:pt x="8369" y="12992"/>
                  </a:lnTo>
                  <a:lnTo>
                    <a:pt x="7734" y="14130"/>
                  </a:lnTo>
                  <a:lnTo>
                    <a:pt x="7715" y="13345"/>
                  </a:lnTo>
                  <a:lnTo>
                    <a:pt x="5650" y="12056"/>
                  </a:lnTo>
                  <a:lnTo>
                    <a:pt x="4477" y="10571"/>
                  </a:lnTo>
                  <a:lnTo>
                    <a:pt x="4554" y="9929"/>
                  </a:lnTo>
                  <a:lnTo>
                    <a:pt x="3931" y="10111"/>
                  </a:lnTo>
                  <a:lnTo>
                    <a:pt x="1408" y="7795"/>
                  </a:lnTo>
                  <a:lnTo>
                    <a:pt x="1299" y="6679"/>
                  </a:lnTo>
                  <a:lnTo>
                    <a:pt x="771" y="5203"/>
                  </a:lnTo>
                  <a:lnTo>
                    <a:pt x="1" y="4983"/>
                  </a:lnTo>
                  <a:lnTo>
                    <a:pt x="18" y="4207"/>
                  </a:lnTo>
                  <a:lnTo>
                    <a:pt x="31" y="3582"/>
                  </a:lnTo>
                  <a:lnTo>
                    <a:pt x="812" y="3342"/>
                  </a:lnTo>
                  <a:lnTo>
                    <a:pt x="1798" y="4038"/>
                  </a:lnTo>
                  <a:lnTo>
                    <a:pt x="2245" y="3100"/>
                  </a:lnTo>
                  <a:lnTo>
                    <a:pt x="3270" y="3091"/>
                  </a:lnTo>
                  <a:lnTo>
                    <a:pt x="4990" y="3331"/>
                  </a:lnTo>
                  <a:lnTo>
                    <a:pt x="5665" y="3809"/>
                  </a:lnTo>
                  <a:lnTo>
                    <a:pt x="6196" y="3491"/>
                  </a:lnTo>
                  <a:lnTo>
                    <a:pt x="6613" y="3723"/>
                  </a:lnTo>
                  <a:lnTo>
                    <a:pt x="6985" y="3171"/>
                  </a:lnTo>
                  <a:lnTo>
                    <a:pt x="7231" y="3737"/>
                  </a:lnTo>
                  <a:lnTo>
                    <a:pt x="7929" y="3496"/>
                  </a:lnTo>
                  <a:lnTo>
                    <a:pt x="8329" y="4387"/>
                  </a:lnTo>
                  <a:lnTo>
                    <a:pt x="9111" y="4405"/>
                  </a:lnTo>
                  <a:lnTo>
                    <a:pt x="9295" y="3322"/>
                  </a:lnTo>
                  <a:lnTo>
                    <a:pt x="10179" y="3106"/>
                  </a:lnTo>
                  <a:lnTo>
                    <a:pt x="8860" y="2431"/>
                  </a:lnTo>
                  <a:lnTo>
                    <a:pt x="9261" y="1968"/>
                  </a:lnTo>
                  <a:lnTo>
                    <a:pt x="8351" y="1708"/>
                  </a:lnTo>
                  <a:lnTo>
                    <a:pt x="8894" y="838"/>
                  </a:lnTo>
                  <a:lnTo>
                    <a:pt x="8165" y="1"/>
                  </a:lnTo>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28"/>
            <p:cNvSpPr/>
            <p:nvPr/>
          </p:nvSpPr>
          <p:spPr>
            <a:xfrm>
              <a:off x="6380267" y="3762662"/>
              <a:ext cx="118432" cy="40722"/>
            </a:xfrm>
            <a:custGeom>
              <a:avLst/>
              <a:gdLst/>
              <a:ahLst/>
              <a:cxnLst/>
              <a:rect l="l" t="t" r="r" b="b"/>
              <a:pathLst>
                <a:path w="5520" h="1898" fill="none" extrusionOk="0">
                  <a:moveTo>
                    <a:pt x="5520" y="1167"/>
                  </a:moveTo>
                  <a:lnTo>
                    <a:pt x="3712" y="1897"/>
                  </a:lnTo>
                  <a:lnTo>
                    <a:pt x="3104" y="1204"/>
                  </a:lnTo>
                  <a:lnTo>
                    <a:pt x="2547" y="1489"/>
                  </a:lnTo>
                  <a:lnTo>
                    <a:pt x="2153" y="0"/>
                  </a:lnTo>
                  <a:lnTo>
                    <a:pt x="0" y="23"/>
                  </a:lnTo>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28"/>
            <p:cNvSpPr/>
            <p:nvPr/>
          </p:nvSpPr>
          <p:spPr>
            <a:xfrm>
              <a:off x="6371041" y="3905595"/>
              <a:ext cx="79383" cy="87257"/>
            </a:xfrm>
            <a:custGeom>
              <a:avLst/>
              <a:gdLst/>
              <a:ahLst/>
              <a:cxnLst/>
              <a:rect l="l" t="t" r="r" b="b"/>
              <a:pathLst>
                <a:path w="3700" h="4067" fill="none" extrusionOk="0">
                  <a:moveTo>
                    <a:pt x="1" y="1"/>
                  </a:moveTo>
                  <a:lnTo>
                    <a:pt x="1208" y="1169"/>
                  </a:lnTo>
                  <a:lnTo>
                    <a:pt x="1871" y="1424"/>
                  </a:lnTo>
                  <a:cubicBezTo>
                    <a:pt x="1871" y="1424"/>
                    <a:pt x="2139" y="1880"/>
                    <a:pt x="2299" y="1913"/>
                  </a:cubicBezTo>
                  <a:cubicBezTo>
                    <a:pt x="2463" y="1944"/>
                    <a:pt x="3700" y="2105"/>
                    <a:pt x="3700" y="2105"/>
                  </a:cubicBezTo>
                  <a:lnTo>
                    <a:pt x="3003" y="2644"/>
                  </a:lnTo>
                  <a:lnTo>
                    <a:pt x="2546" y="2633"/>
                  </a:lnTo>
                  <a:lnTo>
                    <a:pt x="2501" y="3198"/>
                  </a:lnTo>
                  <a:lnTo>
                    <a:pt x="2248" y="4066"/>
                  </a:lnTo>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8"/>
            <p:cNvSpPr/>
            <p:nvPr/>
          </p:nvSpPr>
          <p:spPr>
            <a:xfrm>
              <a:off x="6475420" y="3988454"/>
              <a:ext cx="104808" cy="39477"/>
            </a:xfrm>
            <a:custGeom>
              <a:avLst/>
              <a:gdLst/>
              <a:ahLst/>
              <a:cxnLst/>
              <a:rect l="l" t="t" r="r" b="b"/>
              <a:pathLst>
                <a:path w="4885" h="1840" fill="none" extrusionOk="0">
                  <a:moveTo>
                    <a:pt x="1" y="1840"/>
                  </a:moveTo>
                  <a:lnTo>
                    <a:pt x="862" y="931"/>
                  </a:lnTo>
                  <a:lnTo>
                    <a:pt x="1049" y="1305"/>
                  </a:lnTo>
                  <a:lnTo>
                    <a:pt x="1833" y="711"/>
                  </a:lnTo>
                  <a:lnTo>
                    <a:pt x="2917" y="874"/>
                  </a:lnTo>
                  <a:lnTo>
                    <a:pt x="4145" y="351"/>
                  </a:lnTo>
                  <a:lnTo>
                    <a:pt x="4560" y="360"/>
                  </a:lnTo>
                  <a:lnTo>
                    <a:pt x="4884" y="1"/>
                  </a:lnTo>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8"/>
            <p:cNvSpPr/>
            <p:nvPr/>
          </p:nvSpPr>
          <p:spPr>
            <a:xfrm>
              <a:off x="5633890" y="3282413"/>
              <a:ext cx="1566" cy="21712"/>
            </a:xfrm>
            <a:custGeom>
              <a:avLst/>
              <a:gdLst/>
              <a:ahLst/>
              <a:cxnLst/>
              <a:rect l="l" t="t" r="r" b="b"/>
              <a:pathLst>
                <a:path w="73" h="1012" fill="none" extrusionOk="0">
                  <a:moveTo>
                    <a:pt x="49" y="683"/>
                  </a:moveTo>
                  <a:lnTo>
                    <a:pt x="22" y="304"/>
                  </a:lnTo>
                  <a:lnTo>
                    <a:pt x="1" y="1"/>
                  </a:lnTo>
                  <a:lnTo>
                    <a:pt x="1" y="1"/>
                  </a:lnTo>
                  <a:lnTo>
                    <a:pt x="26" y="350"/>
                  </a:lnTo>
                  <a:lnTo>
                    <a:pt x="50" y="704"/>
                  </a:lnTo>
                  <a:lnTo>
                    <a:pt x="72" y="1011"/>
                  </a:lnTo>
                  <a:lnTo>
                    <a:pt x="72" y="101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8"/>
            <p:cNvSpPr/>
            <p:nvPr/>
          </p:nvSpPr>
          <p:spPr>
            <a:xfrm>
              <a:off x="5644961" y="3236585"/>
              <a:ext cx="3669" cy="37182"/>
            </a:xfrm>
            <a:custGeom>
              <a:avLst/>
              <a:gdLst/>
              <a:ahLst/>
              <a:cxnLst/>
              <a:rect l="l" t="t" r="r" b="b"/>
              <a:pathLst>
                <a:path w="171" h="1733" fill="none" extrusionOk="0">
                  <a:moveTo>
                    <a:pt x="146" y="1350"/>
                  </a:moveTo>
                  <a:lnTo>
                    <a:pt x="96" y="642"/>
                  </a:lnTo>
                  <a:lnTo>
                    <a:pt x="73" y="315"/>
                  </a:lnTo>
                  <a:lnTo>
                    <a:pt x="50" y="1"/>
                  </a:lnTo>
                  <a:lnTo>
                    <a:pt x="1" y="32"/>
                  </a:lnTo>
                  <a:lnTo>
                    <a:pt x="24" y="365"/>
                  </a:lnTo>
                  <a:lnTo>
                    <a:pt x="49" y="718"/>
                  </a:lnTo>
                  <a:lnTo>
                    <a:pt x="98" y="1405"/>
                  </a:lnTo>
                  <a:lnTo>
                    <a:pt x="121" y="1732"/>
                  </a:lnTo>
                  <a:lnTo>
                    <a:pt x="170" y="170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8"/>
            <p:cNvSpPr/>
            <p:nvPr/>
          </p:nvSpPr>
          <p:spPr>
            <a:xfrm>
              <a:off x="5628977" y="3319273"/>
              <a:ext cx="8625" cy="15190"/>
            </a:xfrm>
            <a:custGeom>
              <a:avLst/>
              <a:gdLst/>
              <a:ahLst/>
              <a:cxnLst/>
              <a:rect l="l" t="t" r="r" b="b"/>
              <a:pathLst>
                <a:path w="402" h="708" fill="none" extrusionOk="0">
                  <a:moveTo>
                    <a:pt x="375" y="333"/>
                  </a:moveTo>
                  <a:lnTo>
                    <a:pt x="351" y="0"/>
                  </a:lnTo>
                  <a:lnTo>
                    <a:pt x="11" y="24"/>
                  </a:lnTo>
                  <a:lnTo>
                    <a:pt x="0" y="51"/>
                  </a:lnTo>
                  <a:lnTo>
                    <a:pt x="353" y="26"/>
                  </a:lnTo>
                  <a:lnTo>
                    <a:pt x="378" y="380"/>
                  </a:lnTo>
                  <a:lnTo>
                    <a:pt x="402" y="708"/>
                  </a:lnTo>
                  <a:lnTo>
                    <a:pt x="402" y="70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8"/>
            <p:cNvSpPr/>
            <p:nvPr/>
          </p:nvSpPr>
          <p:spPr>
            <a:xfrm>
              <a:off x="5630050" y="3335535"/>
              <a:ext cx="493" cy="7080"/>
            </a:xfrm>
            <a:custGeom>
              <a:avLst/>
              <a:gdLst/>
              <a:ahLst/>
              <a:cxnLst/>
              <a:rect l="l" t="t" r="r" b="b"/>
              <a:pathLst>
                <a:path w="23" h="330" fill="none" extrusionOk="0">
                  <a:moveTo>
                    <a:pt x="0" y="1"/>
                  </a:moveTo>
                  <a:lnTo>
                    <a:pt x="0" y="1"/>
                  </a:lnTo>
                  <a:lnTo>
                    <a:pt x="23" y="329"/>
                  </a:lnTo>
                  <a:lnTo>
                    <a:pt x="22" y="30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8"/>
            <p:cNvSpPr/>
            <p:nvPr/>
          </p:nvSpPr>
          <p:spPr>
            <a:xfrm>
              <a:off x="5717200" y="3185801"/>
              <a:ext cx="9140" cy="37096"/>
            </a:xfrm>
            <a:custGeom>
              <a:avLst/>
              <a:gdLst/>
              <a:ahLst/>
              <a:cxnLst/>
              <a:rect l="l" t="t" r="r" b="b"/>
              <a:pathLst>
                <a:path w="426" h="1729" fill="none" extrusionOk="0">
                  <a:moveTo>
                    <a:pt x="426" y="662"/>
                  </a:moveTo>
                  <a:lnTo>
                    <a:pt x="401" y="309"/>
                  </a:lnTo>
                  <a:lnTo>
                    <a:pt x="45" y="0"/>
                  </a:lnTo>
                  <a:lnTo>
                    <a:pt x="1" y="54"/>
                  </a:lnTo>
                  <a:lnTo>
                    <a:pt x="359" y="385"/>
                  </a:lnTo>
                  <a:lnTo>
                    <a:pt x="381" y="712"/>
                  </a:lnTo>
                  <a:lnTo>
                    <a:pt x="134" y="1729"/>
                  </a:lnTo>
                  <a:lnTo>
                    <a:pt x="145" y="172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8"/>
            <p:cNvSpPr/>
            <p:nvPr/>
          </p:nvSpPr>
          <p:spPr>
            <a:xfrm>
              <a:off x="5586796" y="3248085"/>
              <a:ext cx="6587" cy="7552"/>
            </a:xfrm>
            <a:custGeom>
              <a:avLst/>
              <a:gdLst/>
              <a:ahLst/>
              <a:cxnLst/>
              <a:rect l="l" t="t" r="r" b="b"/>
              <a:pathLst>
                <a:path w="307" h="352" fill="none" extrusionOk="0">
                  <a:moveTo>
                    <a:pt x="0" y="352"/>
                  </a:moveTo>
                  <a:lnTo>
                    <a:pt x="1" y="352"/>
                  </a:lnTo>
                  <a:lnTo>
                    <a:pt x="306" y="0"/>
                  </a:lnTo>
                  <a:lnTo>
                    <a:pt x="286" y="2"/>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8"/>
            <p:cNvSpPr/>
            <p:nvPr/>
          </p:nvSpPr>
          <p:spPr>
            <a:xfrm>
              <a:off x="5573022" y="3384324"/>
              <a:ext cx="901" cy="6050"/>
            </a:xfrm>
            <a:custGeom>
              <a:avLst/>
              <a:gdLst/>
              <a:ahLst/>
              <a:cxnLst/>
              <a:rect l="l" t="t" r="r" b="b"/>
              <a:pathLst>
                <a:path w="42" h="282" fill="none" extrusionOk="0">
                  <a:moveTo>
                    <a:pt x="1" y="0"/>
                  </a:moveTo>
                  <a:lnTo>
                    <a:pt x="21" y="281"/>
                  </a:lnTo>
                  <a:lnTo>
                    <a:pt x="42" y="279"/>
                  </a:lnTo>
                  <a:lnTo>
                    <a:pt x="23" y="2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8"/>
            <p:cNvSpPr/>
            <p:nvPr/>
          </p:nvSpPr>
          <p:spPr>
            <a:xfrm>
              <a:off x="5721663" y="3148426"/>
              <a:ext cx="3068" cy="29887"/>
            </a:xfrm>
            <a:custGeom>
              <a:avLst/>
              <a:gdLst/>
              <a:ahLst/>
              <a:cxnLst/>
              <a:rect l="l" t="t" r="r" b="b"/>
              <a:pathLst>
                <a:path w="143" h="1393" fill="none" extrusionOk="0">
                  <a:moveTo>
                    <a:pt x="119" y="1015"/>
                  </a:moveTo>
                  <a:lnTo>
                    <a:pt x="71" y="329"/>
                  </a:lnTo>
                  <a:lnTo>
                    <a:pt x="48" y="1"/>
                  </a:lnTo>
                  <a:lnTo>
                    <a:pt x="0" y="4"/>
                  </a:lnTo>
                  <a:lnTo>
                    <a:pt x="27" y="380"/>
                  </a:lnTo>
                  <a:lnTo>
                    <a:pt x="76" y="1065"/>
                  </a:lnTo>
                  <a:lnTo>
                    <a:pt x="99" y="1393"/>
                  </a:lnTo>
                  <a:lnTo>
                    <a:pt x="143" y="134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8"/>
            <p:cNvSpPr/>
            <p:nvPr/>
          </p:nvSpPr>
          <p:spPr>
            <a:xfrm>
              <a:off x="5728121" y="3125019"/>
              <a:ext cx="2081" cy="21948"/>
            </a:xfrm>
            <a:custGeom>
              <a:avLst/>
              <a:gdLst/>
              <a:ahLst/>
              <a:cxnLst/>
              <a:rect l="l" t="t" r="r" b="b"/>
              <a:pathLst>
                <a:path w="97" h="1023" fill="none" extrusionOk="0">
                  <a:moveTo>
                    <a:pt x="71" y="667"/>
                  </a:moveTo>
                  <a:lnTo>
                    <a:pt x="49" y="334"/>
                  </a:lnTo>
                  <a:lnTo>
                    <a:pt x="25" y="1"/>
                  </a:lnTo>
                  <a:lnTo>
                    <a:pt x="1" y="29"/>
                  </a:lnTo>
                  <a:lnTo>
                    <a:pt x="26" y="382"/>
                  </a:lnTo>
                  <a:lnTo>
                    <a:pt x="51" y="736"/>
                  </a:lnTo>
                  <a:lnTo>
                    <a:pt x="71" y="1023"/>
                  </a:lnTo>
                  <a:lnTo>
                    <a:pt x="96" y="102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8"/>
            <p:cNvSpPr/>
            <p:nvPr/>
          </p:nvSpPr>
          <p:spPr>
            <a:xfrm>
              <a:off x="6511915" y="4082856"/>
              <a:ext cx="7574" cy="6587"/>
            </a:xfrm>
            <a:custGeom>
              <a:avLst/>
              <a:gdLst/>
              <a:ahLst/>
              <a:cxnLst/>
              <a:rect l="l" t="t" r="r" b="b"/>
              <a:pathLst>
                <a:path w="353" h="307" fill="none" extrusionOk="0">
                  <a:moveTo>
                    <a:pt x="2" y="23"/>
                  </a:moveTo>
                  <a:lnTo>
                    <a:pt x="353" y="307"/>
                  </a:lnTo>
                  <a:lnTo>
                    <a:pt x="0"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8"/>
            <p:cNvSpPr/>
            <p:nvPr/>
          </p:nvSpPr>
          <p:spPr>
            <a:xfrm>
              <a:off x="5691454" y="3563388"/>
              <a:ext cx="558" cy="7853"/>
            </a:xfrm>
            <a:custGeom>
              <a:avLst/>
              <a:gdLst/>
              <a:ahLst/>
              <a:cxnLst/>
              <a:rect l="l" t="t" r="r" b="b"/>
              <a:pathLst>
                <a:path w="26" h="366" fill="none" extrusionOk="0">
                  <a:moveTo>
                    <a:pt x="0" y="1"/>
                  </a:moveTo>
                  <a:lnTo>
                    <a:pt x="26" y="365"/>
                  </a:lnTo>
                  <a:lnTo>
                    <a:pt x="26" y="365"/>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8"/>
            <p:cNvSpPr/>
            <p:nvPr/>
          </p:nvSpPr>
          <p:spPr>
            <a:xfrm>
              <a:off x="5965198" y="3355038"/>
              <a:ext cx="14353" cy="8646"/>
            </a:xfrm>
            <a:custGeom>
              <a:avLst/>
              <a:gdLst/>
              <a:ahLst/>
              <a:cxnLst/>
              <a:rect l="l" t="t" r="r" b="b"/>
              <a:pathLst>
                <a:path w="669" h="403" fill="none" extrusionOk="0">
                  <a:moveTo>
                    <a:pt x="661" y="0"/>
                  </a:moveTo>
                  <a:lnTo>
                    <a:pt x="0" y="403"/>
                  </a:lnTo>
                  <a:lnTo>
                    <a:pt x="669" y="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8"/>
            <p:cNvSpPr/>
            <p:nvPr/>
          </p:nvSpPr>
          <p:spPr>
            <a:xfrm>
              <a:off x="5564376" y="3369692"/>
              <a:ext cx="965" cy="6973"/>
            </a:xfrm>
            <a:custGeom>
              <a:avLst/>
              <a:gdLst/>
              <a:ahLst/>
              <a:cxnLst/>
              <a:rect l="l" t="t" r="r" b="b"/>
              <a:pathLst>
                <a:path w="45" h="325" fill="none" extrusionOk="0">
                  <a:moveTo>
                    <a:pt x="0" y="1"/>
                  </a:moveTo>
                  <a:lnTo>
                    <a:pt x="22" y="307"/>
                  </a:lnTo>
                  <a:lnTo>
                    <a:pt x="45" y="324"/>
                  </a:lnTo>
                  <a:lnTo>
                    <a:pt x="23" y="19"/>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8"/>
            <p:cNvSpPr/>
            <p:nvPr/>
          </p:nvSpPr>
          <p:spPr>
            <a:xfrm>
              <a:off x="5845415" y="3597973"/>
              <a:ext cx="3111" cy="2660"/>
            </a:xfrm>
            <a:custGeom>
              <a:avLst/>
              <a:gdLst/>
              <a:ahLst/>
              <a:cxnLst/>
              <a:rect l="l" t="t" r="r" b="b"/>
              <a:pathLst>
                <a:path w="145" h="124" fill="none" extrusionOk="0">
                  <a:moveTo>
                    <a:pt x="5" y="0"/>
                  </a:moveTo>
                  <a:lnTo>
                    <a:pt x="0" y="0"/>
                  </a:lnTo>
                  <a:lnTo>
                    <a:pt x="144" y="12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8"/>
            <p:cNvSpPr/>
            <p:nvPr/>
          </p:nvSpPr>
          <p:spPr>
            <a:xfrm>
              <a:off x="5632088" y="3364328"/>
              <a:ext cx="16435" cy="16542"/>
            </a:xfrm>
            <a:custGeom>
              <a:avLst/>
              <a:gdLst/>
              <a:ahLst/>
              <a:cxnLst/>
              <a:rect l="l" t="t" r="r" b="b"/>
              <a:pathLst>
                <a:path w="766" h="771" fill="none" extrusionOk="0">
                  <a:moveTo>
                    <a:pt x="381" y="376"/>
                  </a:moveTo>
                  <a:lnTo>
                    <a:pt x="760" y="705"/>
                  </a:lnTo>
                  <a:lnTo>
                    <a:pt x="765" y="771"/>
                  </a:lnTo>
                  <a:lnTo>
                    <a:pt x="756" y="657"/>
                  </a:lnTo>
                  <a:lnTo>
                    <a:pt x="378" y="329"/>
                  </a:lnTo>
                  <a:lnTo>
                    <a:pt x="0" y="1"/>
                  </a:lnTo>
                  <a:lnTo>
                    <a:pt x="4" y="4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8"/>
            <p:cNvSpPr/>
            <p:nvPr/>
          </p:nvSpPr>
          <p:spPr>
            <a:xfrm>
              <a:off x="5648973" y="3387778"/>
              <a:ext cx="923" cy="12766"/>
            </a:xfrm>
            <a:custGeom>
              <a:avLst/>
              <a:gdLst/>
              <a:ahLst/>
              <a:cxnLst/>
              <a:rect l="l" t="t" r="r" b="b"/>
              <a:pathLst>
                <a:path w="43" h="595" fill="none" extrusionOk="0">
                  <a:moveTo>
                    <a:pt x="43" y="594"/>
                  </a:moveTo>
                  <a:lnTo>
                    <a:pt x="20" y="272"/>
                  </a:lnTo>
                  <a:lnTo>
                    <a:pt x="1" y="0"/>
                  </a:lnTo>
                  <a:lnTo>
                    <a:pt x="23" y="31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8"/>
            <p:cNvSpPr/>
            <p:nvPr/>
          </p:nvSpPr>
          <p:spPr>
            <a:xfrm>
              <a:off x="5624042" y="3345491"/>
              <a:ext cx="8046" cy="18752"/>
            </a:xfrm>
            <a:custGeom>
              <a:avLst/>
              <a:gdLst/>
              <a:ahLst/>
              <a:cxnLst/>
              <a:rect l="l" t="t" r="r" b="b"/>
              <a:pathLst>
                <a:path w="375" h="874" fill="none" extrusionOk="0">
                  <a:moveTo>
                    <a:pt x="374" y="873"/>
                  </a:moveTo>
                  <a:lnTo>
                    <a:pt x="352" y="550"/>
                  </a:lnTo>
                  <a:lnTo>
                    <a:pt x="327" y="198"/>
                  </a:lnTo>
                  <a:lnTo>
                    <a:pt x="313" y="1"/>
                  </a:lnTo>
                  <a:lnTo>
                    <a:pt x="328" y="218"/>
                  </a:lnTo>
                  <a:lnTo>
                    <a:pt x="21" y="240"/>
                  </a:lnTo>
                  <a:lnTo>
                    <a:pt x="0" y="268"/>
                  </a:lnTo>
                  <a:lnTo>
                    <a:pt x="355" y="59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8"/>
            <p:cNvSpPr/>
            <p:nvPr/>
          </p:nvSpPr>
          <p:spPr>
            <a:xfrm>
              <a:off x="6470678" y="4017719"/>
              <a:ext cx="6136" cy="7595"/>
            </a:xfrm>
            <a:custGeom>
              <a:avLst/>
              <a:gdLst/>
              <a:ahLst/>
              <a:cxnLst/>
              <a:rect l="l" t="t" r="r" b="b"/>
              <a:pathLst>
                <a:path w="286" h="354" fill="none" extrusionOk="0">
                  <a:moveTo>
                    <a:pt x="0" y="329"/>
                  </a:moveTo>
                  <a:lnTo>
                    <a:pt x="2" y="353"/>
                  </a:lnTo>
                  <a:lnTo>
                    <a:pt x="286"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8"/>
            <p:cNvSpPr/>
            <p:nvPr/>
          </p:nvSpPr>
          <p:spPr>
            <a:xfrm>
              <a:off x="5644510" y="3411572"/>
              <a:ext cx="15684" cy="26025"/>
            </a:xfrm>
            <a:custGeom>
              <a:avLst/>
              <a:gdLst/>
              <a:ahLst/>
              <a:cxnLst/>
              <a:rect l="l" t="t" r="r" b="b"/>
              <a:pathLst>
                <a:path w="731" h="1213" fill="none" extrusionOk="0">
                  <a:moveTo>
                    <a:pt x="0" y="1"/>
                  </a:moveTo>
                  <a:lnTo>
                    <a:pt x="302" y="511"/>
                  </a:lnTo>
                  <a:lnTo>
                    <a:pt x="706" y="1194"/>
                  </a:lnTo>
                  <a:lnTo>
                    <a:pt x="730" y="1212"/>
                  </a:lnTo>
                  <a:lnTo>
                    <a:pt x="324" y="53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8"/>
            <p:cNvSpPr/>
            <p:nvPr/>
          </p:nvSpPr>
          <p:spPr>
            <a:xfrm>
              <a:off x="5690832" y="3462570"/>
              <a:ext cx="39306" cy="93415"/>
            </a:xfrm>
            <a:custGeom>
              <a:avLst/>
              <a:gdLst/>
              <a:ahLst/>
              <a:cxnLst/>
              <a:rect l="l" t="t" r="r" b="b"/>
              <a:pathLst>
                <a:path w="1832" h="4354" fill="none" extrusionOk="0">
                  <a:moveTo>
                    <a:pt x="308" y="3621"/>
                  </a:moveTo>
                  <a:lnTo>
                    <a:pt x="259" y="2940"/>
                  </a:lnTo>
                  <a:lnTo>
                    <a:pt x="235" y="2586"/>
                  </a:lnTo>
                  <a:lnTo>
                    <a:pt x="589" y="2206"/>
                  </a:lnTo>
                  <a:lnTo>
                    <a:pt x="565" y="1872"/>
                  </a:lnTo>
                  <a:lnTo>
                    <a:pt x="843" y="1142"/>
                  </a:lnTo>
                  <a:lnTo>
                    <a:pt x="1198" y="762"/>
                  </a:lnTo>
                  <a:lnTo>
                    <a:pt x="1832" y="33"/>
                  </a:lnTo>
                  <a:lnTo>
                    <a:pt x="1796" y="0"/>
                  </a:lnTo>
                  <a:lnTo>
                    <a:pt x="1169" y="717"/>
                  </a:lnTo>
                  <a:lnTo>
                    <a:pt x="822" y="1123"/>
                  </a:lnTo>
                  <a:lnTo>
                    <a:pt x="537" y="1828"/>
                  </a:lnTo>
                  <a:lnTo>
                    <a:pt x="560" y="2160"/>
                  </a:lnTo>
                  <a:lnTo>
                    <a:pt x="211" y="2541"/>
                  </a:lnTo>
                  <a:lnTo>
                    <a:pt x="238" y="2915"/>
                  </a:lnTo>
                  <a:lnTo>
                    <a:pt x="285" y="3602"/>
                  </a:lnTo>
                  <a:lnTo>
                    <a:pt x="309" y="3930"/>
                  </a:lnTo>
                  <a:lnTo>
                    <a:pt x="1" y="4306"/>
                  </a:lnTo>
                  <a:lnTo>
                    <a:pt x="4" y="4354"/>
                  </a:lnTo>
                  <a:lnTo>
                    <a:pt x="333" y="3975"/>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8"/>
            <p:cNvSpPr/>
            <p:nvPr/>
          </p:nvSpPr>
          <p:spPr>
            <a:xfrm>
              <a:off x="5635263" y="3849426"/>
              <a:ext cx="22571" cy="2896"/>
            </a:xfrm>
            <a:custGeom>
              <a:avLst/>
              <a:gdLst/>
              <a:ahLst/>
              <a:cxnLst/>
              <a:rect l="l" t="t" r="r" b="b"/>
              <a:pathLst>
                <a:path w="1052" h="135" fill="none" extrusionOk="0">
                  <a:moveTo>
                    <a:pt x="417" y="107"/>
                  </a:moveTo>
                  <a:lnTo>
                    <a:pt x="1052" y="63"/>
                  </a:lnTo>
                  <a:lnTo>
                    <a:pt x="979" y="0"/>
                  </a:lnTo>
                  <a:lnTo>
                    <a:pt x="293" y="49"/>
                  </a:lnTo>
                  <a:lnTo>
                    <a:pt x="1" y="69"/>
                  </a:lnTo>
                  <a:lnTo>
                    <a:pt x="37" y="13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8"/>
            <p:cNvSpPr/>
            <p:nvPr/>
          </p:nvSpPr>
          <p:spPr>
            <a:xfrm>
              <a:off x="6150999" y="3656373"/>
              <a:ext cx="5793" cy="429"/>
            </a:xfrm>
            <a:custGeom>
              <a:avLst/>
              <a:gdLst/>
              <a:ahLst/>
              <a:cxnLst/>
              <a:rect l="l" t="t" r="r" b="b"/>
              <a:pathLst>
                <a:path w="270" h="20" fill="none" extrusionOk="0">
                  <a:moveTo>
                    <a:pt x="270" y="0"/>
                  </a:moveTo>
                  <a:lnTo>
                    <a:pt x="270" y="0"/>
                  </a:lnTo>
                  <a:lnTo>
                    <a:pt x="0" y="2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8"/>
            <p:cNvSpPr/>
            <p:nvPr/>
          </p:nvSpPr>
          <p:spPr>
            <a:xfrm>
              <a:off x="6472952" y="3746442"/>
              <a:ext cx="13731" cy="987"/>
            </a:xfrm>
            <a:custGeom>
              <a:avLst/>
              <a:gdLst/>
              <a:ahLst/>
              <a:cxnLst/>
              <a:rect l="l" t="t" r="r" b="b"/>
              <a:pathLst>
                <a:path w="640" h="46" fill="none" extrusionOk="0">
                  <a:moveTo>
                    <a:pt x="380" y="18"/>
                  </a:moveTo>
                  <a:lnTo>
                    <a:pt x="639" y="0"/>
                  </a:lnTo>
                  <a:lnTo>
                    <a:pt x="639" y="0"/>
                  </a:lnTo>
                  <a:lnTo>
                    <a:pt x="287" y="25"/>
                  </a:lnTo>
                  <a:lnTo>
                    <a:pt x="0" y="45"/>
                  </a:lnTo>
                  <a:lnTo>
                    <a:pt x="0" y="45"/>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8"/>
            <p:cNvSpPr/>
            <p:nvPr/>
          </p:nvSpPr>
          <p:spPr>
            <a:xfrm>
              <a:off x="5977857" y="3663389"/>
              <a:ext cx="6200" cy="4677"/>
            </a:xfrm>
            <a:custGeom>
              <a:avLst/>
              <a:gdLst/>
              <a:ahLst/>
              <a:cxnLst/>
              <a:rect l="l" t="t" r="r" b="b"/>
              <a:pathLst>
                <a:path w="289" h="218" fill="none" extrusionOk="0">
                  <a:moveTo>
                    <a:pt x="272" y="218"/>
                  </a:moveTo>
                  <a:lnTo>
                    <a:pt x="289" y="216"/>
                  </a:lnTo>
                  <a:lnTo>
                    <a:pt x="1"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8"/>
            <p:cNvSpPr/>
            <p:nvPr/>
          </p:nvSpPr>
          <p:spPr>
            <a:xfrm>
              <a:off x="6517171" y="3788644"/>
              <a:ext cx="5342" cy="386"/>
            </a:xfrm>
            <a:custGeom>
              <a:avLst/>
              <a:gdLst/>
              <a:ahLst/>
              <a:cxnLst/>
              <a:rect l="l" t="t" r="r" b="b"/>
              <a:pathLst>
                <a:path w="249" h="18" fill="none" extrusionOk="0">
                  <a:moveTo>
                    <a:pt x="248" y="0"/>
                  </a:moveTo>
                  <a:lnTo>
                    <a:pt x="114" y="10"/>
                  </a:lnTo>
                  <a:lnTo>
                    <a:pt x="1" y="18"/>
                  </a:lnTo>
                  <a:lnTo>
                    <a:pt x="187" y="5"/>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8"/>
            <p:cNvSpPr/>
            <p:nvPr/>
          </p:nvSpPr>
          <p:spPr>
            <a:xfrm>
              <a:off x="6585698" y="4062388"/>
              <a:ext cx="7187" cy="6715"/>
            </a:xfrm>
            <a:custGeom>
              <a:avLst/>
              <a:gdLst/>
              <a:ahLst/>
              <a:cxnLst/>
              <a:rect l="l" t="t" r="r" b="b"/>
              <a:pathLst>
                <a:path w="335" h="313" fill="none" extrusionOk="0">
                  <a:moveTo>
                    <a:pt x="0" y="2"/>
                  </a:moveTo>
                  <a:lnTo>
                    <a:pt x="331" y="312"/>
                  </a:lnTo>
                  <a:lnTo>
                    <a:pt x="335" y="312"/>
                  </a:lnTo>
                  <a:lnTo>
                    <a:pt x="1"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8"/>
            <p:cNvSpPr/>
            <p:nvPr/>
          </p:nvSpPr>
          <p:spPr>
            <a:xfrm>
              <a:off x="6551499" y="3785125"/>
              <a:ext cx="21326" cy="16649"/>
            </a:xfrm>
            <a:custGeom>
              <a:avLst/>
              <a:gdLst/>
              <a:ahLst/>
              <a:cxnLst/>
              <a:rect l="l" t="t" r="r" b="b"/>
              <a:pathLst>
                <a:path w="994" h="776" fill="none" extrusionOk="0">
                  <a:moveTo>
                    <a:pt x="356" y="425"/>
                  </a:moveTo>
                  <a:lnTo>
                    <a:pt x="993" y="23"/>
                  </a:lnTo>
                  <a:lnTo>
                    <a:pt x="968" y="0"/>
                  </a:lnTo>
                  <a:lnTo>
                    <a:pt x="289" y="429"/>
                  </a:lnTo>
                  <a:lnTo>
                    <a:pt x="0" y="756"/>
                  </a:lnTo>
                  <a:lnTo>
                    <a:pt x="52" y="776"/>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8"/>
            <p:cNvSpPr/>
            <p:nvPr/>
          </p:nvSpPr>
          <p:spPr>
            <a:xfrm>
              <a:off x="6577181" y="3942798"/>
              <a:ext cx="3197" cy="1244"/>
            </a:xfrm>
            <a:custGeom>
              <a:avLst/>
              <a:gdLst/>
              <a:ahLst/>
              <a:cxnLst/>
              <a:rect l="l" t="t" r="r" b="b"/>
              <a:pathLst>
                <a:path w="149" h="58" fill="none" extrusionOk="0">
                  <a:moveTo>
                    <a:pt x="0" y="11"/>
                  </a:moveTo>
                  <a:lnTo>
                    <a:pt x="145" y="0"/>
                  </a:lnTo>
                  <a:lnTo>
                    <a:pt x="149" y="47"/>
                  </a:lnTo>
                  <a:lnTo>
                    <a:pt x="4" y="5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8"/>
            <p:cNvSpPr/>
            <p:nvPr/>
          </p:nvSpPr>
          <p:spPr>
            <a:xfrm>
              <a:off x="5525285" y="3327254"/>
              <a:ext cx="7659" cy="29865"/>
            </a:xfrm>
            <a:custGeom>
              <a:avLst/>
              <a:gdLst/>
              <a:ahLst/>
              <a:cxnLst/>
              <a:rect l="l" t="t" r="r" b="b"/>
              <a:pathLst>
                <a:path w="357" h="1392" fill="none" extrusionOk="0">
                  <a:moveTo>
                    <a:pt x="332" y="709"/>
                  </a:moveTo>
                  <a:lnTo>
                    <a:pt x="282" y="1"/>
                  </a:lnTo>
                  <a:lnTo>
                    <a:pt x="262" y="3"/>
                  </a:lnTo>
                  <a:lnTo>
                    <a:pt x="306" y="638"/>
                  </a:lnTo>
                  <a:lnTo>
                    <a:pt x="330" y="970"/>
                  </a:lnTo>
                  <a:lnTo>
                    <a:pt x="1" y="1348"/>
                  </a:lnTo>
                  <a:lnTo>
                    <a:pt x="49" y="1391"/>
                  </a:lnTo>
                  <a:lnTo>
                    <a:pt x="357" y="1062"/>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8"/>
            <p:cNvSpPr/>
            <p:nvPr/>
          </p:nvSpPr>
          <p:spPr>
            <a:xfrm>
              <a:off x="6562806" y="3846036"/>
              <a:ext cx="4548" cy="1309"/>
            </a:xfrm>
            <a:custGeom>
              <a:avLst/>
              <a:gdLst/>
              <a:ahLst/>
              <a:cxnLst/>
              <a:rect l="l" t="t" r="r" b="b"/>
              <a:pathLst>
                <a:path w="212" h="61" fill="none" extrusionOk="0">
                  <a:moveTo>
                    <a:pt x="28" y="61"/>
                  </a:moveTo>
                  <a:lnTo>
                    <a:pt x="171" y="50"/>
                  </a:lnTo>
                  <a:lnTo>
                    <a:pt x="212" y="0"/>
                  </a:lnTo>
                  <a:lnTo>
                    <a:pt x="1" y="15"/>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8"/>
            <p:cNvSpPr/>
            <p:nvPr/>
          </p:nvSpPr>
          <p:spPr>
            <a:xfrm>
              <a:off x="5613808" y="3776543"/>
              <a:ext cx="8947" cy="1974"/>
            </a:xfrm>
            <a:custGeom>
              <a:avLst/>
              <a:gdLst/>
              <a:ahLst/>
              <a:cxnLst/>
              <a:rect l="l" t="t" r="r" b="b"/>
              <a:pathLst>
                <a:path w="417" h="92" fill="none" extrusionOk="0">
                  <a:moveTo>
                    <a:pt x="416" y="68"/>
                  </a:moveTo>
                  <a:lnTo>
                    <a:pt x="339" y="1"/>
                  </a:lnTo>
                  <a:lnTo>
                    <a:pt x="0" y="25"/>
                  </a:lnTo>
                  <a:lnTo>
                    <a:pt x="83" y="92"/>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8"/>
            <p:cNvSpPr/>
            <p:nvPr/>
          </p:nvSpPr>
          <p:spPr>
            <a:xfrm>
              <a:off x="5467893" y="3286403"/>
              <a:ext cx="987" cy="6093"/>
            </a:xfrm>
            <a:custGeom>
              <a:avLst/>
              <a:gdLst/>
              <a:ahLst/>
              <a:cxnLst/>
              <a:rect l="l" t="t" r="r" b="b"/>
              <a:pathLst>
                <a:path w="46" h="284" fill="none" extrusionOk="0">
                  <a:moveTo>
                    <a:pt x="0" y="1"/>
                  </a:moveTo>
                  <a:lnTo>
                    <a:pt x="20" y="283"/>
                  </a:lnTo>
                  <a:lnTo>
                    <a:pt x="46" y="281"/>
                  </a:lnTo>
                  <a:lnTo>
                    <a:pt x="27" y="2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8"/>
            <p:cNvSpPr/>
            <p:nvPr/>
          </p:nvSpPr>
          <p:spPr>
            <a:xfrm>
              <a:off x="5483147" y="3292947"/>
              <a:ext cx="1437" cy="13796"/>
            </a:xfrm>
            <a:custGeom>
              <a:avLst/>
              <a:gdLst/>
              <a:ahLst/>
              <a:cxnLst/>
              <a:rect l="l" t="t" r="r" b="b"/>
              <a:pathLst>
                <a:path w="67" h="643" fill="none" extrusionOk="0">
                  <a:moveTo>
                    <a:pt x="21" y="1"/>
                  </a:moveTo>
                  <a:lnTo>
                    <a:pt x="1" y="2"/>
                  </a:lnTo>
                  <a:lnTo>
                    <a:pt x="20" y="283"/>
                  </a:lnTo>
                  <a:lnTo>
                    <a:pt x="46" y="642"/>
                  </a:lnTo>
                  <a:lnTo>
                    <a:pt x="67" y="640"/>
                  </a:lnTo>
                  <a:lnTo>
                    <a:pt x="46" y="355"/>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8"/>
            <p:cNvSpPr/>
            <p:nvPr/>
          </p:nvSpPr>
          <p:spPr>
            <a:xfrm>
              <a:off x="5499389" y="3307065"/>
              <a:ext cx="987" cy="7037"/>
            </a:xfrm>
            <a:custGeom>
              <a:avLst/>
              <a:gdLst/>
              <a:ahLst/>
              <a:cxnLst/>
              <a:rect l="l" t="t" r="r" b="b"/>
              <a:pathLst>
                <a:path w="46" h="328" fill="none" extrusionOk="0">
                  <a:moveTo>
                    <a:pt x="1" y="2"/>
                  </a:moveTo>
                  <a:lnTo>
                    <a:pt x="22" y="288"/>
                  </a:lnTo>
                  <a:lnTo>
                    <a:pt x="45" y="327"/>
                  </a:lnTo>
                  <a:lnTo>
                    <a:pt x="22"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8"/>
            <p:cNvSpPr/>
            <p:nvPr/>
          </p:nvSpPr>
          <p:spPr>
            <a:xfrm>
              <a:off x="5623420" y="3405522"/>
              <a:ext cx="12637" cy="3433"/>
            </a:xfrm>
            <a:custGeom>
              <a:avLst/>
              <a:gdLst/>
              <a:ahLst/>
              <a:cxnLst/>
              <a:rect l="l" t="t" r="r" b="b"/>
              <a:pathLst>
                <a:path w="589" h="160" fill="none" extrusionOk="0">
                  <a:moveTo>
                    <a:pt x="196" y="160"/>
                  </a:moveTo>
                  <a:lnTo>
                    <a:pt x="588" y="132"/>
                  </a:lnTo>
                  <a:lnTo>
                    <a:pt x="1"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8"/>
            <p:cNvSpPr/>
            <p:nvPr/>
          </p:nvSpPr>
          <p:spPr>
            <a:xfrm>
              <a:off x="5631015" y="3664848"/>
              <a:ext cx="2768" cy="215"/>
            </a:xfrm>
            <a:custGeom>
              <a:avLst/>
              <a:gdLst/>
              <a:ahLst/>
              <a:cxnLst/>
              <a:rect l="l" t="t" r="r" b="b"/>
              <a:pathLst>
                <a:path w="129" h="10" fill="none" extrusionOk="0">
                  <a:moveTo>
                    <a:pt x="1" y="10"/>
                  </a:moveTo>
                  <a:lnTo>
                    <a:pt x="1" y="10"/>
                  </a:lnTo>
                  <a:lnTo>
                    <a:pt x="128"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8"/>
            <p:cNvSpPr/>
            <p:nvPr/>
          </p:nvSpPr>
          <p:spPr>
            <a:xfrm>
              <a:off x="5607479" y="3771909"/>
              <a:ext cx="1652" cy="1416"/>
            </a:xfrm>
            <a:custGeom>
              <a:avLst/>
              <a:gdLst/>
              <a:ahLst/>
              <a:cxnLst/>
              <a:rect l="l" t="t" r="r" b="b"/>
              <a:pathLst>
                <a:path w="77" h="66" fill="none" extrusionOk="0">
                  <a:moveTo>
                    <a:pt x="77" y="66"/>
                  </a:moveTo>
                  <a:lnTo>
                    <a:pt x="1" y="1"/>
                  </a:lnTo>
                  <a:lnTo>
                    <a:pt x="2" y="5"/>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8"/>
            <p:cNvSpPr/>
            <p:nvPr/>
          </p:nvSpPr>
          <p:spPr>
            <a:xfrm>
              <a:off x="5640177" y="3694971"/>
              <a:ext cx="5063" cy="4978"/>
            </a:xfrm>
            <a:custGeom>
              <a:avLst/>
              <a:gdLst/>
              <a:ahLst/>
              <a:cxnLst/>
              <a:rect l="l" t="t" r="r" b="b"/>
              <a:pathLst>
                <a:path w="236" h="232" fill="none" extrusionOk="0">
                  <a:moveTo>
                    <a:pt x="17" y="232"/>
                  </a:moveTo>
                  <a:lnTo>
                    <a:pt x="236" y="216"/>
                  </a:lnTo>
                  <a:lnTo>
                    <a:pt x="1"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8"/>
            <p:cNvSpPr/>
            <p:nvPr/>
          </p:nvSpPr>
          <p:spPr>
            <a:xfrm>
              <a:off x="5721963" y="3455641"/>
              <a:ext cx="43" cy="21"/>
            </a:xfrm>
            <a:custGeom>
              <a:avLst/>
              <a:gdLst/>
              <a:ahLst/>
              <a:cxnLst/>
              <a:rect l="l" t="t" r="r" b="b"/>
              <a:pathLst>
                <a:path w="2" h="1" fill="none" extrusionOk="0">
                  <a:moveTo>
                    <a:pt x="0" y="1"/>
                  </a:moveTo>
                  <a:lnTo>
                    <a:pt x="1" y="1"/>
                  </a:lnTo>
                  <a:lnTo>
                    <a:pt x="0"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8"/>
            <p:cNvSpPr/>
            <p:nvPr/>
          </p:nvSpPr>
          <p:spPr>
            <a:xfrm>
              <a:off x="6227207" y="3574008"/>
              <a:ext cx="43" cy="21"/>
            </a:xfrm>
            <a:custGeom>
              <a:avLst/>
              <a:gdLst/>
              <a:ahLst/>
              <a:cxnLst/>
              <a:rect l="l" t="t" r="r" b="b"/>
              <a:pathLst>
                <a:path w="2" h="1" fill="none" extrusionOk="0">
                  <a:moveTo>
                    <a:pt x="1" y="1"/>
                  </a:moveTo>
                  <a:lnTo>
                    <a:pt x="0"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8"/>
            <p:cNvSpPr/>
            <p:nvPr/>
          </p:nvSpPr>
          <p:spPr>
            <a:xfrm>
              <a:off x="6206310" y="3599925"/>
              <a:ext cx="7252" cy="1502"/>
            </a:xfrm>
            <a:custGeom>
              <a:avLst/>
              <a:gdLst/>
              <a:ahLst/>
              <a:cxnLst/>
              <a:rect l="l" t="t" r="r" b="b"/>
              <a:pathLst>
                <a:path w="338" h="70" fill="none" extrusionOk="0">
                  <a:moveTo>
                    <a:pt x="1" y="24"/>
                  </a:moveTo>
                  <a:lnTo>
                    <a:pt x="334" y="0"/>
                  </a:lnTo>
                  <a:lnTo>
                    <a:pt x="337" y="47"/>
                  </a:lnTo>
                  <a:lnTo>
                    <a:pt x="4" y="69"/>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8"/>
            <p:cNvSpPr/>
            <p:nvPr/>
          </p:nvSpPr>
          <p:spPr>
            <a:xfrm>
              <a:off x="6218003" y="3569545"/>
              <a:ext cx="1502" cy="2961"/>
            </a:xfrm>
            <a:custGeom>
              <a:avLst/>
              <a:gdLst/>
              <a:ahLst/>
              <a:cxnLst/>
              <a:rect l="l" t="t" r="r" b="b"/>
              <a:pathLst>
                <a:path w="70" h="138" fill="none" extrusionOk="0">
                  <a:moveTo>
                    <a:pt x="40" y="1"/>
                  </a:moveTo>
                  <a:lnTo>
                    <a:pt x="1" y="125"/>
                  </a:lnTo>
                  <a:lnTo>
                    <a:pt x="69" y="138"/>
                  </a:lnTo>
                  <a:lnTo>
                    <a:pt x="59"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8"/>
            <p:cNvSpPr/>
            <p:nvPr/>
          </p:nvSpPr>
          <p:spPr>
            <a:xfrm>
              <a:off x="6099592" y="3184621"/>
              <a:ext cx="21" cy="7617"/>
            </a:xfrm>
            <a:custGeom>
              <a:avLst/>
              <a:gdLst/>
              <a:ahLst/>
              <a:cxnLst/>
              <a:rect l="l" t="t" r="r" b="b"/>
              <a:pathLst>
                <a:path w="1" h="355" fill="none" extrusionOk="0">
                  <a:moveTo>
                    <a:pt x="1" y="0"/>
                  </a:moveTo>
                  <a:lnTo>
                    <a:pt x="1" y="0"/>
                  </a:lnTo>
                  <a:lnTo>
                    <a:pt x="1" y="355"/>
                  </a:lnTo>
                  <a:lnTo>
                    <a:pt x="1" y="355"/>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8"/>
            <p:cNvSpPr/>
            <p:nvPr/>
          </p:nvSpPr>
          <p:spPr>
            <a:xfrm>
              <a:off x="6193544" y="3631400"/>
              <a:ext cx="7016" cy="987"/>
            </a:xfrm>
            <a:custGeom>
              <a:avLst/>
              <a:gdLst/>
              <a:ahLst/>
              <a:cxnLst/>
              <a:rect l="l" t="t" r="r" b="b"/>
              <a:pathLst>
                <a:path w="327" h="46" fill="none" extrusionOk="0">
                  <a:moveTo>
                    <a:pt x="1" y="45"/>
                  </a:moveTo>
                  <a:lnTo>
                    <a:pt x="318" y="22"/>
                  </a:lnTo>
                  <a:lnTo>
                    <a:pt x="327" y="1"/>
                  </a:lnTo>
                  <a:lnTo>
                    <a:pt x="10" y="2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8"/>
            <p:cNvSpPr/>
            <p:nvPr/>
          </p:nvSpPr>
          <p:spPr>
            <a:xfrm>
              <a:off x="6484903" y="3484390"/>
              <a:ext cx="8947" cy="6329"/>
            </a:xfrm>
            <a:custGeom>
              <a:avLst/>
              <a:gdLst/>
              <a:ahLst/>
              <a:cxnLst/>
              <a:rect l="l" t="t" r="r" b="b"/>
              <a:pathLst>
                <a:path w="417" h="295" fill="none" extrusionOk="0">
                  <a:moveTo>
                    <a:pt x="416" y="259"/>
                  </a:moveTo>
                  <a:lnTo>
                    <a:pt x="119" y="1"/>
                  </a:lnTo>
                  <a:lnTo>
                    <a:pt x="0" y="10"/>
                  </a:lnTo>
                  <a:lnTo>
                    <a:pt x="354" y="29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8"/>
            <p:cNvSpPr/>
            <p:nvPr/>
          </p:nvSpPr>
          <p:spPr>
            <a:xfrm>
              <a:off x="6240638" y="3547597"/>
              <a:ext cx="9526" cy="6136"/>
            </a:xfrm>
            <a:custGeom>
              <a:avLst/>
              <a:gdLst/>
              <a:ahLst/>
              <a:cxnLst/>
              <a:rect l="l" t="t" r="r" b="b"/>
              <a:pathLst>
                <a:path w="444" h="286" fill="none" extrusionOk="0">
                  <a:moveTo>
                    <a:pt x="444" y="278"/>
                  </a:moveTo>
                  <a:lnTo>
                    <a:pt x="98" y="0"/>
                  </a:lnTo>
                  <a:lnTo>
                    <a:pt x="0" y="2"/>
                  </a:lnTo>
                  <a:lnTo>
                    <a:pt x="327" y="286"/>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8"/>
            <p:cNvSpPr/>
            <p:nvPr/>
          </p:nvSpPr>
          <p:spPr>
            <a:xfrm>
              <a:off x="6509040" y="3482545"/>
              <a:ext cx="3604" cy="2124"/>
            </a:xfrm>
            <a:custGeom>
              <a:avLst/>
              <a:gdLst/>
              <a:ahLst/>
              <a:cxnLst/>
              <a:rect l="l" t="t" r="r" b="b"/>
              <a:pathLst>
                <a:path w="168" h="99" fill="none" extrusionOk="0">
                  <a:moveTo>
                    <a:pt x="58" y="0"/>
                  </a:moveTo>
                  <a:lnTo>
                    <a:pt x="1" y="35"/>
                  </a:lnTo>
                  <a:lnTo>
                    <a:pt x="168" y="99"/>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8"/>
            <p:cNvSpPr/>
            <p:nvPr/>
          </p:nvSpPr>
          <p:spPr>
            <a:xfrm>
              <a:off x="6229181" y="3527107"/>
              <a:ext cx="1459" cy="1738"/>
            </a:xfrm>
            <a:custGeom>
              <a:avLst/>
              <a:gdLst/>
              <a:ahLst/>
              <a:cxnLst/>
              <a:rect l="l" t="t" r="r" b="b"/>
              <a:pathLst>
                <a:path w="68" h="81" fill="none" extrusionOk="0">
                  <a:moveTo>
                    <a:pt x="67" y="69"/>
                  </a:moveTo>
                  <a:lnTo>
                    <a:pt x="0" y="0"/>
                  </a:lnTo>
                  <a:lnTo>
                    <a:pt x="45" y="8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8"/>
            <p:cNvSpPr/>
            <p:nvPr/>
          </p:nvSpPr>
          <p:spPr>
            <a:xfrm>
              <a:off x="6270567" y="3566498"/>
              <a:ext cx="1073" cy="408"/>
            </a:xfrm>
            <a:custGeom>
              <a:avLst/>
              <a:gdLst/>
              <a:ahLst/>
              <a:cxnLst/>
              <a:rect l="l" t="t" r="r" b="b"/>
              <a:pathLst>
                <a:path w="50" h="19" fill="none" extrusionOk="0">
                  <a:moveTo>
                    <a:pt x="49" y="17"/>
                  </a:moveTo>
                  <a:lnTo>
                    <a:pt x="1" y="1"/>
                  </a:lnTo>
                  <a:lnTo>
                    <a:pt x="21" y="19"/>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8"/>
            <p:cNvSpPr/>
            <p:nvPr/>
          </p:nvSpPr>
          <p:spPr>
            <a:xfrm>
              <a:off x="6008731" y="3605675"/>
              <a:ext cx="1738" cy="1523"/>
            </a:xfrm>
            <a:custGeom>
              <a:avLst/>
              <a:gdLst/>
              <a:ahLst/>
              <a:cxnLst/>
              <a:rect l="l" t="t" r="r" b="b"/>
              <a:pathLst>
                <a:path w="81" h="71" fill="none" extrusionOk="0">
                  <a:moveTo>
                    <a:pt x="79" y="61"/>
                  </a:moveTo>
                  <a:lnTo>
                    <a:pt x="0" y="0"/>
                  </a:lnTo>
                  <a:lnTo>
                    <a:pt x="80" y="7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8"/>
            <p:cNvSpPr/>
            <p:nvPr/>
          </p:nvSpPr>
          <p:spPr>
            <a:xfrm>
              <a:off x="6001329" y="3586194"/>
              <a:ext cx="2553" cy="15297"/>
            </a:xfrm>
            <a:custGeom>
              <a:avLst/>
              <a:gdLst/>
              <a:ahLst/>
              <a:cxnLst/>
              <a:rect l="l" t="t" r="r" b="b"/>
              <a:pathLst>
                <a:path w="119" h="713" fill="none" extrusionOk="0">
                  <a:moveTo>
                    <a:pt x="47" y="650"/>
                  </a:moveTo>
                  <a:lnTo>
                    <a:pt x="118" y="712"/>
                  </a:lnTo>
                  <a:lnTo>
                    <a:pt x="94" y="363"/>
                  </a:lnTo>
                  <a:lnTo>
                    <a:pt x="71" y="31"/>
                  </a:lnTo>
                  <a:lnTo>
                    <a:pt x="0" y="1"/>
                  </a:lnTo>
                  <a:lnTo>
                    <a:pt x="21" y="295"/>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8"/>
            <p:cNvSpPr/>
            <p:nvPr/>
          </p:nvSpPr>
          <p:spPr>
            <a:xfrm>
              <a:off x="5887853" y="3586495"/>
              <a:ext cx="2038" cy="6458"/>
            </a:xfrm>
            <a:custGeom>
              <a:avLst/>
              <a:gdLst/>
              <a:ahLst/>
              <a:cxnLst/>
              <a:rect l="l" t="t" r="r" b="b"/>
              <a:pathLst>
                <a:path w="95" h="301" fill="none" extrusionOk="0">
                  <a:moveTo>
                    <a:pt x="95" y="295"/>
                  </a:moveTo>
                  <a:lnTo>
                    <a:pt x="76" y="35"/>
                  </a:lnTo>
                  <a:lnTo>
                    <a:pt x="0" y="1"/>
                  </a:lnTo>
                  <a:lnTo>
                    <a:pt x="22" y="30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8"/>
            <p:cNvSpPr/>
            <p:nvPr/>
          </p:nvSpPr>
          <p:spPr>
            <a:xfrm>
              <a:off x="6010490" y="3578728"/>
              <a:ext cx="5964" cy="5600"/>
            </a:xfrm>
            <a:custGeom>
              <a:avLst/>
              <a:gdLst/>
              <a:ahLst/>
              <a:cxnLst/>
              <a:rect l="l" t="t" r="r" b="b"/>
              <a:pathLst>
                <a:path w="278" h="261" fill="none" extrusionOk="0">
                  <a:moveTo>
                    <a:pt x="1" y="1"/>
                  </a:moveTo>
                  <a:lnTo>
                    <a:pt x="277" y="260"/>
                  </a:lnTo>
                  <a:lnTo>
                    <a:pt x="276" y="24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8"/>
            <p:cNvSpPr/>
            <p:nvPr/>
          </p:nvSpPr>
          <p:spPr>
            <a:xfrm>
              <a:off x="6224203" y="3531462"/>
              <a:ext cx="536" cy="236"/>
            </a:xfrm>
            <a:custGeom>
              <a:avLst/>
              <a:gdLst/>
              <a:ahLst/>
              <a:cxnLst/>
              <a:rect l="l" t="t" r="r" b="b"/>
              <a:pathLst>
                <a:path w="25" h="11" fill="none" extrusionOk="0">
                  <a:moveTo>
                    <a:pt x="5" y="10"/>
                  </a:moveTo>
                  <a:lnTo>
                    <a:pt x="25" y="0"/>
                  </a:lnTo>
                  <a:lnTo>
                    <a:pt x="1" y="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8"/>
            <p:cNvSpPr/>
            <p:nvPr/>
          </p:nvSpPr>
          <p:spPr>
            <a:xfrm>
              <a:off x="6146450" y="3478554"/>
              <a:ext cx="6673" cy="5214"/>
            </a:xfrm>
            <a:custGeom>
              <a:avLst/>
              <a:gdLst/>
              <a:ahLst/>
              <a:cxnLst/>
              <a:rect l="l" t="t" r="r" b="b"/>
              <a:pathLst>
                <a:path w="311" h="243" fill="none" extrusionOk="0">
                  <a:moveTo>
                    <a:pt x="311" y="242"/>
                  </a:moveTo>
                  <a:lnTo>
                    <a:pt x="17" y="0"/>
                  </a:lnTo>
                  <a:lnTo>
                    <a:pt x="0" y="1"/>
                  </a:lnTo>
                  <a:lnTo>
                    <a:pt x="295" y="24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8"/>
            <p:cNvSpPr/>
            <p:nvPr/>
          </p:nvSpPr>
          <p:spPr>
            <a:xfrm>
              <a:off x="6226863" y="3561650"/>
              <a:ext cx="6136" cy="7895"/>
            </a:xfrm>
            <a:custGeom>
              <a:avLst/>
              <a:gdLst/>
              <a:ahLst/>
              <a:cxnLst/>
              <a:rect l="l" t="t" r="r" b="b"/>
              <a:pathLst>
                <a:path w="286" h="368" fill="none" extrusionOk="0">
                  <a:moveTo>
                    <a:pt x="2" y="367"/>
                  </a:moveTo>
                  <a:lnTo>
                    <a:pt x="286" y="15"/>
                  </a:lnTo>
                  <a:lnTo>
                    <a:pt x="280" y="1"/>
                  </a:lnTo>
                  <a:lnTo>
                    <a:pt x="0" y="34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8"/>
            <p:cNvSpPr/>
            <p:nvPr/>
          </p:nvSpPr>
          <p:spPr>
            <a:xfrm>
              <a:off x="5834130" y="3595227"/>
              <a:ext cx="1673" cy="1459"/>
            </a:xfrm>
            <a:custGeom>
              <a:avLst/>
              <a:gdLst/>
              <a:ahLst/>
              <a:cxnLst/>
              <a:rect l="l" t="t" r="r" b="b"/>
              <a:pathLst>
                <a:path w="78" h="68" fill="none" extrusionOk="0">
                  <a:moveTo>
                    <a:pt x="77" y="67"/>
                  </a:moveTo>
                  <a:lnTo>
                    <a:pt x="1" y="1"/>
                  </a:lnTo>
                  <a:lnTo>
                    <a:pt x="72" y="6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8"/>
            <p:cNvSpPr/>
            <p:nvPr/>
          </p:nvSpPr>
          <p:spPr>
            <a:xfrm>
              <a:off x="6000663" y="3556372"/>
              <a:ext cx="6630" cy="5857"/>
            </a:xfrm>
            <a:custGeom>
              <a:avLst/>
              <a:gdLst/>
              <a:ahLst/>
              <a:cxnLst/>
              <a:rect l="l" t="t" r="r" b="b"/>
              <a:pathLst>
                <a:path w="309" h="273" fill="none" extrusionOk="0">
                  <a:moveTo>
                    <a:pt x="1" y="1"/>
                  </a:moveTo>
                  <a:lnTo>
                    <a:pt x="1" y="6"/>
                  </a:lnTo>
                  <a:lnTo>
                    <a:pt x="308" y="272"/>
                  </a:lnTo>
                  <a:lnTo>
                    <a:pt x="308" y="26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8"/>
            <p:cNvSpPr/>
            <p:nvPr/>
          </p:nvSpPr>
          <p:spPr>
            <a:xfrm>
              <a:off x="6204121" y="3569974"/>
              <a:ext cx="9118" cy="1652"/>
            </a:xfrm>
            <a:custGeom>
              <a:avLst/>
              <a:gdLst/>
              <a:ahLst/>
              <a:cxnLst/>
              <a:rect l="l" t="t" r="r" b="b"/>
              <a:pathLst>
                <a:path w="425" h="77" fill="none" extrusionOk="0">
                  <a:moveTo>
                    <a:pt x="0" y="30"/>
                  </a:moveTo>
                  <a:lnTo>
                    <a:pt x="3" y="76"/>
                  </a:lnTo>
                  <a:lnTo>
                    <a:pt x="335" y="54"/>
                  </a:lnTo>
                  <a:lnTo>
                    <a:pt x="424" y="1"/>
                  </a:lnTo>
                  <a:lnTo>
                    <a:pt x="354" y="5"/>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8"/>
            <p:cNvSpPr/>
            <p:nvPr/>
          </p:nvSpPr>
          <p:spPr>
            <a:xfrm>
              <a:off x="6177560" y="3484004"/>
              <a:ext cx="322" cy="300"/>
            </a:xfrm>
            <a:custGeom>
              <a:avLst/>
              <a:gdLst/>
              <a:ahLst/>
              <a:cxnLst/>
              <a:rect l="l" t="t" r="r" b="b"/>
              <a:pathLst>
                <a:path w="15" h="14" fill="none" extrusionOk="0">
                  <a:moveTo>
                    <a:pt x="6" y="1"/>
                  </a:moveTo>
                  <a:lnTo>
                    <a:pt x="1" y="1"/>
                  </a:lnTo>
                  <a:lnTo>
                    <a:pt x="15" y="1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8"/>
            <p:cNvSpPr/>
            <p:nvPr/>
          </p:nvSpPr>
          <p:spPr>
            <a:xfrm>
              <a:off x="6345982" y="3404427"/>
              <a:ext cx="21" cy="14225"/>
            </a:xfrm>
            <a:custGeom>
              <a:avLst/>
              <a:gdLst/>
              <a:ahLst/>
              <a:cxnLst/>
              <a:rect l="l" t="t" r="r" b="b"/>
              <a:pathLst>
                <a:path w="1" h="663" fill="none" extrusionOk="0">
                  <a:moveTo>
                    <a:pt x="1" y="1"/>
                  </a:moveTo>
                  <a:lnTo>
                    <a:pt x="1" y="1"/>
                  </a:lnTo>
                  <a:lnTo>
                    <a:pt x="1" y="663"/>
                  </a:lnTo>
                  <a:lnTo>
                    <a:pt x="1" y="66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8"/>
            <p:cNvSpPr/>
            <p:nvPr/>
          </p:nvSpPr>
          <p:spPr>
            <a:xfrm>
              <a:off x="6252223" y="3358170"/>
              <a:ext cx="6844" cy="7595"/>
            </a:xfrm>
            <a:custGeom>
              <a:avLst/>
              <a:gdLst/>
              <a:ahLst/>
              <a:cxnLst/>
              <a:rect l="l" t="t" r="r" b="b"/>
              <a:pathLst>
                <a:path w="319" h="354" fill="none" extrusionOk="0">
                  <a:moveTo>
                    <a:pt x="318" y="12"/>
                  </a:moveTo>
                  <a:lnTo>
                    <a:pt x="308" y="0"/>
                  </a:lnTo>
                  <a:lnTo>
                    <a:pt x="0" y="333"/>
                  </a:lnTo>
                  <a:lnTo>
                    <a:pt x="25" y="35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8"/>
            <p:cNvSpPr/>
            <p:nvPr/>
          </p:nvSpPr>
          <p:spPr>
            <a:xfrm>
              <a:off x="6392560" y="3399750"/>
              <a:ext cx="20661" cy="23751"/>
            </a:xfrm>
            <a:custGeom>
              <a:avLst/>
              <a:gdLst/>
              <a:ahLst/>
              <a:cxnLst/>
              <a:rect l="l" t="t" r="r" b="b"/>
              <a:pathLst>
                <a:path w="963" h="1107" fill="none" extrusionOk="0">
                  <a:moveTo>
                    <a:pt x="335" y="755"/>
                  </a:moveTo>
                  <a:lnTo>
                    <a:pt x="308" y="375"/>
                  </a:lnTo>
                  <a:lnTo>
                    <a:pt x="962" y="13"/>
                  </a:lnTo>
                  <a:lnTo>
                    <a:pt x="945" y="0"/>
                  </a:lnTo>
                  <a:lnTo>
                    <a:pt x="260" y="378"/>
                  </a:lnTo>
                  <a:lnTo>
                    <a:pt x="287" y="759"/>
                  </a:lnTo>
                  <a:lnTo>
                    <a:pt x="1" y="1065"/>
                  </a:lnTo>
                  <a:lnTo>
                    <a:pt x="4" y="110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8"/>
            <p:cNvSpPr/>
            <p:nvPr/>
          </p:nvSpPr>
          <p:spPr>
            <a:xfrm>
              <a:off x="6220770" y="3360573"/>
              <a:ext cx="9247" cy="6887"/>
            </a:xfrm>
            <a:custGeom>
              <a:avLst/>
              <a:gdLst/>
              <a:ahLst/>
              <a:cxnLst/>
              <a:rect l="l" t="t" r="r" b="b"/>
              <a:pathLst>
                <a:path w="431" h="321" fill="none" extrusionOk="0">
                  <a:moveTo>
                    <a:pt x="53" y="9"/>
                  </a:moveTo>
                  <a:lnTo>
                    <a:pt x="183" y="1"/>
                  </a:lnTo>
                  <a:lnTo>
                    <a:pt x="1" y="14"/>
                  </a:lnTo>
                  <a:lnTo>
                    <a:pt x="378" y="321"/>
                  </a:lnTo>
                  <a:lnTo>
                    <a:pt x="430" y="31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8"/>
            <p:cNvSpPr/>
            <p:nvPr/>
          </p:nvSpPr>
          <p:spPr>
            <a:xfrm>
              <a:off x="6513674" y="3429916"/>
              <a:ext cx="3669" cy="300"/>
            </a:xfrm>
            <a:custGeom>
              <a:avLst/>
              <a:gdLst/>
              <a:ahLst/>
              <a:cxnLst/>
              <a:rect l="l" t="t" r="r" b="b"/>
              <a:pathLst>
                <a:path w="171" h="14" fill="none" extrusionOk="0">
                  <a:moveTo>
                    <a:pt x="170" y="0"/>
                  </a:moveTo>
                  <a:lnTo>
                    <a:pt x="0" y="13"/>
                  </a:lnTo>
                  <a:lnTo>
                    <a:pt x="0" y="1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8"/>
            <p:cNvSpPr/>
            <p:nvPr/>
          </p:nvSpPr>
          <p:spPr>
            <a:xfrm>
              <a:off x="6125982" y="3299899"/>
              <a:ext cx="343" cy="43"/>
            </a:xfrm>
            <a:custGeom>
              <a:avLst/>
              <a:gdLst/>
              <a:ahLst/>
              <a:cxnLst/>
              <a:rect l="l" t="t" r="r" b="b"/>
              <a:pathLst>
                <a:path w="16" h="2" fill="none" extrusionOk="0">
                  <a:moveTo>
                    <a:pt x="0" y="1"/>
                  </a:moveTo>
                  <a:lnTo>
                    <a:pt x="0" y="1"/>
                  </a:lnTo>
                  <a:lnTo>
                    <a:pt x="16"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8"/>
            <p:cNvSpPr/>
            <p:nvPr/>
          </p:nvSpPr>
          <p:spPr>
            <a:xfrm>
              <a:off x="6437594" y="3408053"/>
              <a:ext cx="24287" cy="12272"/>
            </a:xfrm>
            <a:custGeom>
              <a:avLst/>
              <a:gdLst/>
              <a:ahLst/>
              <a:cxnLst/>
              <a:rect l="l" t="t" r="r" b="b"/>
              <a:pathLst>
                <a:path w="1132" h="572" fill="none" extrusionOk="0">
                  <a:moveTo>
                    <a:pt x="1038" y="169"/>
                  </a:moveTo>
                  <a:lnTo>
                    <a:pt x="1131" y="1"/>
                  </a:lnTo>
                  <a:lnTo>
                    <a:pt x="992" y="173"/>
                  </a:lnTo>
                  <a:lnTo>
                    <a:pt x="3" y="557"/>
                  </a:lnTo>
                  <a:lnTo>
                    <a:pt x="1" y="572"/>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8"/>
            <p:cNvSpPr/>
            <p:nvPr/>
          </p:nvSpPr>
          <p:spPr>
            <a:xfrm>
              <a:off x="6485482" y="3406573"/>
              <a:ext cx="21" cy="6630"/>
            </a:xfrm>
            <a:custGeom>
              <a:avLst/>
              <a:gdLst/>
              <a:ahLst/>
              <a:cxnLst/>
              <a:rect l="l" t="t" r="r" b="b"/>
              <a:pathLst>
                <a:path w="1" h="309" fill="none" extrusionOk="0">
                  <a:moveTo>
                    <a:pt x="0" y="0"/>
                  </a:moveTo>
                  <a:lnTo>
                    <a:pt x="0" y="0"/>
                  </a:lnTo>
                  <a:lnTo>
                    <a:pt x="0" y="309"/>
                  </a:lnTo>
                  <a:lnTo>
                    <a:pt x="0" y="309"/>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8"/>
            <p:cNvSpPr/>
            <p:nvPr/>
          </p:nvSpPr>
          <p:spPr>
            <a:xfrm>
              <a:off x="6361708" y="3401853"/>
              <a:ext cx="21519" cy="16756"/>
            </a:xfrm>
            <a:custGeom>
              <a:avLst/>
              <a:gdLst/>
              <a:ahLst/>
              <a:cxnLst/>
              <a:rect l="l" t="t" r="r" b="b"/>
              <a:pathLst>
                <a:path w="1003" h="781" fill="none" extrusionOk="0">
                  <a:moveTo>
                    <a:pt x="352" y="375"/>
                  </a:moveTo>
                  <a:lnTo>
                    <a:pt x="685" y="351"/>
                  </a:lnTo>
                  <a:lnTo>
                    <a:pt x="1003" y="13"/>
                  </a:lnTo>
                  <a:lnTo>
                    <a:pt x="990" y="1"/>
                  </a:lnTo>
                  <a:lnTo>
                    <a:pt x="633" y="356"/>
                  </a:lnTo>
                  <a:lnTo>
                    <a:pt x="305" y="378"/>
                  </a:lnTo>
                  <a:lnTo>
                    <a:pt x="0" y="757"/>
                  </a:lnTo>
                  <a:lnTo>
                    <a:pt x="25" y="78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8"/>
            <p:cNvSpPr/>
            <p:nvPr/>
          </p:nvSpPr>
          <p:spPr>
            <a:xfrm>
              <a:off x="6002144" y="3352335"/>
              <a:ext cx="15190" cy="8732"/>
            </a:xfrm>
            <a:custGeom>
              <a:avLst/>
              <a:gdLst/>
              <a:ahLst/>
              <a:cxnLst/>
              <a:rect l="l" t="t" r="r" b="b"/>
              <a:pathLst>
                <a:path w="708" h="407" fill="none" extrusionOk="0">
                  <a:moveTo>
                    <a:pt x="707" y="1"/>
                  </a:moveTo>
                  <a:lnTo>
                    <a:pt x="682" y="3"/>
                  </a:lnTo>
                  <a:lnTo>
                    <a:pt x="0" y="406"/>
                  </a:lnTo>
                  <a:lnTo>
                    <a:pt x="25" y="405"/>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8"/>
            <p:cNvSpPr/>
            <p:nvPr/>
          </p:nvSpPr>
          <p:spPr>
            <a:xfrm>
              <a:off x="6214784" y="3367911"/>
              <a:ext cx="7638" cy="15126"/>
            </a:xfrm>
            <a:custGeom>
              <a:avLst/>
              <a:gdLst/>
              <a:ahLst/>
              <a:cxnLst/>
              <a:rect l="l" t="t" r="r" b="b"/>
              <a:pathLst>
                <a:path w="356" h="705" fill="none" extrusionOk="0">
                  <a:moveTo>
                    <a:pt x="47" y="377"/>
                  </a:moveTo>
                  <a:lnTo>
                    <a:pt x="355" y="0"/>
                  </a:lnTo>
                  <a:lnTo>
                    <a:pt x="303" y="4"/>
                  </a:lnTo>
                  <a:lnTo>
                    <a:pt x="1" y="380"/>
                  </a:lnTo>
                  <a:lnTo>
                    <a:pt x="18" y="625"/>
                  </a:lnTo>
                  <a:lnTo>
                    <a:pt x="71" y="705"/>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8"/>
            <p:cNvSpPr/>
            <p:nvPr/>
          </p:nvSpPr>
          <p:spPr>
            <a:xfrm>
              <a:off x="6023899" y="3302538"/>
              <a:ext cx="65373" cy="49368"/>
            </a:xfrm>
            <a:custGeom>
              <a:avLst/>
              <a:gdLst/>
              <a:ahLst/>
              <a:cxnLst/>
              <a:rect l="l" t="t" r="r" b="b"/>
              <a:pathLst>
                <a:path w="3047" h="2301" fill="none" extrusionOk="0">
                  <a:moveTo>
                    <a:pt x="376" y="1918"/>
                  </a:moveTo>
                  <a:lnTo>
                    <a:pt x="704" y="1895"/>
                  </a:lnTo>
                  <a:lnTo>
                    <a:pt x="1743" y="1136"/>
                  </a:lnTo>
                  <a:lnTo>
                    <a:pt x="2046" y="760"/>
                  </a:lnTo>
                  <a:lnTo>
                    <a:pt x="2379" y="381"/>
                  </a:lnTo>
                  <a:lnTo>
                    <a:pt x="3046" y="8"/>
                  </a:lnTo>
                  <a:lnTo>
                    <a:pt x="3037" y="1"/>
                  </a:lnTo>
                  <a:lnTo>
                    <a:pt x="2353" y="384"/>
                  </a:lnTo>
                  <a:lnTo>
                    <a:pt x="2024" y="762"/>
                  </a:lnTo>
                  <a:lnTo>
                    <a:pt x="1717" y="1138"/>
                  </a:lnTo>
                  <a:lnTo>
                    <a:pt x="683" y="1897"/>
                  </a:lnTo>
                  <a:lnTo>
                    <a:pt x="350" y="1920"/>
                  </a:lnTo>
                  <a:lnTo>
                    <a:pt x="1" y="2300"/>
                  </a:lnTo>
                  <a:lnTo>
                    <a:pt x="21" y="2299"/>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8"/>
            <p:cNvSpPr/>
            <p:nvPr/>
          </p:nvSpPr>
          <p:spPr>
            <a:xfrm>
              <a:off x="5966271" y="3378317"/>
              <a:ext cx="67304" cy="94509"/>
            </a:xfrm>
            <a:custGeom>
              <a:avLst/>
              <a:gdLst/>
              <a:ahLst/>
              <a:cxnLst/>
              <a:rect l="l" t="t" r="r" b="b"/>
              <a:pathLst>
                <a:path w="3137" h="4405" fill="none" extrusionOk="0">
                  <a:moveTo>
                    <a:pt x="2775" y="4380"/>
                  </a:moveTo>
                  <a:lnTo>
                    <a:pt x="2417" y="4050"/>
                  </a:lnTo>
                  <a:lnTo>
                    <a:pt x="1992" y="3370"/>
                  </a:lnTo>
                  <a:lnTo>
                    <a:pt x="1609" y="2686"/>
                  </a:lnTo>
                  <a:lnTo>
                    <a:pt x="1212" y="2385"/>
                  </a:lnTo>
                  <a:lnTo>
                    <a:pt x="1188" y="2031"/>
                  </a:lnTo>
                  <a:lnTo>
                    <a:pt x="1139" y="1345"/>
                  </a:lnTo>
                  <a:lnTo>
                    <a:pt x="779" y="989"/>
                  </a:lnTo>
                  <a:lnTo>
                    <a:pt x="402" y="686"/>
                  </a:lnTo>
                  <a:lnTo>
                    <a:pt x="354" y="0"/>
                  </a:lnTo>
                  <a:lnTo>
                    <a:pt x="0" y="25"/>
                  </a:lnTo>
                  <a:lnTo>
                    <a:pt x="333" y="1"/>
                  </a:lnTo>
                  <a:lnTo>
                    <a:pt x="382" y="688"/>
                  </a:lnTo>
                  <a:lnTo>
                    <a:pt x="758" y="990"/>
                  </a:lnTo>
                  <a:lnTo>
                    <a:pt x="1113" y="1347"/>
                  </a:lnTo>
                  <a:lnTo>
                    <a:pt x="1162" y="2033"/>
                  </a:lnTo>
                  <a:lnTo>
                    <a:pt x="1187" y="2387"/>
                  </a:lnTo>
                  <a:lnTo>
                    <a:pt x="1589" y="2688"/>
                  </a:lnTo>
                  <a:lnTo>
                    <a:pt x="1967" y="3372"/>
                  </a:lnTo>
                  <a:lnTo>
                    <a:pt x="2396" y="4052"/>
                  </a:lnTo>
                  <a:lnTo>
                    <a:pt x="2748" y="4383"/>
                  </a:lnTo>
                  <a:lnTo>
                    <a:pt x="3081" y="4359"/>
                  </a:lnTo>
                  <a:lnTo>
                    <a:pt x="3137" y="4404"/>
                  </a:lnTo>
                  <a:lnTo>
                    <a:pt x="3103" y="435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8"/>
            <p:cNvSpPr/>
            <p:nvPr/>
          </p:nvSpPr>
          <p:spPr>
            <a:xfrm>
              <a:off x="5956101" y="3349052"/>
              <a:ext cx="10191" cy="29801"/>
            </a:xfrm>
            <a:custGeom>
              <a:avLst/>
              <a:gdLst/>
              <a:ahLst/>
              <a:cxnLst/>
              <a:rect l="l" t="t" r="r" b="b"/>
              <a:pathLst>
                <a:path w="475" h="1389" fill="none" extrusionOk="0">
                  <a:moveTo>
                    <a:pt x="22" y="19"/>
                  </a:moveTo>
                  <a:lnTo>
                    <a:pt x="0" y="0"/>
                  </a:lnTo>
                  <a:lnTo>
                    <a:pt x="50" y="707"/>
                  </a:lnTo>
                  <a:lnTo>
                    <a:pt x="474" y="1389"/>
                  </a:lnTo>
                  <a:lnTo>
                    <a:pt x="71" y="706"/>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8"/>
            <p:cNvSpPr/>
            <p:nvPr/>
          </p:nvSpPr>
          <p:spPr>
            <a:xfrm>
              <a:off x="6184404" y="3362440"/>
              <a:ext cx="14096" cy="1008"/>
            </a:xfrm>
            <a:custGeom>
              <a:avLst/>
              <a:gdLst/>
              <a:ahLst/>
              <a:cxnLst/>
              <a:rect l="l" t="t" r="r" b="b"/>
              <a:pathLst>
                <a:path w="657" h="47" fill="none" extrusionOk="0">
                  <a:moveTo>
                    <a:pt x="656" y="0"/>
                  </a:moveTo>
                  <a:lnTo>
                    <a:pt x="1" y="47"/>
                  </a:lnTo>
                  <a:lnTo>
                    <a:pt x="1" y="4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8"/>
            <p:cNvSpPr/>
            <p:nvPr/>
          </p:nvSpPr>
          <p:spPr>
            <a:xfrm>
              <a:off x="6104827" y="3306636"/>
              <a:ext cx="8067" cy="9612"/>
            </a:xfrm>
            <a:custGeom>
              <a:avLst/>
              <a:gdLst/>
              <a:ahLst/>
              <a:cxnLst/>
              <a:rect l="l" t="t" r="r" b="b"/>
              <a:pathLst>
                <a:path w="376" h="448" fill="none" extrusionOk="0">
                  <a:moveTo>
                    <a:pt x="375" y="65"/>
                  </a:moveTo>
                  <a:lnTo>
                    <a:pt x="371" y="0"/>
                  </a:lnTo>
                  <a:lnTo>
                    <a:pt x="347" y="39"/>
                  </a:lnTo>
                  <a:lnTo>
                    <a:pt x="349" y="67"/>
                  </a:lnTo>
                  <a:lnTo>
                    <a:pt x="0" y="448"/>
                  </a:lnTo>
                  <a:lnTo>
                    <a:pt x="21" y="446"/>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8"/>
            <p:cNvSpPr/>
            <p:nvPr/>
          </p:nvSpPr>
          <p:spPr>
            <a:xfrm>
              <a:off x="6064943" y="3499559"/>
              <a:ext cx="6758" cy="5214"/>
            </a:xfrm>
            <a:custGeom>
              <a:avLst/>
              <a:gdLst/>
              <a:ahLst/>
              <a:cxnLst/>
              <a:rect l="l" t="t" r="r" b="b"/>
              <a:pathLst>
                <a:path w="315" h="243" fill="none" extrusionOk="0">
                  <a:moveTo>
                    <a:pt x="315" y="240"/>
                  </a:moveTo>
                  <a:lnTo>
                    <a:pt x="17" y="0"/>
                  </a:lnTo>
                  <a:lnTo>
                    <a:pt x="1" y="1"/>
                  </a:lnTo>
                  <a:lnTo>
                    <a:pt x="295" y="242"/>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8"/>
            <p:cNvSpPr/>
            <p:nvPr/>
          </p:nvSpPr>
          <p:spPr>
            <a:xfrm>
              <a:off x="6284384" y="1855977"/>
              <a:ext cx="46686" cy="28321"/>
            </a:xfrm>
            <a:custGeom>
              <a:avLst/>
              <a:gdLst/>
              <a:ahLst/>
              <a:cxnLst/>
              <a:rect l="l" t="t" r="r" b="b"/>
              <a:pathLst>
                <a:path w="2176" h="1320" fill="none" extrusionOk="0">
                  <a:moveTo>
                    <a:pt x="0" y="49"/>
                  </a:moveTo>
                  <a:lnTo>
                    <a:pt x="661" y="3"/>
                  </a:lnTo>
                  <a:lnTo>
                    <a:pt x="1394" y="333"/>
                  </a:lnTo>
                  <a:lnTo>
                    <a:pt x="2106" y="638"/>
                  </a:lnTo>
                  <a:lnTo>
                    <a:pt x="2155" y="1319"/>
                  </a:lnTo>
                  <a:lnTo>
                    <a:pt x="2175" y="1318"/>
                  </a:lnTo>
                  <a:lnTo>
                    <a:pt x="2128" y="637"/>
                  </a:lnTo>
                  <a:lnTo>
                    <a:pt x="1421" y="331"/>
                  </a:lnTo>
                  <a:lnTo>
                    <a:pt x="687" y="1"/>
                  </a:lnTo>
                  <a:lnTo>
                    <a:pt x="687"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8"/>
            <p:cNvSpPr/>
            <p:nvPr/>
          </p:nvSpPr>
          <p:spPr>
            <a:xfrm>
              <a:off x="6270718" y="1880865"/>
              <a:ext cx="14825" cy="6608"/>
            </a:xfrm>
            <a:custGeom>
              <a:avLst/>
              <a:gdLst/>
              <a:ahLst/>
              <a:cxnLst/>
              <a:rect l="l" t="t" r="r" b="b"/>
              <a:pathLst>
                <a:path w="691" h="308" fill="none" extrusionOk="0">
                  <a:moveTo>
                    <a:pt x="0" y="21"/>
                  </a:moveTo>
                  <a:lnTo>
                    <a:pt x="690" y="307"/>
                  </a:lnTo>
                  <a:lnTo>
                    <a:pt x="689" y="284"/>
                  </a:lnTo>
                  <a:lnTo>
                    <a:pt x="5"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8"/>
            <p:cNvSpPr/>
            <p:nvPr/>
          </p:nvSpPr>
          <p:spPr>
            <a:xfrm>
              <a:off x="6305088" y="1825790"/>
              <a:ext cx="3840" cy="300"/>
            </a:xfrm>
            <a:custGeom>
              <a:avLst/>
              <a:gdLst/>
              <a:ahLst/>
              <a:cxnLst/>
              <a:rect l="l" t="t" r="r" b="b"/>
              <a:pathLst>
                <a:path w="179" h="14" fill="none" extrusionOk="0">
                  <a:moveTo>
                    <a:pt x="0" y="14"/>
                  </a:moveTo>
                  <a:lnTo>
                    <a:pt x="178" y="1"/>
                  </a:lnTo>
                  <a:lnTo>
                    <a:pt x="0" y="1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8"/>
            <p:cNvSpPr/>
            <p:nvPr/>
          </p:nvSpPr>
          <p:spPr>
            <a:xfrm>
              <a:off x="6312233" y="1825533"/>
              <a:ext cx="36817" cy="35444"/>
            </a:xfrm>
            <a:custGeom>
              <a:avLst/>
              <a:gdLst/>
              <a:ahLst/>
              <a:cxnLst/>
              <a:rect l="l" t="t" r="r" b="b"/>
              <a:pathLst>
                <a:path w="1716" h="1652" fill="none" extrusionOk="0">
                  <a:moveTo>
                    <a:pt x="1134" y="962"/>
                  </a:moveTo>
                  <a:lnTo>
                    <a:pt x="1109" y="609"/>
                  </a:lnTo>
                  <a:lnTo>
                    <a:pt x="377" y="305"/>
                  </a:lnTo>
                  <a:lnTo>
                    <a:pt x="21" y="1"/>
                  </a:lnTo>
                  <a:lnTo>
                    <a:pt x="0" y="2"/>
                  </a:lnTo>
                  <a:lnTo>
                    <a:pt x="351" y="307"/>
                  </a:lnTo>
                  <a:lnTo>
                    <a:pt x="1083" y="611"/>
                  </a:lnTo>
                  <a:lnTo>
                    <a:pt x="1108" y="964"/>
                  </a:lnTo>
                  <a:lnTo>
                    <a:pt x="1512" y="1651"/>
                  </a:lnTo>
                  <a:lnTo>
                    <a:pt x="1716" y="1637"/>
                  </a:lnTo>
                  <a:lnTo>
                    <a:pt x="1538" y="165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8"/>
            <p:cNvSpPr/>
            <p:nvPr/>
          </p:nvSpPr>
          <p:spPr>
            <a:xfrm>
              <a:off x="6011734" y="2583795"/>
              <a:ext cx="6222" cy="451"/>
            </a:xfrm>
            <a:custGeom>
              <a:avLst/>
              <a:gdLst/>
              <a:ahLst/>
              <a:cxnLst/>
              <a:rect l="l" t="t" r="r" b="b"/>
              <a:pathLst>
                <a:path w="290" h="21" fill="none" extrusionOk="0">
                  <a:moveTo>
                    <a:pt x="290" y="0"/>
                  </a:moveTo>
                  <a:lnTo>
                    <a:pt x="290" y="0"/>
                  </a:lnTo>
                  <a:lnTo>
                    <a:pt x="1" y="2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8"/>
            <p:cNvSpPr/>
            <p:nvPr/>
          </p:nvSpPr>
          <p:spPr>
            <a:xfrm>
              <a:off x="6357353" y="1859839"/>
              <a:ext cx="10749" cy="7145"/>
            </a:xfrm>
            <a:custGeom>
              <a:avLst/>
              <a:gdLst/>
              <a:ahLst/>
              <a:cxnLst/>
              <a:rect l="l" t="t" r="r" b="b"/>
              <a:pathLst>
                <a:path w="501" h="333" fill="none" extrusionOk="0">
                  <a:moveTo>
                    <a:pt x="1" y="11"/>
                  </a:moveTo>
                  <a:lnTo>
                    <a:pt x="122" y="2"/>
                  </a:lnTo>
                  <a:lnTo>
                    <a:pt x="473" y="332"/>
                  </a:lnTo>
                  <a:lnTo>
                    <a:pt x="500" y="331"/>
                  </a:lnTo>
                  <a:lnTo>
                    <a:pt x="142"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8"/>
            <p:cNvSpPr/>
            <p:nvPr/>
          </p:nvSpPr>
          <p:spPr>
            <a:xfrm>
              <a:off x="6249563" y="1905195"/>
              <a:ext cx="15362" cy="6694"/>
            </a:xfrm>
            <a:custGeom>
              <a:avLst/>
              <a:gdLst/>
              <a:ahLst/>
              <a:cxnLst/>
              <a:rect l="l" t="t" r="r" b="b"/>
              <a:pathLst>
                <a:path w="716" h="312" fill="none" extrusionOk="0">
                  <a:moveTo>
                    <a:pt x="31" y="1"/>
                  </a:moveTo>
                  <a:lnTo>
                    <a:pt x="1" y="17"/>
                  </a:lnTo>
                  <a:lnTo>
                    <a:pt x="362" y="311"/>
                  </a:lnTo>
                  <a:lnTo>
                    <a:pt x="716" y="286"/>
                  </a:lnTo>
                  <a:lnTo>
                    <a:pt x="716" y="286"/>
                  </a:lnTo>
                  <a:lnTo>
                    <a:pt x="409" y="30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8"/>
            <p:cNvSpPr/>
            <p:nvPr/>
          </p:nvSpPr>
          <p:spPr>
            <a:xfrm>
              <a:off x="6041235" y="2273363"/>
              <a:ext cx="7638" cy="7252"/>
            </a:xfrm>
            <a:custGeom>
              <a:avLst/>
              <a:gdLst/>
              <a:ahLst/>
              <a:cxnLst/>
              <a:rect l="l" t="t" r="r" b="b"/>
              <a:pathLst>
                <a:path w="356" h="338" fill="none" extrusionOk="0">
                  <a:moveTo>
                    <a:pt x="46" y="1"/>
                  </a:moveTo>
                  <a:lnTo>
                    <a:pt x="1" y="26"/>
                  </a:lnTo>
                  <a:lnTo>
                    <a:pt x="22" y="337"/>
                  </a:lnTo>
                  <a:lnTo>
                    <a:pt x="355" y="314"/>
                  </a:lnTo>
                  <a:lnTo>
                    <a:pt x="355" y="314"/>
                  </a:lnTo>
                  <a:lnTo>
                    <a:pt x="70" y="33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8"/>
            <p:cNvSpPr/>
            <p:nvPr/>
          </p:nvSpPr>
          <p:spPr>
            <a:xfrm>
              <a:off x="6206717" y="1930169"/>
              <a:ext cx="29415" cy="6029"/>
            </a:xfrm>
            <a:custGeom>
              <a:avLst/>
              <a:gdLst/>
              <a:ahLst/>
              <a:cxnLst/>
              <a:rect l="l" t="t" r="r" b="b"/>
              <a:pathLst>
                <a:path w="1371" h="281" fill="none" extrusionOk="0">
                  <a:moveTo>
                    <a:pt x="354" y="1"/>
                  </a:moveTo>
                  <a:lnTo>
                    <a:pt x="0" y="25"/>
                  </a:lnTo>
                  <a:lnTo>
                    <a:pt x="0" y="25"/>
                  </a:lnTo>
                  <a:lnTo>
                    <a:pt x="333" y="2"/>
                  </a:lnTo>
                  <a:lnTo>
                    <a:pt x="1037" y="281"/>
                  </a:lnTo>
                  <a:lnTo>
                    <a:pt x="1371" y="258"/>
                  </a:lnTo>
                  <a:lnTo>
                    <a:pt x="1371" y="258"/>
                  </a:lnTo>
                  <a:lnTo>
                    <a:pt x="1063" y="28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8"/>
            <p:cNvSpPr/>
            <p:nvPr/>
          </p:nvSpPr>
          <p:spPr>
            <a:xfrm>
              <a:off x="6397881" y="1856664"/>
              <a:ext cx="16091" cy="14117"/>
            </a:xfrm>
            <a:custGeom>
              <a:avLst/>
              <a:gdLst/>
              <a:ahLst/>
              <a:cxnLst/>
              <a:rect l="l" t="t" r="r" b="b"/>
              <a:pathLst>
                <a:path w="750" h="658" fill="none" extrusionOk="0">
                  <a:moveTo>
                    <a:pt x="0" y="25"/>
                  </a:moveTo>
                  <a:lnTo>
                    <a:pt x="0" y="25"/>
                  </a:lnTo>
                  <a:lnTo>
                    <a:pt x="328" y="2"/>
                  </a:lnTo>
                  <a:lnTo>
                    <a:pt x="730" y="658"/>
                  </a:lnTo>
                  <a:lnTo>
                    <a:pt x="750" y="647"/>
                  </a:lnTo>
                  <a:lnTo>
                    <a:pt x="354"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8"/>
            <p:cNvSpPr/>
            <p:nvPr/>
          </p:nvSpPr>
          <p:spPr>
            <a:xfrm>
              <a:off x="6752919" y="2821173"/>
              <a:ext cx="7853" cy="579"/>
            </a:xfrm>
            <a:custGeom>
              <a:avLst/>
              <a:gdLst/>
              <a:ahLst/>
              <a:cxnLst/>
              <a:rect l="l" t="t" r="r" b="b"/>
              <a:pathLst>
                <a:path w="366" h="27" fill="none" extrusionOk="0">
                  <a:moveTo>
                    <a:pt x="328" y="4"/>
                  </a:moveTo>
                  <a:lnTo>
                    <a:pt x="0" y="27"/>
                  </a:lnTo>
                  <a:lnTo>
                    <a:pt x="366"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8"/>
            <p:cNvSpPr/>
            <p:nvPr/>
          </p:nvSpPr>
          <p:spPr>
            <a:xfrm>
              <a:off x="6812092" y="2825250"/>
              <a:ext cx="515" cy="86"/>
            </a:xfrm>
            <a:custGeom>
              <a:avLst/>
              <a:gdLst/>
              <a:ahLst/>
              <a:cxnLst/>
              <a:rect l="l" t="t" r="r" b="b"/>
              <a:pathLst>
                <a:path w="24" h="4" fill="none" extrusionOk="0">
                  <a:moveTo>
                    <a:pt x="24" y="1"/>
                  </a:moveTo>
                  <a:lnTo>
                    <a:pt x="0" y="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8"/>
            <p:cNvSpPr/>
            <p:nvPr/>
          </p:nvSpPr>
          <p:spPr>
            <a:xfrm>
              <a:off x="7003041" y="2974984"/>
              <a:ext cx="13946" cy="1008"/>
            </a:xfrm>
            <a:custGeom>
              <a:avLst/>
              <a:gdLst/>
              <a:ahLst/>
              <a:cxnLst/>
              <a:rect l="l" t="t" r="r" b="b"/>
              <a:pathLst>
                <a:path w="650" h="47" fill="none" extrusionOk="0">
                  <a:moveTo>
                    <a:pt x="649" y="0"/>
                  </a:moveTo>
                  <a:lnTo>
                    <a:pt x="0" y="47"/>
                  </a:lnTo>
                  <a:lnTo>
                    <a:pt x="649"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8"/>
            <p:cNvSpPr/>
            <p:nvPr/>
          </p:nvSpPr>
          <p:spPr>
            <a:xfrm>
              <a:off x="5969511" y="2647152"/>
              <a:ext cx="8389" cy="14890"/>
            </a:xfrm>
            <a:custGeom>
              <a:avLst/>
              <a:gdLst/>
              <a:ahLst/>
              <a:cxnLst/>
              <a:rect l="l" t="t" r="r" b="b"/>
              <a:pathLst>
                <a:path w="391" h="694" fill="none" extrusionOk="0">
                  <a:moveTo>
                    <a:pt x="47" y="1"/>
                  </a:moveTo>
                  <a:lnTo>
                    <a:pt x="0" y="4"/>
                  </a:lnTo>
                  <a:lnTo>
                    <a:pt x="25" y="358"/>
                  </a:lnTo>
                  <a:lnTo>
                    <a:pt x="378" y="693"/>
                  </a:lnTo>
                  <a:lnTo>
                    <a:pt x="391" y="678"/>
                  </a:lnTo>
                  <a:lnTo>
                    <a:pt x="72" y="355"/>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8"/>
            <p:cNvSpPr/>
            <p:nvPr/>
          </p:nvSpPr>
          <p:spPr>
            <a:xfrm>
              <a:off x="6346733" y="1889769"/>
              <a:ext cx="57478" cy="72732"/>
            </a:xfrm>
            <a:custGeom>
              <a:avLst/>
              <a:gdLst/>
              <a:ahLst/>
              <a:cxnLst/>
              <a:rect l="l" t="t" r="r" b="b"/>
              <a:pathLst>
                <a:path w="2679" h="3390" fill="none" extrusionOk="0">
                  <a:moveTo>
                    <a:pt x="1041" y="328"/>
                  </a:moveTo>
                  <a:lnTo>
                    <a:pt x="1777" y="610"/>
                  </a:lnTo>
                  <a:lnTo>
                    <a:pt x="2130" y="586"/>
                  </a:lnTo>
                  <a:lnTo>
                    <a:pt x="2180" y="1293"/>
                  </a:lnTo>
                  <a:lnTo>
                    <a:pt x="2557" y="1596"/>
                  </a:lnTo>
                  <a:lnTo>
                    <a:pt x="2584" y="1975"/>
                  </a:lnTo>
                  <a:lnTo>
                    <a:pt x="2607" y="2302"/>
                  </a:lnTo>
                  <a:lnTo>
                    <a:pt x="2634" y="2683"/>
                  </a:lnTo>
                  <a:lnTo>
                    <a:pt x="2658" y="3011"/>
                  </a:lnTo>
                  <a:lnTo>
                    <a:pt x="2328" y="3389"/>
                  </a:lnTo>
                  <a:lnTo>
                    <a:pt x="2350" y="3388"/>
                  </a:lnTo>
                  <a:lnTo>
                    <a:pt x="2678" y="3008"/>
                  </a:lnTo>
                  <a:lnTo>
                    <a:pt x="2655" y="2681"/>
                  </a:lnTo>
                  <a:lnTo>
                    <a:pt x="2628" y="2301"/>
                  </a:lnTo>
                  <a:lnTo>
                    <a:pt x="2605" y="1973"/>
                  </a:lnTo>
                  <a:lnTo>
                    <a:pt x="2578" y="1594"/>
                  </a:lnTo>
                  <a:lnTo>
                    <a:pt x="2201" y="1292"/>
                  </a:lnTo>
                  <a:lnTo>
                    <a:pt x="2152" y="585"/>
                  </a:lnTo>
                  <a:lnTo>
                    <a:pt x="1797" y="609"/>
                  </a:lnTo>
                  <a:lnTo>
                    <a:pt x="1067" y="326"/>
                  </a:lnTo>
                  <a:lnTo>
                    <a:pt x="354" y="0"/>
                  </a:lnTo>
                  <a:lnTo>
                    <a:pt x="0" y="25"/>
                  </a:lnTo>
                  <a:lnTo>
                    <a:pt x="334" y="2"/>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8"/>
            <p:cNvSpPr/>
            <p:nvPr/>
          </p:nvSpPr>
          <p:spPr>
            <a:xfrm>
              <a:off x="6495780" y="1736838"/>
              <a:ext cx="23300" cy="21240"/>
            </a:xfrm>
            <a:custGeom>
              <a:avLst/>
              <a:gdLst/>
              <a:ahLst/>
              <a:cxnLst/>
              <a:rect l="l" t="t" r="r" b="b"/>
              <a:pathLst>
                <a:path w="1086" h="990" fill="none" extrusionOk="0">
                  <a:moveTo>
                    <a:pt x="326" y="1"/>
                  </a:moveTo>
                  <a:lnTo>
                    <a:pt x="146" y="14"/>
                  </a:lnTo>
                  <a:lnTo>
                    <a:pt x="304" y="3"/>
                  </a:lnTo>
                  <a:lnTo>
                    <a:pt x="0" y="735"/>
                  </a:lnTo>
                  <a:lnTo>
                    <a:pt x="1059" y="989"/>
                  </a:lnTo>
                  <a:lnTo>
                    <a:pt x="1085" y="988"/>
                  </a:lnTo>
                  <a:lnTo>
                    <a:pt x="22" y="73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8"/>
            <p:cNvSpPr/>
            <p:nvPr/>
          </p:nvSpPr>
          <p:spPr>
            <a:xfrm>
              <a:off x="6458299" y="1754752"/>
              <a:ext cx="6930" cy="515"/>
            </a:xfrm>
            <a:custGeom>
              <a:avLst/>
              <a:gdLst/>
              <a:ahLst/>
              <a:cxnLst/>
              <a:rect l="l" t="t" r="r" b="b"/>
              <a:pathLst>
                <a:path w="323" h="24" fill="none" extrusionOk="0">
                  <a:moveTo>
                    <a:pt x="1" y="24"/>
                  </a:moveTo>
                  <a:lnTo>
                    <a:pt x="323" y="1"/>
                  </a:lnTo>
                  <a:lnTo>
                    <a:pt x="1" y="2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8"/>
            <p:cNvSpPr/>
            <p:nvPr/>
          </p:nvSpPr>
          <p:spPr>
            <a:xfrm>
              <a:off x="6524831" y="1757499"/>
              <a:ext cx="18580" cy="66789"/>
            </a:xfrm>
            <a:custGeom>
              <a:avLst/>
              <a:gdLst/>
              <a:ahLst/>
              <a:cxnLst/>
              <a:rect l="l" t="t" r="r" b="b"/>
              <a:pathLst>
                <a:path w="866" h="3113" fill="none" extrusionOk="0">
                  <a:moveTo>
                    <a:pt x="612" y="2430"/>
                  </a:moveTo>
                  <a:lnTo>
                    <a:pt x="589" y="2097"/>
                  </a:lnTo>
                  <a:lnTo>
                    <a:pt x="538" y="1389"/>
                  </a:lnTo>
                  <a:lnTo>
                    <a:pt x="866" y="990"/>
                  </a:lnTo>
                  <a:lnTo>
                    <a:pt x="841" y="636"/>
                  </a:lnTo>
                  <a:lnTo>
                    <a:pt x="463" y="328"/>
                  </a:lnTo>
                  <a:lnTo>
                    <a:pt x="85" y="1"/>
                  </a:lnTo>
                  <a:lnTo>
                    <a:pt x="0" y="6"/>
                  </a:lnTo>
                  <a:lnTo>
                    <a:pt x="59" y="2"/>
                  </a:lnTo>
                  <a:lnTo>
                    <a:pt x="436" y="330"/>
                  </a:lnTo>
                  <a:lnTo>
                    <a:pt x="814" y="638"/>
                  </a:lnTo>
                  <a:lnTo>
                    <a:pt x="840" y="992"/>
                  </a:lnTo>
                  <a:lnTo>
                    <a:pt x="512" y="1391"/>
                  </a:lnTo>
                  <a:lnTo>
                    <a:pt x="562" y="2099"/>
                  </a:lnTo>
                  <a:lnTo>
                    <a:pt x="586" y="2431"/>
                  </a:lnTo>
                  <a:lnTo>
                    <a:pt x="608" y="2759"/>
                  </a:lnTo>
                  <a:lnTo>
                    <a:pt x="633" y="3112"/>
                  </a:lnTo>
                  <a:lnTo>
                    <a:pt x="660" y="3111"/>
                  </a:lnTo>
                  <a:lnTo>
                    <a:pt x="635" y="275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8"/>
            <p:cNvSpPr/>
            <p:nvPr/>
          </p:nvSpPr>
          <p:spPr>
            <a:xfrm>
              <a:off x="6416097" y="1666165"/>
              <a:ext cx="21712" cy="61426"/>
            </a:xfrm>
            <a:custGeom>
              <a:avLst/>
              <a:gdLst/>
              <a:ahLst/>
              <a:cxnLst/>
              <a:rect l="l" t="t" r="r" b="b"/>
              <a:pathLst>
                <a:path w="1012" h="2863" fill="none" extrusionOk="0">
                  <a:moveTo>
                    <a:pt x="683" y="1066"/>
                  </a:moveTo>
                  <a:lnTo>
                    <a:pt x="0" y="1469"/>
                  </a:lnTo>
                  <a:lnTo>
                    <a:pt x="50" y="2177"/>
                  </a:lnTo>
                  <a:lnTo>
                    <a:pt x="75" y="2530"/>
                  </a:lnTo>
                  <a:lnTo>
                    <a:pt x="99" y="2862"/>
                  </a:lnTo>
                  <a:lnTo>
                    <a:pt x="404" y="2152"/>
                  </a:lnTo>
                  <a:lnTo>
                    <a:pt x="708" y="1419"/>
                  </a:lnTo>
                  <a:lnTo>
                    <a:pt x="1011" y="686"/>
                  </a:lnTo>
                  <a:lnTo>
                    <a:pt x="987" y="334"/>
                  </a:lnTo>
                  <a:lnTo>
                    <a:pt x="963" y="0"/>
                  </a:lnTo>
                  <a:lnTo>
                    <a:pt x="658" y="71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8"/>
            <p:cNvSpPr/>
            <p:nvPr/>
          </p:nvSpPr>
          <p:spPr>
            <a:xfrm>
              <a:off x="5299192" y="2863483"/>
              <a:ext cx="923" cy="5192"/>
            </a:xfrm>
            <a:custGeom>
              <a:avLst/>
              <a:gdLst/>
              <a:ahLst/>
              <a:cxnLst/>
              <a:rect l="l" t="t" r="r" b="b"/>
              <a:pathLst>
                <a:path w="43" h="242" fill="none" extrusionOk="0">
                  <a:moveTo>
                    <a:pt x="0" y="2"/>
                  </a:moveTo>
                  <a:lnTo>
                    <a:pt x="26" y="0"/>
                  </a:lnTo>
                  <a:lnTo>
                    <a:pt x="42" y="239"/>
                  </a:lnTo>
                  <a:lnTo>
                    <a:pt x="17" y="24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8"/>
            <p:cNvSpPr/>
            <p:nvPr/>
          </p:nvSpPr>
          <p:spPr>
            <a:xfrm>
              <a:off x="5032013" y="2897081"/>
              <a:ext cx="7659" cy="7702"/>
            </a:xfrm>
            <a:custGeom>
              <a:avLst/>
              <a:gdLst/>
              <a:ahLst/>
              <a:cxnLst/>
              <a:rect l="l" t="t" r="r" b="b"/>
              <a:pathLst>
                <a:path w="357" h="359" fill="none" extrusionOk="0">
                  <a:moveTo>
                    <a:pt x="357" y="0"/>
                  </a:moveTo>
                  <a:lnTo>
                    <a:pt x="306" y="5"/>
                  </a:lnTo>
                  <a:lnTo>
                    <a:pt x="0" y="337"/>
                  </a:lnTo>
                  <a:lnTo>
                    <a:pt x="23" y="35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8"/>
            <p:cNvSpPr/>
            <p:nvPr/>
          </p:nvSpPr>
          <p:spPr>
            <a:xfrm>
              <a:off x="5313825" y="2855137"/>
              <a:ext cx="8518" cy="5922"/>
            </a:xfrm>
            <a:custGeom>
              <a:avLst/>
              <a:gdLst/>
              <a:ahLst/>
              <a:cxnLst/>
              <a:rect l="l" t="t" r="r" b="b"/>
              <a:pathLst>
                <a:path w="397" h="276" fill="none" extrusionOk="0">
                  <a:moveTo>
                    <a:pt x="329" y="276"/>
                  </a:moveTo>
                  <a:lnTo>
                    <a:pt x="397" y="198"/>
                  </a:lnTo>
                  <a:lnTo>
                    <a:pt x="154" y="1"/>
                  </a:lnTo>
                  <a:lnTo>
                    <a:pt x="1" y="12"/>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8"/>
            <p:cNvSpPr/>
            <p:nvPr/>
          </p:nvSpPr>
          <p:spPr>
            <a:xfrm>
              <a:off x="5007104" y="2860758"/>
              <a:ext cx="14654" cy="7166"/>
            </a:xfrm>
            <a:custGeom>
              <a:avLst/>
              <a:gdLst/>
              <a:ahLst/>
              <a:cxnLst/>
              <a:rect l="l" t="t" r="r" b="b"/>
              <a:pathLst>
                <a:path w="683" h="334" fill="none" extrusionOk="0">
                  <a:moveTo>
                    <a:pt x="0" y="23"/>
                  </a:moveTo>
                  <a:lnTo>
                    <a:pt x="3" y="49"/>
                  </a:lnTo>
                  <a:lnTo>
                    <a:pt x="262" y="31"/>
                  </a:lnTo>
                  <a:lnTo>
                    <a:pt x="640" y="334"/>
                  </a:lnTo>
                  <a:lnTo>
                    <a:pt x="683" y="287"/>
                  </a:lnTo>
                  <a:lnTo>
                    <a:pt x="328"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8"/>
            <p:cNvSpPr/>
            <p:nvPr/>
          </p:nvSpPr>
          <p:spPr>
            <a:xfrm>
              <a:off x="6338193" y="1883718"/>
              <a:ext cx="8561" cy="6608"/>
            </a:xfrm>
            <a:custGeom>
              <a:avLst/>
              <a:gdLst/>
              <a:ahLst/>
              <a:cxnLst/>
              <a:rect l="l" t="t" r="r" b="b"/>
              <a:pathLst>
                <a:path w="399" h="308" fill="none" extrusionOk="0">
                  <a:moveTo>
                    <a:pt x="21" y="0"/>
                  </a:moveTo>
                  <a:lnTo>
                    <a:pt x="0" y="1"/>
                  </a:lnTo>
                  <a:lnTo>
                    <a:pt x="398" y="30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8"/>
            <p:cNvSpPr/>
            <p:nvPr/>
          </p:nvSpPr>
          <p:spPr>
            <a:xfrm>
              <a:off x="7441152" y="3183012"/>
              <a:ext cx="944" cy="86"/>
            </a:xfrm>
            <a:custGeom>
              <a:avLst/>
              <a:gdLst/>
              <a:ahLst/>
              <a:cxnLst/>
              <a:rect l="l" t="t" r="r" b="b"/>
              <a:pathLst>
                <a:path w="44" h="4" fill="none" extrusionOk="0">
                  <a:moveTo>
                    <a:pt x="44" y="1"/>
                  </a:moveTo>
                  <a:lnTo>
                    <a:pt x="0" y="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8"/>
            <p:cNvSpPr/>
            <p:nvPr/>
          </p:nvSpPr>
          <p:spPr>
            <a:xfrm>
              <a:off x="5200821" y="3131112"/>
              <a:ext cx="5149" cy="1909"/>
            </a:xfrm>
            <a:custGeom>
              <a:avLst/>
              <a:gdLst/>
              <a:ahLst/>
              <a:cxnLst/>
              <a:rect l="l" t="t" r="r" b="b"/>
              <a:pathLst>
                <a:path w="240" h="89" fill="none" extrusionOk="0">
                  <a:moveTo>
                    <a:pt x="0" y="16"/>
                  </a:moveTo>
                  <a:lnTo>
                    <a:pt x="234" y="0"/>
                  </a:lnTo>
                  <a:lnTo>
                    <a:pt x="239" y="73"/>
                  </a:lnTo>
                  <a:lnTo>
                    <a:pt x="5" y="89"/>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8"/>
            <p:cNvSpPr/>
            <p:nvPr/>
          </p:nvSpPr>
          <p:spPr>
            <a:xfrm>
              <a:off x="4865243" y="2983180"/>
              <a:ext cx="45549" cy="14697"/>
            </a:xfrm>
            <a:custGeom>
              <a:avLst/>
              <a:gdLst/>
              <a:ahLst/>
              <a:cxnLst/>
              <a:rect l="l" t="t" r="r" b="b"/>
              <a:pathLst>
                <a:path w="2123" h="685" fill="none" extrusionOk="0">
                  <a:moveTo>
                    <a:pt x="1414" y="278"/>
                  </a:moveTo>
                  <a:lnTo>
                    <a:pt x="1036" y="304"/>
                  </a:lnTo>
                  <a:lnTo>
                    <a:pt x="684" y="0"/>
                  </a:lnTo>
                  <a:lnTo>
                    <a:pt x="1" y="377"/>
                  </a:lnTo>
                  <a:lnTo>
                    <a:pt x="328" y="355"/>
                  </a:lnTo>
                  <a:lnTo>
                    <a:pt x="708" y="328"/>
                  </a:lnTo>
                  <a:lnTo>
                    <a:pt x="1062" y="685"/>
                  </a:lnTo>
                  <a:lnTo>
                    <a:pt x="1769" y="635"/>
                  </a:lnTo>
                  <a:lnTo>
                    <a:pt x="2123" y="609"/>
                  </a:lnTo>
                  <a:lnTo>
                    <a:pt x="1742" y="25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8"/>
            <p:cNvSpPr/>
            <p:nvPr/>
          </p:nvSpPr>
          <p:spPr>
            <a:xfrm>
              <a:off x="5293120" y="2871550"/>
              <a:ext cx="43" cy="579"/>
            </a:xfrm>
            <a:custGeom>
              <a:avLst/>
              <a:gdLst/>
              <a:ahLst/>
              <a:cxnLst/>
              <a:rect l="l" t="t" r="r" b="b"/>
              <a:pathLst>
                <a:path w="2" h="27" fill="none" extrusionOk="0">
                  <a:moveTo>
                    <a:pt x="2" y="27"/>
                  </a:moveTo>
                  <a:lnTo>
                    <a:pt x="1" y="1"/>
                  </a:lnTo>
                  <a:lnTo>
                    <a:pt x="1"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8"/>
            <p:cNvSpPr/>
            <p:nvPr/>
          </p:nvSpPr>
          <p:spPr>
            <a:xfrm>
              <a:off x="5072091" y="2931323"/>
              <a:ext cx="8668" cy="7166"/>
            </a:xfrm>
            <a:custGeom>
              <a:avLst/>
              <a:gdLst/>
              <a:ahLst/>
              <a:cxnLst/>
              <a:rect l="l" t="t" r="r" b="b"/>
              <a:pathLst>
                <a:path w="404" h="334" fill="none" extrusionOk="0">
                  <a:moveTo>
                    <a:pt x="1" y="28"/>
                  </a:moveTo>
                  <a:lnTo>
                    <a:pt x="403" y="334"/>
                  </a:lnTo>
                  <a:lnTo>
                    <a:pt x="380"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8"/>
            <p:cNvSpPr/>
            <p:nvPr/>
          </p:nvSpPr>
          <p:spPr>
            <a:xfrm>
              <a:off x="6557764" y="1882152"/>
              <a:ext cx="1502" cy="1888"/>
            </a:xfrm>
            <a:custGeom>
              <a:avLst/>
              <a:gdLst/>
              <a:ahLst/>
              <a:cxnLst/>
              <a:rect l="l" t="t" r="r" b="b"/>
              <a:pathLst>
                <a:path w="70" h="88" fill="none" extrusionOk="0">
                  <a:moveTo>
                    <a:pt x="69" y="87"/>
                  </a:moveTo>
                  <a:lnTo>
                    <a:pt x="0" y="1"/>
                  </a:lnTo>
                  <a:lnTo>
                    <a:pt x="5" y="6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8"/>
            <p:cNvSpPr/>
            <p:nvPr/>
          </p:nvSpPr>
          <p:spPr>
            <a:xfrm>
              <a:off x="6678877" y="2206037"/>
              <a:ext cx="129" cy="86"/>
            </a:xfrm>
            <a:custGeom>
              <a:avLst/>
              <a:gdLst/>
              <a:ahLst/>
              <a:cxnLst/>
              <a:rect l="l" t="t" r="r" b="b"/>
              <a:pathLst>
                <a:path w="6" h="4" fill="none" extrusionOk="0">
                  <a:moveTo>
                    <a:pt x="2" y="3"/>
                  </a:moveTo>
                  <a:lnTo>
                    <a:pt x="5" y="0"/>
                  </a:lnTo>
                  <a:lnTo>
                    <a:pt x="1"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8"/>
            <p:cNvSpPr/>
            <p:nvPr/>
          </p:nvSpPr>
          <p:spPr>
            <a:xfrm>
              <a:off x="6639980" y="2087455"/>
              <a:ext cx="2467" cy="9547"/>
            </a:xfrm>
            <a:custGeom>
              <a:avLst/>
              <a:gdLst/>
              <a:ahLst/>
              <a:cxnLst/>
              <a:rect l="l" t="t" r="r" b="b"/>
              <a:pathLst>
                <a:path w="115" h="445" fill="none" extrusionOk="0">
                  <a:moveTo>
                    <a:pt x="22" y="365"/>
                  </a:moveTo>
                  <a:lnTo>
                    <a:pt x="115" y="445"/>
                  </a:lnTo>
                  <a:lnTo>
                    <a:pt x="32" y="129"/>
                  </a:lnTo>
                  <a:lnTo>
                    <a:pt x="48" y="0"/>
                  </a:lnTo>
                  <a:lnTo>
                    <a:pt x="0" y="59"/>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8"/>
            <p:cNvSpPr/>
            <p:nvPr/>
          </p:nvSpPr>
          <p:spPr>
            <a:xfrm>
              <a:off x="6540900" y="1823945"/>
              <a:ext cx="2253" cy="172"/>
            </a:xfrm>
            <a:custGeom>
              <a:avLst/>
              <a:gdLst/>
              <a:ahLst/>
              <a:cxnLst/>
              <a:rect l="l" t="t" r="r" b="b"/>
              <a:pathLst>
                <a:path w="105" h="8" fill="none" extrusionOk="0">
                  <a:moveTo>
                    <a:pt x="105" y="0"/>
                  </a:moveTo>
                  <a:lnTo>
                    <a:pt x="105" y="0"/>
                  </a:lnTo>
                  <a:lnTo>
                    <a:pt x="1" y="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8"/>
            <p:cNvSpPr/>
            <p:nvPr/>
          </p:nvSpPr>
          <p:spPr>
            <a:xfrm>
              <a:off x="6644893" y="2050317"/>
              <a:ext cx="1266" cy="3347"/>
            </a:xfrm>
            <a:custGeom>
              <a:avLst/>
              <a:gdLst/>
              <a:ahLst/>
              <a:cxnLst/>
              <a:rect l="l" t="t" r="r" b="b"/>
              <a:pathLst>
                <a:path w="59" h="156" fill="none" extrusionOk="0">
                  <a:moveTo>
                    <a:pt x="59" y="86"/>
                  </a:moveTo>
                  <a:lnTo>
                    <a:pt x="0" y="1"/>
                  </a:lnTo>
                  <a:lnTo>
                    <a:pt x="11" y="156"/>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8"/>
            <p:cNvSpPr/>
            <p:nvPr/>
          </p:nvSpPr>
          <p:spPr>
            <a:xfrm>
              <a:off x="7072984" y="2058598"/>
              <a:ext cx="52629" cy="21262"/>
            </a:xfrm>
            <a:custGeom>
              <a:avLst/>
              <a:gdLst/>
              <a:ahLst/>
              <a:cxnLst/>
              <a:rect l="l" t="t" r="r" b="b"/>
              <a:pathLst>
                <a:path w="2453" h="991" fill="none" extrusionOk="0">
                  <a:moveTo>
                    <a:pt x="1368" y="738"/>
                  </a:moveTo>
                  <a:lnTo>
                    <a:pt x="1769" y="709"/>
                  </a:lnTo>
                  <a:lnTo>
                    <a:pt x="2452" y="991"/>
                  </a:lnTo>
                  <a:lnTo>
                    <a:pt x="2076" y="306"/>
                  </a:lnTo>
                  <a:lnTo>
                    <a:pt x="1719" y="1"/>
                  </a:lnTo>
                  <a:lnTo>
                    <a:pt x="0" y="452"/>
                  </a:lnTo>
                  <a:lnTo>
                    <a:pt x="709" y="78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8"/>
            <p:cNvSpPr/>
            <p:nvPr/>
          </p:nvSpPr>
          <p:spPr>
            <a:xfrm>
              <a:off x="6718054" y="2361264"/>
              <a:ext cx="2167" cy="7059"/>
            </a:xfrm>
            <a:custGeom>
              <a:avLst/>
              <a:gdLst/>
              <a:ahLst/>
              <a:cxnLst/>
              <a:rect l="l" t="t" r="r" b="b"/>
              <a:pathLst>
                <a:path w="101" h="329" fill="none" extrusionOk="0">
                  <a:moveTo>
                    <a:pt x="1" y="329"/>
                  </a:moveTo>
                  <a:lnTo>
                    <a:pt x="100" y="259"/>
                  </a:lnTo>
                  <a:lnTo>
                    <a:pt x="82"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8"/>
            <p:cNvSpPr/>
            <p:nvPr/>
          </p:nvSpPr>
          <p:spPr>
            <a:xfrm>
              <a:off x="6662593" y="2148130"/>
              <a:ext cx="1223" cy="601"/>
            </a:xfrm>
            <a:custGeom>
              <a:avLst/>
              <a:gdLst/>
              <a:ahLst/>
              <a:cxnLst/>
              <a:rect l="l" t="t" r="r" b="b"/>
              <a:pathLst>
                <a:path w="57" h="28" fill="none" extrusionOk="0">
                  <a:moveTo>
                    <a:pt x="46" y="1"/>
                  </a:moveTo>
                  <a:lnTo>
                    <a:pt x="1" y="4"/>
                  </a:lnTo>
                  <a:lnTo>
                    <a:pt x="57" y="2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8"/>
            <p:cNvSpPr/>
            <p:nvPr/>
          </p:nvSpPr>
          <p:spPr>
            <a:xfrm>
              <a:off x="6792289" y="4018813"/>
              <a:ext cx="6994" cy="6115"/>
            </a:xfrm>
            <a:custGeom>
              <a:avLst/>
              <a:gdLst/>
              <a:ahLst/>
              <a:cxnLst/>
              <a:rect l="l" t="t" r="r" b="b"/>
              <a:pathLst>
                <a:path w="326" h="285" fill="none" extrusionOk="0">
                  <a:moveTo>
                    <a:pt x="325" y="1"/>
                  </a:moveTo>
                  <a:lnTo>
                    <a:pt x="259" y="5"/>
                  </a:lnTo>
                  <a:lnTo>
                    <a:pt x="1" y="285"/>
                  </a:lnTo>
                  <a:lnTo>
                    <a:pt x="64" y="28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8"/>
            <p:cNvSpPr/>
            <p:nvPr/>
          </p:nvSpPr>
          <p:spPr>
            <a:xfrm>
              <a:off x="6945434" y="3658583"/>
              <a:ext cx="815" cy="451"/>
            </a:xfrm>
            <a:custGeom>
              <a:avLst/>
              <a:gdLst/>
              <a:ahLst/>
              <a:cxnLst/>
              <a:rect l="l" t="t" r="r" b="b"/>
              <a:pathLst>
                <a:path w="38" h="21" fill="none" extrusionOk="0">
                  <a:moveTo>
                    <a:pt x="14" y="0"/>
                  </a:moveTo>
                  <a:lnTo>
                    <a:pt x="1" y="16"/>
                  </a:lnTo>
                  <a:lnTo>
                    <a:pt x="38" y="2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8"/>
            <p:cNvSpPr/>
            <p:nvPr/>
          </p:nvSpPr>
          <p:spPr>
            <a:xfrm>
              <a:off x="6595997" y="3840136"/>
              <a:ext cx="1974" cy="6265"/>
            </a:xfrm>
            <a:custGeom>
              <a:avLst/>
              <a:gdLst/>
              <a:ahLst/>
              <a:cxnLst/>
              <a:rect l="l" t="t" r="r" b="b"/>
              <a:pathLst>
                <a:path w="92" h="292" fill="none" extrusionOk="0">
                  <a:moveTo>
                    <a:pt x="91" y="291"/>
                  </a:moveTo>
                  <a:lnTo>
                    <a:pt x="28" y="85"/>
                  </a:lnTo>
                  <a:lnTo>
                    <a:pt x="1" y="0"/>
                  </a:lnTo>
                  <a:lnTo>
                    <a:pt x="17" y="226"/>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8"/>
            <p:cNvSpPr/>
            <p:nvPr/>
          </p:nvSpPr>
          <p:spPr>
            <a:xfrm>
              <a:off x="6753369" y="4028682"/>
              <a:ext cx="7938" cy="4699"/>
            </a:xfrm>
            <a:custGeom>
              <a:avLst/>
              <a:gdLst/>
              <a:ahLst/>
              <a:cxnLst/>
              <a:rect l="l" t="t" r="r" b="b"/>
              <a:pathLst>
                <a:path w="370" h="219" fill="none" extrusionOk="0">
                  <a:moveTo>
                    <a:pt x="349" y="1"/>
                  </a:moveTo>
                  <a:lnTo>
                    <a:pt x="1" y="219"/>
                  </a:lnTo>
                  <a:lnTo>
                    <a:pt x="370"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8"/>
            <p:cNvSpPr/>
            <p:nvPr/>
          </p:nvSpPr>
          <p:spPr>
            <a:xfrm>
              <a:off x="6776605" y="3437125"/>
              <a:ext cx="35529" cy="23643"/>
            </a:xfrm>
            <a:custGeom>
              <a:avLst/>
              <a:gdLst/>
              <a:ahLst/>
              <a:cxnLst/>
              <a:rect l="l" t="t" r="r" b="b"/>
              <a:pathLst>
                <a:path w="1656" h="1102" fill="none" extrusionOk="0">
                  <a:moveTo>
                    <a:pt x="974" y="712"/>
                  </a:moveTo>
                  <a:lnTo>
                    <a:pt x="1321" y="306"/>
                  </a:lnTo>
                  <a:lnTo>
                    <a:pt x="1655" y="1"/>
                  </a:lnTo>
                  <a:lnTo>
                    <a:pt x="1609" y="4"/>
                  </a:lnTo>
                  <a:lnTo>
                    <a:pt x="1275" y="310"/>
                  </a:lnTo>
                  <a:lnTo>
                    <a:pt x="927" y="716"/>
                  </a:lnTo>
                  <a:lnTo>
                    <a:pt x="0" y="1096"/>
                  </a:lnTo>
                  <a:lnTo>
                    <a:pt x="25" y="1102"/>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8"/>
            <p:cNvSpPr/>
            <p:nvPr/>
          </p:nvSpPr>
          <p:spPr>
            <a:xfrm>
              <a:off x="6865128" y="3446629"/>
              <a:ext cx="14289" cy="8046"/>
            </a:xfrm>
            <a:custGeom>
              <a:avLst/>
              <a:gdLst/>
              <a:ahLst/>
              <a:cxnLst/>
              <a:rect l="l" t="t" r="r" b="b"/>
              <a:pathLst>
                <a:path w="666" h="375" fill="none" extrusionOk="0">
                  <a:moveTo>
                    <a:pt x="311" y="25"/>
                  </a:moveTo>
                  <a:lnTo>
                    <a:pt x="666" y="0"/>
                  </a:lnTo>
                  <a:lnTo>
                    <a:pt x="666" y="0"/>
                  </a:lnTo>
                  <a:lnTo>
                    <a:pt x="265" y="28"/>
                  </a:lnTo>
                  <a:lnTo>
                    <a:pt x="1" y="353"/>
                  </a:lnTo>
                  <a:lnTo>
                    <a:pt x="28" y="37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8"/>
            <p:cNvSpPr/>
            <p:nvPr/>
          </p:nvSpPr>
          <p:spPr>
            <a:xfrm>
              <a:off x="6953652" y="3537963"/>
              <a:ext cx="13817" cy="987"/>
            </a:xfrm>
            <a:custGeom>
              <a:avLst/>
              <a:gdLst/>
              <a:ahLst/>
              <a:cxnLst/>
              <a:rect l="l" t="t" r="r" b="b"/>
              <a:pathLst>
                <a:path w="644" h="46" fill="none" extrusionOk="0">
                  <a:moveTo>
                    <a:pt x="327" y="23"/>
                  </a:moveTo>
                  <a:lnTo>
                    <a:pt x="643" y="0"/>
                  </a:lnTo>
                  <a:lnTo>
                    <a:pt x="307" y="24"/>
                  </a:lnTo>
                  <a:lnTo>
                    <a:pt x="1" y="46"/>
                  </a:lnTo>
                  <a:lnTo>
                    <a:pt x="1" y="46"/>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8"/>
            <p:cNvSpPr/>
            <p:nvPr/>
          </p:nvSpPr>
          <p:spPr>
            <a:xfrm>
              <a:off x="6759999" y="3455061"/>
              <a:ext cx="2618" cy="2124"/>
            </a:xfrm>
            <a:custGeom>
              <a:avLst/>
              <a:gdLst/>
              <a:ahLst/>
              <a:cxnLst/>
              <a:rect l="l" t="t" r="r" b="b"/>
              <a:pathLst>
                <a:path w="122" h="99" fill="none" extrusionOk="0">
                  <a:moveTo>
                    <a:pt x="0" y="1"/>
                  </a:moveTo>
                  <a:lnTo>
                    <a:pt x="4" y="58"/>
                  </a:lnTo>
                  <a:lnTo>
                    <a:pt x="121" y="9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8"/>
            <p:cNvSpPr/>
            <p:nvPr/>
          </p:nvSpPr>
          <p:spPr>
            <a:xfrm>
              <a:off x="6862339" y="3960841"/>
              <a:ext cx="8260" cy="7767"/>
            </a:xfrm>
            <a:custGeom>
              <a:avLst/>
              <a:gdLst/>
              <a:ahLst/>
              <a:cxnLst/>
              <a:rect l="l" t="t" r="r" b="b"/>
              <a:pathLst>
                <a:path w="385" h="362" fill="none" extrusionOk="0">
                  <a:moveTo>
                    <a:pt x="385" y="1"/>
                  </a:moveTo>
                  <a:lnTo>
                    <a:pt x="310" y="6"/>
                  </a:lnTo>
                  <a:lnTo>
                    <a:pt x="1" y="362"/>
                  </a:lnTo>
                  <a:lnTo>
                    <a:pt x="99" y="35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8"/>
            <p:cNvSpPr/>
            <p:nvPr/>
          </p:nvSpPr>
          <p:spPr>
            <a:xfrm>
              <a:off x="6901216" y="3452143"/>
              <a:ext cx="1008" cy="8131"/>
            </a:xfrm>
            <a:custGeom>
              <a:avLst/>
              <a:gdLst/>
              <a:ahLst/>
              <a:cxnLst/>
              <a:rect l="l" t="t" r="r" b="b"/>
              <a:pathLst>
                <a:path w="47" h="379" fill="none" extrusionOk="0">
                  <a:moveTo>
                    <a:pt x="21" y="9"/>
                  </a:moveTo>
                  <a:lnTo>
                    <a:pt x="0" y="1"/>
                  </a:lnTo>
                  <a:lnTo>
                    <a:pt x="26" y="368"/>
                  </a:lnTo>
                  <a:lnTo>
                    <a:pt x="47" y="37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8"/>
            <p:cNvSpPr/>
            <p:nvPr/>
          </p:nvSpPr>
          <p:spPr>
            <a:xfrm>
              <a:off x="6829513" y="4013127"/>
              <a:ext cx="1566" cy="1545"/>
            </a:xfrm>
            <a:custGeom>
              <a:avLst/>
              <a:gdLst/>
              <a:ahLst/>
              <a:cxnLst/>
              <a:rect l="l" t="t" r="r" b="b"/>
              <a:pathLst>
                <a:path w="73" h="72" fill="none" extrusionOk="0">
                  <a:moveTo>
                    <a:pt x="63" y="1"/>
                  </a:moveTo>
                  <a:lnTo>
                    <a:pt x="0" y="72"/>
                  </a:lnTo>
                  <a:lnTo>
                    <a:pt x="73" y="6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8"/>
            <p:cNvSpPr/>
            <p:nvPr/>
          </p:nvSpPr>
          <p:spPr>
            <a:xfrm>
              <a:off x="6840240" y="3985579"/>
              <a:ext cx="3240" cy="3090"/>
            </a:xfrm>
            <a:custGeom>
              <a:avLst/>
              <a:gdLst/>
              <a:ahLst/>
              <a:cxnLst/>
              <a:rect l="l" t="t" r="r" b="b"/>
              <a:pathLst>
                <a:path w="151" h="144" fill="none" extrusionOk="0">
                  <a:moveTo>
                    <a:pt x="141" y="1"/>
                  </a:moveTo>
                  <a:lnTo>
                    <a:pt x="0" y="19"/>
                  </a:lnTo>
                  <a:lnTo>
                    <a:pt x="4" y="80"/>
                  </a:lnTo>
                  <a:lnTo>
                    <a:pt x="150" y="14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8"/>
            <p:cNvSpPr/>
            <p:nvPr/>
          </p:nvSpPr>
          <p:spPr>
            <a:xfrm>
              <a:off x="7461363" y="3329678"/>
              <a:ext cx="28793" cy="2038"/>
            </a:xfrm>
            <a:custGeom>
              <a:avLst/>
              <a:gdLst/>
              <a:ahLst/>
              <a:cxnLst/>
              <a:rect l="l" t="t" r="r" b="b"/>
              <a:pathLst>
                <a:path w="1342" h="95" fill="none" extrusionOk="0">
                  <a:moveTo>
                    <a:pt x="0" y="94"/>
                  </a:moveTo>
                  <a:lnTo>
                    <a:pt x="634" y="50"/>
                  </a:lnTo>
                  <a:lnTo>
                    <a:pt x="1342" y="0"/>
                  </a:lnTo>
                  <a:lnTo>
                    <a:pt x="1342" y="0"/>
                  </a:lnTo>
                  <a:lnTo>
                    <a:pt x="681" y="4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8"/>
            <p:cNvSpPr/>
            <p:nvPr/>
          </p:nvSpPr>
          <p:spPr>
            <a:xfrm>
              <a:off x="6689905" y="4047241"/>
              <a:ext cx="215" cy="193"/>
            </a:xfrm>
            <a:custGeom>
              <a:avLst/>
              <a:gdLst/>
              <a:ahLst/>
              <a:cxnLst/>
              <a:rect l="l" t="t" r="r" b="b"/>
              <a:pathLst>
                <a:path w="10" h="9" fill="none" extrusionOk="0">
                  <a:moveTo>
                    <a:pt x="9" y="0"/>
                  </a:moveTo>
                  <a:lnTo>
                    <a:pt x="1" y="6"/>
                  </a:lnTo>
                  <a:lnTo>
                    <a:pt x="2" y="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8"/>
            <p:cNvSpPr/>
            <p:nvPr/>
          </p:nvSpPr>
          <p:spPr>
            <a:xfrm>
              <a:off x="6723482" y="4023876"/>
              <a:ext cx="4205" cy="1716"/>
            </a:xfrm>
            <a:custGeom>
              <a:avLst/>
              <a:gdLst/>
              <a:ahLst/>
              <a:cxnLst/>
              <a:rect l="l" t="t" r="r" b="b"/>
              <a:pathLst>
                <a:path w="196" h="80" fill="none" extrusionOk="0">
                  <a:moveTo>
                    <a:pt x="195" y="0"/>
                  </a:moveTo>
                  <a:lnTo>
                    <a:pt x="1" y="14"/>
                  </a:lnTo>
                  <a:lnTo>
                    <a:pt x="122" y="79"/>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8"/>
            <p:cNvSpPr/>
            <p:nvPr/>
          </p:nvSpPr>
          <p:spPr>
            <a:xfrm>
              <a:off x="6854358" y="4013084"/>
              <a:ext cx="6136" cy="7445"/>
            </a:xfrm>
            <a:custGeom>
              <a:avLst/>
              <a:gdLst/>
              <a:ahLst/>
              <a:cxnLst/>
              <a:rect l="l" t="t" r="r" b="b"/>
              <a:pathLst>
                <a:path w="286" h="347" fill="none" extrusionOk="0">
                  <a:moveTo>
                    <a:pt x="285" y="19"/>
                  </a:moveTo>
                  <a:lnTo>
                    <a:pt x="284" y="0"/>
                  </a:lnTo>
                  <a:lnTo>
                    <a:pt x="1" y="346"/>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8"/>
            <p:cNvSpPr/>
            <p:nvPr/>
          </p:nvSpPr>
          <p:spPr>
            <a:xfrm>
              <a:off x="6845003" y="4051617"/>
              <a:ext cx="2961" cy="3583"/>
            </a:xfrm>
            <a:custGeom>
              <a:avLst/>
              <a:gdLst/>
              <a:ahLst/>
              <a:cxnLst/>
              <a:rect l="l" t="t" r="r" b="b"/>
              <a:pathLst>
                <a:path w="138" h="167" fill="none" extrusionOk="0">
                  <a:moveTo>
                    <a:pt x="137" y="20"/>
                  </a:moveTo>
                  <a:lnTo>
                    <a:pt x="136" y="1"/>
                  </a:lnTo>
                  <a:lnTo>
                    <a:pt x="1" y="166"/>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8"/>
            <p:cNvSpPr/>
            <p:nvPr/>
          </p:nvSpPr>
          <p:spPr>
            <a:xfrm>
              <a:off x="6852298" y="4028811"/>
              <a:ext cx="1695" cy="515"/>
            </a:xfrm>
            <a:custGeom>
              <a:avLst/>
              <a:gdLst/>
              <a:ahLst/>
              <a:cxnLst/>
              <a:rect l="l" t="t" r="r" b="b"/>
              <a:pathLst>
                <a:path w="79" h="24" fill="none" extrusionOk="0">
                  <a:moveTo>
                    <a:pt x="78" y="18"/>
                  </a:moveTo>
                  <a:lnTo>
                    <a:pt x="77" y="1"/>
                  </a:lnTo>
                  <a:lnTo>
                    <a:pt x="1" y="2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8"/>
            <p:cNvSpPr/>
            <p:nvPr/>
          </p:nvSpPr>
          <p:spPr>
            <a:xfrm>
              <a:off x="6479796" y="4175112"/>
              <a:ext cx="515" cy="86"/>
            </a:xfrm>
            <a:custGeom>
              <a:avLst/>
              <a:gdLst/>
              <a:ahLst/>
              <a:cxnLst/>
              <a:rect l="l" t="t" r="r" b="b"/>
              <a:pathLst>
                <a:path w="24" h="4" fill="none" extrusionOk="0">
                  <a:moveTo>
                    <a:pt x="24" y="1"/>
                  </a:moveTo>
                  <a:lnTo>
                    <a:pt x="24" y="1"/>
                  </a:lnTo>
                  <a:lnTo>
                    <a:pt x="0" y="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8"/>
            <p:cNvSpPr/>
            <p:nvPr/>
          </p:nvSpPr>
          <p:spPr>
            <a:xfrm>
              <a:off x="7368591" y="3180137"/>
              <a:ext cx="14353" cy="8067"/>
            </a:xfrm>
            <a:custGeom>
              <a:avLst/>
              <a:gdLst/>
              <a:ahLst/>
              <a:cxnLst/>
              <a:rect l="l" t="t" r="r" b="b"/>
              <a:pathLst>
                <a:path w="669" h="376" fill="none" extrusionOk="0">
                  <a:moveTo>
                    <a:pt x="669" y="21"/>
                  </a:moveTo>
                  <a:lnTo>
                    <a:pt x="668" y="0"/>
                  </a:lnTo>
                  <a:lnTo>
                    <a:pt x="0" y="368"/>
                  </a:lnTo>
                  <a:lnTo>
                    <a:pt x="9" y="376"/>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8"/>
            <p:cNvSpPr/>
            <p:nvPr/>
          </p:nvSpPr>
          <p:spPr>
            <a:xfrm>
              <a:off x="7339434" y="3174644"/>
              <a:ext cx="14139" cy="15598"/>
            </a:xfrm>
            <a:custGeom>
              <a:avLst/>
              <a:gdLst/>
              <a:ahLst/>
              <a:cxnLst/>
              <a:rect l="l" t="t" r="r" b="b"/>
              <a:pathLst>
                <a:path w="659" h="727" fill="none" extrusionOk="0">
                  <a:moveTo>
                    <a:pt x="659" y="353"/>
                  </a:moveTo>
                  <a:lnTo>
                    <a:pt x="635" y="21"/>
                  </a:lnTo>
                  <a:lnTo>
                    <a:pt x="613" y="0"/>
                  </a:lnTo>
                  <a:lnTo>
                    <a:pt x="638" y="354"/>
                  </a:lnTo>
                  <a:lnTo>
                    <a:pt x="1" y="716"/>
                  </a:lnTo>
                  <a:lnTo>
                    <a:pt x="21" y="72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8"/>
            <p:cNvSpPr/>
            <p:nvPr/>
          </p:nvSpPr>
          <p:spPr>
            <a:xfrm>
              <a:off x="7268718" y="3164603"/>
              <a:ext cx="24180" cy="23622"/>
            </a:xfrm>
            <a:custGeom>
              <a:avLst/>
              <a:gdLst/>
              <a:ahLst/>
              <a:cxnLst/>
              <a:rect l="l" t="t" r="r" b="b"/>
              <a:pathLst>
                <a:path w="1127" h="1101" fill="none" extrusionOk="0">
                  <a:moveTo>
                    <a:pt x="487" y="710"/>
                  </a:moveTo>
                  <a:lnTo>
                    <a:pt x="1126" y="1"/>
                  </a:lnTo>
                  <a:lnTo>
                    <a:pt x="1100" y="3"/>
                  </a:lnTo>
                  <a:lnTo>
                    <a:pt x="439" y="714"/>
                  </a:lnTo>
                  <a:lnTo>
                    <a:pt x="158" y="1089"/>
                  </a:lnTo>
                  <a:lnTo>
                    <a:pt x="0" y="1101"/>
                  </a:lnTo>
                  <a:lnTo>
                    <a:pt x="184" y="108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8"/>
            <p:cNvSpPr/>
            <p:nvPr/>
          </p:nvSpPr>
          <p:spPr>
            <a:xfrm>
              <a:off x="7248830" y="3181489"/>
              <a:ext cx="7574" cy="8110"/>
            </a:xfrm>
            <a:custGeom>
              <a:avLst/>
              <a:gdLst/>
              <a:ahLst/>
              <a:cxnLst/>
              <a:rect l="l" t="t" r="r" b="b"/>
              <a:pathLst>
                <a:path w="353" h="378" fill="none" extrusionOk="0">
                  <a:moveTo>
                    <a:pt x="353" y="24"/>
                  </a:moveTo>
                  <a:lnTo>
                    <a:pt x="327" y="0"/>
                  </a:lnTo>
                  <a:lnTo>
                    <a:pt x="0" y="355"/>
                  </a:lnTo>
                  <a:lnTo>
                    <a:pt x="24" y="37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8"/>
            <p:cNvSpPr/>
            <p:nvPr/>
          </p:nvSpPr>
          <p:spPr>
            <a:xfrm>
              <a:off x="7472627" y="3180287"/>
              <a:ext cx="8003" cy="9247"/>
            </a:xfrm>
            <a:custGeom>
              <a:avLst/>
              <a:gdLst/>
              <a:ahLst/>
              <a:cxnLst/>
              <a:rect l="l" t="t" r="r" b="b"/>
              <a:pathLst>
                <a:path w="373" h="431" fill="none" extrusionOk="0">
                  <a:moveTo>
                    <a:pt x="372" y="1"/>
                  </a:moveTo>
                  <a:lnTo>
                    <a:pt x="324" y="4"/>
                  </a:lnTo>
                  <a:lnTo>
                    <a:pt x="0" y="430"/>
                  </a:lnTo>
                  <a:lnTo>
                    <a:pt x="47" y="42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8"/>
            <p:cNvSpPr/>
            <p:nvPr/>
          </p:nvSpPr>
          <p:spPr>
            <a:xfrm>
              <a:off x="7220337" y="3182518"/>
              <a:ext cx="20897" cy="1480"/>
            </a:xfrm>
            <a:custGeom>
              <a:avLst/>
              <a:gdLst/>
              <a:ahLst/>
              <a:cxnLst/>
              <a:rect l="l" t="t" r="r" b="b"/>
              <a:pathLst>
                <a:path w="974" h="69" fill="none" extrusionOk="0">
                  <a:moveTo>
                    <a:pt x="974" y="1"/>
                  </a:moveTo>
                  <a:lnTo>
                    <a:pt x="974" y="1"/>
                  </a:lnTo>
                  <a:lnTo>
                    <a:pt x="620" y="26"/>
                  </a:lnTo>
                  <a:lnTo>
                    <a:pt x="0" y="69"/>
                  </a:lnTo>
                  <a:lnTo>
                    <a:pt x="666" y="22"/>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8"/>
            <p:cNvSpPr/>
            <p:nvPr/>
          </p:nvSpPr>
          <p:spPr>
            <a:xfrm>
              <a:off x="7469044" y="3232573"/>
              <a:ext cx="6308" cy="472"/>
            </a:xfrm>
            <a:custGeom>
              <a:avLst/>
              <a:gdLst/>
              <a:ahLst/>
              <a:cxnLst/>
              <a:rect l="l" t="t" r="r" b="b"/>
              <a:pathLst>
                <a:path w="294" h="22" fill="none" extrusionOk="0">
                  <a:moveTo>
                    <a:pt x="294" y="1"/>
                  </a:moveTo>
                  <a:lnTo>
                    <a:pt x="0" y="21"/>
                  </a:lnTo>
                  <a:lnTo>
                    <a:pt x="0" y="2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8"/>
            <p:cNvSpPr/>
            <p:nvPr/>
          </p:nvSpPr>
          <p:spPr>
            <a:xfrm>
              <a:off x="7392213" y="3177798"/>
              <a:ext cx="23686" cy="8754"/>
            </a:xfrm>
            <a:custGeom>
              <a:avLst/>
              <a:gdLst/>
              <a:ahLst/>
              <a:cxnLst/>
              <a:rect l="l" t="t" r="r" b="b"/>
              <a:pathLst>
                <a:path w="1104" h="408" fill="none" extrusionOk="0">
                  <a:moveTo>
                    <a:pt x="300" y="57"/>
                  </a:moveTo>
                  <a:lnTo>
                    <a:pt x="1007" y="8"/>
                  </a:lnTo>
                  <a:lnTo>
                    <a:pt x="1104" y="0"/>
                  </a:lnTo>
                  <a:lnTo>
                    <a:pt x="960" y="11"/>
                  </a:lnTo>
                  <a:lnTo>
                    <a:pt x="274" y="60"/>
                  </a:lnTo>
                  <a:lnTo>
                    <a:pt x="297" y="386"/>
                  </a:lnTo>
                  <a:lnTo>
                    <a:pt x="0" y="408"/>
                  </a:lnTo>
                  <a:lnTo>
                    <a:pt x="323" y="385"/>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8"/>
            <p:cNvSpPr/>
            <p:nvPr/>
          </p:nvSpPr>
          <p:spPr>
            <a:xfrm>
              <a:off x="7427485" y="3183956"/>
              <a:ext cx="1609" cy="8646"/>
            </a:xfrm>
            <a:custGeom>
              <a:avLst/>
              <a:gdLst/>
              <a:ahLst/>
              <a:cxnLst/>
              <a:rect l="l" t="t" r="r" b="b"/>
              <a:pathLst>
                <a:path w="75" h="403" fill="none" extrusionOk="0">
                  <a:moveTo>
                    <a:pt x="47" y="1"/>
                  </a:moveTo>
                  <a:lnTo>
                    <a:pt x="0" y="4"/>
                  </a:lnTo>
                  <a:lnTo>
                    <a:pt x="25" y="349"/>
                  </a:lnTo>
                  <a:lnTo>
                    <a:pt x="75" y="402"/>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8"/>
            <p:cNvSpPr/>
            <p:nvPr/>
          </p:nvSpPr>
          <p:spPr>
            <a:xfrm>
              <a:off x="6862468" y="3200905"/>
              <a:ext cx="665" cy="1201"/>
            </a:xfrm>
            <a:custGeom>
              <a:avLst/>
              <a:gdLst/>
              <a:ahLst/>
              <a:cxnLst/>
              <a:rect l="l" t="t" r="r" b="b"/>
              <a:pathLst>
                <a:path w="31" h="56" fill="none" extrusionOk="0">
                  <a:moveTo>
                    <a:pt x="10" y="56"/>
                  </a:moveTo>
                  <a:lnTo>
                    <a:pt x="31" y="0"/>
                  </a:lnTo>
                  <a:lnTo>
                    <a:pt x="0" y="3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8"/>
            <p:cNvSpPr/>
            <p:nvPr/>
          </p:nvSpPr>
          <p:spPr>
            <a:xfrm>
              <a:off x="6593680" y="3211740"/>
              <a:ext cx="1695" cy="2296"/>
            </a:xfrm>
            <a:custGeom>
              <a:avLst/>
              <a:gdLst/>
              <a:ahLst/>
              <a:cxnLst/>
              <a:rect l="l" t="t" r="r" b="b"/>
              <a:pathLst>
                <a:path w="79" h="107" fill="none" extrusionOk="0">
                  <a:moveTo>
                    <a:pt x="12" y="106"/>
                  </a:moveTo>
                  <a:lnTo>
                    <a:pt x="78" y="0"/>
                  </a:lnTo>
                  <a:lnTo>
                    <a:pt x="0" y="96"/>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8"/>
            <p:cNvSpPr/>
            <p:nvPr/>
          </p:nvSpPr>
          <p:spPr>
            <a:xfrm>
              <a:off x="6936037" y="3189620"/>
              <a:ext cx="3068" cy="493"/>
            </a:xfrm>
            <a:custGeom>
              <a:avLst/>
              <a:gdLst/>
              <a:ahLst/>
              <a:cxnLst/>
              <a:rect l="l" t="t" r="r" b="b"/>
              <a:pathLst>
                <a:path w="143" h="23" fill="none" extrusionOk="0">
                  <a:moveTo>
                    <a:pt x="143" y="22"/>
                  </a:moveTo>
                  <a:lnTo>
                    <a:pt x="140" y="1"/>
                  </a:lnTo>
                  <a:lnTo>
                    <a:pt x="1" y="1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8"/>
            <p:cNvSpPr/>
            <p:nvPr/>
          </p:nvSpPr>
          <p:spPr>
            <a:xfrm>
              <a:off x="6833718" y="3191937"/>
              <a:ext cx="4291" cy="5342"/>
            </a:xfrm>
            <a:custGeom>
              <a:avLst/>
              <a:gdLst/>
              <a:ahLst/>
              <a:cxnLst/>
              <a:rect l="l" t="t" r="r" b="b"/>
              <a:pathLst>
                <a:path w="200" h="249" fill="none" extrusionOk="0">
                  <a:moveTo>
                    <a:pt x="173" y="249"/>
                  </a:moveTo>
                  <a:lnTo>
                    <a:pt x="199" y="186"/>
                  </a:lnTo>
                  <a:lnTo>
                    <a:pt x="0"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8"/>
            <p:cNvSpPr/>
            <p:nvPr/>
          </p:nvSpPr>
          <p:spPr>
            <a:xfrm>
              <a:off x="6637276" y="3179279"/>
              <a:ext cx="9140" cy="644"/>
            </a:xfrm>
            <a:custGeom>
              <a:avLst/>
              <a:gdLst/>
              <a:ahLst/>
              <a:cxnLst/>
              <a:rect l="l" t="t" r="r" b="b"/>
              <a:pathLst>
                <a:path w="426" h="30" fill="none" extrusionOk="0">
                  <a:moveTo>
                    <a:pt x="1" y="30"/>
                  </a:moveTo>
                  <a:lnTo>
                    <a:pt x="426" y="0"/>
                  </a:lnTo>
                  <a:lnTo>
                    <a:pt x="1" y="3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8"/>
            <p:cNvSpPr/>
            <p:nvPr/>
          </p:nvSpPr>
          <p:spPr>
            <a:xfrm>
              <a:off x="7025998" y="3086207"/>
              <a:ext cx="15126" cy="7230"/>
            </a:xfrm>
            <a:custGeom>
              <a:avLst/>
              <a:gdLst/>
              <a:ahLst/>
              <a:cxnLst/>
              <a:rect l="l" t="t" r="r" b="b"/>
              <a:pathLst>
                <a:path w="705" h="337" fill="none" extrusionOk="0">
                  <a:moveTo>
                    <a:pt x="704" y="0"/>
                  </a:moveTo>
                  <a:lnTo>
                    <a:pt x="657" y="3"/>
                  </a:lnTo>
                  <a:lnTo>
                    <a:pt x="0" y="325"/>
                  </a:lnTo>
                  <a:lnTo>
                    <a:pt x="16" y="33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8"/>
            <p:cNvSpPr/>
            <p:nvPr/>
          </p:nvSpPr>
          <p:spPr>
            <a:xfrm>
              <a:off x="7078048" y="3073999"/>
              <a:ext cx="13645" cy="9569"/>
            </a:xfrm>
            <a:custGeom>
              <a:avLst/>
              <a:gdLst/>
              <a:ahLst/>
              <a:cxnLst/>
              <a:rect l="l" t="t" r="r" b="b"/>
              <a:pathLst>
                <a:path w="636" h="446" fill="none" extrusionOk="0">
                  <a:moveTo>
                    <a:pt x="636" y="0"/>
                  </a:moveTo>
                  <a:lnTo>
                    <a:pt x="610" y="2"/>
                  </a:lnTo>
                  <a:lnTo>
                    <a:pt x="0" y="434"/>
                  </a:lnTo>
                  <a:lnTo>
                    <a:pt x="25" y="446"/>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8"/>
            <p:cNvSpPr/>
            <p:nvPr/>
          </p:nvSpPr>
          <p:spPr>
            <a:xfrm>
              <a:off x="7043977" y="3076102"/>
              <a:ext cx="17829" cy="9912"/>
            </a:xfrm>
            <a:custGeom>
              <a:avLst/>
              <a:gdLst/>
              <a:ahLst/>
              <a:cxnLst/>
              <a:rect l="l" t="t" r="r" b="b"/>
              <a:pathLst>
                <a:path w="831" h="462" fill="none" extrusionOk="0">
                  <a:moveTo>
                    <a:pt x="524" y="23"/>
                  </a:moveTo>
                  <a:lnTo>
                    <a:pt x="831" y="1"/>
                  </a:lnTo>
                  <a:lnTo>
                    <a:pt x="831" y="1"/>
                  </a:lnTo>
                  <a:lnTo>
                    <a:pt x="498" y="25"/>
                  </a:lnTo>
                  <a:lnTo>
                    <a:pt x="152" y="452"/>
                  </a:lnTo>
                  <a:lnTo>
                    <a:pt x="0" y="461"/>
                  </a:lnTo>
                  <a:lnTo>
                    <a:pt x="198" y="44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8"/>
            <p:cNvSpPr/>
            <p:nvPr/>
          </p:nvSpPr>
          <p:spPr>
            <a:xfrm>
              <a:off x="7163181" y="3127529"/>
              <a:ext cx="13624" cy="9054"/>
            </a:xfrm>
            <a:custGeom>
              <a:avLst/>
              <a:gdLst/>
              <a:ahLst/>
              <a:cxnLst/>
              <a:rect l="l" t="t" r="r" b="b"/>
              <a:pathLst>
                <a:path w="635" h="422" fill="none" extrusionOk="0">
                  <a:moveTo>
                    <a:pt x="375" y="19"/>
                  </a:moveTo>
                  <a:lnTo>
                    <a:pt x="634" y="0"/>
                  </a:lnTo>
                  <a:lnTo>
                    <a:pt x="634" y="0"/>
                  </a:lnTo>
                  <a:lnTo>
                    <a:pt x="327" y="22"/>
                  </a:lnTo>
                  <a:lnTo>
                    <a:pt x="0" y="421"/>
                  </a:lnTo>
                  <a:lnTo>
                    <a:pt x="26" y="42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8"/>
            <p:cNvSpPr/>
            <p:nvPr/>
          </p:nvSpPr>
          <p:spPr>
            <a:xfrm>
              <a:off x="8112973" y="3814904"/>
              <a:ext cx="1995" cy="172"/>
            </a:xfrm>
            <a:custGeom>
              <a:avLst/>
              <a:gdLst/>
              <a:ahLst/>
              <a:cxnLst/>
              <a:rect l="l" t="t" r="r" b="b"/>
              <a:pathLst>
                <a:path w="93" h="8" fill="none" extrusionOk="0">
                  <a:moveTo>
                    <a:pt x="93" y="1"/>
                  </a:moveTo>
                  <a:lnTo>
                    <a:pt x="1" y="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8"/>
            <p:cNvSpPr/>
            <p:nvPr/>
          </p:nvSpPr>
          <p:spPr>
            <a:xfrm>
              <a:off x="5825955" y="2983459"/>
              <a:ext cx="8561" cy="6158"/>
            </a:xfrm>
            <a:custGeom>
              <a:avLst/>
              <a:gdLst/>
              <a:ahLst/>
              <a:cxnLst/>
              <a:rect l="l" t="t" r="r" b="b"/>
              <a:pathLst>
                <a:path w="399" h="287" fill="none" extrusionOk="0">
                  <a:moveTo>
                    <a:pt x="1" y="1"/>
                  </a:moveTo>
                  <a:lnTo>
                    <a:pt x="329" y="287"/>
                  </a:lnTo>
                  <a:lnTo>
                    <a:pt x="399" y="281"/>
                  </a:lnTo>
                  <a:lnTo>
                    <a:pt x="21"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8"/>
            <p:cNvSpPr/>
            <p:nvPr/>
          </p:nvSpPr>
          <p:spPr>
            <a:xfrm>
              <a:off x="5847689" y="2988823"/>
              <a:ext cx="5750" cy="4334"/>
            </a:xfrm>
            <a:custGeom>
              <a:avLst/>
              <a:gdLst/>
              <a:ahLst/>
              <a:cxnLst/>
              <a:rect l="l" t="t" r="r" b="b"/>
              <a:pathLst>
                <a:path w="268" h="202" fill="none" extrusionOk="0">
                  <a:moveTo>
                    <a:pt x="0" y="8"/>
                  </a:moveTo>
                  <a:lnTo>
                    <a:pt x="240" y="201"/>
                  </a:lnTo>
                  <a:lnTo>
                    <a:pt x="267" y="173"/>
                  </a:lnTo>
                  <a:lnTo>
                    <a:pt x="118"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8"/>
            <p:cNvSpPr/>
            <p:nvPr/>
          </p:nvSpPr>
          <p:spPr>
            <a:xfrm>
              <a:off x="7638688" y="3623311"/>
              <a:ext cx="14933" cy="23901"/>
            </a:xfrm>
            <a:custGeom>
              <a:avLst/>
              <a:gdLst/>
              <a:ahLst/>
              <a:cxnLst/>
              <a:rect l="l" t="t" r="r" b="b"/>
              <a:pathLst>
                <a:path w="696" h="1114" fill="none" extrusionOk="0">
                  <a:moveTo>
                    <a:pt x="424" y="707"/>
                  </a:moveTo>
                  <a:lnTo>
                    <a:pt x="695" y="15"/>
                  </a:lnTo>
                  <a:lnTo>
                    <a:pt x="656" y="0"/>
                  </a:lnTo>
                  <a:lnTo>
                    <a:pt x="377" y="710"/>
                  </a:lnTo>
                  <a:lnTo>
                    <a:pt x="49" y="1109"/>
                  </a:lnTo>
                  <a:lnTo>
                    <a:pt x="1" y="1113"/>
                  </a:lnTo>
                  <a:lnTo>
                    <a:pt x="71" y="110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8"/>
            <p:cNvSpPr/>
            <p:nvPr/>
          </p:nvSpPr>
          <p:spPr>
            <a:xfrm>
              <a:off x="7610432" y="3648650"/>
              <a:ext cx="7552" cy="15340"/>
            </a:xfrm>
            <a:custGeom>
              <a:avLst/>
              <a:gdLst/>
              <a:ahLst/>
              <a:cxnLst/>
              <a:rect l="l" t="t" r="r" b="b"/>
              <a:pathLst>
                <a:path w="352" h="715" fill="none" extrusionOk="0">
                  <a:moveTo>
                    <a:pt x="352" y="0"/>
                  </a:moveTo>
                  <a:lnTo>
                    <a:pt x="326" y="1"/>
                  </a:lnTo>
                  <a:lnTo>
                    <a:pt x="0" y="714"/>
                  </a:lnTo>
                  <a:lnTo>
                    <a:pt x="47" y="71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8"/>
            <p:cNvSpPr/>
            <p:nvPr/>
          </p:nvSpPr>
          <p:spPr>
            <a:xfrm>
              <a:off x="6410776" y="2844237"/>
              <a:ext cx="23815" cy="9440"/>
            </a:xfrm>
            <a:custGeom>
              <a:avLst/>
              <a:gdLst/>
              <a:ahLst/>
              <a:cxnLst/>
              <a:rect l="l" t="t" r="r" b="b"/>
              <a:pathLst>
                <a:path w="1110" h="440" fill="none" extrusionOk="0">
                  <a:moveTo>
                    <a:pt x="1109" y="1"/>
                  </a:moveTo>
                  <a:lnTo>
                    <a:pt x="1063" y="4"/>
                  </a:lnTo>
                  <a:lnTo>
                    <a:pt x="1" y="440"/>
                  </a:lnTo>
                  <a:lnTo>
                    <a:pt x="47" y="43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8"/>
            <p:cNvSpPr/>
            <p:nvPr/>
          </p:nvSpPr>
          <p:spPr>
            <a:xfrm>
              <a:off x="8132668" y="3857407"/>
              <a:ext cx="601" cy="8153"/>
            </a:xfrm>
            <a:custGeom>
              <a:avLst/>
              <a:gdLst/>
              <a:ahLst/>
              <a:cxnLst/>
              <a:rect l="l" t="t" r="r" b="b"/>
              <a:pathLst>
                <a:path w="28" h="380" fill="none" extrusionOk="0">
                  <a:moveTo>
                    <a:pt x="0" y="0"/>
                  </a:moveTo>
                  <a:lnTo>
                    <a:pt x="27" y="380"/>
                  </a:lnTo>
                  <a:lnTo>
                    <a:pt x="0"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8"/>
            <p:cNvSpPr/>
            <p:nvPr/>
          </p:nvSpPr>
          <p:spPr>
            <a:xfrm>
              <a:off x="7685053" y="3633266"/>
              <a:ext cx="36152" cy="2575"/>
            </a:xfrm>
            <a:custGeom>
              <a:avLst/>
              <a:gdLst/>
              <a:ahLst/>
              <a:cxnLst/>
              <a:rect l="l" t="t" r="r" b="b"/>
              <a:pathLst>
                <a:path w="1685" h="120" fill="none" extrusionOk="0">
                  <a:moveTo>
                    <a:pt x="1685" y="0"/>
                  </a:moveTo>
                  <a:lnTo>
                    <a:pt x="1685" y="0"/>
                  </a:lnTo>
                  <a:lnTo>
                    <a:pt x="270" y="101"/>
                  </a:lnTo>
                  <a:lnTo>
                    <a:pt x="1" y="119"/>
                  </a:lnTo>
                  <a:lnTo>
                    <a:pt x="291" y="99"/>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8"/>
            <p:cNvSpPr/>
            <p:nvPr/>
          </p:nvSpPr>
          <p:spPr>
            <a:xfrm>
              <a:off x="6706018" y="2683733"/>
              <a:ext cx="16091" cy="13624"/>
            </a:xfrm>
            <a:custGeom>
              <a:avLst/>
              <a:gdLst/>
              <a:ahLst/>
              <a:cxnLst/>
              <a:rect l="l" t="t" r="r" b="b"/>
              <a:pathLst>
                <a:path w="750" h="635" fill="none" extrusionOk="0">
                  <a:moveTo>
                    <a:pt x="22" y="0"/>
                  </a:moveTo>
                  <a:lnTo>
                    <a:pt x="0" y="23"/>
                  </a:lnTo>
                  <a:lnTo>
                    <a:pt x="352" y="307"/>
                  </a:lnTo>
                  <a:lnTo>
                    <a:pt x="731" y="634"/>
                  </a:lnTo>
                  <a:lnTo>
                    <a:pt x="750" y="607"/>
                  </a:lnTo>
                  <a:lnTo>
                    <a:pt x="398" y="30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8"/>
            <p:cNvSpPr/>
            <p:nvPr/>
          </p:nvSpPr>
          <p:spPr>
            <a:xfrm>
              <a:off x="7857722" y="3628739"/>
              <a:ext cx="42245" cy="17765"/>
            </a:xfrm>
            <a:custGeom>
              <a:avLst/>
              <a:gdLst/>
              <a:ahLst/>
              <a:cxnLst/>
              <a:rect l="l" t="t" r="r" b="b"/>
              <a:pathLst>
                <a:path w="1969" h="828" fill="none" extrusionOk="0">
                  <a:moveTo>
                    <a:pt x="1024" y="755"/>
                  </a:moveTo>
                  <a:lnTo>
                    <a:pt x="1353" y="378"/>
                  </a:lnTo>
                  <a:lnTo>
                    <a:pt x="1968" y="10"/>
                  </a:lnTo>
                  <a:lnTo>
                    <a:pt x="1943" y="0"/>
                  </a:lnTo>
                  <a:lnTo>
                    <a:pt x="1306" y="381"/>
                  </a:lnTo>
                  <a:lnTo>
                    <a:pt x="977" y="759"/>
                  </a:lnTo>
                  <a:lnTo>
                    <a:pt x="317" y="805"/>
                  </a:lnTo>
                  <a:lnTo>
                    <a:pt x="1" y="828"/>
                  </a:lnTo>
                  <a:lnTo>
                    <a:pt x="337" y="80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8"/>
            <p:cNvSpPr/>
            <p:nvPr/>
          </p:nvSpPr>
          <p:spPr>
            <a:xfrm>
              <a:off x="5177027" y="3891606"/>
              <a:ext cx="708" cy="579"/>
            </a:xfrm>
            <a:custGeom>
              <a:avLst/>
              <a:gdLst/>
              <a:ahLst/>
              <a:cxnLst/>
              <a:rect l="l" t="t" r="r" b="b"/>
              <a:pathLst>
                <a:path w="33" h="27" fill="none" extrusionOk="0">
                  <a:moveTo>
                    <a:pt x="32" y="26"/>
                  </a:moveTo>
                  <a:lnTo>
                    <a:pt x="1" y="0"/>
                  </a:lnTo>
                  <a:lnTo>
                    <a:pt x="2" y="15"/>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8"/>
            <p:cNvSpPr/>
            <p:nvPr/>
          </p:nvSpPr>
          <p:spPr>
            <a:xfrm>
              <a:off x="5830654" y="3072068"/>
              <a:ext cx="16799" cy="21712"/>
            </a:xfrm>
            <a:custGeom>
              <a:avLst/>
              <a:gdLst/>
              <a:ahLst/>
              <a:cxnLst/>
              <a:rect l="l" t="t" r="r" b="b"/>
              <a:pathLst>
                <a:path w="783" h="1012" fill="none" extrusionOk="0">
                  <a:moveTo>
                    <a:pt x="782" y="1012"/>
                  </a:moveTo>
                  <a:lnTo>
                    <a:pt x="733" y="304"/>
                  </a:lnTo>
                  <a:lnTo>
                    <a:pt x="0" y="1"/>
                  </a:lnTo>
                  <a:lnTo>
                    <a:pt x="405" y="32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8"/>
            <p:cNvSpPr/>
            <p:nvPr/>
          </p:nvSpPr>
          <p:spPr>
            <a:xfrm>
              <a:off x="7804214" y="3633953"/>
              <a:ext cx="21391" cy="1523"/>
            </a:xfrm>
            <a:custGeom>
              <a:avLst/>
              <a:gdLst/>
              <a:ahLst/>
              <a:cxnLst/>
              <a:rect l="l" t="t" r="r" b="b"/>
              <a:pathLst>
                <a:path w="997" h="71" fill="none" extrusionOk="0">
                  <a:moveTo>
                    <a:pt x="997" y="1"/>
                  </a:moveTo>
                  <a:lnTo>
                    <a:pt x="988" y="2"/>
                  </a:lnTo>
                  <a:lnTo>
                    <a:pt x="1" y="71"/>
                  </a:lnTo>
                  <a:lnTo>
                    <a:pt x="1" y="7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8"/>
            <p:cNvSpPr/>
            <p:nvPr/>
          </p:nvSpPr>
          <p:spPr>
            <a:xfrm>
              <a:off x="7757292" y="3628182"/>
              <a:ext cx="35744" cy="10620"/>
            </a:xfrm>
            <a:custGeom>
              <a:avLst/>
              <a:gdLst/>
              <a:ahLst/>
              <a:cxnLst/>
              <a:rect l="l" t="t" r="r" b="b"/>
              <a:pathLst>
                <a:path w="1666" h="495" fill="none" extrusionOk="0">
                  <a:moveTo>
                    <a:pt x="1453" y="16"/>
                  </a:moveTo>
                  <a:lnTo>
                    <a:pt x="1665" y="0"/>
                  </a:lnTo>
                  <a:lnTo>
                    <a:pt x="1407" y="19"/>
                  </a:lnTo>
                  <a:lnTo>
                    <a:pt x="392" y="468"/>
                  </a:lnTo>
                  <a:lnTo>
                    <a:pt x="1" y="495"/>
                  </a:lnTo>
                  <a:lnTo>
                    <a:pt x="440" y="46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8"/>
            <p:cNvSpPr/>
            <p:nvPr/>
          </p:nvSpPr>
          <p:spPr>
            <a:xfrm>
              <a:off x="7729336" y="3640196"/>
              <a:ext cx="8174" cy="601"/>
            </a:xfrm>
            <a:custGeom>
              <a:avLst/>
              <a:gdLst/>
              <a:ahLst/>
              <a:cxnLst/>
              <a:rect l="l" t="t" r="r" b="b"/>
              <a:pathLst>
                <a:path w="381" h="28" fill="none" extrusionOk="0">
                  <a:moveTo>
                    <a:pt x="380" y="1"/>
                  </a:moveTo>
                  <a:lnTo>
                    <a:pt x="355" y="2"/>
                  </a:lnTo>
                  <a:lnTo>
                    <a:pt x="0" y="28"/>
                  </a:lnTo>
                  <a:lnTo>
                    <a:pt x="0" y="2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8"/>
            <p:cNvSpPr/>
            <p:nvPr/>
          </p:nvSpPr>
          <p:spPr>
            <a:xfrm>
              <a:off x="6692995" y="2714542"/>
              <a:ext cx="1545" cy="7681"/>
            </a:xfrm>
            <a:custGeom>
              <a:avLst/>
              <a:gdLst/>
              <a:ahLst/>
              <a:cxnLst/>
              <a:rect l="l" t="t" r="r" b="b"/>
              <a:pathLst>
                <a:path w="72" h="358" fill="none" extrusionOk="0">
                  <a:moveTo>
                    <a:pt x="1" y="28"/>
                  </a:moveTo>
                  <a:lnTo>
                    <a:pt x="24" y="358"/>
                  </a:lnTo>
                  <a:lnTo>
                    <a:pt x="72" y="354"/>
                  </a:lnTo>
                  <a:lnTo>
                    <a:pt x="46"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8"/>
            <p:cNvSpPr/>
            <p:nvPr/>
          </p:nvSpPr>
          <p:spPr>
            <a:xfrm>
              <a:off x="6719213" y="2821731"/>
              <a:ext cx="33727" cy="47244"/>
            </a:xfrm>
            <a:custGeom>
              <a:avLst/>
              <a:gdLst/>
              <a:ahLst/>
              <a:cxnLst/>
              <a:rect l="l" t="t" r="r" b="b"/>
              <a:pathLst>
                <a:path w="1572" h="2202" fill="none" extrusionOk="0">
                  <a:moveTo>
                    <a:pt x="842" y="414"/>
                  </a:moveTo>
                  <a:lnTo>
                    <a:pt x="228" y="812"/>
                  </a:lnTo>
                  <a:lnTo>
                    <a:pt x="604" y="1115"/>
                  </a:lnTo>
                  <a:lnTo>
                    <a:pt x="916" y="1448"/>
                  </a:lnTo>
                  <a:lnTo>
                    <a:pt x="655" y="1822"/>
                  </a:lnTo>
                  <a:lnTo>
                    <a:pt x="1" y="2187"/>
                  </a:lnTo>
                  <a:lnTo>
                    <a:pt x="17" y="2202"/>
                  </a:lnTo>
                  <a:lnTo>
                    <a:pt x="702" y="1819"/>
                  </a:lnTo>
                  <a:lnTo>
                    <a:pt x="962" y="1444"/>
                  </a:lnTo>
                  <a:lnTo>
                    <a:pt x="651" y="1111"/>
                  </a:lnTo>
                  <a:lnTo>
                    <a:pt x="274" y="808"/>
                  </a:lnTo>
                  <a:lnTo>
                    <a:pt x="890" y="409"/>
                  </a:lnTo>
                  <a:lnTo>
                    <a:pt x="1571" y="1"/>
                  </a:lnTo>
                  <a:lnTo>
                    <a:pt x="1525" y="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8"/>
            <p:cNvSpPr/>
            <p:nvPr/>
          </p:nvSpPr>
          <p:spPr>
            <a:xfrm>
              <a:off x="6771241" y="2826773"/>
              <a:ext cx="20168" cy="1437"/>
            </a:xfrm>
            <a:custGeom>
              <a:avLst/>
              <a:gdLst/>
              <a:ahLst/>
              <a:cxnLst/>
              <a:rect l="l" t="t" r="r" b="b"/>
              <a:pathLst>
                <a:path w="940" h="67" fill="none" extrusionOk="0">
                  <a:moveTo>
                    <a:pt x="939" y="0"/>
                  </a:moveTo>
                  <a:lnTo>
                    <a:pt x="539" y="28"/>
                  </a:lnTo>
                  <a:lnTo>
                    <a:pt x="1" y="66"/>
                  </a:lnTo>
                  <a:lnTo>
                    <a:pt x="561" y="2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8"/>
            <p:cNvSpPr/>
            <p:nvPr/>
          </p:nvSpPr>
          <p:spPr>
            <a:xfrm>
              <a:off x="6968563" y="3023194"/>
              <a:ext cx="15018" cy="6136"/>
            </a:xfrm>
            <a:custGeom>
              <a:avLst/>
              <a:gdLst/>
              <a:ahLst/>
              <a:cxnLst/>
              <a:rect l="l" t="t" r="r" b="b"/>
              <a:pathLst>
                <a:path w="700" h="286" fill="none" extrusionOk="0">
                  <a:moveTo>
                    <a:pt x="0" y="4"/>
                  </a:moveTo>
                  <a:lnTo>
                    <a:pt x="684" y="285"/>
                  </a:lnTo>
                  <a:lnTo>
                    <a:pt x="700" y="269"/>
                  </a:lnTo>
                  <a:lnTo>
                    <a:pt x="48"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8"/>
            <p:cNvSpPr/>
            <p:nvPr/>
          </p:nvSpPr>
          <p:spPr>
            <a:xfrm>
              <a:off x="6710030" y="2727715"/>
              <a:ext cx="7209" cy="7145"/>
            </a:xfrm>
            <a:custGeom>
              <a:avLst/>
              <a:gdLst/>
              <a:ahLst/>
              <a:cxnLst/>
              <a:rect l="l" t="t" r="r" b="b"/>
              <a:pathLst>
                <a:path w="336" h="333" fill="none" extrusionOk="0">
                  <a:moveTo>
                    <a:pt x="336" y="0"/>
                  </a:moveTo>
                  <a:lnTo>
                    <a:pt x="288" y="3"/>
                  </a:lnTo>
                  <a:lnTo>
                    <a:pt x="0" y="291"/>
                  </a:lnTo>
                  <a:lnTo>
                    <a:pt x="4" y="332"/>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8"/>
            <p:cNvSpPr/>
            <p:nvPr/>
          </p:nvSpPr>
          <p:spPr>
            <a:xfrm>
              <a:off x="6822197" y="2823126"/>
              <a:ext cx="21305" cy="16177"/>
            </a:xfrm>
            <a:custGeom>
              <a:avLst/>
              <a:gdLst/>
              <a:ahLst/>
              <a:cxnLst/>
              <a:rect l="l" t="t" r="r" b="b"/>
              <a:pathLst>
                <a:path w="993" h="754" fill="none" extrusionOk="0">
                  <a:moveTo>
                    <a:pt x="308" y="732"/>
                  </a:moveTo>
                  <a:lnTo>
                    <a:pt x="993" y="353"/>
                  </a:lnTo>
                  <a:lnTo>
                    <a:pt x="967" y="0"/>
                  </a:lnTo>
                  <a:lnTo>
                    <a:pt x="920" y="4"/>
                  </a:lnTo>
                  <a:lnTo>
                    <a:pt x="946" y="356"/>
                  </a:lnTo>
                  <a:lnTo>
                    <a:pt x="261" y="735"/>
                  </a:lnTo>
                  <a:lnTo>
                    <a:pt x="1" y="753"/>
                  </a:lnTo>
                  <a:lnTo>
                    <a:pt x="1" y="75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8"/>
            <p:cNvSpPr/>
            <p:nvPr/>
          </p:nvSpPr>
          <p:spPr>
            <a:xfrm>
              <a:off x="5115816" y="3852601"/>
              <a:ext cx="14160" cy="12165"/>
            </a:xfrm>
            <a:custGeom>
              <a:avLst/>
              <a:gdLst/>
              <a:ahLst/>
              <a:cxnLst/>
              <a:rect l="l" t="t" r="r" b="b"/>
              <a:pathLst>
                <a:path w="660" h="567" fill="none" extrusionOk="0">
                  <a:moveTo>
                    <a:pt x="654" y="567"/>
                  </a:moveTo>
                  <a:lnTo>
                    <a:pt x="659" y="567"/>
                  </a:lnTo>
                  <a:lnTo>
                    <a:pt x="1" y="0"/>
                  </a:lnTo>
                  <a:lnTo>
                    <a:pt x="278" y="259"/>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8"/>
            <p:cNvSpPr/>
            <p:nvPr/>
          </p:nvSpPr>
          <p:spPr>
            <a:xfrm>
              <a:off x="6961976" y="3023708"/>
              <a:ext cx="493" cy="43"/>
            </a:xfrm>
            <a:custGeom>
              <a:avLst/>
              <a:gdLst/>
              <a:ahLst/>
              <a:cxnLst/>
              <a:rect l="l" t="t" r="r" b="b"/>
              <a:pathLst>
                <a:path w="23" h="2" fill="none" extrusionOk="0">
                  <a:moveTo>
                    <a:pt x="0" y="2"/>
                  </a:moveTo>
                  <a:lnTo>
                    <a:pt x="23"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8"/>
            <p:cNvSpPr/>
            <p:nvPr/>
          </p:nvSpPr>
          <p:spPr>
            <a:xfrm>
              <a:off x="8159959" y="3594647"/>
              <a:ext cx="6930" cy="30423"/>
            </a:xfrm>
            <a:custGeom>
              <a:avLst/>
              <a:gdLst/>
              <a:ahLst/>
              <a:cxnLst/>
              <a:rect l="l" t="t" r="r" b="b"/>
              <a:pathLst>
                <a:path w="323" h="1418" fill="none" extrusionOk="0">
                  <a:moveTo>
                    <a:pt x="49" y="1417"/>
                  </a:moveTo>
                  <a:lnTo>
                    <a:pt x="74" y="1416"/>
                  </a:lnTo>
                  <a:lnTo>
                    <a:pt x="25" y="729"/>
                  </a:lnTo>
                  <a:lnTo>
                    <a:pt x="322" y="16"/>
                  </a:lnTo>
                  <a:lnTo>
                    <a:pt x="282" y="0"/>
                  </a:lnTo>
                  <a:lnTo>
                    <a:pt x="0" y="732"/>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8"/>
            <p:cNvSpPr/>
            <p:nvPr/>
          </p:nvSpPr>
          <p:spPr>
            <a:xfrm>
              <a:off x="6654848" y="2717245"/>
              <a:ext cx="9505" cy="14289"/>
            </a:xfrm>
            <a:custGeom>
              <a:avLst/>
              <a:gdLst/>
              <a:ahLst/>
              <a:cxnLst/>
              <a:rect l="l" t="t" r="r" b="b"/>
              <a:pathLst>
                <a:path w="443" h="666" fill="none" extrusionOk="0">
                  <a:moveTo>
                    <a:pt x="0" y="3"/>
                  </a:moveTo>
                  <a:lnTo>
                    <a:pt x="4" y="3"/>
                  </a:lnTo>
                  <a:lnTo>
                    <a:pt x="406" y="665"/>
                  </a:lnTo>
                  <a:lnTo>
                    <a:pt x="443" y="645"/>
                  </a:lnTo>
                  <a:lnTo>
                    <a:pt x="50"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8"/>
            <p:cNvSpPr/>
            <p:nvPr/>
          </p:nvSpPr>
          <p:spPr>
            <a:xfrm>
              <a:off x="6603206" y="2698086"/>
              <a:ext cx="16349" cy="6715"/>
            </a:xfrm>
            <a:custGeom>
              <a:avLst/>
              <a:gdLst/>
              <a:ahLst/>
              <a:cxnLst/>
              <a:rect l="l" t="t" r="r" b="b"/>
              <a:pathLst>
                <a:path w="762" h="313" fill="none" extrusionOk="0">
                  <a:moveTo>
                    <a:pt x="1" y="1"/>
                  </a:moveTo>
                  <a:lnTo>
                    <a:pt x="3" y="27"/>
                  </a:lnTo>
                  <a:lnTo>
                    <a:pt x="619" y="312"/>
                  </a:lnTo>
                  <a:lnTo>
                    <a:pt x="761" y="302"/>
                  </a:lnTo>
                  <a:lnTo>
                    <a:pt x="665" y="30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8"/>
            <p:cNvSpPr/>
            <p:nvPr/>
          </p:nvSpPr>
          <p:spPr>
            <a:xfrm>
              <a:off x="6587136" y="2699180"/>
              <a:ext cx="15619" cy="7145"/>
            </a:xfrm>
            <a:custGeom>
              <a:avLst/>
              <a:gdLst/>
              <a:ahLst/>
              <a:cxnLst/>
              <a:rect l="l" t="t" r="r" b="b"/>
              <a:pathLst>
                <a:path w="728" h="333" fill="none" extrusionOk="0">
                  <a:moveTo>
                    <a:pt x="21" y="1"/>
                  </a:moveTo>
                  <a:lnTo>
                    <a:pt x="0" y="27"/>
                  </a:lnTo>
                  <a:lnTo>
                    <a:pt x="354" y="333"/>
                  </a:lnTo>
                  <a:lnTo>
                    <a:pt x="727" y="306"/>
                  </a:lnTo>
                  <a:lnTo>
                    <a:pt x="727" y="306"/>
                  </a:lnTo>
                  <a:lnTo>
                    <a:pt x="401" y="33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8"/>
            <p:cNvSpPr/>
            <p:nvPr/>
          </p:nvSpPr>
          <p:spPr>
            <a:xfrm>
              <a:off x="6694733" y="2721193"/>
              <a:ext cx="13409" cy="965"/>
            </a:xfrm>
            <a:custGeom>
              <a:avLst/>
              <a:gdLst/>
              <a:ahLst/>
              <a:cxnLst/>
              <a:rect l="l" t="t" r="r" b="b"/>
              <a:pathLst>
                <a:path w="625" h="45" fill="none" extrusionOk="0">
                  <a:moveTo>
                    <a:pt x="271" y="25"/>
                  </a:moveTo>
                  <a:lnTo>
                    <a:pt x="271" y="25"/>
                  </a:lnTo>
                  <a:lnTo>
                    <a:pt x="318" y="22"/>
                  </a:lnTo>
                  <a:lnTo>
                    <a:pt x="318" y="22"/>
                  </a:lnTo>
                  <a:lnTo>
                    <a:pt x="625" y="0"/>
                  </a:lnTo>
                  <a:lnTo>
                    <a:pt x="625" y="0"/>
                  </a:lnTo>
                  <a:lnTo>
                    <a:pt x="1" y="4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8"/>
            <p:cNvSpPr/>
            <p:nvPr/>
          </p:nvSpPr>
          <p:spPr>
            <a:xfrm>
              <a:off x="6624060" y="2704158"/>
              <a:ext cx="11929" cy="14697"/>
            </a:xfrm>
            <a:custGeom>
              <a:avLst/>
              <a:gdLst/>
              <a:ahLst/>
              <a:cxnLst/>
              <a:rect l="l" t="t" r="r" b="b"/>
              <a:pathLst>
                <a:path w="556" h="685" fill="none" extrusionOk="0">
                  <a:moveTo>
                    <a:pt x="73" y="355"/>
                  </a:moveTo>
                  <a:lnTo>
                    <a:pt x="48" y="0"/>
                  </a:lnTo>
                  <a:lnTo>
                    <a:pt x="0" y="3"/>
                  </a:lnTo>
                  <a:lnTo>
                    <a:pt x="25" y="358"/>
                  </a:lnTo>
                  <a:lnTo>
                    <a:pt x="425" y="685"/>
                  </a:lnTo>
                  <a:lnTo>
                    <a:pt x="555" y="676"/>
                  </a:lnTo>
                  <a:lnTo>
                    <a:pt x="450" y="68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8"/>
            <p:cNvSpPr/>
            <p:nvPr/>
          </p:nvSpPr>
          <p:spPr>
            <a:xfrm>
              <a:off x="7952210" y="3727239"/>
              <a:ext cx="22785" cy="1631"/>
            </a:xfrm>
            <a:custGeom>
              <a:avLst/>
              <a:gdLst/>
              <a:ahLst/>
              <a:cxnLst/>
              <a:rect l="l" t="t" r="r" b="b"/>
              <a:pathLst>
                <a:path w="1062" h="76" fill="none" extrusionOk="0">
                  <a:moveTo>
                    <a:pt x="1" y="75"/>
                  </a:moveTo>
                  <a:lnTo>
                    <a:pt x="1" y="75"/>
                  </a:lnTo>
                  <a:lnTo>
                    <a:pt x="682" y="28"/>
                  </a:lnTo>
                  <a:lnTo>
                    <a:pt x="1062" y="1"/>
                  </a:lnTo>
                  <a:lnTo>
                    <a:pt x="1062" y="1"/>
                  </a:lnTo>
                  <a:lnTo>
                    <a:pt x="729" y="2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8"/>
            <p:cNvSpPr/>
            <p:nvPr/>
          </p:nvSpPr>
          <p:spPr>
            <a:xfrm>
              <a:off x="8047020" y="3788858"/>
              <a:ext cx="12980" cy="944"/>
            </a:xfrm>
            <a:custGeom>
              <a:avLst/>
              <a:gdLst/>
              <a:ahLst/>
              <a:cxnLst/>
              <a:rect l="l" t="t" r="r" b="b"/>
              <a:pathLst>
                <a:path w="605" h="44" fill="none" extrusionOk="0">
                  <a:moveTo>
                    <a:pt x="0" y="43"/>
                  </a:moveTo>
                  <a:lnTo>
                    <a:pt x="605" y="0"/>
                  </a:lnTo>
                  <a:lnTo>
                    <a:pt x="0" y="4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8"/>
            <p:cNvSpPr/>
            <p:nvPr/>
          </p:nvSpPr>
          <p:spPr>
            <a:xfrm>
              <a:off x="7999175" y="3635348"/>
              <a:ext cx="16284" cy="8196"/>
            </a:xfrm>
            <a:custGeom>
              <a:avLst/>
              <a:gdLst/>
              <a:ahLst/>
              <a:cxnLst/>
              <a:rect l="l" t="t" r="r" b="b"/>
              <a:pathLst>
                <a:path w="759" h="382" fill="none" extrusionOk="0">
                  <a:moveTo>
                    <a:pt x="630" y="9"/>
                  </a:moveTo>
                  <a:lnTo>
                    <a:pt x="758" y="1"/>
                  </a:lnTo>
                  <a:lnTo>
                    <a:pt x="609" y="10"/>
                  </a:lnTo>
                  <a:lnTo>
                    <a:pt x="1" y="368"/>
                  </a:lnTo>
                  <a:lnTo>
                    <a:pt x="19" y="38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8"/>
            <p:cNvSpPr/>
            <p:nvPr/>
          </p:nvSpPr>
          <p:spPr>
            <a:xfrm>
              <a:off x="7945194" y="3736958"/>
              <a:ext cx="6630" cy="493"/>
            </a:xfrm>
            <a:custGeom>
              <a:avLst/>
              <a:gdLst/>
              <a:ahLst/>
              <a:cxnLst/>
              <a:rect l="l" t="t" r="r" b="b"/>
              <a:pathLst>
                <a:path w="309" h="23" fill="none" extrusionOk="0">
                  <a:moveTo>
                    <a:pt x="0" y="22"/>
                  </a:moveTo>
                  <a:lnTo>
                    <a:pt x="308" y="1"/>
                  </a:lnTo>
                  <a:lnTo>
                    <a:pt x="308" y="1"/>
                  </a:lnTo>
                  <a:lnTo>
                    <a:pt x="22" y="2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8"/>
            <p:cNvSpPr/>
            <p:nvPr/>
          </p:nvSpPr>
          <p:spPr>
            <a:xfrm>
              <a:off x="8039511" y="3637665"/>
              <a:ext cx="21" cy="6093"/>
            </a:xfrm>
            <a:custGeom>
              <a:avLst/>
              <a:gdLst/>
              <a:ahLst/>
              <a:cxnLst/>
              <a:rect l="l" t="t" r="r" b="b"/>
              <a:pathLst>
                <a:path w="1" h="284" fill="none" extrusionOk="0">
                  <a:moveTo>
                    <a:pt x="1" y="1"/>
                  </a:moveTo>
                  <a:lnTo>
                    <a:pt x="1" y="1"/>
                  </a:lnTo>
                  <a:lnTo>
                    <a:pt x="1" y="283"/>
                  </a:lnTo>
                  <a:lnTo>
                    <a:pt x="1" y="28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8"/>
            <p:cNvSpPr/>
            <p:nvPr/>
          </p:nvSpPr>
          <p:spPr>
            <a:xfrm>
              <a:off x="7994047" y="3687633"/>
              <a:ext cx="21176" cy="14740"/>
            </a:xfrm>
            <a:custGeom>
              <a:avLst/>
              <a:gdLst/>
              <a:ahLst/>
              <a:cxnLst/>
              <a:rect l="l" t="t" r="r" b="b"/>
              <a:pathLst>
                <a:path w="987" h="687" fill="none" extrusionOk="0">
                  <a:moveTo>
                    <a:pt x="21" y="0"/>
                  </a:moveTo>
                  <a:lnTo>
                    <a:pt x="1" y="27"/>
                  </a:lnTo>
                  <a:lnTo>
                    <a:pt x="733" y="686"/>
                  </a:lnTo>
                  <a:lnTo>
                    <a:pt x="986" y="669"/>
                  </a:lnTo>
                  <a:lnTo>
                    <a:pt x="781" y="68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8"/>
            <p:cNvSpPr/>
            <p:nvPr/>
          </p:nvSpPr>
          <p:spPr>
            <a:xfrm>
              <a:off x="8024535" y="3701257"/>
              <a:ext cx="15684" cy="6136"/>
            </a:xfrm>
            <a:custGeom>
              <a:avLst/>
              <a:gdLst/>
              <a:ahLst/>
              <a:cxnLst/>
              <a:rect l="l" t="t" r="r" b="b"/>
              <a:pathLst>
                <a:path w="731" h="286" fill="none" extrusionOk="0">
                  <a:moveTo>
                    <a:pt x="0" y="3"/>
                  </a:moveTo>
                  <a:lnTo>
                    <a:pt x="730" y="286"/>
                  </a:lnTo>
                  <a:lnTo>
                    <a:pt x="728" y="264"/>
                  </a:lnTo>
                  <a:lnTo>
                    <a:pt x="45"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8"/>
            <p:cNvSpPr/>
            <p:nvPr/>
          </p:nvSpPr>
          <p:spPr>
            <a:xfrm>
              <a:off x="7974910" y="3711727"/>
              <a:ext cx="3948" cy="279"/>
            </a:xfrm>
            <a:custGeom>
              <a:avLst/>
              <a:gdLst/>
              <a:ahLst/>
              <a:cxnLst/>
              <a:rect l="l" t="t" r="r" b="b"/>
              <a:pathLst>
                <a:path w="184" h="13" fill="none" extrusionOk="0">
                  <a:moveTo>
                    <a:pt x="1" y="13"/>
                  </a:moveTo>
                  <a:lnTo>
                    <a:pt x="183"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8"/>
            <p:cNvSpPr/>
            <p:nvPr/>
          </p:nvSpPr>
          <p:spPr>
            <a:xfrm>
              <a:off x="8044359" y="3766566"/>
              <a:ext cx="7102" cy="536"/>
            </a:xfrm>
            <a:custGeom>
              <a:avLst/>
              <a:gdLst/>
              <a:ahLst/>
              <a:cxnLst/>
              <a:rect l="l" t="t" r="r" b="b"/>
              <a:pathLst>
                <a:path w="331" h="25" fill="none" extrusionOk="0">
                  <a:moveTo>
                    <a:pt x="331" y="1"/>
                  </a:moveTo>
                  <a:lnTo>
                    <a:pt x="1" y="25"/>
                  </a:lnTo>
                  <a:lnTo>
                    <a:pt x="331"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8"/>
            <p:cNvSpPr/>
            <p:nvPr/>
          </p:nvSpPr>
          <p:spPr>
            <a:xfrm>
              <a:off x="8093663" y="3816235"/>
              <a:ext cx="2832" cy="215"/>
            </a:xfrm>
            <a:custGeom>
              <a:avLst/>
              <a:gdLst/>
              <a:ahLst/>
              <a:cxnLst/>
              <a:rect l="l" t="t" r="r" b="b"/>
              <a:pathLst>
                <a:path w="132" h="10" fill="none" extrusionOk="0">
                  <a:moveTo>
                    <a:pt x="132" y="0"/>
                  </a:moveTo>
                  <a:lnTo>
                    <a:pt x="0" y="9"/>
                  </a:lnTo>
                  <a:lnTo>
                    <a:pt x="0" y="9"/>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8"/>
            <p:cNvSpPr/>
            <p:nvPr/>
          </p:nvSpPr>
          <p:spPr>
            <a:xfrm>
              <a:off x="8125159" y="3625199"/>
              <a:ext cx="33706" cy="32354"/>
            </a:xfrm>
            <a:custGeom>
              <a:avLst/>
              <a:gdLst/>
              <a:ahLst/>
              <a:cxnLst/>
              <a:rect l="l" t="t" r="r" b="b"/>
              <a:pathLst>
                <a:path w="1571" h="1508" fill="none" extrusionOk="0">
                  <a:moveTo>
                    <a:pt x="731" y="1127"/>
                  </a:moveTo>
                  <a:lnTo>
                    <a:pt x="1080" y="364"/>
                  </a:lnTo>
                  <a:lnTo>
                    <a:pt x="655" y="65"/>
                  </a:lnTo>
                  <a:lnTo>
                    <a:pt x="1342" y="17"/>
                  </a:lnTo>
                  <a:lnTo>
                    <a:pt x="1570" y="1"/>
                  </a:lnTo>
                  <a:lnTo>
                    <a:pt x="1316" y="18"/>
                  </a:lnTo>
                  <a:lnTo>
                    <a:pt x="636" y="67"/>
                  </a:lnTo>
                  <a:lnTo>
                    <a:pt x="1033" y="368"/>
                  </a:lnTo>
                  <a:lnTo>
                    <a:pt x="710" y="1128"/>
                  </a:lnTo>
                  <a:lnTo>
                    <a:pt x="1" y="1508"/>
                  </a:lnTo>
                  <a:lnTo>
                    <a:pt x="46" y="150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8"/>
            <p:cNvSpPr/>
            <p:nvPr/>
          </p:nvSpPr>
          <p:spPr>
            <a:xfrm>
              <a:off x="7970340" y="3615416"/>
              <a:ext cx="3390" cy="257"/>
            </a:xfrm>
            <a:custGeom>
              <a:avLst/>
              <a:gdLst/>
              <a:ahLst/>
              <a:cxnLst/>
              <a:rect l="l" t="t" r="r" b="b"/>
              <a:pathLst>
                <a:path w="158" h="12" fill="none" extrusionOk="0">
                  <a:moveTo>
                    <a:pt x="157" y="1"/>
                  </a:moveTo>
                  <a:lnTo>
                    <a:pt x="1" y="1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8"/>
            <p:cNvSpPr/>
            <p:nvPr/>
          </p:nvSpPr>
          <p:spPr>
            <a:xfrm>
              <a:off x="4623982" y="4170092"/>
              <a:ext cx="6222" cy="1437"/>
            </a:xfrm>
            <a:custGeom>
              <a:avLst/>
              <a:gdLst/>
              <a:ahLst/>
              <a:cxnLst/>
              <a:rect l="l" t="t" r="r" b="b"/>
              <a:pathLst>
                <a:path w="290" h="67" fill="none" extrusionOk="0">
                  <a:moveTo>
                    <a:pt x="1" y="20"/>
                  </a:moveTo>
                  <a:lnTo>
                    <a:pt x="286" y="0"/>
                  </a:lnTo>
                  <a:lnTo>
                    <a:pt x="290" y="47"/>
                  </a:lnTo>
                  <a:lnTo>
                    <a:pt x="4" y="66"/>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8"/>
            <p:cNvSpPr/>
            <p:nvPr/>
          </p:nvSpPr>
          <p:spPr>
            <a:xfrm>
              <a:off x="4667214" y="4032244"/>
              <a:ext cx="21798" cy="7102"/>
            </a:xfrm>
            <a:custGeom>
              <a:avLst/>
              <a:gdLst/>
              <a:ahLst/>
              <a:cxnLst/>
              <a:rect l="l" t="t" r="r" b="b"/>
              <a:pathLst>
                <a:path w="1016" h="331" fill="none" extrusionOk="0">
                  <a:moveTo>
                    <a:pt x="1" y="1"/>
                  </a:moveTo>
                  <a:lnTo>
                    <a:pt x="6" y="82"/>
                  </a:lnTo>
                  <a:lnTo>
                    <a:pt x="662" y="331"/>
                  </a:lnTo>
                  <a:lnTo>
                    <a:pt x="1015" y="306"/>
                  </a:lnTo>
                  <a:lnTo>
                    <a:pt x="1013" y="285"/>
                  </a:lnTo>
                  <a:lnTo>
                    <a:pt x="733" y="305"/>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8"/>
            <p:cNvSpPr/>
            <p:nvPr/>
          </p:nvSpPr>
          <p:spPr>
            <a:xfrm>
              <a:off x="4709630" y="3990599"/>
              <a:ext cx="13710" cy="2017"/>
            </a:xfrm>
            <a:custGeom>
              <a:avLst/>
              <a:gdLst/>
              <a:ahLst/>
              <a:cxnLst/>
              <a:rect l="l" t="t" r="r" b="b"/>
              <a:pathLst>
                <a:path w="639" h="94" fill="none" extrusionOk="0">
                  <a:moveTo>
                    <a:pt x="1" y="46"/>
                  </a:moveTo>
                  <a:lnTo>
                    <a:pt x="4" y="93"/>
                  </a:lnTo>
                  <a:lnTo>
                    <a:pt x="285" y="73"/>
                  </a:lnTo>
                  <a:lnTo>
                    <a:pt x="639" y="48"/>
                  </a:lnTo>
                  <a:lnTo>
                    <a:pt x="636" y="0"/>
                  </a:lnTo>
                  <a:lnTo>
                    <a:pt x="329" y="22"/>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8"/>
            <p:cNvSpPr/>
            <p:nvPr/>
          </p:nvSpPr>
          <p:spPr>
            <a:xfrm>
              <a:off x="7945388" y="3616381"/>
              <a:ext cx="15190" cy="16327"/>
            </a:xfrm>
            <a:custGeom>
              <a:avLst/>
              <a:gdLst/>
              <a:ahLst/>
              <a:cxnLst/>
              <a:rect l="l" t="t" r="r" b="b"/>
              <a:pathLst>
                <a:path w="708" h="761" fill="none" extrusionOk="0">
                  <a:moveTo>
                    <a:pt x="707" y="375"/>
                  </a:moveTo>
                  <a:lnTo>
                    <a:pt x="680" y="1"/>
                  </a:lnTo>
                  <a:lnTo>
                    <a:pt x="634" y="4"/>
                  </a:lnTo>
                  <a:lnTo>
                    <a:pt x="660" y="378"/>
                  </a:lnTo>
                  <a:lnTo>
                    <a:pt x="1" y="739"/>
                  </a:lnTo>
                  <a:lnTo>
                    <a:pt x="2" y="76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8"/>
            <p:cNvSpPr/>
            <p:nvPr/>
          </p:nvSpPr>
          <p:spPr>
            <a:xfrm>
              <a:off x="4643742" y="4131430"/>
              <a:ext cx="43" cy="64"/>
            </a:xfrm>
            <a:custGeom>
              <a:avLst/>
              <a:gdLst/>
              <a:ahLst/>
              <a:cxnLst/>
              <a:rect l="l" t="t" r="r" b="b"/>
              <a:pathLst>
                <a:path w="2" h="3" fill="none" extrusionOk="0">
                  <a:moveTo>
                    <a:pt x="0" y="3"/>
                  </a:moveTo>
                  <a:lnTo>
                    <a:pt x="1" y="0"/>
                  </a:lnTo>
                  <a:lnTo>
                    <a:pt x="0" y="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8"/>
            <p:cNvSpPr/>
            <p:nvPr/>
          </p:nvSpPr>
          <p:spPr>
            <a:xfrm>
              <a:off x="4630697" y="4161853"/>
              <a:ext cx="14718" cy="1609"/>
            </a:xfrm>
            <a:custGeom>
              <a:avLst/>
              <a:gdLst/>
              <a:ahLst/>
              <a:cxnLst/>
              <a:rect l="l" t="t" r="r" b="b"/>
              <a:pathLst>
                <a:path w="686" h="75" fill="none" extrusionOk="0">
                  <a:moveTo>
                    <a:pt x="0" y="49"/>
                  </a:moveTo>
                  <a:lnTo>
                    <a:pt x="1" y="75"/>
                  </a:lnTo>
                  <a:lnTo>
                    <a:pt x="310" y="53"/>
                  </a:lnTo>
                  <a:lnTo>
                    <a:pt x="662" y="28"/>
                  </a:lnTo>
                  <a:lnTo>
                    <a:pt x="685" y="0"/>
                  </a:lnTo>
                  <a:lnTo>
                    <a:pt x="375" y="2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8"/>
            <p:cNvSpPr/>
            <p:nvPr/>
          </p:nvSpPr>
          <p:spPr>
            <a:xfrm>
              <a:off x="4741341" y="3921214"/>
              <a:ext cx="7145" cy="1523"/>
            </a:xfrm>
            <a:custGeom>
              <a:avLst/>
              <a:gdLst/>
              <a:ahLst/>
              <a:cxnLst/>
              <a:rect l="l" t="t" r="r" b="b"/>
              <a:pathLst>
                <a:path w="333" h="71" fill="none" extrusionOk="0">
                  <a:moveTo>
                    <a:pt x="0" y="71"/>
                  </a:moveTo>
                  <a:lnTo>
                    <a:pt x="332" y="47"/>
                  </a:lnTo>
                  <a:lnTo>
                    <a:pt x="329" y="0"/>
                  </a:lnTo>
                  <a:lnTo>
                    <a:pt x="44" y="2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8"/>
            <p:cNvSpPr/>
            <p:nvPr/>
          </p:nvSpPr>
          <p:spPr>
            <a:xfrm>
              <a:off x="4652024" y="4152821"/>
              <a:ext cx="6994" cy="1523"/>
            </a:xfrm>
            <a:custGeom>
              <a:avLst/>
              <a:gdLst/>
              <a:ahLst/>
              <a:cxnLst/>
              <a:rect l="l" t="t" r="r" b="b"/>
              <a:pathLst>
                <a:path w="326" h="71" fill="none" extrusionOk="0">
                  <a:moveTo>
                    <a:pt x="0" y="71"/>
                  </a:moveTo>
                  <a:lnTo>
                    <a:pt x="326" y="47"/>
                  </a:lnTo>
                  <a:lnTo>
                    <a:pt x="323" y="1"/>
                  </a:lnTo>
                  <a:lnTo>
                    <a:pt x="41" y="2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8"/>
            <p:cNvSpPr/>
            <p:nvPr/>
          </p:nvSpPr>
          <p:spPr>
            <a:xfrm>
              <a:off x="4655843" y="4107787"/>
              <a:ext cx="7595" cy="1545"/>
            </a:xfrm>
            <a:custGeom>
              <a:avLst/>
              <a:gdLst/>
              <a:ahLst/>
              <a:cxnLst/>
              <a:rect l="l" t="t" r="r" b="b"/>
              <a:pathLst>
                <a:path w="354" h="72" fill="none" extrusionOk="0">
                  <a:moveTo>
                    <a:pt x="1" y="72"/>
                  </a:moveTo>
                  <a:lnTo>
                    <a:pt x="1" y="72"/>
                  </a:lnTo>
                  <a:lnTo>
                    <a:pt x="353" y="47"/>
                  </a:lnTo>
                  <a:lnTo>
                    <a:pt x="350" y="0"/>
                  </a:lnTo>
                  <a:lnTo>
                    <a:pt x="44" y="22"/>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8"/>
            <p:cNvSpPr/>
            <p:nvPr/>
          </p:nvSpPr>
          <p:spPr>
            <a:xfrm>
              <a:off x="4749322" y="3912568"/>
              <a:ext cx="13774" cy="1416"/>
            </a:xfrm>
            <a:custGeom>
              <a:avLst/>
              <a:gdLst/>
              <a:ahLst/>
              <a:cxnLst/>
              <a:rect l="l" t="t" r="r" b="b"/>
              <a:pathLst>
                <a:path w="642" h="66" fill="none" extrusionOk="0">
                  <a:moveTo>
                    <a:pt x="0" y="45"/>
                  </a:moveTo>
                  <a:lnTo>
                    <a:pt x="1" y="66"/>
                  </a:lnTo>
                  <a:lnTo>
                    <a:pt x="288" y="45"/>
                  </a:lnTo>
                  <a:lnTo>
                    <a:pt x="642" y="21"/>
                  </a:lnTo>
                  <a:lnTo>
                    <a:pt x="640" y="0"/>
                  </a:lnTo>
                  <a:lnTo>
                    <a:pt x="354" y="19"/>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8"/>
            <p:cNvSpPr/>
            <p:nvPr/>
          </p:nvSpPr>
          <p:spPr>
            <a:xfrm>
              <a:off x="4657430" y="3808103"/>
              <a:ext cx="2060" cy="6587"/>
            </a:xfrm>
            <a:custGeom>
              <a:avLst/>
              <a:gdLst/>
              <a:ahLst/>
              <a:cxnLst/>
              <a:rect l="l" t="t" r="r" b="b"/>
              <a:pathLst>
                <a:path w="96" h="307" fill="none" extrusionOk="0">
                  <a:moveTo>
                    <a:pt x="76" y="29"/>
                  </a:moveTo>
                  <a:lnTo>
                    <a:pt x="0" y="1"/>
                  </a:lnTo>
                  <a:lnTo>
                    <a:pt x="22" y="307"/>
                  </a:lnTo>
                  <a:lnTo>
                    <a:pt x="96" y="30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8"/>
            <p:cNvSpPr/>
            <p:nvPr/>
          </p:nvSpPr>
          <p:spPr>
            <a:xfrm>
              <a:off x="7922645" y="3618505"/>
              <a:ext cx="8110" cy="15791"/>
            </a:xfrm>
            <a:custGeom>
              <a:avLst/>
              <a:gdLst/>
              <a:ahLst/>
              <a:cxnLst/>
              <a:rect l="l" t="t" r="r" b="b"/>
              <a:pathLst>
                <a:path w="378" h="736" fill="none" extrusionOk="0">
                  <a:moveTo>
                    <a:pt x="377" y="375"/>
                  </a:moveTo>
                  <a:lnTo>
                    <a:pt x="351" y="0"/>
                  </a:lnTo>
                  <a:lnTo>
                    <a:pt x="305" y="4"/>
                  </a:lnTo>
                  <a:lnTo>
                    <a:pt x="331" y="378"/>
                  </a:lnTo>
                  <a:lnTo>
                    <a:pt x="1" y="736"/>
                  </a:lnTo>
                  <a:lnTo>
                    <a:pt x="47" y="73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8"/>
            <p:cNvSpPr/>
            <p:nvPr/>
          </p:nvSpPr>
          <p:spPr>
            <a:xfrm>
              <a:off x="4735612" y="3847774"/>
              <a:ext cx="1867" cy="6050"/>
            </a:xfrm>
            <a:custGeom>
              <a:avLst/>
              <a:gdLst/>
              <a:ahLst/>
              <a:cxnLst/>
              <a:rect l="l" t="t" r="r" b="b"/>
              <a:pathLst>
                <a:path w="87" h="282" fill="none" extrusionOk="0">
                  <a:moveTo>
                    <a:pt x="67" y="0"/>
                  </a:moveTo>
                  <a:lnTo>
                    <a:pt x="0" y="6"/>
                  </a:lnTo>
                  <a:lnTo>
                    <a:pt x="15" y="223"/>
                  </a:lnTo>
                  <a:lnTo>
                    <a:pt x="87" y="28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8"/>
            <p:cNvSpPr/>
            <p:nvPr/>
          </p:nvSpPr>
          <p:spPr>
            <a:xfrm>
              <a:off x="4763525" y="3903921"/>
              <a:ext cx="13688" cy="1995"/>
            </a:xfrm>
            <a:custGeom>
              <a:avLst/>
              <a:gdLst/>
              <a:ahLst/>
              <a:cxnLst/>
              <a:rect l="l" t="t" r="r" b="b"/>
              <a:pathLst>
                <a:path w="638" h="93" fill="none" extrusionOk="0">
                  <a:moveTo>
                    <a:pt x="0" y="46"/>
                  </a:moveTo>
                  <a:lnTo>
                    <a:pt x="4" y="93"/>
                  </a:lnTo>
                  <a:lnTo>
                    <a:pt x="310" y="71"/>
                  </a:lnTo>
                  <a:lnTo>
                    <a:pt x="637" y="48"/>
                  </a:lnTo>
                  <a:lnTo>
                    <a:pt x="634" y="1"/>
                  </a:lnTo>
                  <a:lnTo>
                    <a:pt x="374" y="19"/>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8"/>
            <p:cNvSpPr/>
            <p:nvPr/>
          </p:nvSpPr>
          <p:spPr>
            <a:xfrm>
              <a:off x="4777471" y="3895704"/>
              <a:ext cx="7230" cy="1566"/>
            </a:xfrm>
            <a:custGeom>
              <a:avLst/>
              <a:gdLst/>
              <a:ahLst/>
              <a:cxnLst/>
              <a:rect l="l" t="t" r="r" b="b"/>
              <a:pathLst>
                <a:path w="337" h="73" fill="none" extrusionOk="0">
                  <a:moveTo>
                    <a:pt x="0" y="25"/>
                  </a:moveTo>
                  <a:lnTo>
                    <a:pt x="333" y="1"/>
                  </a:lnTo>
                  <a:lnTo>
                    <a:pt x="337" y="48"/>
                  </a:lnTo>
                  <a:lnTo>
                    <a:pt x="4" y="72"/>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8"/>
            <p:cNvSpPr/>
            <p:nvPr/>
          </p:nvSpPr>
          <p:spPr>
            <a:xfrm>
              <a:off x="8104391" y="3658626"/>
              <a:ext cx="5321" cy="386"/>
            </a:xfrm>
            <a:custGeom>
              <a:avLst/>
              <a:gdLst/>
              <a:ahLst/>
              <a:cxnLst/>
              <a:rect l="l" t="t" r="r" b="b"/>
              <a:pathLst>
                <a:path w="248" h="18" fill="none" extrusionOk="0">
                  <a:moveTo>
                    <a:pt x="247" y="0"/>
                  </a:moveTo>
                  <a:lnTo>
                    <a:pt x="1" y="18"/>
                  </a:lnTo>
                  <a:lnTo>
                    <a:pt x="1" y="1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8"/>
            <p:cNvSpPr/>
            <p:nvPr/>
          </p:nvSpPr>
          <p:spPr>
            <a:xfrm>
              <a:off x="6119846" y="3658540"/>
              <a:ext cx="6329" cy="472"/>
            </a:xfrm>
            <a:custGeom>
              <a:avLst/>
              <a:gdLst/>
              <a:ahLst/>
              <a:cxnLst/>
              <a:rect l="l" t="t" r="r" b="b"/>
              <a:pathLst>
                <a:path w="295" h="22" fill="none" extrusionOk="0">
                  <a:moveTo>
                    <a:pt x="1" y="22"/>
                  </a:moveTo>
                  <a:lnTo>
                    <a:pt x="294"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8"/>
            <p:cNvSpPr/>
            <p:nvPr/>
          </p:nvSpPr>
          <p:spPr>
            <a:xfrm>
              <a:off x="6415045" y="3676970"/>
              <a:ext cx="7638" cy="21"/>
            </a:xfrm>
            <a:custGeom>
              <a:avLst/>
              <a:gdLst/>
              <a:ahLst/>
              <a:cxnLst/>
              <a:rect l="l" t="t" r="r" b="b"/>
              <a:pathLst>
                <a:path w="356" h="1" fill="none" extrusionOk="0">
                  <a:moveTo>
                    <a:pt x="1" y="1"/>
                  </a:moveTo>
                  <a:lnTo>
                    <a:pt x="355" y="1"/>
                  </a:lnTo>
                  <a:lnTo>
                    <a:pt x="355" y="1"/>
                  </a:lnTo>
                  <a:lnTo>
                    <a:pt x="1"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8"/>
            <p:cNvSpPr/>
            <p:nvPr/>
          </p:nvSpPr>
          <p:spPr>
            <a:xfrm>
              <a:off x="6070113" y="3677356"/>
              <a:ext cx="5750" cy="408"/>
            </a:xfrm>
            <a:custGeom>
              <a:avLst/>
              <a:gdLst/>
              <a:ahLst/>
              <a:cxnLst/>
              <a:rect l="l" t="t" r="r" b="b"/>
              <a:pathLst>
                <a:path w="268" h="19" fill="none" extrusionOk="0">
                  <a:moveTo>
                    <a:pt x="0" y="19"/>
                  </a:moveTo>
                  <a:lnTo>
                    <a:pt x="247" y="1"/>
                  </a:lnTo>
                  <a:lnTo>
                    <a:pt x="267" y="0"/>
                  </a:lnTo>
                  <a:lnTo>
                    <a:pt x="267"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8"/>
            <p:cNvSpPr/>
            <p:nvPr/>
          </p:nvSpPr>
          <p:spPr>
            <a:xfrm>
              <a:off x="6136602" y="3656845"/>
              <a:ext cx="13560" cy="987"/>
            </a:xfrm>
            <a:custGeom>
              <a:avLst/>
              <a:gdLst/>
              <a:ahLst/>
              <a:cxnLst/>
              <a:rect l="l" t="t" r="r" b="b"/>
              <a:pathLst>
                <a:path w="632" h="46" fill="none" extrusionOk="0">
                  <a:moveTo>
                    <a:pt x="1" y="46"/>
                  </a:moveTo>
                  <a:lnTo>
                    <a:pt x="587" y="3"/>
                  </a:lnTo>
                  <a:lnTo>
                    <a:pt x="631" y="0"/>
                  </a:lnTo>
                  <a:lnTo>
                    <a:pt x="259" y="2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8"/>
            <p:cNvSpPr/>
            <p:nvPr/>
          </p:nvSpPr>
          <p:spPr>
            <a:xfrm>
              <a:off x="5966936" y="3646912"/>
              <a:ext cx="9311" cy="15169"/>
            </a:xfrm>
            <a:custGeom>
              <a:avLst/>
              <a:gdLst/>
              <a:ahLst/>
              <a:cxnLst/>
              <a:rect l="l" t="t" r="r" b="b"/>
              <a:pathLst>
                <a:path w="434" h="707" fill="none" extrusionOk="0">
                  <a:moveTo>
                    <a:pt x="50" y="45"/>
                  </a:moveTo>
                  <a:lnTo>
                    <a:pt x="0" y="0"/>
                  </a:lnTo>
                  <a:lnTo>
                    <a:pt x="23" y="328"/>
                  </a:lnTo>
                  <a:lnTo>
                    <a:pt x="404" y="683"/>
                  </a:lnTo>
                  <a:lnTo>
                    <a:pt x="433" y="706"/>
                  </a:lnTo>
                  <a:lnTo>
                    <a:pt x="74" y="372"/>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8"/>
            <p:cNvSpPr/>
            <p:nvPr/>
          </p:nvSpPr>
          <p:spPr>
            <a:xfrm>
              <a:off x="6021818" y="3665878"/>
              <a:ext cx="4034" cy="3347"/>
            </a:xfrm>
            <a:custGeom>
              <a:avLst/>
              <a:gdLst/>
              <a:ahLst/>
              <a:cxnLst/>
              <a:rect l="l" t="t" r="r" b="b"/>
              <a:pathLst>
                <a:path w="188" h="156" fill="none" extrusionOk="0">
                  <a:moveTo>
                    <a:pt x="0" y="2"/>
                  </a:moveTo>
                  <a:lnTo>
                    <a:pt x="187" y="156"/>
                  </a:lnTo>
                  <a:lnTo>
                    <a:pt x="19"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8"/>
            <p:cNvSpPr/>
            <p:nvPr/>
          </p:nvSpPr>
          <p:spPr>
            <a:xfrm>
              <a:off x="6036944" y="3672851"/>
              <a:ext cx="1974" cy="1094"/>
            </a:xfrm>
            <a:custGeom>
              <a:avLst/>
              <a:gdLst/>
              <a:ahLst/>
              <a:cxnLst/>
              <a:rect l="l" t="t" r="r" b="b"/>
              <a:pathLst>
                <a:path w="92" h="51" fill="none" extrusionOk="0">
                  <a:moveTo>
                    <a:pt x="0" y="4"/>
                  </a:moveTo>
                  <a:lnTo>
                    <a:pt x="4" y="50"/>
                  </a:lnTo>
                  <a:lnTo>
                    <a:pt x="91" y="18"/>
                  </a:lnTo>
                  <a:lnTo>
                    <a:pt x="48"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8"/>
            <p:cNvSpPr/>
            <p:nvPr/>
          </p:nvSpPr>
          <p:spPr>
            <a:xfrm>
              <a:off x="5867750" y="3631979"/>
              <a:ext cx="2038" cy="14268"/>
            </a:xfrm>
            <a:custGeom>
              <a:avLst/>
              <a:gdLst/>
              <a:ahLst/>
              <a:cxnLst/>
              <a:rect l="l" t="t" r="r" b="b"/>
              <a:pathLst>
                <a:path w="95" h="665" fill="none" extrusionOk="0">
                  <a:moveTo>
                    <a:pt x="48" y="1"/>
                  </a:moveTo>
                  <a:lnTo>
                    <a:pt x="1" y="5"/>
                  </a:lnTo>
                  <a:lnTo>
                    <a:pt x="22" y="311"/>
                  </a:lnTo>
                  <a:lnTo>
                    <a:pt x="47" y="665"/>
                  </a:lnTo>
                  <a:lnTo>
                    <a:pt x="95" y="662"/>
                  </a:lnTo>
                  <a:lnTo>
                    <a:pt x="73" y="35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28"/>
            <p:cNvSpPr/>
            <p:nvPr/>
          </p:nvSpPr>
          <p:spPr>
            <a:xfrm>
              <a:off x="6434655" y="2835098"/>
              <a:ext cx="21155" cy="9161"/>
            </a:xfrm>
            <a:custGeom>
              <a:avLst/>
              <a:gdLst/>
              <a:ahLst/>
              <a:cxnLst/>
              <a:rect l="l" t="t" r="r" b="b"/>
              <a:pathLst>
                <a:path w="986" h="427" fill="none" extrusionOk="0">
                  <a:moveTo>
                    <a:pt x="585" y="384"/>
                  </a:moveTo>
                  <a:lnTo>
                    <a:pt x="0" y="427"/>
                  </a:lnTo>
                  <a:lnTo>
                    <a:pt x="609" y="383"/>
                  </a:lnTo>
                  <a:lnTo>
                    <a:pt x="986" y="1"/>
                  </a:lnTo>
                  <a:lnTo>
                    <a:pt x="939" y="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8"/>
            <p:cNvSpPr/>
            <p:nvPr/>
          </p:nvSpPr>
          <p:spPr>
            <a:xfrm>
              <a:off x="6472287" y="2821817"/>
              <a:ext cx="57392" cy="12144"/>
            </a:xfrm>
            <a:custGeom>
              <a:avLst/>
              <a:gdLst/>
              <a:ahLst/>
              <a:cxnLst/>
              <a:rect l="l" t="t" r="r" b="b"/>
              <a:pathLst>
                <a:path w="2675" h="566" fill="none" extrusionOk="0">
                  <a:moveTo>
                    <a:pt x="1234" y="479"/>
                  </a:moveTo>
                  <a:lnTo>
                    <a:pt x="906" y="502"/>
                  </a:lnTo>
                  <a:lnTo>
                    <a:pt x="1" y="565"/>
                  </a:lnTo>
                  <a:lnTo>
                    <a:pt x="953" y="498"/>
                  </a:lnTo>
                  <a:lnTo>
                    <a:pt x="1280" y="475"/>
                  </a:lnTo>
                  <a:lnTo>
                    <a:pt x="1940" y="53"/>
                  </a:lnTo>
                  <a:lnTo>
                    <a:pt x="2674" y="1"/>
                  </a:lnTo>
                  <a:lnTo>
                    <a:pt x="1914" y="5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8"/>
            <p:cNvSpPr/>
            <p:nvPr/>
          </p:nvSpPr>
          <p:spPr>
            <a:xfrm>
              <a:off x="6509962" y="2996418"/>
              <a:ext cx="493" cy="1030"/>
            </a:xfrm>
            <a:custGeom>
              <a:avLst/>
              <a:gdLst/>
              <a:ahLst/>
              <a:cxnLst/>
              <a:rect l="l" t="t" r="r" b="b"/>
              <a:pathLst>
                <a:path w="23" h="48" fill="none" extrusionOk="0">
                  <a:moveTo>
                    <a:pt x="0" y="34"/>
                  </a:moveTo>
                  <a:lnTo>
                    <a:pt x="23" y="47"/>
                  </a:lnTo>
                  <a:lnTo>
                    <a:pt x="20"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8"/>
            <p:cNvSpPr/>
            <p:nvPr/>
          </p:nvSpPr>
          <p:spPr>
            <a:xfrm>
              <a:off x="6507945" y="2965050"/>
              <a:ext cx="300" cy="1030"/>
            </a:xfrm>
            <a:custGeom>
              <a:avLst/>
              <a:gdLst/>
              <a:ahLst/>
              <a:cxnLst/>
              <a:rect l="l" t="t" r="r" b="b"/>
              <a:pathLst>
                <a:path w="14" h="48" fill="none" extrusionOk="0">
                  <a:moveTo>
                    <a:pt x="0" y="0"/>
                  </a:moveTo>
                  <a:lnTo>
                    <a:pt x="13" y="48"/>
                  </a:lnTo>
                  <a:lnTo>
                    <a:pt x="11" y="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8"/>
            <p:cNvSpPr/>
            <p:nvPr/>
          </p:nvSpPr>
          <p:spPr>
            <a:xfrm>
              <a:off x="6525817" y="3495461"/>
              <a:ext cx="1888" cy="1459"/>
            </a:xfrm>
            <a:custGeom>
              <a:avLst/>
              <a:gdLst/>
              <a:ahLst/>
              <a:cxnLst/>
              <a:rect l="l" t="t" r="r" b="b"/>
              <a:pathLst>
                <a:path w="88" h="68" fill="none" extrusionOk="0">
                  <a:moveTo>
                    <a:pt x="87" y="34"/>
                  </a:moveTo>
                  <a:lnTo>
                    <a:pt x="1" y="1"/>
                  </a:lnTo>
                  <a:lnTo>
                    <a:pt x="30" y="6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28"/>
            <p:cNvSpPr/>
            <p:nvPr/>
          </p:nvSpPr>
          <p:spPr>
            <a:xfrm>
              <a:off x="5817609" y="3623226"/>
              <a:ext cx="34972" cy="12401"/>
            </a:xfrm>
            <a:custGeom>
              <a:avLst/>
              <a:gdLst/>
              <a:ahLst/>
              <a:cxnLst/>
              <a:rect l="l" t="t" r="r" b="b"/>
              <a:pathLst>
                <a:path w="1630" h="578" fill="none" extrusionOk="0">
                  <a:moveTo>
                    <a:pt x="259" y="203"/>
                  </a:moveTo>
                  <a:lnTo>
                    <a:pt x="11" y="1"/>
                  </a:lnTo>
                  <a:lnTo>
                    <a:pt x="9" y="6"/>
                  </a:lnTo>
                  <a:lnTo>
                    <a:pt x="1" y="9"/>
                  </a:lnTo>
                  <a:lnTo>
                    <a:pt x="262" y="250"/>
                  </a:lnTo>
                  <a:lnTo>
                    <a:pt x="661" y="577"/>
                  </a:lnTo>
                  <a:lnTo>
                    <a:pt x="1629" y="509"/>
                  </a:lnTo>
                  <a:lnTo>
                    <a:pt x="1626" y="463"/>
                  </a:lnTo>
                  <a:lnTo>
                    <a:pt x="636" y="53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8"/>
            <p:cNvSpPr/>
            <p:nvPr/>
          </p:nvSpPr>
          <p:spPr>
            <a:xfrm>
              <a:off x="5684073" y="3570682"/>
              <a:ext cx="7402" cy="7145"/>
            </a:xfrm>
            <a:custGeom>
              <a:avLst/>
              <a:gdLst/>
              <a:ahLst/>
              <a:cxnLst/>
              <a:rect l="l" t="t" r="r" b="b"/>
              <a:pathLst>
                <a:path w="345" h="333" fill="none" extrusionOk="0">
                  <a:moveTo>
                    <a:pt x="341" y="286"/>
                  </a:moveTo>
                  <a:lnTo>
                    <a:pt x="13" y="0"/>
                  </a:lnTo>
                  <a:lnTo>
                    <a:pt x="0" y="34"/>
                  </a:lnTo>
                  <a:lnTo>
                    <a:pt x="344" y="332"/>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8"/>
            <p:cNvSpPr/>
            <p:nvPr/>
          </p:nvSpPr>
          <p:spPr>
            <a:xfrm>
              <a:off x="5661310" y="3572270"/>
              <a:ext cx="16263" cy="14160"/>
            </a:xfrm>
            <a:custGeom>
              <a:avLst/>
              <a:gdLst/>
              <a:ahLst/>
              <a:cxnLst/>
              <a:rect l="l" t="t" r="r" b="b"/>
              <a:pathLst>
                <a:path w="758" h="660" fill="none" extrusionOk="0">
                  <a:moveTo>
                    <a:pt x="744" y="660"/>
                  </a:moveTo>
                  <a:lnTo>
                    <a:pt x="757" y="625"/>
                  </a:lnTo>
                  <a:lnTo>
                    <a:pt x="392" y="330"/>
                  </a:lnTo>
                  <a:lnTo>
                    <a:pt x="12" y="1"/>
                  </a:lnTo>
                  <a:lnTo>
                    <a:pt x="0" y="15"/>
                  </a:lnTo>
                  <a:lnTo>
                    <a:pt x="344" y="33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8"/>
            <p:cNvSpPr/>
            <p:nvPr/>
          </p:nvSpPr>
          <p:spPr>
            <a:xfrm>
              <a:off x="5691969" y="3571133"/>
              <a:ext cx="6522" cy="6179"/>
            </a:xfrm>
            <a:custGeom>
              <a:avLst/>
              <a:gdLst/>
              <a:ahLst/>
              <a:cxnLst/>
              <a:rect l="l" t="t" r="r" b="b"/>
              <a:pathLst>
                <a:path w="304" h="288" fill="none" extrusionOk="0">
                  <a:moveTo>
                    <a:pt x="300" y="245"/>
                  </a:moveTo>
                  <a:lnTo>
                    <a:pt x="1" y="1"/>
                  </a:lnTo>
                  <a:lnTo>
                    <a:pt x="2" y="4"/>
                  </a:lnTo>
                  <a:lnTo>
                    <a:pt x="304" y="28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8"/>
            <p:cNvSpPr/>
            <p:nvPr/>
          </p:nvSpPr>
          <p:spPr>
            <a:xfrm>
              <a:off x="6558944" y="2818749"/>
              <a:ext cx="14611" cy="9033"/>
            </a:xfrm>
            <a:custGeom>
              <a:avLst/>
              <a:gdLst/>
              <a:ahLst/>
              <a:cxnLst/>
              <a:rect l="l" t="t" r="r" b="b"/>
              <a:pathLst>
                <a:path w="681" h="421" fill="none" extrusionOk="0">
                  <a:moveTo>
                    <a:pt x="0" y="413"/>
                  </a:moveTo>
                  <a:lnTo>
                    <a:pt x="30" y="421"/>
                  </a:lnTo>
                  <a:lnTo>
                    <a:pt x="681" y="16"/>
                  </a:lnTo>
                  <a:lnTo>
                    <a:pt x="663"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8"/>
            <p:cNvSpPr/>
            <p:nvPr/>
          </p:nvSpPr>
          <p:spPr>
            <a:xfrm>
              <a:off x="5789718" y="3579500"/>
              <a:ext cx="7788" cy="9419"/>
            </a:xfrm>
            <a:custGeom>
              <a:avLst/>
              <a:gdLst/>
              <a:ahLst/>
              <a:cxnLst/>
              <a:rect l="l" t="t" r="r" b="b"/>
              <a:pathLst>
                <a:path w="363" h="439" fill="none" extrusionOk="0">
                  <a:moveTo>
                    <a:pt x="363" y="438"/>
                  </a:moveTo>
                  <a:lnTo>
                    <a:pt x="96" y="328"/>
                  </a:lnTo>
                  <a:lnTo>
                    <a:pt x="72" y="0"/>
                  </a:lnTo>
                  <a:lnTo>
                    <a:pt x="0" y="6"/>
                  </a:lnTo>
                  <a:lnTo>
                    <a:pt x="21" y="306"/>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8"/>
            <p:cNvSpPr/>
            <p:nvPr/>
          </p:nvSpPr>
          <p:spPr>
            <a:xfrm>
              <a:off x="5774592" y="3572291"/>
              <a:ext cx="1995" cy="7187"/>
            </a:xfrm>
            <a:custGeom>
              <a:avLst/>
              <a:gdLst/>
              <a:ahLst/>
              <a:cxnLst/>
              <a:rect l="l" t="t" r="r" b="b"/>
              <a:pathLst>
                <a:path w="93" h="335" fill="none" extrusionOk="0">
                  <a:moveTo>
                    <a:pt x="0" y="6"/>
                  </a:moveTo>
                  <a:lnTo>
                    <a:pt x="68" y="1"/>
                  </a:lnTo>
                  <a:lnTo>
                    <a:pt x="92" y="329"/>
                  </a:lnTo>
                  <a:lnTo>
                    <a:pt x="24" y="33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8"/>
            <p:cNvSpPr/>
            <p:nvPr/>
          </p:nvSpPr>
          <p:spPr>
            <a:xfrm>
              <a:off x="5600506" y="3650430"/>
              <a:ext cx="21670" cy="23858"/>
            </a:xfrm>
            <a:custGeom>
              <a:avLst/>
              <a:gdLst/>
              <a:ahLst/>
              <a:cxnLst/>
              <a:rect l="l" t="t" r="r" b="b"/>
              <a:pathLst>
                <a:path w="1010" h="1112" fill="none" extrusionOk="0">
                  <a:moveTo>
                    <a:pt x="668" y="735"/>
                  </a:moveTo>
                  <a:lnTo>
                    <a:pt x="0" y="1104"/>
                  </a:lnTo>
                  <a:lnTo>
                    <a:pt x="5" y="1111"/>
                  </a:lnTo>
                  <a:lnTo>
                    <a:pt x="714" y="732"/>
                  </a:lnTo>
                  <a:lnTo>
                    <a:pt x="993" y="2"/>
                  </a:lnTo>
                  <a:lnTo>
                    <a:pt x="1009" y="1"/>
                  </a:lnTo>
                  <a:lnTo>
                    <a:pt x="946" y="5"/>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8"/>
            <p:cNvSpPr/>
            <p:nvPr/>
          </p:nvSpPr>
          <p:spPr>
            <a:xfrm>
              <a:off x="5794867" y="3667037"/>
              <a:ext cx="1545" cy="7273"/>
            </a:xfrm>
            <a:custGeom>
              <a:avLst/>
              <a:gdLst/>
              <a:ahLst/>
              <a:cxnLst/>
              <a:rect l="l" t="t" r="r" b="b"/>
              <a:pathLst>
                <a:path w="72" h="339" fill="none" extrusionOk="0">
                  <a:moveTo>
                    <a:pt x="1" y="1"/>
                  </a:moveTo>
                  <a:lnTo>
                    <a:pt x="24" y="338"/>
                  </a:lnTo>
                  <a:lnTo>
                    <a:pt x="72" y="335"/>
                  </a:lnTo>
                  <a:lnTo>
                    <a:pt x="51" y="49"/>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8"/>
            <p:cNvSpPr/>
            <p:nvPr/>
          </p:nvSpPr>
          <p:spPr>
            <a:xfrm>
              <a:off x="5734707" y="3670941"/>
              <a:ext cx="2618" cy="16005"/>
            </a:xfrm>
            <a:custGeom>
              <a:avLst/>
              <a:gdLst/>
              <a:ahLst/>
              <a:cxnLst/>
              <a:rect l="l" t="t" r="r" b="b"/>
              <a:pathLst>
                <a:path w="122" h="746" fill="none" extrusionOk="0">
                  <a:moveTo>
                    <a:pt x="74" y="63"/>
                  </a:moveTo>
                  <a:lnTo>
                    <a:pt x="0" y="1"/>
                  </a:lnTo>
                  <a:lnTo>
                    <a:pt x="25" y="355"/>
                  </a:lnTo>
                  <a:lnTo>
                    <a:pt x="49" y="682"/>
                  </a:lnTo>
                  <a:lnTo>
                    <a:pt x="121" y="746"/>
                  </a:lnTo>
                  <a:lnTo>
                    <a:pt x="98" y="41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8"/>
            <p:cNvSpPr/>
            <p:nvPr/>
          </p:nvSpPr>
          <p:spPr>
            <a:xfrm>
              <a:off x="5825870" y="3665492"/>
              <a:ext cx="7037" cy="6222"/>
            </a:xfrm>
            <a:custGeom>
              <a:avLst/>
              <a:gdLst/>
              <a:ahLst/>
              <a:cxnLst/>
              <a:rect l="l" t="t" r="r" b="b"/>
              <a:pathLst>
                <a:path w="328" h="290" fill="none" extrusionOk="0">
                  <a:moveTo>
                    <a:pt x="325" y="289"/>
                  </a:moveTo>
                  <a:lnTo>
                    <a:pt x="327" y="287"/>
                  </a:lnTo>
                  <a:lnTo>
                    <a:pt x="20" y="1"/>
                  </a:lnTo>
                  <a:lnTo>
                    <a:pt x="1" y="22"/>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8"/>
            <p:cNvSpPr/>
            <p:nvPr/>
          </p:nvSpPr>
          <p:spPr>
            <a:xfrm>
              <a:off x="5632152" y="3641848"/>
              <a:ext cx="3304" cy="257"/>
            </a:xfrm>
            <a:custGeom>
              <a:avLst/>
              <a:gdLst/>
              <a:ahLst/>
              <a:cxnLst/>
              <a:rect l="l" t="t" r="r" b="b"/>
              <a:pathLst>
                <a:path w="154" h="12" fill="none" extrusionOk="0">
                  <a:moveTo>
                    <a:pt x="1" y="11"/>
                  </a:moveTo>
                  <a:lnTo>
                    <a:pt x="153" y="0"/>
                  </a:lnTo>
                  <a:lnTo>
                    <a:pt x="153"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28"/>
            <p:cNvSpPr/>
            <p:nvPr/>
          </p:nvSpPr>
          <p:spPr>
            <a:xfrm>
              <a:off x="5628333" y="3642385"/>
              <a:ext cx="1566" cy="7681"/>
            </a:xfrm>
            <a:custGeom>
              <a:avLst/>
              <a:gdLst/>
              <a:ahLst/>
              <a:cxnLst/>
              <a:rect l="l" t="t" r="r" b="b"/>
              <a:pathLst>
                <a:path w="73" h="358" fill="none" extrusionOk="0">
                  <a:moveTo>
                    <a:pt x="0" y="4"/>
                  </a:moveTo>
                  <a:lnTo>
                    <a:pt x="48" y="0"/>
                  </a:lnTo>
                  <a:lnTo>
                    <a:pt x="73" y="354"/>
                  </a:lnTo>
                  <a:lnTo>
                    <a:pt x="25" y="35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28"/>
            <p:cNvSpPr/>
            <p:nvPr/>
          </p:nvSpPr>
          <p:spPr>
            <a:xfrm>
              <a:off x="5637237" y="3664076"/>
              <a:ext cx="7402" cy="558"/>
            </a:xfrm>
            <a:custGeom>
              <a:avLst/>
              <a:gdLst/>
              <a:ahLst/>
              <a:cxnLst/>
              <a:rect l="l" t="t" r="r" b="b"/>
              <a:pathLst>
                <a:path w="345" h="26" fill="none" extrusionOk="0">
                  <a:moveTo>
                    <a:pt x="344" y="1"/>
                  </a:moveTo>
                  <a:lnTo>
                    <a:pt x="38" y="22"/>
                  </a:lnTo>
                  <a:lnTo>
                    <a:pt x="0" y="25"/>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8"/>
            <p:cNvSpPr/>
            <p:nvPr/>
          </p:nvSpPr>
          <p:spPr>
            <a:xfrm>
              <a:off x="6692566" y="2870069"/>
              <a:ext cx="11285" cy="815"/>
            </a:xfrm>
            <a:custGeom>
              <a:avLst/>
              <a:gdLst/>
              <a:ahLst/>
              <a:cxnLst/>
              <a:rect l="l" t="t" r="r" b="b"/>
              <a:pathLst>
                <a:path w="526" h="38" fill="none" extrusionOk="0">
                  <a:moveTo>
                    <a:pt x="526" y="0"/>
                  </a:moveTo>
                  <a:lnTo>
                    <a:pt x="173" y="25"/>
                  </a:lnTo>
                  <a:lnTo>
                    <a:pt x="0" y="37"/>
                  </a:lnTo>
                  <a:lnTo>
                    <a:pt x="225" y="2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8"/>
            <p:cNvSpPr/>
            <p:nvPr/>
          </p:nvSpPr>
          <p:spPr>
            <a:xfrm>
              <a:off x="6577567" y="3206441"/>
              <a:ext cx="7810" cy="987"/>
            </a:xfrm>
            <a:custGeom>
              <a:avLst/>
              <a:gdLst/>
              <a:ahLst/>
              <a:cxnLst/>
              <a:rect l="l" t="t" r="r" b="b"/>
              <a:pathLst>
                <a:path w="364" h="46" fill="none" extrusionOk="0">
                  <a:moveTo>
                    <a:pt x="8" y="26"/>
                  </a:moveTo>
                  <a:lnTo>
                    <a:pt x="1" y="45"/>
                  </a:lnTo>
                  <a:lnTo>
                    <a:pt x="363" y="3"/>
                  </a:lnTo>
                  <a:lnTo>
                    <a:pt x="361"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28"/>
            <p:cNvSpPr/>
            <p:nvPr/>
          </p:nvSpPr>
          <p:spPr>
            <a:xfrm>
              <a:off x="6587780" y="3138235"/>
              <a:ext cx="429" cy="1073"/>
            </a:xfrm>
            <a:custGeom>
              <a:avLst/>
              <a:gdLst/>
              <a:ahLst/>
              <a:cxnLst/>
              <a:rect l="l" t="t" r="r" b="b"/>
              <a:pathLst>
                <a:path w="20" h="50" fill="none" extrusionOk="0">
                  <a:moveTo>
                    <a:pt x="16" y="0"/>
                  </a:moveTo>
                  <a:lnTo>
                    <a:pt x="1" y="50"/>
                  </a:lnTo>
                  <a:lnTo>
                    <a:pt x="19" y="39"/>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28"/>
            <p:cNvSpPr/>
            <p:nvPr/>
          </p:nvSpPr>
          <p:spPr>
            <a:xfrm>
              <a:off x="6703958" y="2862410"/>
              <a:ext cx="7080" cy="7659"/>
            </a:xfrm>
            <a:custGeom>
              <a:avLst/>
              <a:gdLst/>
              <a:ahLst/>
              <a:cxnLst/>
              <a:rect l="l" t="t" r="r" b="b"/>
              <a:pathLst>
                <a:path w="330" h="357" fill="none" extrusionOk="0">
                  <a:moveTo>
                    <a:pt x="330" y="22"/>
                  </a:moveTo>
                  <a:lnTo>
                    <a:pt x="304" y="1"/>
                  </a:lnTo>
                  <a:lnTo>
                    <a:pt x="0" y="356"/>
                  </a:lnTo>
                  <a:lnTo>
                    <a:pt x="48" y="35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28"/>
            <p:cNvSpPr/>
            <p:nvPr/>
          </p:nvSpPr>
          <p:spPr>
            <a:xfrm>
              <a:off x="6607068" y="3189556"/>
              <a:ext cx="1631" cy="4849"/>
            </a:xfrm>
            <a:custGeom>
              <a:avLst/>
              <a:gdLst/>
              <a:ahLst/>
              <a:cxnLst/>
              <a:rect l="l" t="t" r="r" b="b"/>
              <a:pathLst>
                <a:path w="76" h="226" fill="none" extrusionOk="0">
                  <a:moveTo>
                    <a:pt x="14" y="225"/>
                  </a:moveTo>
                  <a:lnTo>
                    <a:pt x="75" y="1"/>
                  </a:lnTo>
                  <a:lnTo>
                    <a:pt x="1" y="52"/>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28"/>
            <p:cNvSpPr/>
            <p:nvPr/>
          </p:nvSpPr>
          <p:spPr>
            <a:xfrm>
              <a:off x="6578039" y="3089082"/>
              <a:ext cx="7552" cy="13216"/>
            </a:xfrm>
            <a:custGeom>
              <a:avLst/>
              <a:gdLst/>
              <a:ahLst/>
              <a:cxnLst/>
              <a:rect l="l" t="t" r="r" b="b"/>
              <a:pathLst>
                <a:path w="352" h="616" fill="none" extrusionOk="0">
                  <a:moveTo>
                    <a:pt x="0" y="0"/>
                  </a:moveTo>
                  <a:lnTo>
                    <a:pt x="206" y="244"/>
                  </a:lnTo>
                  <a:lnTo>
                    <a:pt x="352" y="616"/>
                  </a:lnTo>
                  <a:lnTo>
                    <a:pt x="329" y="30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28"/>
            <p:cNvSpPr/>
            <p:nvPr/>
          </p:nvSpPr>
          <p:spPr>
            <a:xfrm>
              <a:off x="6580313" y="3004828"/>
              <a:ext cx="14654" cy="22914"/>
            </a:xfrm>
            <a:custGeom>
              <a:avLst/>
              <a:gdLst/>
              <a:ahLst/>
              <a:cxnLst/>
              <a:rect l="l" t="t" r="r" b="b"/>
              <a:pathLst>
                <a:path w="683" h="1068" fill="none" extrusionOk="0">
                  <a:moveTo>
                    <a:pt x="378" y="711"/>
                  </a:moveTo>
                  <a:lnTo>
                    <a:pt x="683" y="0"/>
                  </a:lnTo>
                  <a:lnTo>
                    <a:pt x="636" y="3"/>
                  </a:lnTo>
                  <a:lnTo>
                    <a:pt x="330" y="714"/>
                  </a:lnTo>
                  <a:lnTo>
                    <a:pt x="0" y="1068"/>
                  </a:lnTo>
                  <a:lnTo>
                    <a:pt x="21" y="1067"/>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28"/>
            <p:cNvSpPr/>
            <p:nvPr/>
          </p:nvSpPr>
          <p:spPr>
            <a:xfrm>
              <a:off x="6867617" y="3178742"/>
              <a:ext cx="8110" cy="7874"/>
            </a:xfrm>
            <a:custGeom>
              <a:avLst/>
              <a:gdLst/>
              <a:ahLst/>
              <a:cxnLst/>
              <a:rect l="l" t="t" r="r" b="b"/>
              <a:pathLst>
                <a:path w="378" h="367" fill="none" extrusionOk="0">
                  <a:moveTo>
                    <a:pt x="0" y="362"/>
                  </a:moveTo>
                  <a:lnTo>
                    <a:pt x="0" y="366"/>
                  </a:lnTo>
                  <a:lnTo>
                    <a:pt x="378" y="0"/>
                  </a:lnTo>
                  <a:lnTo>
                    <a:pt x="331" y="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28"/>
            <p:cNvSpPr/>
            <p:nvPr/>
          </p:nvSpPr>
          <p:spPr>
            <a:xfrm>
              <a:off x="7004007" y="3094939"/>
              <a:ext cx="1631" cy="14718"/>
            </a:xfrm>
            <a:custGeom>
              <a:avLst/>
              <a:gdLst/>
              <a:ahLst/>
              <a:cxnLst/>
              <a:rect l="l" t="t" r="r" b="b"/>
              <a:pathLst>
                <a:path w="76" h="686" fill="none" extrusionOk="0">
                  <a:moveTo>
                    <a:pt x="1" y="292"/>
                  </a:moveTo>
                  <a:lnTo>
                    <a:pt x="2" y="311"/>
                  </a:lnTo>
                  <a:lnTo>
                    <a:pt x="2" y="311"/>
                  </a:lnTo>
                  <a:lnTo>
                    <a:pt x="29" y="686"/>
                  </a:lnTo>
                  <a:lnTo>
                    <a:pt x="75" y="682"/>
                  </a:lnTo>
                  <a:lnTo>
                    <a:pt x="27" y="1"/>
                  </a:lnTo>
                  <a:lnTo>
                    <a:pt x="48" y="308"/>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28"/>
            <p:cNvSpPr/>
            <p:nvPr/>
          </p:nvSpPr>
          <p:spPr>
            <a:xfrm>
              <a:off x="6905313" y="3175932"/>
              <a:ext cx="10148" cy="7874"/>
            </a:xfrm>
            <a:custGeom>
              <a:avLst/>
              <a:gdLst/>
              <a:ahLst/>
              <a:cxnLst/>
              <a:rect l="l" t="t" r="r" b="b"/>
              <a:pathLst>
                <a:path w="473" h="367" fill="none" extrusionOk="0">
                  <a:moveTo>
                    <a:pt x="1" y="358"/>
                  </a:moveTo>
                  <a:lnTo>
                    <a:pt x="38" y="366"/>
                  </a:lnTo>
                  <a:lnTo>
                    <a:pt x="347" y="10"/>
                  </a:lnTo>
                  <a:lnTo>
                    <a:pt x="472" y="1"/>
                  </a:lnTo>
                  <a:lnTo>
                    <a:pt x="295" y="1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28"/>
            <p:cNvSpPr/>
            <p:nvPr/>
          </p:nvSpPr>
          <p:spPr>
            <a:xfrm>
              <a:off x="7003577" y="3087902"/>
              <a:ext cx="14117" cy="13667"/>
            </a:xfrm>
            <a:custGeom>
              <a:avLst/>
              <a:gdLst/>
              <a:ahLst/>
              <a:cxnLst/>
              <a:rect l="l" t="t" r="r" b="b"/>
              <a:pathLst>
                <a:path w="658" h="637" fill="none" extrusionOk="0">
                  <a:moveTo>
                    <a:pt x="47" y="329"/>
                  </a:moveTo>
                  <a:lnTo>
                    <a:pt x="658" y="12"/>
                  </a:lnTo>
                  <a:lnTo>
                    <a:pt x="641" y="0"/>
                  </a:lnTo>
                  <a:lnTo>
                    <a:pt x="0" y="332"/>
                  </a:lnTo>
                  <a:lnTo>
                    <a:pt x="68" y="636"/>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8"/>
            <p:cNvSpPr/>
            <p:nvPr/>
          </p:nvSpPr>
          <p:spPr>
            <a:xfrm>
              <a:off x="6876156" y="3178335"/>
              <a:ext cx="5707" cy="408"/>
            </a:xfrm>
            <a:custGeom>
              <a:avLst/>
              <a:gdLst/>
              <a:ahLst/>
              <a:cxnLst/>
              <a:rect l="l" t="t" r="r" b="b"/>
              <a:pathLst>
                <a:path w="266" h="19" fill="none" extrusionOk="0">
                  <a:moveTo>
                    <a:pt x="0" y="18"/>
                  </a:moveTo>
                  <a:lnTo>
                    <a:pt x="265" y="0"/>
                  </a:lnTo>
                  <a:lnTo>
                    <a:pt x="265"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28"/>
            <p:cNvSpPr/>
            <p:nvPr/>
          </p:nvSpPr>
          <p:spPr>
            <a:xfrm>
              <a:off x="6608119" y="2995195"/>
              <a:ext cx="15448" cy="8711"/>
            </a:xfrm>
            <a:custGeom>
              <a:avLst/>
              <a:gdLst/>
              <a:ahLst/>
              <a:cxnLst/>
              <a:rect l="l" t="t" r="r" b="b"/>
              <a:pathLst>
                <a:path w="720" h="406" fill="none" extrusionOk="0">
                  <a:moveTo>
                    <a:pt x="719" y="15"/>
                  </a:moveTo>
                  <a:lnTo>
                    <a:pt x="703" y="0"/>
                  </a:lnTo>
                  <a:lnTo>
                    <a:pt x="0" y="406"/>
                  </a:lnTo>
                  <a:lnTo>
                    <a:pt x="47" y="40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28"/>
            <p:cNvSpPr/>
            <p:nvPr/>
          </p:nvSpPr>
          <p:spPr>
            <a:xfrm>
              <a:off x="6796322" y="3183055"/>
              <a:ext cx="18387" cy="8496"/>
            </a:xfrm>
            <a:custGeom>
              <a:avLst/>
              <a:gdLst/>
              <a:ahLst/>
              <a:cxnLst/>
              <a:rect l="l" t="t" r="r" b="b"/>
              <a:pathLst>
                <a:path w="857" h="396" fill="none" extrusionOk="0">
                  <a:moveTo>
                    <a:pt x="188" y="382"/>
                  </a:moveTo>
                  <a:lnTo>
                    <a:pt x="1" y="395"/>
                  </a:lnTo>
                  <a:lnTo>
                    <a:pt x="234" y="379"/>
                  </a:lnTo>
                  <a:lnTo>
                    <a:pt x="564" y="21"/>
                  </a:lnTo>
                  <a:lnTo>
                    <a:pt x="856" y="1"/>
                  </a:lnTo>
                  <a:lnTo>
                    <a:pt x="544" y="23"/>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28"/>
            <p:cNvSpPr/>
            <p:nvPr/>
          </p:nvSpPr>
          <p:spPr>
            <a:xfrm>
              <a:off x="6649978" y="3171104"/>
              <a:ext cx="24373" cy="7938"/>
            </a:xfrm>
            <a:custGeom>
              <a:avLst/>
              <a:gdLst/>
              <a:ahLst/>
              <a:cxnLst/>
              <a:rect l="l" t="t" r="r" b="b"/>
              <a:pathLst>
                <a:path w="1136" h="370" fill="none" extrusionOk="0">
                  <a:moveTo>
                    <a:pt x="0" y="369"/>
                  </a:moveTo>
                  <a:lnTo>
                    <a:pt x="48" y="366"/>
                  </a:lnTo>
                  <a:lnTo>
                    <a:pt x="1136" y="1"/>
                  </a:lnTo>
                  <a:lnTo>
                    <a:pt x="1088" y="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28"/>
            <p:cNvSpPr/>
            <p:nvPr/>
          </p:nvSpPr>
          <p:spPr>
            <a:xfrm>
              <a:off x="6675595" y="2871056"/>
              <a:ext cx="31989" cy="52221"/>
            </a:xfrm>
            <a:custGeom>
              <a:avLst/>
              <a:gdLst/>
              <a:ahLst/>
              <a:cxnLst/>
              <a:rect l="l" t="t" r="r" b="b"/>
              <a:pathLst>
                <a:path w="1491" h="2434" fill="none" extrusionOk="0">
                  <a:moveTo>
                    <a:pt x="1491" y="1672"/>
                  </a:moveTo>
                  <a:lnTo>
                    <a:pt x="48" y="1439"/>
                  </a:lnTo>
                  <a:lnTo>
                    <a:pt x="661" y="1"/>
                  </a:lnTo>
                  <a:lnTo>
                    <a:pt x="609" y="4"/>
                  </a:lnTo>
                  <a:lnTo>
                    <a:pt x="0" y="1443"/>
                  </a:lnTo>
                  <a:lnTo>
                    <a:pt x="1444" y="1675"/>
                  </a:lnTo>
                  <a:lnTo>
                    <a:pt x="781" y="2433"/>
                  </a:lnTo>
                  <a:lnTo>
                    <a:pt x="833" y="2429"/>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8"/>
            <p:cNvSpPr/>
            <p:nvPr/>
          </p:nvSpPr>
          <p:spPr>
            <a:xfrm>
              <a:off x="6636911" y="2924779"/>
              <a:ext cx="34221" cy="69450"/>
            </a:xfrm>
            <a:custGeom>
              <a:avLst/>
              <a:gdLst/>
              <a:ahLst/>
              <a:cxnLst/>
              <a:rect l="l" t="t" r="r" b="b"/>
              <a:pathLst>
                <a:path w="1595" h="3237" fill="none" extrusionOk="0">
                  <a:moveTo>
                    <a:pt x="352" y="2501"/>
                  </a:moveTo>
                  <a:lnTo>
                    <a:pt x="326" y="2127"/>
                  </a:lnTo>
                  <a:lnTo>
                    <a:pt x="257" y="1159"/>
                  </a:lnTo>
                  <a:lnTo>
                    <a:pt x="232" y="807"/>
                  </a:lnTo>
                  <a:lnTo>
                    <a:pt x="1595" y="354"/>
                  </a:lnTo>
                  <a:lnTo>
                    <a:pt x="1570" y="1"/>
                  </a:lnTo>
                  <a:lnTo>
                    <a:pt x="1523" y="4"/>
                  </a:lnTo>
                  <a:lnTo>
                    <a:pt x="1548" y="358"/>
                  </a:lnTo>
                  <a:lnTo>
                    <a:pt x="184" y="810"/>
                  </a:lnTo>
                  <a:lnTo>
                    <a:pt x="209" y="1163"/>
                  </a:lnTo>
                  <a:lnTo>
                    <a:pt x="278" y="2130"/>
                  </a:lnTo>
                  <a:lnTo>
                    <a:pt x="304" y="2505"/>
                  </a:lnTo>
                  <a:lnTo>
                    <a:pt x="0" y="3237"/>
                  </a:lnTo>
                  <a:lnTo>
                    <a:pt x="48" y="323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28"/>
            <p:cNvSpPr/>
            <p:nvPr/>
          </p:nvSpPr>
          <p:spPr>
            <a:xfrm>
              <a:off x="6630775" y="2994229"/>
              <a:ext cx="5836" cy="7981"/>
            </a:xfrm>
            <a:custGeom>
              <a:avLst/>
              <a:gdLst/>
              <a:ahLst/>
              <a:cxnLst/>
              <a:rect l="l" t="t" r="r" b="b"/>
              <a:pathLst>
                <a:path w="272" h="372" fill="none" extrusionOk="0">
                  <a:moveTo>
                    <a:pt x="27" y="18"/>
                  </a:moveTo>
                  <a:lnTo>
                    <a:pt x="271" y="1"/>
                  </a:lnTo>
                  <a:lnTo>
                    <a:pt x="1" y="20"/>
                  </a:lnTo>
                  <a:lnTo>
                    <a:pt x="25" y="347"/>
                  </a:lnTo>
                  <a:lnTo>
                    <a:pt x="52" y="372"/>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28"/>
            <p:cNvSpPr/>
            <p:nvPr/>
          </p:nvSpPr>
          <p:spPr>
            <a:xfrm>
              <a:off x="7145116" y="3549034"/>
              <a:ext cx="237400" cy="141174"/>
            </a:xfrm>
            <a:custGeom>
              <a:avLst/>
              <a:gdLst/>
              <a:ahLst/>
              <a:cxnLst/>
              <a:rect l="l" t="t" r="r" b="b"/>
              <a:pathLst>
                <a:path w="11065" h="6580" extrusionOk="0">
                  <a:moveTo>
                    <a:pt x="4238" y="0"/>
                  </a:moveTo>
                  <a:lnTo>
                    <a:pt x="3982" y="729"/>
                  </a:lnTo>
                  <a:lnTo>
                    <a:pt x="3677" y="1059"/>
                  </a:lnTo>
                  <a:lnTo>
                    <a:pt x="3654" y="752"/>
                  </a:lnTo>
                  <a:lnTo>
                    <a:pt x="3295" y="401"/>
                  </a:lnTo>
                  <a:lnTo>
                    <a:pt x="2895" y="430"/>
                  </a:lnTo>
                  <a:lnTo>
                    <a:pt x="2871" y="96"/>
                  </a:lnTo>
                  <a:lnTo>
                    <a:pt x="2564" y="118"/>
                  </a:lnTo>
                  <a:lnTo>
                    <a:pt x="2614" y="825"/>
                  </a:lnTo>
                  <a:lnTo>
                    <a:pt x="2636" y="1133"/>
                  </a:lnTo>
                  <a:lnTo>
                    <a:pt x="2305" y="1465"/>
                  </a:lnTo>
                  <a:lnTo>
                    <a:pt x="1650" y="1893"/>
                  </a:lnTo>
                  <a:lnTo>
                    <a:pt x="1673" y="2220"/>
                  </a:lnTo>
                  <a:lnTo>
                    <a:pt x="940" y="2271"/>
                  </a:lnTo>
                  <a:lnTo>
                    <a:pt x="611" y="2650"/>
                  </a:lnTo>
                  <a:lnTo>
                    <a:pt x="636" y="3004"/>
                  </a:lnTo>
                  <a:lnTo>
                    <a:pt x="1" y="3404"/>
                  </a:lnTo>
                  <a:lnTo>
                    <a:pt x="26" y="3759"/>
                  </a:lnTo>
                  <a:lnTo>
                    <a:pt x="661" y="3357"/>
                  </a:lnTo>
                  <a:lnTo>
                    <a:pt x="1015" y="3332"/>
                  </a:lnTo>
                  <a:lnTo>
                    <a:pt x="1368" y="3308"/>
                  </a:lnTo>
                  <a:lnTo>
                    <a:pt x="1774" y="3634"/>
                  </a:lnTo>
                  <a:lnTo>
                    <a:pt x="2478" y="3920"/>
                  </a:lnTo>
                  <a:lnTo>
                    <a:pt x="2808" y="3562"/>
                  </a:lnTo>
                  <a:lnTo>
                    <a:pt x="2831" y="3895"/>
                  </a:lnTo>
                  <a:lnTo>
                    <a:pt x="3186" y="4554"/>
                  </a:lnTo>
                  <a:lnTo>
                    <a:pt x="2905" y="4929"/>
                  </a:lnTo>
                  <a:lnTo>
                    <a:pt x="3260" y="5594"/>
                  </a:lnTo>
                  <a:lnTo>
                    <a:pt x="2979" y="5990"/>
                  </a:lnTo>
                  <a:lnTo>
                    <a:pt x="3003" y="6323"/>
                  </a:lnTo>
                  <a:lnTo>
                    <a:pt x="4044" y="6249"/>
                  </a:lnTo>
                  <a:lnTo>
                    <a:pt x="4395" y="6579"/>
                  </a:lnTo>
                  <a:lnTo>
                    <a:pt x="5431" y="6151"/>
                  </a:lnTo>
                  <a:lnTo>
                    <a:pt x="5691" y="5088"/>
                  </a:lnTo>
                  <a:lnTo>
                    <a:pt x="6020" y="4708"/>
                  </a:lnTo>
                  <a:lnTo>
                    <a:pt x="6301" y="4334"/>
                  </a:lnTo>
                  <a:lnTo>
                    <a:pt x="6986" y="3955"/>
                  </a:lnTo>
                  <a:lnTo>
                    <a:pt x="7009" y="4283"/>
                  </a:lnTo>
                  <a:lnTo>
                    <a:pt x="7434" y="4609"/>
                  </a:lnTo>
                  <a:lnTo>
                    <a:pt x="7668" y="3552"/>
                  </a:lnTo>
                  <a:lnTo>
                    <a:pt x="7644" y="3220"/>
                  </a:lnTo>
                  <a:lnTo>
                    <a:pt x="8302" y="2462"/>
                  </a:lnTo>
                  <a:lnTo>
                    <a:pt x="9009" y="2412"/>
                  </a:lnTo>
                  <a:lnTo>
                    <a:pt x="9034" y="2766"/>
                  </a:lnTo>
                  <a:lnTo>
                    <a:pt x="9695" y="2719"/>
                  </a:lnTo>
                  <a:lnTo>
                    <a:pt x="10402" y="2669"/>
                  </a:lnTo>
                  <a:lnTo>
                    <a:pt x="11064" y="2267"/>
                  </a:lnTo>
                  <a:lnTo>
                    <a:pt x="11038" y="1913"/>
                  </a:lnTo>
                  <a:lnTo>
                    <a:pt x="10680" y="1584"/>
                  </a:lnTo>
                  <a:lnTo>
                    <a:pt x="10658" y="1256"/>
                  </a:lnTo>
                  <a:lnTo>
                    <a:pt x="10991" y="1232"/>
                  </a:lnTo>
                  <a:lnTo>
                    <a:pt x="10964" y="852"/>
                  </a:lnTo>
                  <a:lnTo>
                    <a:pt x="10631" y="875"/>
                  </a:lnTo>
                  <a:lnTo>
                    <a:pt x="9903" y="927"/>
                  </a:lnTo>
                  <a:lnTo>
                    <a:pt x="9222" y="1357"/>
                  </a:lnTo>
                  <a:lnTo>
                    <a:pt x="8959" y="1705"/>
                  </a:lnTo>
                  <a:lnTo>
                    <a:pt x="8631" y="2083"/>
                  </a:lnTo>
                  <a:lnTo>
                    <a:pt x="7263" y="2179"/>
                  </a:lnTo>
                  <a:lnTo>
                    <a:pt x="7238" y="1827"/>
                  </a:lnTo>
                  <a:lnTo>
                    <a:pt x="6815" y="1527"/>
                  </a:lnTo>
                  <a:lnTo>
                    <a:pt x="6130" y="1905"/>
                  </a:lnTo>
                  <a:lnTo>
                    <a:pt x="5800" y="1599"/>
                  </a:lnTo>
                  <a:lnTo>
                    <a:pt x="5773" y="1219"/>
                  </a:lnTo>
                  <a:lnTo>
                    <a:pt x="5420" y="1244"/>
                  </a:lnTo>
                  <a:lnTo>
                    <a:pt x="5086" y="1268"/>
                  </a:lnTo>
                  <a:lnTo>
                    <a:pt x="5065" y="961"/>
                  </a:lnTo>
                  <a:lnTo>
                    <a:pt x="5043" y="653"/>
                  </a:lnTo>
                  <a:lnTo>
                    <a:pt x="4662" y="305"/>
                  </a:lnTo>
                  <a:lnTo>
                    <a:pt x="4238"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8"/>
            <p:cNvSpPr/>
            <p:nvPr/>
          </p:nvSpPr>
          <p:spPr>
            <a:xfrm>
              <a:off x="7129969" y="1586738"/>
              <a:ext cx="54818" cy="63185"/>
            </a:xfrm>
            <a:custGeom>
              <a:avLst/>
              <a:gdLst/>
              <a:ahLst/>
              <a:cxnLst/>
              <a:rect l="l" t="t" r="r" b="b"/>
              <a:pathLst>
                <a:path w="2555" h="2945" extrusionOk="0">
                  <a:moveTo>
                    <a:pt x="613" y="0"/>
                  </a:moveTo>
                  <a:lnTo>
                    <a:pt x="239" y="27"/>
                  </a:lnTo>
                  <a:lnTo>
                    <a:pt x="262" y="360"/>
                  </a:lnTo>
                  <a:lnTo>
                    <a:pt x="1" y="1017"/>
                  </a:lnTo>
                  <a:lnTo>
                    <a:pt x="50" y="1723"/>
                  </a:lnTo>
                  <a:lnTo>
                    <a:pt x="756" y="2008"/>
                  </a:lnTo>
                  <a:lnTo>
                    <a:pt x="781" y="2383"/>
                  </a:lnTo>
                  <a:lnTo>
                    <a:pt x="1540" y="2685"/>
                  </a:lnTo>
                  <a:lnTo>
                    <a:pt x="2222" y="2944"/>
                  </a:lnTo>
                  <a:lnTo>
                    <a:pt x="2554" y="2613"/>
                  </a:lnTo>
                  <a:lnTo>
                    <a:pt x="2175" y="2285"/>
                  </a:lnTo>
                  <a:lnTo>
                    <a:pt x="2478" y="1551"/>
                  </a:lnTo>
                  <a:lnTo>
                    <a:pt x="2454" y="1198"/>
                  </a:lnTo>
                  <a:lnTo>
                    <a:pt x="2429" y="845"/>
                  </a:lnTo>
                  <a:lnTo>
                    <a:pt x="2030" y="235"/>
                  </a:lnTo>
                  <a:lnTo>
                    <a:pt x="1370" y="281"/>
                  </a:lnTo>
                  <a:lnTo>
                    <a:pt x="613"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8"/>
            <p:cNvSpPr/>
            <p:nvPr/>
          </p:nvSpPr>
          <p:spPr>
            <a:xfrm>
              <a:off x="6532469" y="1355925"/>
              <a:ext cx="1898295" cy="2308065"/>
            </a:xfrm>
            <a:custGeom>
              <a:avLst/>
              <a:gdLst/>
              <a:ahLst/>
              <a:cxnLst/>
              <a:rect l="l" t="t" r="r" b="b"/>
              <a:pathLst>
                <a:path w="88478" h="107577" extrusionOk="0">
                  <a:moveTo>
                    <a:pt x="632" y="21804"/>
                  </a:moveTo>
                  <a:lnTo>
                    <a:pt x="498" y="21814"/>
                  </a:lnTo>
                  <a:lnTo>
                    <a:pt x="631" y="21805"/>
                  </a:lnTo>
                  <a:lnTo>
                    <a:pt x="631" y="21805"/>
                  </a:lnTo>
                  <a:lnTo>
                    <a:pt x="632" y="21804"/>
                  </a:lnTo>
                  <a:close/>
                  <a:moveTo>
                    <a:pt x="46884" y="1"/>
                  </a:moveTo>
                  <a:lnTo>
                    <a:pt x="46484" y="30"/>
                  </a:lnTo>
                  <a:lnTo>
                    <a:pt x="45090" y="129"/>
                  </a:lnTo>
                  <a:lnTo>
                    <a:pt x="43796" y="978"/>
                  </a:lnTo>
                  <a:lnTo>
                    <a:pt x="43111" y="1335"/>
                  </a:lnTo>
                  <a:lnTo>
                    <a:pt x="42097" y="1406"/>
                  </a:lnTo>
                  <a:lnTo>
                    <a:pt x="41368" y="1458"/>
                  </a:lnTo>
                  <a:lnTo>
                    <a:pt x="41750" y="1833"/>
                  </a:lnTo>
                  <a:lnTo>
                    <a:pt x="41817" y="2774"/>
                  </a:lnTo>
                  <a:lnTo>
                    <a:pt x="41489" y="3180"/>
                  </a:lnTo>
                  <a:lnTo>
                    <a:pt x="41867" y="3481"/>
                  </a:lnTo>
                  <a:lnTo>
                    <a:pt x="42267" y="3809"/>
                  </a:lnTo>
                  <a:lnTo>
                    <a:pt x="42625" y="4521"/>
                  </a:lnTo>
                  <a:lnTo>
                    <a:pt x="43332" y="4470"/>
                  </a:lnTo>
                  <a:lnTo>
                    <a:pt x="43688" y="4780"/>
                  </a:lnTo>
                  <a:lnTo>
                    <a:pt x="43029" y="5510"/>
                  </a:lnTo>
                  <a:lnTo>
                    <a:pt x="42770" y="6575"/>
                  </a:lnTo>
                  <a:lnTo>
                    <a:pt x="42770" y="6575"/>
                  </a:lnTo>
                  <a:lnTo>
                    <a:pt x="43103" y="6551"/>
                  </a:lnTo>
                  <a:lnTo>
                    <a:pt x="43503" y="6899"/>
                  </a:lnTo>
                  <a:lnTo>
                    <a:pt x="42843" y="7610"/>
                  </a:lnTo>
                  <a:lnTo>
                    <a:pt x="42162" y="7658"/>
                  </a:lnTo>
                  <a:lnTo>
                    <a:pt x="41407" y="7047"/>
                  </a:lnTo>
                  <a:lnTo>
                    <a:pt x="41735" y="6648"/>
                  </a:lnTo>
                  <a:lnTo>
                    <a:pt x="41331" y="5965"/>
                  </a:lnTo>
                  <a:lnTo>
                    <a:pt x="40974" y="5656"/>
                  </a:lnTo>
                  <a:lnTo>
                    <a:pt x="40671" y="6012"/>
                  </a:lnTo>
                  <a:lnTo>
                    <a:pt x="40367" y="6745"/>
                  </a:lnTo>
                  <a:lnTo>
                    <a:pt x="40394" y="7120"/>
                  </a:lnTo>
                  <a:lnTo>
                    <a:pt x="40440" y="7780"/>
                  </a:lnTo>
                  <a:lnTo>
                    <a:pt x="40465" y="8133"/>
                  </a:lnTo>
                  <a:lnTo>
                    <a:pt x="40183" y="8863"/>
                  </a:lnTo>
                  <a:lnTo>
                    <a:pt x="39148" y="8937"/>
                  </a:lnTo>
                  <a:lnTo>
                    <a:pt x="38414" y="8989"/>
                  </a:lnTo>
                  <a:lnTo>
                    <a:pt x="38439" y="9342"/>
                  </a:lnTo>
                  <a:lnTo>
                    <a:pt x="38179" y="10689"/>
                  </a:lnTo>
                  <a:lnTo>
                    <a:pt x="38203" y="11043"/>
                  </a:lnTo>
                  <a:lnTo>
                    <a:pt x="37619" y="11794"/>
                  </a:lnTo>
                  <a:lnTo>
                    <a:pt x="37643" y="12128"/>
                  </a:lnTo>
                  <a:lnTo>
                    <a:pt x="37669" y="12502"/>
                  </a:lnTo>
                  <a:lnTo>
                    <a:pt x="37237" y="12156"/>
                  </a:lnTo>
                  <a:lnTo>
                    <a:pt x="36907" y="11844"/>
                  </a:lnTo>
                  <a:lnTo>
                    <a:pt x="36300" y="12955"/>
                  </a:lnTo>
                  <a:lnTo>
                    <a:pt x="36249" y="12226"/>
                  </a:lnTo>
                  <a:lnTo>
                    <a:pt x="36200" y="11539"/>
                  </a:lnTo>
                  <a:lnTo>
                    <a:pt x="36483" y="11164"/>
                  </a:lnTo>
                  <a:lnTo>
                    <a:pt x="36151" y="10832"/>
                  </a:lnTo>
                  <a:lnTo>
                    <a:pt x="36107" y="10219"/>
                  </a:lnTo>
                  <a:lnTo>
                    <a:pt x="35754" y="10243"/>
                  </a:lnTo>
                  <a:lnTo>
                    <a:pt x="35374" y="10269"/>
                  </a:lnTo>
                  <a:lnTo>
                    <a:pt x="35041" y="9918"/>
                  </a:lnTo>
                  <a:lnTo>
                    <a:pt x="34736" y="10932"/>
                  </a:lnTo>
                  <a:lnTo>
                    <a:pt x="35110" y="10905"/>
                  </a:lnTo>
                  <a:lnTo>
                    <a:pt x="35161" y="11613"/>
                  </a:lnTo>
                  <a:lnTo>
                    <a:pt x="34786" y="11639"/>
                  </a:lnTo>
                  <a:lnTo>
                    <a:pt x="34761" y="11286"/>
                  </a:lnTo>
                  <a:lnTo>
                    <a:pt x="34428" y="11310"/>
                  </a:lnTo>
                  <a:lnTo>
                    <a:pt x="34453" y="11662"/>
                  </a:lnTo>
                  <a:lnTo>
                    <a:pt x="34477" y="12016"/>
                  </a:lnTo>
                  <a:lnTo>
                    <a:pt x="35260" y="13027"/>
                  </a:lnTo>
                  <a:lnTo>
                    <a:pt x="34553" y="13078"/>
                  </a:lnTo>
                  <a:lnTo>
                    <a:pt x="34201" y="12747"/>
                  </a:lnTo>
                  <a:lnTo>
                    <a:pt x="34175" y="12372"/>
                  </a:lnTo>
                  <a:lnTo>
                    <a:pt x="33821" y="12774"/>
                  </a:lnTo>
                  <a:lnTo>
                    <a:pt x="33514" y="13459"/>
                  </a:lnTo>
                  <a:lnTo>
                    <a:pt x="33186" y="13483"/>
                  </a:lnTo>
                  <a:lnTo>
                    <a:pt x="32602" y="14972"/>
                  </a:lnTo>
                  <a:lnTo>
                    <a:pt x="32250" y="15330"/>
                  </a:lnTo>
                  <a:lnTo>
                    <a:pt x="31941" y="15683"/>
                  </a:lnTo>
                  <a:lnTo>
                    <a:pt x="32299" y="16013"/>
                  </a:lnTo>
                  <a:lnTo>
                    <a:pt x="32698" y="16339"/>
                  </a:lnTo>
                  <a:lnTo>
                    <a:pt x="32042" y="17097"/>
                  </a:lnTo>
                  <a:lnTo>
                    <a:pt x="31690" y="17456"/>
                  </a:lnTo>
                  <a:lnTo>
                    <a:pt x="31405" y="17477"/>
                  </a:lnTo>
                  <a:lnTo>
                    <a:pt x="32115" y="18137"/>
                  </a:lnTo>
                  <a:lnTo>
                    <a:pt x="32160" y="18772"/>
                  </a:lnTo>
                  <a:lnTo>
                    <a:pt x="32208" y="19457"/>
                  </a:lnTo>
                  <a:lnTo>
                    <a:pt x="32235" y="19833"/>
                  </a:lnTo>
                  <a:lnTo>
                    <a:pt x="31882" y="20166"/>
                  </a:lnTo>
                  <a:lnTo>
                    <a:pt x="31270" y="20591"/>
                  </a:lnTo>
                  <a:lnTo>
                    <a:pt x="30232" y="21019"/>
                  </a:lnTo>
                  <a:lnTo>
                    <a:pt x="29951" y="21394"/>
                  </a:lnTo>
                  <a:lnTo>
                    <a:pt x="28793" y="20766"/>
                  </a:lnTo>
                  <a:lnTo>
                    <a:pt x="28106" y="20433"/>
                  </a:lnTo>
                  <a:lnTo>
                    <a:pt x="27419" y="20482"/>
                  </a:lnTo>
                  <a:lnTo>
                    <a:pt x="26690" y="20224"/>
                  </a:lnTo>
                  <a:lnTo>
                    <a:pt x="26664" y="19850"/>
                  </a:lnTo>
                  <a:lnTo>
                    <a:pt x="26616" y="19163"/>
                  </a:lnTo>
                  <a:lnTo>
                    <a:pt x="26597" y="18904"/>
                  </a:lnTo>
                  <a:lnTo>
                    <a:pt x="27631" y="18454"/>
                  </a:lnTo>
                  <a:lnTo>
                    <a:pt x="27607" y="18121"/>
                  </a:lnTo>
                  <a:lnTo>
                    <a:pt x="28294" y="18072"/>
                  </a:lnTo>
                  <a:lnTo>
                    <a:pt x="28574" y="17676"/>
                  </a:lnTo>
                  <a:lnTo>
                    <a:pt x="27891" y="17390"/>
                  </a:lnTo>
                  <a:lnTo>
                    <a:pt x="27533" y="17061"/>
                  </a:lnTo>
                  <a:lnTo>
                    <a:pt x="27154" y="16731"/>
                  </a:lnTo>
                  <a:lnTo>
                    <a:pt x="26447" y="16782"/>
                  </a:lnTo>
                  <a:lnTo>
                    <a:pt x="26069" y="16097"/>
                  </a:lnTo>
                  <a:lnTo>
                    <a:pt x="25736" y="16121"/>
                  </a:lnTo>
                  <a:lnTo>
                    <a:pt x="24701" y="16549"/>
                  </a:lnTo>
                  <a:lnTo>
                    <a:pt x="24020" y="16598"/>
                  </a:lnTo>
                  <a:lnTo>
                    <a:pt x="24045" y="16951"/>
                  </a:lnTo>
                  <a:lnTo>
                    <a:pt x="23311" y="17003"/>
                  </a:lnTo>
                  <a:lnTo>
                    <a:pt x="24070" y="17305"/>
                  </a:lnTo>
                  <a:lnTo>
                    <a:pt x="24422" y="17635"/>
                  </a:lnTo>
                  <a:lnTo>
                    <a:pt x="24800" y="17943"/>
                  </a:lnTo>
                  <a:lnTo>
                    <a:pt x="24826" y="18317"/>
                  </a:lnTo>
                  <a:lnTo>
                    <a:pt x="24875" y="19025"/>
                  </a:lnTo>
                  <a:lnTo>
                    <a:pt x="25247" y="19260"/>
                  </a:lnTo>
                  <a:lnTo>
                    <a:pt x="25271" y="19594"/>
                  </a:lnTo>
                  <a:lnTo>
                    <a:pt x="25578" y="19571"/>
                  </a:lnTo>
                  <a:lnTo>
                    <a:pt x="25322" y="20320"/>
                  </a:lnTo>
                  <a:lnTo>
                    <a:pt x="25344" y="20628"/>
                  </a:lnTo>
                  <a:lnTo>
                    <a:pt x="25420" y="21715"/>
                  </a:lnTo>
                  <a:lnTo>
                    <a:pt x="26129" y="21665"/>
                  </a:lnTo>
                  <a:lnTo>
                    <a:pt x="26789" y="21618"/>
                  </a:lnTo>
                  <a:lnTo>
                    <a:pt x="27118" y="21923"/>
                  </a:lnTo>
                  <a:lnTo>
                    <a:pt x="27143" y="22278"/>
                  </a:lnTo>
                  <a:lnTo>
                    <a:pt x="27571" y="22628"/>
                  </a:lnTo>
                  <a:lnTo>
                    <a:pt x="27592" y="22936"/>
                  </a:lnTo>
                  <a:lnTo>
                    <a:pt x="27973" y="23290"/>
                  </a:lnTo>
                  <a:lnTo>
                    <a:pt x="27642" y="23643"/>
                  </a:lnTo>
                  <a:lnTo>
                    <a:pt x="27290" y="24358"/>
                  </a:lnTo>
                  <a:lnTo>
                    <a:pt x="28095" y="25011"/>
                  </a:lnTo>
                  <a:lnTo>
                    <a:pt x="28453" y="25342"/>
                  </a:lnTo>
                  <a:lnTo>
                    <a:pt x="27791" y="25745"/>
                  </a:lnTo>
                  <a:lnTo>
                    <a:pt x="27365" y="25419"/>
                  </a:lnTo>
                  <a:lnTo>
                    <a:pt x="26756" y="25817"/>
                  </a:lnTo>
                  <a:lnTo>
                    <a:pt x="26023" y="25869"/>
                  </a:lnTo>
                  <a:lnTo>
                    <a:pt x="26373" y="25133"/>
                  </a:lnTo>
                  <a:lnTo>
                    <a:pt x="26706" y="25110"/>
                  </a:lnTo>
                  <a:lnTo>
                    <a:pt x="25923" y="24454"/>
                  </a:lnTo>
                  <a:lnTo>
                    <a:pt x="25641" y="24831"/>
                  </a:lnTo>
                  <a:lnTo>
                    <a:pt x="24934" y="24880"/>
                  </a:lnTo>
                  <a:lnTo>
                    <a:pt x="24201" y="24576"/>
                  </a:lnTo>
                  <a:lnTo>
                    <a:pt x="24226" y="24930"/>
                  </a:lnTo>
                  <a:lnTo>
                    <a:pt x="23924" y="25662"/>
                  </a:lnTo>
                  <a:lnTo>
                    <a:pt x="23642" y="26722"/>
                  </a:lnTo>
                  <a:lnTo>
                    <a:pt x="23004" y="27076"/>
                  </a:lnTo>
                  <a:lnTo>
                    <a:pt x="22647" y="27435"/>
                  </a:lnTo>
                  <a:lnTo>
                    <a:pt x="22697" y="28143"/>
                  </a:lnTo>
                  <a:lnTo>
                    <a:pt x="22418" y="28848"/>
                  </a:lnTo>
                  <a:lnTo>
                    <a:pt x="22090" y="29252"/>
                  </a:lnTo>
                  <a:lnTo>
                    <a:pt x="21811" y="29648"/>
                  </a:lnTo>
                  <a:lnTo>
                    <a:pt x="22139" y="29933"/>
                  </a:lnTo>
                  <a:lnTo>
                    <a:pt x="23251" y="30566"/>
                  </a:lnTo>
                  <a:lnTo>
                    <a:pt x="23935" y="30872"/>
                  </a:lnTo>
                  <a:lnTo>
                    <a:pt x="23959" y="31205"/>
                  </a:lnTo>
                  <a:lnTo>
                    <a:pt x="24716" y="31863"/>
                  </a:lnTo>
                  <a:lnTo>
                    <a:pt x="25169" y="32875"/>
                  </a:lnTo>
                  <a:lnTo>
                    <a:pt x="25193" y="33203"/>
                  </a:lnTo>
                  <a:lnTo>
                    <a:pt x="26912" y="32752"/>
                  </a:lnTo>
                  <a:lnTo>
                    <a:pt x="27269" y="33057"/>
                  </a:lnTo>
                  <a:lnTo>
                    <a:pt x="27645" y="33742"/>
                  </a:lnTo>
                  <a:lnTo>
                    <a:pt x="26962" y="33460"/>
                  </a:lnTo>
                  <a:lnTo>
                    <a:pt x="26561" y="33489"/>
                  </a:lnTo>
                  <a:lnTo>
                    <a:pt x="25902" y="33535"/>
                  </a:lnTo>
                  <a:lnTo>
                    <a:pt x="25193" y="33203"/>
                  </a:lnTo>
                  <a:lnTo>
                    <a:pt x="24790" y="32902"/>
                  </a:lnTo>
                  <a:lnTo>
                    <a:pt x="24437" y="32927"/>
                  </a:lnTo>
                  <a:lnTo>
                    <a:pt x="24106" y="33280"/>
                  </a:lnTo>
                  <a:lnTo>
                    <a:pt x="23802" y="32973"/>
                  </a:lnTo>
                  <a:lnTo>
                    <a:pt x="23066" y="33353"/>
                  </a:lnTo>
                  <a:lnTo>
                    <a:pt x="22055" y="33096"/>
                  </a:lnTo>
                  <a:lnTo>
                    <a:pt x="21320" y="32766"/>
                  </a:lnTo>
                  <a:lnTo>
                    <a:pt x="20613" y="32817"/>
                  </a:lnTo>
                  <a:lnTo>
                    <a:pt x="20590" y="32489"/>
                  </a:lnTo>
                  <a:lnTo>
                    <a:pt x="20257" y="32513"/>
                  </a:lnTo>
                  <a:lnTo>
                    <a:pt x="19196" y="32588"/>
                  </a:lnTo>
                  <a:lnTo>
                    <a:pt x="18159" y="32326"/>
                  </a:lnTo>
                  <a:lnTo>
                    <a:pt x="18159" y="32326"/>
                  </a:lnTo>
                  <a:lnTo>
                    <a:pt x="18205" y="32987"/>
                  </a:lnTo>
                  <a:lnTo>
                    <a:pt x="17857" y="33392"/>
                  </a:lnTo>
                  <a:lnTo>
                    <a:pt x="17881" y="33720"/>
                  </a:lnTo>
                  <a:lnTo>
                    <a:pt x="18636" y="34049"/>
                  </a:lnTo>
                  <a:lnTo>
                    <a:pt x="18966" y="34355"/>
                  </a:lnTo>
                  <a:lnTo>
                    <a:pt x="20051" y="34633"/>
                  </a:lnTo>
                  <a:lnTo>
                    <a:pt x="20027" y="34280"/>
                  </a:lnTo>
                  <a:lnTo>
                    <a:pt x="20380" y="34254"/>
                  </a:lnTo>
                  <a:lnTo>
                    <a:pt x="21133" y="34844"/>
                  </a:lnTo>
                  <a:lnTo>
                    <a:pt x="21564" y="36210"/>
                  </a:lnTo>
                  <a:lnTo>
                    <a:pt x="20883" y="36639"/>
                  </a:lnTo>
                  <a:lnTo>
                    <a:pt x="20573" y="36990"/>
                  </a:lnTo>
                  <a:lnTo>
                    <a:pt x="19843" y="36713"/>
                  </a:lnTo>
                  <a:lnTo>
                    <a:pt x="19135" y="36762"/>
                  </a:lnTo>
                  <a:lnTo>
                    <a:pt x="18829" y="36784"/>
                  </a:lnTo>
                  <a:lnTo>
                    <a:pt x="18051" y="36129"/>
                  </a:lnTo>
                  <a:lnTo>
                    <a:pt x="17694" y="35799"/>
                  </a:lnTo>
                  <a:lnTo>
                    <a:pt x="17340" y="35468"/>
                  </a:lnTo>
                  <a:lnTo>
                    <a:pt x="17036" y="36200"/>
                  </a:lnTo>
                  <a:lnTo>
                    <a:pt x="16658" y="35871"/>
                  </a:lnTo>
                  <a:lnTo>
                    <a:pt x="15619" y="35590"/>
                  </a:lnTo>
                  <a:lnTo>
                    <a:pt x="15574" y="34950"/>
                  </a:lnTo>
                  <a:lnTo>
                    <a:pt x="15220" y="34975"/>
                  </a:lnTo>
                  <a:lnTo>
                    <a:pt x="15195" y="34621"/>
                  </a:lnTo>
                  <a:lnTo>
                    <a:pt x="15171" y="34293"/>
                  </a:lnTo>
                  <a:lnTo>
                    <a:pt x="14791" y="33938"/>
                  </a:lnTo>
                  <a:lnTo>
                    <a:pt x="14768" y="33611"/>
                  </a:lnTo>
                  <a:lnTo>
                    <a:pt x="14339" y="32930"/>
                  </a:lnTo>
                  <a:lnTo>
                    <a:pt x="13982" y="32621"/>
                  </a:lnTo>
                  <a:lnTo>
                    <a:pt x="13957" y="32267"/>
                  </a:lnTo>
                  <a:lnTo>
                    <a:pt x="14265" y="31890"/>
                  </a:lnTo>
                  <a:lnTo>
                    <a:pt x="14216" y="31204"/>
                  </a:lnTo>
                  <a:lnTo>
                    <a:pt x="13857" y="30853"/>
                  </a:lnTo>
                  <a:lnTo>
                    <a:pt x="13834" y="30521"/>
                  </a:lnTo>
                  <a:lnTo>
                    <a:pt x="13484" y="30236"/>
                  </a:lnTo>
                  <a:lnTo>
                    <a:pt x="13151" y="29884"/>
                  </a:lnTo>
                  <a:lnTo>
                    <a:pt x="12064" y="29960"/>
                  </a:lnTo>
                  <a:lnTo>
                    <a:pt x="11710" y="29985"/>
                  </a:lnTo>
                  <a:lnTo>
                    <a:pt x="11404" y="30007"/>
                  </a:lnTo>
                  <a:lnTo>
                    <a:pt x="10976" y="29657"/>
                  </a:lnTo>
                  <a:lnTo>
                    <a:pt x="11377" y="29627"/>
                  </a:lnTo>
                  <a:lnTo>
                    <a:pt x="11354" y="29300"/>
                  </a:lnTo>
                  <a:lnTo>
                    <a:pt x="10953" y="29328"/>
                  </a:lnTo>
                  <a:lnTo>
                    <a:pt x="10646" y="29349"/>
                  </a:lnTo>
                  <a:lnTo>
                    <a:pt x="10621" y="28997"/>
                  </a:lnTo>
                  <a:lnTo>
                    <a:pt x="9914" y="29047"/>
                  </a:lnTo>
                  <a:lnTo>
                    <a:pt x="9582" y="28714"/>
                  </a:lnTo>
                  <a:lnTo>
                    <a:pt x="9113" y="28057"/>
                  </a:lnTo>
                  <a:lnTo>
                    <a:pt x="9489" y="27394"/>
                  </a:lnTo>
                  <a:lnTo>
                    <a:pt x="9067" y="27423"/>
                  </a:lnTo>
                  <a:lnTo>
                    <a:pt x="8736" y="27091"/>
                  </a:lnTo>
                  <a:lnTo>
                    <a:pt x="9042" y="27069"/>
                  </a:lnTo>
                  <a:lnTo>
                    <a:pt x="9464" y="27039"/>
                  </a:lnTo>
                  <a:lnTo>
                    <a:pt x="9770" y="27018"/>
                  </a:lnTo>
                  <a:lnTo>
                    <a:pt x="10526" y="27649"/>
                  </a:lnTo>
                  <a:lnTo>
                    <a:pt x="10855" y="27935"/>
                  </a:lnTo>
                  <a:lnTo>
                    <a:pt x="11255" y="27905"/>
                  </a:lnTo>
                  <a:lnTo>
                    <a:pt x="11233" y="27599"/>
                  </a:lnTo>
                  <a:lnTo>
                    <a:pt x="11916" y="27859"/>
                  </a:lnTo>
                  <a:lnTo>
                    <a:pt x="12625" y="28143"/>
                  </a:lnTo>
                  <a:lnTo>
                    <a:pt x="13027" y="28115"/>
                  </a:lnTo>
                  <a:lnTo>
                    <a:pt x="13333" y="28094"/>
                  </a:lnTo>
                  <a:lnTo>
                    <a:pt x="13685" y="28425"/>
                  </a:lnTo>
                  <a:lnTo>
                    <a:pt x="14397" y="28374"/>
                  </a:lnTo>
                  <a:lnTo>
                    <a:pt x="15105" y="28324"/>
                  </a:lnTo>
                  <a:lnTo>
                    <a:pt x="16145" y="28606"/>
                  </a:lnTo>
                  <a:lnTo>
                    <a:pt x="16473" y="28228"/>
                  </a:lnTo>
                  <a:lnTo>
                    <a:pt x="16801" y="27848"/>
                  </a:lnTo>
                  <a:lnTo>
                    <a:pt x="17155" y="28179"/>
                  </a:lnTo>
                  <a:lnTo>
                    <a:pt x="17180" y="28533"/>
                  </a:lnTo>
                  <a:lnTo>
                    <a:pt x="17886" y="28483"/>
                  </a:lnTo>
                  <a:lnTo>
                    <a:pt x="18547" y="28437"/>
                  </a:lnTo>
                  <a:lnTo>
                    <a:pt x="19254" y="28386"/>
                  </a:lnTo>
                  <a:lnTo>
                    <a:pt x="19912" y="27629"/>
                  </a:lnTo>
                  <a:lnTo>
                    <a:pt x="20245" y="27605"/>
                  </a:lnTo>
                  <a:lnTo>
                    <a:pt x="20929" y="27222"/>
                  </a:lnTo>
                  <a:lnTo>
                    <a:pt x="21235" y="26892"/>
                  </a:lnTo>
                  <a:lnTo>
                    <a:pt x="21212" y="26564"/>
                  </a:lnTo>
                  <a:lnTo>
                    <a:pt x="21566" y="26185"/>
                  </a:lnTo>
                  <a:lnTo>
                    <a:pt x="21872" y="26163"/>
                  </a:lnTo>
                  <a:lnTo>
                    <a:pt x="21847" y="25808"/>
                  </a:lnTo>
                  <a:lnTo>
                    <a:pt x="21822" y="25455"/>
                  </a:lnTo>
                  <a:lnTo>
                    <a:pt x="22177" y="25430"/>
                  </a:lnTo>
                  <a:lnTo>
                    <a:pt x="22405" y="24013"/>
                  </a:lnTo>
                  <a:lnTo>
                    <a:pt x="22028" y="23329"/>
                  </a:lnTo>
                  <a:lnTo>
                    <a:pt x="21979" y="22643"/>
                  </a:lnTo>
                  <a:lnTo>
                    <a:pt x="21625" y="22667"/>
                  </a:lnTo>
                  <a:lnTo>
                    <a:pt x="21578" y="21986"/>
                  </a:lnTo>
                  <a:lnTo>
                    <a:pt x="21294" y="22335"/>
                  </a:lnTo>
                  <a:lnTo>
                    <a:pt x="20891" y="22035"/>
                  </a:lnTo>
                  <a:lnTo>
                    <a:pt x="20841" y="21327"/>
                  </a:lnTo>
                  <a:lnTo>
                    <a:pt x="20180" y="21375"/>
                  </a:lnTo>
                  <a:lnTo>
                    <a:pt x="19806" y="21401"/>
                  </a:lnTo>
                  <a:lnTo>
                    <a:pt x="19779" y="21021"/>
                  </a:lnTo>
                  <a:lnTo>
                    <a:pt x="18718" y="20788"/>
                  </a:lnTo>
                  <a:lnTo>
                    <a:pt x="18031" y="21145"/>
                  </a:lnTo>
                  <a:lnTo>
                    <a:pt x="17703" y="20859"/>
                  </a:lnTo>
                  <a:lnTo>
                    <a:pt x="17323" y="20510"/>
                  </a:lnTo>
                  <a:lnTo>
                    <a:pt x="16592" y="20207"/>
                  </a:lnTo>
                  <a:lnTo>
                    <a:pt x="16616" y="20559"/>
                  </a:lnTo>
                  <a:lnTo>
                    <a:pt x="16263" y="20230"/>
                  </a:lnTo>
                  <a:lnTo>
                    <a:pt x="15514" y="19687"/>
                  </a:lnTo>
                  <a:lnTo>
                    <a:pt x="14500" y="19758"/>
                  </a:lnTo>
                  <a:lnTo>
                    <a:pt x="13363" y="19127"/>
                  </a:lnTo>
                  <a:lnTo>
                    <a:pt x="12369" y="18822"/>
                  </a:lnTo>
                  <a:lnTo>
                    <a:pt x="11642" y="19250"/>
                  </a:lnTo>
                  <a:lnTo>
                    <a:pt x="9234" y="19419"/>
                  </a:lnTo>
                  <a:lnTo>
                    <a:pt x="8926" y="19441"/>
                  </a:lnTo>
                  <a:lnTo>
                    <a:pt x="8479" y="19097"/>
                  </a:lnTo>
                  <a:lnTo>
                    <a:pt x="7819" y="19519"/>
                  </a:lnTo>
                  <a:lnTo>
                    <a:pt x="7792" y="19146"/>
                  </a:lnTo>
                  <a:lnTo>
                    <a:pt x="7462" y="18834"/>
                  </a:lnTo>
                  <a:lnTo>
                    <a:pt x="7131" y="19192"/>
                  </a:lnTo>
                  <a:lnTo>
                    <a:pt x="6709" y="18532"/>
                  </a:lnTo>
                  <a:lnTo>
                    <a:pt x="6376" y="18555"/>
                  </a:lnTo>
                  <a:lnTo>
                    <a:pt x="5951" y="17874"/>
                  </a:lnTo>
                  <a:lnTo>
                    <a:pt x="5666" y="17894"/>
                  </a:lnTo>
                  <a:lnTo>
                    <a:pt x="5362" y="18627"/>
                  </a:lnTo>
                  <a:lnTo>
                    <a:pt x="5008" y="18653"/>
                  </a:lnTo>
                  <a:lnTo>
                    <a:pt x="4605" y="17969"/>
                  </a:lnTo>
                  <a:lnTo>
                    <a:pt x="4277" y="17993"/>
                  </a:lnTo>
                  <a:lnTo>
                    <a:pt x="4351" y="19054"/>
                  </a:lnTo>
                  <a:lnTo>
                    <a:pt x="3640" y="19105"/>
                  </a:lnTo>
                  <a:lnTo>
                    <a:pt x="3261" y="18776"/>
                  </a:lnTo>
                  <a:lnTo>
                    <a:pt x="2698" y="18816"/>
                  </a:lnTo>
                  <a:lnTo>
                    <a:pt x="2665" y="19006"/>
                  </a:lnTo>
                  <a:lnTo>
                    <a:pt x="1871" y="19229"/>
                  </a:lnTo>
                  <a:lnTo>
                    <a:pt x="1149" y="19730"/>
                  </a:lnTo>
                  <a:lnTo>
                    <a:pt x="730" y="20543"/>
                  </a:lnTo>
                  <a:lnTo>
                    <a:pt x="658" y="21803"/>
                  </a:lnTo>
                  <a:lnTo>
                    <a:pt x="631" y="21805"/>
                  </a:lnTo>
                  <a:lnTo>
                    <a:pt x="631" y="21805"/>
                  </a:lnTo>
                  <a:lnTo>
                    <a:pt x="302" y="22184"/>
                  </a:lnTo>
                  <a:lnTo>
                    <a:pt x="326" y="22516"/>
                  </a:lnTo>
                  <a:lnTo>
                    <a:pt x="0" y="22921"/>
                  </a:lnTo>
                  <a:lnTo>
                    <a:pt x="25" y="23274"/>
                  </a:lnTo>
                  <a:lnTo>
                    <a:pt x="400" y="23577"/>
                  </a:lnTo>
                  <a:lnTo>
                    <a:pt x="780" y="23906"/>
                  </a:lnTo>
                  <a:lnTo>
                    <a:pt x="1158" y="24214"/>
                  </a:lnTo>
                  <a:lnTo>
                    <a:pt x="1179" y="24528"/>
                  </a:lnTo>
                  <a:lnTo>
                    <a:pt x="1248" y="24614"/>
                  </a:lnTo>
                  <a:lnTo>
                    <a:pt x="1893" y="24873"/>
                  </a:lnTo>
                  <a:lnTo>
                    <a:pt x="2651" y="25530"/>
                  </a:lnTo>
                  <a:lnTo>
                    <a:pt x="2701" y="26237"/>
                  </a:lnTo>
                  <a:lnTo>
                    <a:pt x="2724" y="26564"/>
                  </a:lnTo>
                  <a:lnTo>
                    <a:pt x="2397" y="26970"/>
                  </a:lnTo>
                  <a:lnTo>
                    <a:pt x="2446" y="27651"/>
                  </a:lnTo>
                  <a:lnTo>
                    <a:pt x="2471" y="28004"/>
                  </a:lnTo>
                  <a:lnTo>
                    <a:pt x="2519" y="28691"/>
                  </a:lnTo>
                  <a:lnTo>
                    <a:pt x="2923" y="29373"/>
                  </a:lnTo>
                  <a:lnTo>
                    <a:pt x="3301" y="29702"/>
                  </a:lnTo>
                  <a:lnTo>
                    <a:pt x="3325" y="30034"/>
                  </a:lnTo>
                  <a:lnTo>
                    <a:pt x="4076" y="30311"/>
                  </a:lnTo>
                  <a:lnTo>
                    <a:pt x="4409" y="30669"/>
                  </a:lnTo>
                  <a:lnTo>
                    <a:pt x="4813" y="31351"/>
                  </a:lnTo>
                  <a:lnTo>
                    <a:pt x="5216" y="32008"/>
                  </a:lnTo>
                  <a:lnTo>
                    <a:pt x="5240" y="32360"/>
                  </a:lnTo>
                  <a:lnTo>
                    <a:pt x="5240" y="32366"/>
                  </a:lnTo>
                  <a:lnTo>
                    <a:pt x="5299" y="32451"/>
                  </a:lnTo>
                  <a:lnTo>
                    <a:pt x="5251" y="32521"/>
                  </a:lnTo>
                  <a:lnTo>
                    <a:pt x="5264" y="32694"/>
                  </a:lnTo>
                  <a:lnTo>
                    <a:pt x="4935" y="33073"/>
                  </a:lnTo>
                  <a:lnTo>
                    <a:pt x="5339" y="33755"/>
                  </a:lnTo>
                  <a:lnTo>
                    <a:pt x="5059" y="34096"/>
                  </a:lnTo>
                  <a:lnTo>
                    <a:pt x="5043" y="34225"/>
                  </a:lnTo>
                  <a:lnTo>
                    <a:pt x="5126" y="34541"/>
                  </a:lnTo>
                  <a:lnTo>
                    <a:pt x="5412" y="34790"/>
                  </a:lnTo>
                  <a:lnTo>
                    <a:pt x="5437" y="35143"/>
                  </a:lnTo>
                  <a:lnTo>
                    <a:pt x="5462" y="35497"/>
                  </a:lnTo>
                  <a:lnTo>
                    <a:pt x="5487" y="35851"/>
                  </a:lnTo>
                  <a:lnTo>
                    <a:pt x="5866" y="36179"/>
                  </a:lnTo>
                  <a:lnTo>
                    <a:pt x="6199" y="35800"/>
                  </a:lnTo>
                  <a:lnTo>
                    <a:pt x="6224" y="36155"/>
                  </a:lnTo>
                  <a:lnTo>
                    <a:pt x="6601" y="36462"/>
                  </a:lnTo>
                  <a:lnTo>
                    <a:pt x="5914" y="36866"/>
                  </a:lnTo>
                  <a:lnTo>
                    <a:pt x="6066" y="36928"/>
                  </a:lnTo>
                  <a:lnTo>
                    <a:pt x="6111" y="36925"/>
                  </a:lnTo>
                  <a:lnTo>
                    <a:pt x="6122" y="36952"/>
                  </a:lnTo>
                  <a:lnTo>
                    <a:pt x="6651" y="37169"/>
                  </a:lnTo>
                  <a:lnTo>
                    <a:pt x="6675" y="37502"/>
                  </a:lnTo>
                  <a:lnTo>
                    <a:pt x="6702" y="37876"/>
                  </a:lnTo>
                  <a:lnTo>
                    <a:pt x="7383" y="37829"/>
                  </a:lnTo>
                  <a:lnTo>
                    <a:pt x="7408" y="38183"/>
                  </a:lnTo>
                  <a:lnTo>
                    <a:pt x="7810" y="38489"/>
                  </a:lnTo>
                  <a:lnTo>
                    <a:pt x="7835" y="38842"/>
                  </a:lnTo>
                  <a:lnTo>
                    <a:pt x="7859" y="39170"/>
                  </a:lnTo>
                  <a:lnTo>
                    <a:pt x="7506" y="39576"/>
                  </a:lnTo>
                  <a:lnTo>
                    <a:pt x="7179" y="39599"/>
                  </a:lnTo>
                  <a:lnTo>
                    <a:pt x="6829" y="39623"/>
                  </a:lnTo>
                  <a:lnTo>
                    <a:pt x="6826" y="39626"/>
                  </a:lnTo>
                  <a:lnTo>
                    <a:pt x="7228" y="40307"/>
                  </a:lnTo>
                  <a:lnTo>
                    <a:pt x="7556" y="40283"/>
                  </a:lnTo>
                  <a:lnTo>
                    <a:pt x="7958" y="40584"/>
                  </a:lnTo>
                  <a:lnTo>
                    <a:pt x="8310" y="40894"/>
                  </a:lnTo>
                  <a:lnTo>
                    <a:pt x="9398" y="41193"/>
                  </a:lnTo>
                  <a:lnTo>
                    <a:pt x="10482" y="41451"/>
                  </a:lnTo>
                  <a:lnTo>
                    <a:pt x="10840" y="41781"/>
                  </a:lnTo>
                  <a:lnTo>
                    <a:pt x="11265" y="42462"/>
                  </a:lnTo>
                  <a:lnTo>
                    <a:pt x="10938" y="43170"/>
                  </a:lnTo>
                  <a:lnTo>
                    <a:pt x="10256" y="43573"/>
                  </a:lnTo>
                  <a:lnTo>
                    <a:pt x="9973" y="44310"/>
                  </a:lnTo>
                  <a:lnTo>
                    <a:pt x="9998" y="44663"/>
                  </a:lnTo>
                  <a:lnTo>
                    <a:pt x="9671" y="45042"/>
                  </a:lnTo>
                  <a:lnTo>
                    <a:pt x="9340" y="45394"/>
                  </a:lnTo>
                  <a:lnTo>
                    <a:pt x="9389" y="46102"/>
                  </a:lnTo>
                  <a:lnTo>
                    <a:pt x="9058" y="46460"/>
                  </a:lnTo>
                  <a:lnTo>
                    <a:pt x="9439" y="46809"/>
                  </a:lnTo>
                  <a:lnTo>
                    <a:pt x="9109" y="47167"/>
                  </a:lnTo>
                  <a:lnTo>
                    <a:pt x="8756" y="47192"/>
                  </a:lnTo>
                  <a:lnTo>
                    <a:pt x="8750" y="47117"/>
                  </a:lnTo>
                  <a:lnTo>
                    <a:pt x="8651" y="47187"/>
                  </a:lnTo>
                  <a:lnTo>
                    <a:pt x="8475" y="47896"/>
                  </a:lnTo>
                  <a:lnTo>
                    <a:pt x="8148" y="48656"/>
                  </a:lnTo>
                  <a:lnTo>
                    <a:pt x="7844" y="49008"/>
                  </a:lnTo>
                  <a:lnTo>
                    <a:pt x="7516" y="49413"/>
                  </a:lnTo>
                  <a:lnTo>
                    <a:pt x="7210" y="50097"/>
                  </a:lnTo>
                  <a:lnTo>
                    <a:pt x="6876" y="50477"/>
                  </a:lnTo>
                  <a:lnTo>
                    <a:pt x="6617" y="51102"/>
                  </a:lnTo>
                  <a:lnTo>
                    <a:pt x="6671" y="51866"/>
                  </a:lnTo>
                  <a:lnTo>
                    <a:pt x="7353" y="51817"/>
                  </a:lnTo>
                  <a:lnTo>
                    <a:pt x="8035" y="51415"/>
                  </a:lnTo>
                  <a:lnTo>
                    <a:pt x="8321" y="51394"/>
                  </a:lnTo>
                  <a:lnTo>
                    <a:pt x="8346" y="51747"/>
                  </a:lnTo>
                  <a:lnTo>
                    <a:pt x="8109" y="52454"/>
                  </a:lnTo>
                  <a:lnTo>
                    <a:pt x="8134" y="52808"/>
                  </a:lnTo>
                  <a:lnTo>
                    <a:pt x="8793" y="52761"/>
                  </a:lnTo>
                  <a:lnTo>
                    <a:pt x="9155" y="53137"/>
                  </a:lnTo>
                  <a:lnTo>
                    <a:pt x="9906" y="53414"/>
                  </a:lnTo>
                  <a:lnTo>
                    <a:pt x="10190" y="53065"/>
                  </a:lnTo>
                  <a:lnTo>
                    <a:pt x="10877" y="53016"/>
                  </a:lnTo>
                  <a:lnTo>
                    <a:pt x="11297" y="52986"/>
                  </a:lnTo>
                  <a:lnTo>
                    <a:pt x="11627" y="53292"/>
                  </a:lnTo>
                  <a:lnTo>
                    <a:pt x="11981" y="53267"/>
                  </a:lnTo>
                  <a:lnTo>
                    <a:pt x="12029" y="53954"/>
                  </a:lnTo>
                  <a:lnTo>
                    <a:pt x="11676" y="53979"/>
                  </a:lnTo>
                  <a:lnTo>
                    <a:pt x="10948" y="54031"/>
                  </a:lnTo>
                  <a:lnTo>
                    <a:pt x="10261" y="54078"/>
                  </a:lnTo>
                  <a:lnTo>
                    <a:pt x="9227" y="54152"/>
                  </a:lnTo>
                  <a:lnTo>
                    <a:pt x="9252" y="54506"/>
                  </a:lnTo>
                  <a:lnTo>
                    <a:pt x="8919" y="54529"/>
                  </a:lnTo>
                  <a:lnTo>
                    <a:pt x="8894" y="54176"/>
                  </a:lnTo>
                  <a:lnTo>
                    <a:pt x="8545" y="54556"/>
                  </a:lnTo>
                  <a:lnTo>
                    <a:pt x="8567" y="54883"/>
                  </a:lnTo>
                  <a:lnTo>
                    <a:pt x="8592" y="55238"/>
                  </a:lnTo>
                  <a:lnTo>
                    <a:pt x="8617" y="55590"/>
                  </a:lnTo>
                  <a:lnTo>
                    <a:pt x="8332" y="55611"/>
                  </a:lnTo>
                  <a:lnTo>
                    <a:pt x="7928" y="54929"/>
                  </a:lnTo>
                  <a:lnTo>
                    <a:pt x="7599" y="55307"/>
                  </a:lnTo>
                  <a:lnTo>
                    <a:pt x="7624" y="55661"/>
                  </a:lnTo>
                  <a:lnTo>
                    <a:pt x="7649" y="56014"/>
                  </a:lnTo>
                  <a:lnTo>
                    <a:pt x="7698" y="56701"/>
                  </a:lnTo>
                  <a:lnTo>
                    <a:pt x="7744" y="56698"/>
                  </a:lnTo>
                  <a:lnTo>
                    <a:pt x="8121" y="57001"/>
                  </a:lnTo>
                  <a:lnTo>
                    <a:pt x="8173" y="57734"/>
                  </a:lnTo>
                  <a:lnTo>
                    <a:pt x="7514" y="58465"/>
                  </a:lnTo>
                  <a:lnTo>
                    <a:pt x="7539" y="58819"/>
                  </a:lnTo>
                  <a:lnTo>
                    <a:pt x="7913" y="59080"/>
                  </a:lnTo>
                  <a:lnTo>
                    <a:pt x="7607" y="59786"/>
                  </a:lnTo>
                  <a:lnTo>
                    <a:pt x="8011" y="60474"/>
                  </a:lnTo>
                  <a:lnTo>
                    <a:pt x="8062" y="61202"/>
                  </a:lnTo>
                  <a:lnTo>
                    <a:pt x="8791" y="61458"/>
                  </a:lnTo>
                  <a:lnTo>
                    <a:pt x="9105" y="61818"/>
                  </a:lnTo>
                  <a:lnTo>
                    <a:pt x="9129" y="62146"/>
                  </a:lnTo>
                  <a:lnTo>
                    <a:pt x="8867" y="62519"/>
                  </a:lnTo>
                  <a:lnTo>
                    <a:pt x="8839" y="62495"/>
                  </a:lnTo>
                  <a:lnTo>
                    <a:pt x="8820" y="62522"/>
                  </a:lnTo>
                  <a:lnTo>
                    <a:pt x="8441" y="62195"/>
                  </a:lnTo>
                  <a:lnTo>
                    <a:pt x="8089" y="61911"/>
                  </a:lnTo>
                  <a:lnTo>
                    <a:pt x="7781" y="62241"/>
                  </a:lnTo>
                  <a:lnTo>
                    <a:pt x="7806" y="62594"/>
                  </a:lnTo>
                  <a:lnTo>
                    <a:pt x="8185" y="62922"/>
                  </a:lnTo>
                  <a:lnTo>
                    <a:pt x="8538" y="62898"/>
                  </a:lnTo>
                  <a:lnTo>
                    <a:pt x="8234" y="63631"/>
                  </a:lnTo>
                  <a:lnTo>
                    <a:pt x="8188" y="63634"/>
                  </a:lnTo>
                  <a:lnTo>
                    <a:pt x="7881" y="63656"/>
                  </a:lnTo>
                  <a:lnTo>
                    <a:pt x="7904" y="63989"/>
                  </a:lnTo>
                  <a:lnTo>
                    <a:pt x="8258" y="63963"/>
                  </a:lnTo>
                  <a:lnTo>
                    <a:pt x="8276" y="64229"/>
                  </a:lnTo>
                  <a:lnTo>
                    <a:pt x="8564" y="63941"/>
                  </a:lnTo>
                  <a:lnTo>
                    <a:pt x="8612" y="63938"/>
                  </a:lnTo>
                  <a:lnTo>
                    <a:pt x="8965" y="63913"/>
                  </a:lnTo>
                  <a:lnTo>
                    <a:pt x="9013" y="64595"/>
                  </a:lnTo>
                  <a:lnTo>
                    <a:pt x="9065" y="65328"/>
                  </a:lnTo>
                  <a:lnTo>
                    <a:pt x="9018" y="65331"/>
                  </a:lnTo>
                  <a:lnTo>
                    <a:pt x="8358" y="65378"/>
                  </a:lnTo>
                  <a:lnTo>
                    <a:pt x="8760" y="66034"/>
                  </a:lnTo>
                  <a:lnTo>
                    <a:pt x="9114" y="66009"/>
                  </a:lnTo>
                  <a:lnTo>
                    <a:pt x="9400" y="65989"/>
                  </a:lnTo>
                  <a:lnTo>
                    <a:pt x="9423" y="66322"/>
                  </a:lnTo>
                  <a:lnTo>
                    <a:pt x="9843" y="66930"/>
                  </a:lnTo>
                  <a:lnTo>
                    <a:pt x="9890" y="67616"/>
                  </a:lnTo>
                  <a:lnTo>
                    <a:pt x="10275" y="68321"/>
                  </a:lnTo>
                  <a:lnTo>
                    <a:pt x="10603" y="68298"/>
                  </a:lnTo>
                  <a:lnTo>
                    <a:pt x="10641" y="68295"/>
                  </a:lnTo>
                  <a:lnTo>
                    <a:pt x="10649" y="68295"/>
                  </a:lnTo>
                  <a:lnTo>
                    <a:pt x="11004" y="68270"/>
                  </a:lnTo>
                  <a:lnTo>
                    <a:pt x="11029" y="68629"/>
                  </a:lnTo>
                  <a:lnTo>
                    <a:pt x="11130" y="68621"/>
                  </a:lnTo>
                  <a:lnTo>
                    <a:pt x="11668" y="68583"/>
                  </a:lnTo>
                  <a:lnTo>
                    <a:pt x="12068" y="68555"/>
                  </a:lnTo>
                  <a:lnTo>
                    <a:pt x="12422" y="68530"/>
                  </a:lnTo>
                  <a:lnTo>
                    <a:pt x="13033" y="68487"/>
                  </a:lnTo>
                  <a:lnTo>
                    <a:pt x="13057" y="68485"/>
                  </a:lnTo>
                  <a:lnTo>
                    <a:pt x="13103" y="68482"/>
                  </a:lnTo>
                  <a:lnTo>
                    <a:pt x="13482" y="68809"/>
                  </a:lnTo>
                  <a:lnTo>
                    <a:pt x="13505" y="69138"/>
                  </a:lnTo>
                  <a:lnTo>
                    <a:pt x="13765" y="69120"/>
                  </a:lnTo>
                  <a:lnTo>
                    <a:pt x="14450" y="68741"/>
                  </a:lnTo>
                  <a:lnTo>
                    <a:pt x="14424" y="68389"/>
                  </a:lnTo>
                  <a:lnTo>
                    <a:pt x="14471" y="68385"/>
                  </a:lnTo>
                  <a:lnTo>
                    <a:pt x="14825" y="68361"/>
                  </a:lnTo>
                  <a:lnTo>
                    <a:pt x="15537" y="68664"/>
                  </a:lnTo>
                  <a:lnTo>
                    <a:pt x="15964" y="69319"/>
                  </a:lnTo>
                  <a:lnTo>
                    <a:pt x="16625" y="69272"/>
                  </a:lnTo>
                  <a:lnTo>
                    <a:pt x="16650" y="69626"/>
                  </a:lnTo>
                  <a:lnTo>
                    <a:pt x="16341" y="69983"/>
                  </a:lnTo>
                  <a:lnTo>
                    <a:pt x="16366" y="70337"/>
                  </a:lnTo>
                  <a:lnTo>
                    <a:pt x="17099" y="71325"/>
                  </a:lnTo>
                  <a:lnTo>
                    <a:pt x="17553" y="72339"/>
                  </a:lnTo>
                  <a:lnTo>
                    <a:pt x="16871" y="72742"/>
                  </a:lnTo>
                  <a:lnTo>
                    <a:pt x="17884" y="72671"/>
                  </a:lnTo>
                  <a:lnTo>
                    <a:pt x="17906" y="72668"/>
                  </a:lnTo>
                  <a:lnTo>
                    <a:pt x="17931" y="73022"/>
                  </a:lnTo>
                  <a:lnTo>
                    <a:pt x="17955" y="73376"/>
                  </a:lnTo>
                  <a:lnTo>
                    <a:pt x="19036" y="73581"/>
                  </a:lnTo>
                  <a:lnTo>
                    <a:pt x="19369" y="73559"/>
                  </a:lnTo>
                  <a:lnTo>
                    <a:pt x="20101" y="73861"/>
                  </a:lnTo>
                  <a:lnTo>
                    <a:pt x="20151" y="74569"/>
                  </a:lnTo>
                  <a:lnTo>
                    <a:pt x="20173" y="74876"/>
                  </a:lnTo>
                  <a:lnTo>
                    <a:pt x="20833" y="74829"/>
                  </a:lnTo>
                  <a:lnTo>
                    <a:pt x="21208" y="74803"/>
                  </a:lnTo>
                  <a:lnTo>
                    <a:pt x="21867" y="74756"/>
                  </a:lnTo>
                  <a:lnTo>
                    <a:pt x="21922" y="75511"/>
                  </a:lnTo>
                  <a:lnTo>
                    <a:pt x="21933" y="75510"/>
                  </a:lnTo>
                  <a:lnTo>
                    <a:pt x="22582" y="75463"/>
                  </a:lnTo>
                  <a:lnTo>
                    <a:pt x="22629" y="75460"/>
                  </a:lnTo>
                  <a:lnTo>
                    <a:pt x="23031" y="76122"/>
                  </a:lnTo>
                  <a:lnTo>
                    <a:pt x="22700" y="76474"/>
                  </a:lnTo>
                  <a:lnTo>
                    <a:pt x="22373" y="76858"/>
                  </a:lnTo>
                  <a:lnTo>
                    <a:pt x="22043" y="77237"/>
                  </a:lnTo>
                  <a:lnTo>
                    <a:pt x="21408" y="77637"/>
                  </a:lnTo>
                  <a:lnTo>
                    <a:pt x="21057" y="77992"/>
                  </a:lnTo>
                  <a:lnTo>
                    <a:pt x="21026" y="77979"/>
                  </a:lnTo>
                  <a:lnTo>
                    <a:pt x="21010" y="77995"/>
                  </a:lnTo>
                  <a:lnTo>
                    <a:pt x="20326" y="77714"/>
                  </a:lnTo>
                  <a:lnTo>
                    <a:pt x="20042" y="77735"/>
                  </a:lnTo>
                  <a:lnTo>
                    <a:pt x="20019" y="77736"/>
                  </a:lnTo>
                  <a:lnTo>
                    <a:pt x="20043" y="78063"/>
                  </a:lnTo>
                  <a:lnTo>
                    <a:pt x="20092" y="78749"/>
                  </a:lnTo>
                  <a:lnTo>
                    <a:pt x="20116" y="79104"/>
                  </a:lnTo>
                  <a:lnTo>
                    <a:pt x="20522" y="79807"/>
                  </a:lnTo>
                  <a:lnTo>
                    <a:pt x="20896" y="80444"/>
                  </a:lnTo>
                  <a:lnTo>
                    <a:pt x="20924" y="80844"/>
                  </a:lnTo>
                  <a:lnTo>
                    <a:pt x="21277" y="81107"/>
                  </a:lnTo>
                  <a:lnTo>
                    <a:pt x="21979" y="81346"/>
                  </a:lnTo>
                  <a:lnTo>
                    <a:pt x="21979" y="81346"/>
                  </a:lnTo>
                  <a:lnTo>
                    <a:pt x="21958" y="81058"/>
                  </a:lnTo>
                  <a:lnTo>
                    <a:pt x="22599" y="80726"/>
                  </a:lnTo>
                  <a:lnTo>
                    <a:pt x="22616" y="80738"/>
                  </a:lnTo>
                  <a:lnTo>
                    <a:pt x="22645" y="80723"/>
                  </a:lnTo>
                  <a:lnTo>
                    <a:pt x="23003" y="80972"/>
                  </a:lnTo>
                  <a:lnTo>
                    <a:pt x="23660" y="80650"/>
                  </a:lnTo>
                  <a:lnTo>
                    <a:pt x="23707" y="80647"/>
                  </a:lnTo>
                  <a:lnTo>
                    <a:pt x="23841" y="80637"/>
                  </a:lnTo>
                  <a:lnTo>
                    <a:pt x="23993" y="80628"/>
                  </a:lnTo>
                  <a:lnTo>
                    <a:pt x="24339" y="80201"/>
                  </a:lnTo>
                  <a:lnTo>
                    <a:pt x="24672" y="80177"/>
                  </a:lnTo>
                  <a:lnTo>
                    <a:pt x="24718" y="80173"/>
                  </a:lnTo>
                  <a:lnTo>
                    <a:pt x="25429" y="80512"/>
                  </a:lnTo>
                  <a:lnTo>
                    <a:pt x="26039" y="80080"/>
                  </a:lnTo>
                  <a:lnTo>
                    <a:pt x="26065" y="80078"/>
                  </a:lnTo>
                  <a:lnTo>
                    <a:pt x="26420" y="80053"/>
                  </a:lnTo>
                  <a:lnTo>
                    <a:pt x="26800" y="80429"/>
                  </a:lnTo>
                  <a:lnTo>
                    <a:pt x="27243" y="80993"/>
                  </a:lnTo>
                  <a:lnTo>
                    <a:pt x="27550" y="81348"/>
                  </a:lnTo>
                  <a:lnTo>
                    <a:pt x="27599" y="82035"/>
                  </a:lnTo>
                  <a:lnTo>
                    <a:pt x="27648" y="82741"/>
                  </a:lnTo>
                  <a:lnTo>
                    <a:pt x="27675" y="83116"/>
                  </a:lnTo>
                  <a:lnTo>
                    <a:pt x="28383" y="83067"/>
                  </a:lnTo>
                  <a:lnTo>
                    <a:pt x="29397" y="82994"/>
                  </a:lnTo>
                  <a:lnTo>
                    <a:pt x="29724" y="82595"/>
                  </a:lnTo>
                  <a:lnTo>
                    <a:pt x="30031" y="82573"/>
                  </a:lnTo>
                  <a:lnTo>
                    <a:pt x="30078" y="82570"/>
                  </a:lnTo>
                  <a:lnTo>
                    <a:pt x="30104" y="82944"/>
                  </a:lnTo>
                  <a:lnTo>
                    <a:pt x="30554" y="83603"/>
                  </a:lnTo>
                  <a:lnTo>
                    <a:pt x="31193" y="83558"/>
                  </a:lnTo>
                  <a:lnTo>
                    <a:pt x="31217" y="83885"/>
                  </a:lnTo>
                  <a:lnTo>
                    <a:pt x="31617" y="84902"/>
                  </a:lnTo>
                  <a:lnTo>
                    <a:pt x="31640" y="85235"/>
                  </a:lnTo>
                  <a:lnTo>
                    <a:pt x="32041" y="85206"/>
                  </a:lnTo>
                  <a:lnTo>
                    <a:pt x="32061" y="85205"/>
                  </a:lnTo>
                  <a:lnTo>
                    <a:pt x="32681" y="85162"/>
                  </a:lnTo>
                  <a:lnTo>
                    <a:pt x="33035" y="85137"/>
                  </a:lnTo>
                  <a:lnTo>
                    <a:pt x="33055" y="85135"/>
                  </a:lnTo>
                  <a:lnTo>
                    <a:pt x="33389" y="85443"/>
                  </a:lnTo>
                  <a:lnTo>
                    <a:pt x="33716" y="85088"/>
                  </a:lnTo>
                  <a:lnTo>
                    <a:pt x="33742" y="85112"/>
                  </a:lnTo>
                  <a:lnTo>
                    <a:pt x="33768" y="85085"/>
                  </a:lnTo>
                  <a:lnTo>
                    <a:pt x="34121" y="85415"/>
                  </a:lnTo>
                  <a:lnTo>
                    <a:pt x="34316" y="85402"/>
                  </a:lnTo>
                  <a:lnTo>
                    <a:pt x="34474" y="85390"/>
                  </a:lnTo>
                  <a:lnTo>
                    <a:pt x="34755" y="85015"/>
                  </a:lnTo>
                  <a:lnTo>
                    <a:pt x="35416" y="84304"/>
                  </a:lnTo>
                  <a:lnTo>
                    <a:pt x="35442" y="84302"/>
                  </a:lnTo>
                  <a:lnTo>
                    <a:pt x="36150" y="84252"/>
                  </a:lnTo>
                  <a:lnTo>
                    <a:pt x="36173" y="84580"/>
                  </a:lnTo>
                  <a:lnTo>
                    <a:pt x="36503" y="84891"/>
                  </a:lnTo>
                  <a:lnTo>
                    <a:pt x="37613" y="85485"/>
                  </a:lnTo>
                  <a:lnTo>
                    <a:pt x="38250" y="85123"/>
                  </a:lnTo>
                  <a:lnTo>
                    <a:pt x="38225" y="84769"/>
                  </a:lnTo>
                  <a:lnTo>
                    <a:pt x="38247" y="84790"/>
                  </a:lnTo>
                  <a:lnTo>
                    <a:pt x="38246" y="84768"/>
                  </a:lnTo>
                  <a:lnTo>
                    <a:pt x="38624" y="85097"/>
                  </a:lnTo>
                  <a:lnTo>
                    <a:pt x="38971" y="85393"/>
                  </a:lnTo>
                  <a:lnTo>
                    <a:pt x="39639" y="85025"/>
                  </a:lnTo>
                  <a:lnTo>
                    <a:pt x="39640" y="85046"/>
                  </a:lnTo>
                  <a:lnTo>
                    <a:pt x="39685" y="85022"/>
                  </a:lnTo>
                  <a:lnTo>
                    <a:pt x="39709" y="85350"/>
                  </a:lnTo>
                  <a:lnTo>
                    <a:pt x="40072" y="85324"/>
                  </a:lnTo>
                  <a:lnTo>
                    <a:pt x="40369" y="85302"/>
                  </a:lnTo>
                  <a:lnTo>
                    <a:pt x="40346" y="84976"/>
                  </a:lnTo>
                  <a:lnTo>
                    <a:pt x="41032" y="84927"/>
                  </a:lnTo>
                  <a:lnTo>
                    <a:pt x="41176" y="84916"/>
                  </a:lnTo>
                  <a:lnTo>
                    <a:pt x="41407" y="84900"/>
                  </a:lnTo>
                  <a:lnTo>
                    <a:pt x="41430" y="85228"/>
                  </a:lnTo>
                  <a:lnTo>
                    <a:pt x="41741" y="85552"/>
                  </a:lnTo>
                  <a:lnTo>
                    <a:pt x="41716" y="85207"/>
                  </a:lnTo>
                  <a:lnTo>
                    <a:pt x="41763" y="85204"/>
                  </a:lnTo>
                  <a:lnTo>
                    <a:pt x="42353" y="85163"/>
                  </a:lnTo>
                  <a:lnTo>
                    <a:pt x="42397" y="85160"/>
                  </a:lnTo>
                  <a:lnTo>
                    <a:pt x="42444" y="85156"/>
                  </a:lnTo>
                  <a:lnTo>
                    <a:pt x="43185" y="85507"/>
                  </a:lnTo>
                  <a:lnTo>
                    <a:pt x="43820" y="85462"/>
                  </a:lnTo>
                  <a:lnTo>
                    <a:pt x="44144" y="85036"/>
                  </a:lnTo>
                  <a:lnTo>
                    <a:pt x="44192" y="85033"/>
                  </a:lnTo>
                  <a:lnTo>
                    <a:pt x="44571" y="85006"/>
                  </a:lnTo>
                  <a:lnTo>
                    <a:pt x="44647" y="86093"/>
                  </a:lnTo>
                  <a:lnTo>
                    <a:pt x="44292" y="86448"/>
                  </a:lnTo>
                  <a:lnTo>
                    <a:pt x="43609" y="86851"/>
                  </a:lnTo>
                  <a:lnTo>
                    <a:pt x="43308" y="87253"/>
                  </a:lnTo>
                  <a:lnTo>
                    <a:pt x="43653" y="87490"/>
                  </a:lnTo>
                  <a:lnTo>
                    <a:pt x="43947" y="87470"/>
                  </a:lnTo>
                  <a:lnTo>
                    <a:pt x="44362" y="87441"/>
                  </a:lnTo>
                  <a:lnTo>
                    <a:pt x="44385" y="87768"/>
                  </a:lnTo>
                  <a:lnTo>
                    <a:pt x="44058" y="88173"/>
                  </a:lnTo>
                  <a:lnTo>
                    <a:pt x="43729" y="88551"/>
                  </a:lnTo>
                  <a:lnTo>
                    <a:pt x="43752" y="88879"/>
                  </a:lnTo>
                  <a:lnTo>
                    <a:pt x="44107" y="88854"/>
                  </a:lnTo>
                  <a:lnTo>
                    <a:pt x="44915" y="89863"/>
                  </a:lnTo>
                  <a:lnTo>
                    <a:pt x="44988" y="90904"/>
                  </a:lnTo>
                  <a:lnTo>
                    <a:pt x="44683" y="91992"/>
                  </a:lnTo>
                  <a:lnTo>
                    <a:pt x="44637" y="91995"/>
                  </a:lnTo>
                  <a:lnTo>
                    <a:pt x="43929" y="92045"/>
                  </a:lnTo>
                  <a:lnTo>
                    <a:pt x="43295" y="92089"/>
                  </a:lnTo>
                  <a:lnTo>
                    <a:pt x="42936" y="92115"/>
                  </a:lnTo>
                  <a:lnTo>
                    <a:pt x="42630" y="92445"/>
                  </a:lnTo>
                  <a:lnTo>
                    <a:pt x="42351" y="93531"/>
                  </a:lnTo>
                  <a:lnTo>
                    <a:pt x="41337" y="93958"/>
                  </a:lnTo>
                  <a:lnTo>
                    <a:pt x="41454" y="95612"/>
                  </a:lnTo>
                  <a:lnTo>
                    <a:pt x="41762" y="95255"/>
                  </a:lnTo>
                  <a:lnTo>
                    <a:pt x="42115" y="95230"/>
                  </a:lnTo>
                  <a:lnTo>
                    <a:pt x="42403" y="94928"/>
                  </a:lnTo>
                  <a:lnTo>
                    <a:pt x="42450" y="95588"/>
                  </a:lnTo>
                  <a:lnTo>
                    <a:pt x="42824" y="95562"/>
                  </a:lnTo>
                  <a:lnTo>
                    <a:pt x="43490" y="94851"/>
                  </a:lnTo>
                  <a:lnTo>
                    <a:pt x="43796" y="94521"/>
                  </a:lnTo>
                  <a:lnTo>
                    <a:pt x="44457" y="94474"/>
                  </a:lnTo>
                  <a:lnTo>
                    <a:pt x="44498" y="95061"/>
                  </a:lnTo>
                  <a:lnTo>
                    <a:pt x="44525" y="95442"/>
                  </a:lnTo>
                  <a:lnTo>
                    <a:pt x="43888" y="95816"/>
                  </a:lnTo>
                  <a:lnTo>
                    <a:pt x="43181" y="96248"/>
                  </a:lnTo>
                  <a:lnTo>
                    <a:pt x="42899" y="96623"/>
                  </a:lnTo>
                  <a:lnTo>
                    <a:pt x="43228" y="96929"/>
                  </a:lnTo>
                  <a:lnTo>
                    <a:pt x="43660" y="97254"/>
                  </a:lnTo>
                  <a:lnTo>
                    <a:pt x="42971" y="97638"/>
                  </a:lnTo>
                  <a:lnTo>
                    <a:pt x="42266" y="97352"/>
                  </a:lnTo>
                  <a:lnTo>
                    <a:pt x="41912" y="97377"/>
                  </a:lnTo>
                  <a:lnTo>
                    <a:pt x="41556" y="97737"/>
                  </a:lnTo>
                  <a:lnTo>
                    <a:pt x="41249" y="97759"/>
                  </a:lnTo>
                  <a:lnTo>
                    <a:pt x="41274" y="98112"/>
                  </a:lnTo>
                  <a:lnTo>
                    <a:pt x="41606" y="98444"/>
                  </a:lnTo>
                  <a:lnTo>
                    <a:pt x="42647" y="98371"/>
                  </a:lnTo>
                  <a:lnTo>
                    <a:pt x="43046" y="98698"/>
                  </a:lnTo>
                  <a:lnTo>
                    <a:pt x="43068" y="99025"/>
                  </a:lnTo>
                  <a:lnTo>
                    <a:pt x="44135" y="99305"/>
                  </a:lnTo>
                  <a:lnTo>
                    <a:pt x="43806" y="99329"/>
                  </a:lnTo>
                  <a:lnTo>
                    <a:pt x="43425" y="99711"/>
                  </a:lnTo>
                  <a:lnTo>
                    <a:pt x="43094" y="99379"/>
                  </a:lnTo>
                  <a:lnTo>
                    <a:pt x="43144" y="100086"/>
                  </a:lnTo>
                  <a:lnTo>
                    <a:pt x="43472" y="100372"/>
                  </a:lnTo>
                  <a:lnTo>
                    <a:pt x="43193" y="100773"/>
                  </a:lnTo>
                  <a:lnTo>
                    <a:pt x="42791" y="100419"/>
                  </a:lnTo>
                  <a:lnTo>
                    <a:pt x="42463" y="100135"/>
                  </a:lnTo>
                  <a:lnTo>
                    <a:pt x="42131" y="100467"/>
                  </a:lnTo>
                  <a:lnTo>
                    <a:pt x="42183" y="101199"/>
                  </a:lnTo>
                  <a:lnTo>
                    <a:pt x="41828" y="101581"/>
                  </a:lnTo>
                  <a:lnTo>
                    <a:pt x="42231" y="101887"/>
                  </a:lnTo>
                  <a:lnTo>
                    <a:pt x="42279" y="102567"/>
                  </a:lnTo>
                  <a:lnTo>
                    <a:pt x="41593" y="102616"/>
                  </a:lnTo>
                  <a:lnTo>
                    <a:pt x="41290" y="103657"/>
                  </a:lnTo>
                  <a:lnTo>
                    <a:pt x="41315" y="104010"/>
                  </a:lnTo>
                  <a:lnTo>
                    <a:pt x="42021" y="104316"/>
                  </a:lnTo>
                  <a:lnTo>
                    <a:pt x="42780" y="104618"/>
                  </a:lnTo>
                  <a:lnTo>
                    <a:pt x="43087" y="104596"/>
                  </a:lnTo>
                  <a:lnTo>
                    <a:pt x="43767" y="104548"/>
                  </a:lnTo>
                  <a:lnTo>
                    <a:pt x="44199" y="104873"/>
                  </a:lnTo>
                  <a:lnTo>
                    <a:pt x="44221" y="105206"/>
                  </a:lnTo>
                  <a:lnTo>
                    <a:pt x="44856" y="105161"/>
                  </a:lnTo>
                  <a:lnTo>
                    <a:pt x="45187" y="104803"/>
                  </a:lnTo>
                  <a:lnTo>
                    <a:pt x="45564" y="105111"/>
                  </a:lnTo>
                  <a:lnTo>
                    <a:pt x="46271" y="105061"/>
                  </a:lnTo>
                  <a:lnTo>
                    <a:pt x="46296" y="105414"/>
                  </a:lnTo>
                  <a:lnTo>
                    <a:pt x="47027" y="105692"/>
                  </a:lnTo>
                  <a:lnTo>
                    <a:pt x="47713" y="105644"/>
                  </a:lnTo>
                  <a:lnTo>
                    <a:pt x="48065" y="105974"/>
                  </a:lnTo>
                  <a:lnTo>
                    <a:pt x="48423" y="106304"/>
                  </a:lnTo>
                  <a:lnTo>
                    <a:pt x="49131" y="106254"/>
                  </a:lnTo>
                  <a:lnTo>
                    <a:pt x="50243" y="107576"/>
                  </a:lnTo>
                  <a:lnTo>
                    <a:pt x="50569" y="106863"/>
                  </a:lnTo>
                  <a:lnTo>
                    <a:pt x="50595" y="106862"/>
                  </a:lnTo>
                  <a:lnTo>
                    <a:pt x="50949" y="106837"/>
                  </a:lnTo>
                  <a:lnTo>
                    <a:pt x="51561" y="106794"/>
                  </a:lnTo>
                  <a:lnTo>
                    <a:pt x="51609" y="106790"/>
                  </a:lnTo>
                  <a:lnTo>
                    <a:pt x="51937" y="106391"/>
                  </a:lnTo>
                  <a:lnTo>
                    <a:pt x="52216" y="105681"/>
                  </a:lnTo>
                  <a:lnTo>
                    <a:pt x="52255" y="105696"/>
                  </a:lnTo>
                  <a:lnTo>
                    <a:pt x="52263" y="105677"/>
                  </a:lnTo>
                  <a:lnTo>
                    <a:pt x="52999" y="105981"/>
                  </a:lnTo>
                  <a:lnTo>
                    <a:pt x="53704" y="106265"/>
                  </a:lnTo>
                  <a:lnTo>
                    <a:pt x="53722" y="106264"/>
                  </a:lnTo>
                  <a:lnTo>
                    <a:pt x="53991" y="106246"/>
                  </a:lnTo>
                  <a:lnTo>
                    <a:pt x="55406" y="106145"/>
                  </a:lnTo>
                  <a:lnTo>
                    <a:pt x="55426" y="106144"/>
                  </a:lnTo>
                  <a:lnTo>
                    <a:pt x="55785" y="106496"/>
                  </a:lnTo>
                  <a:lnTo>
                    <a:pt x="56140" y="106470"/>
                  </a:lnTo>
                  <a:lnTo>
                    <a:pt x="56165" y="106469"/>
                  </a:lnTo>
                  <a:lnTo>
                    <a:pt x="56187" y="106466"/>
                  </a:lnTo>
                  <a:lnTo>
                    <a:pt x="56867" y="106419"/>
                  </a:lnTo>
                  <a:lnTo>
                    <a:pt x="57089" y="106403"/>
                  </a:lnTo>
                  <a:lnTo>
                    <a:pt x="57480" y="106376"/>
                  </a:lnTo>
                  <a:lnTo>
                    <a:pt x="58495" y="105927"/>
                  </a:lnTo>
                  <a:lnTo>
                    <a:pt x="58753" y="105908"/>
                  </a:lnTo>
                  <a:lnTo>
                    <a:pt x="58848" y="105902"/>
                  </a:lnTo>
                  <a:lnTo>
                    <a:pt x="59276" y="106248"/>
                  </a:lnTo>
                  <a:lnTo>
                    <a:pt x="60263" y="106179"/>
                  </a:lnTo>
                  <a:lnTo>
                    <a:pt x="60272" y="106178"/>
                  </a:lnTo>
                  <a:lnTo>
                    <a:pt x="60310" y="106176"/>
                  </a:lnTo>
                  <a:lnTo>
                    <a:pt x="60996" y="106127"/>
                  </a:lnTo>
                  <a:lnTo>
                    <a:pt x="61350" y="106102"/>
                  </a:lnTo>
                  <a:lnTo>
                    <a:pt x="61755" y="106408"/>
                  </a:lnTo>
                  <a:lnTo>
                    <a:pt x="61399" y="106788"/>
                  </a:lnTo>
                  <a:lnTo>
                    <a:pt x="61770" y="106762"/>
                  </a:lnTo>
                  <a:lnTo>
                    <a:pt x="62086" y="106739"/>
                  </a:lnTo>
                  <a:lnTo>
                    <a:pt x="62746" y="106693"/>
                  </a:lnTo>
                  <a:lnTo>
                    <a:pt x="63075" y="106315"/>
                  </a:lnTo>
                  <a:lnTo>
                    <a:pt x="63712" y="105934"/>
                  </a:lnTo>
                  <a:lnTo>
                    <a:pt x="63737" y="105944"/>
                  </a:lnTo>
                  <a:lnTo>
                    <a:pt x="63759" y="105931"/>
                  </a:lnTo>
                  <a:lnTo>
                    <a:pt x="64510" y="106213"/>
                  </a:lnTo>
                  <a:lnTo>
                    <a:pt x="64796" y="106193"/>
                  </a:lnTo>
                  <a:lnTo>
                    <a:pt x="65126" y="105835"/>
                  </a:lnTo>
                  <a:lnTo>
                    <a:pt x="65100" y="105461"/>
                  </a:lnTo>
                  <a:lnTo>
                    <a:pt x="65146" y="105457"/>
                  </a:lnTo>
                  <a:lnTo>
                    <a:pt x="65474" y="105434"/>
                  </a:lnTo>
                  <a:lnTo>
                    <a:pt x="65807" y="105411"/>
                  </a:lnTo>
                  <a:lnTo>
                    <a:pt x="65856" y="106097"/>
                  </a:lnTo>
                  <a:lnTo>
                    <a:pt x="66515" y="105736"/>
                  </a:lnTo>
                  <a:lnTo>
                    <a:pt x="66489" y="105362"/>
                  </a:lnTo>
                  <a:lnTo>
                    <a:pt x="66535" y="105359"/>
                  </a:lnTo>
                  <a:lnTo>
                    <a:pt x="67019" y="105324"/>
                  </a:lnTo>
                  <a:lnTo>
                    <a:pt x="67175" y="105314"/>
                  </a:lnTo>
                  <a:lnTo>
                    <a:pt x="67196" y="105312"/>
                  </a:lnTo>
                  <a:lnTo>
                    <a:pt x="67929" y="105637"/>
                  </a:lnTo>
                  <a:lnTo>
                    <a:pt x="67953" y="105970"/>
                  </a:lnTo>
                  <a:lnTo>
                    <a:pt x="67978" y="106323"/>
                  </a:lnTo>
                  <a:lnTo>
                    <a:pt x="68363" y="106610"/>
                  </a:lnTo>
                  <a:lnTo>
                    <a:pt x="68971" y="106252"/>
                  </a:lnTo>
                  <a:lnTo>
                    <a:pt x="69120" y="106243"/>
                  </a:lnTo>
                  <a:lnTo>
                    <a:pt x="69371" y="106224"/>
                  </a:lnTo>
                  <a:lnTo>
                    <a:pt x="70435" y="106478"/>
                  </a:lnTo>
                  <a:lnTo>
                    <a:pt x="71470" y="106405"/>
                  </a:lnTo>
                  <a:lnTo>
                    <a:pt x="71823" y="106380"/>
                  </a:lnTo>
                  <a:lnTo>
                    <a:pt x="72562" y="107066"/>
                  </a:lnTo>
                  <a:lnTo>
                    <a:pt x="73267" y="107345"/>
                  </a:lnTo>
                  <a:lnTo>
                    <a:pt x="73513" y="107327"/>
                  </a:lnTo>
                  <a:lnTo>
                    <a:pt x="73954" y="107296"/>
                  </a:lnTo>
                  <a:lnTo>
                    <a:pt x="74235" y="107277"/>
                  </a:lnTo>
                  <a:lnTo>
                    <a:pt x="74944" y="106897"/>
                  </a:lnTo>
                  <a:lnTo>
                    <a:pt x="75267" y="106137"/>
                  </a:lnTo>
                  <a:lnTo>
                    <a:pt x="74870" y="105836"/>
                  </a:lnTo>
                  <a:lnTo>
                    <a:pt x="75550" y="105787"/>
                  </a:lnTo>
                  <a:lnTo>
                    <a:pt x="75804" y="105770"/>
                  </a:lnTo>
                  <a:lnTo>
                    <a:pt x="75905" y="105762"/>
                  </a:lnTo>
                  <a:lnTo>
                    <a:pt x="75856" y="105077"/>
                  </a:lnTo>
                  <a:lnTo>
                    <a:pt x="76138" y="104345"/>
                  </a:lnTo>
                  <a:lnTo>
                    <a:pt x="75806" y="104369"/>
                  </a:lnTo>
                  <a:lnTo>
                    <a:pt x="75120" y="104062"/>
                  </a:lnTo>
                  <a:lnTo>
                    <a:pt x="74367" y="103760"/>
                  </a:lnTo>
                  <a:lnTo>
                    <a:pt x="73964" y="103459"/>
                  </a:lnTo>
                  <a:lnTo>
                    <a:pt x="72927" y="102842"/>
                  </a:lnTo>
                  <a:lnTo>
                    <a:pt x="72195" y="102538"/>
                  </a:lnTo>
                  <a:lnTo>
                    <a:pt x="71458" y="101880"/>
                  </a:lnTo>
                  <a:lnTo>
                    <a:pt x="71362" y="100512"/>
                  </a:lnTo>
                  <a:lnTo>
                    <a:pt x="70987" y="100230"/>
                  </a:lnTo>
                  <a:lnTo>
                    <a:pt x="70580" y="99883"/>
                  </a:lnTo>
                  <a:lnTo>
                    <a:pt x="70532" y="99196"/>
                  </a:lnTo>
                  <a:lnTo>
                    <a:pt x="70178" y="98484"/>
                  </a:lnTo>
                  <a:lnTo>
                    <a:pt x="69820" y="98509"/>
                  </a:lnTo>
                  <a:lnTo>
                    <a:pt x="69798" y="98203"/>
                  </a:lnTo>
                  <a:lnTo>
                    <a:pt x="69066" y="97899"/>
                  </a:lnTo>
                  <a:lnTo>
                    <a:pt x="68001" y="97263"/>
                  </a:lnTo>
                  <a:lnTo>
                    <a:pt x="68027" y="97617"/>
                  </a:lnTo>
                  <a:lnTo>
                    <a:pt x="67724" y="97995"/>
                  </a:lnTo>
                  <a:lnTo>
                    <a:pt x="67319" y="97667"/>
                  </a:lnTo>
                  <a:lnTo>
                    <a:pt x="66613" y="97362"/>
                  </a:lnTo>
                  <a:lnTo>
                    <a:pt x="66868" y="95948"/>
                  </a:lnTo>
                  <a:lnTo>
                    <a:pt x="66844" y="95615"/>
                  </a:lnTo>
                  <a:lnTo>
                    <a:pt x="67147" y="95238"/>
                  </a:lnTo>
                  <a:lnTo>
                    <a:pt x="67100" y="94556"/>
                  </a:lnTo>
                  <a:lnTo>
                    <a:pt x="67452" y="94151"/>
                  </a:lnTo>
                  <a:lnTo>
                    <a:pt x="67050" y="93850"/>
                  </a:lnTo>
                  <a:lnTo>
                    <a:pt x="66981" y="92882"/>
                  </a:lnTo>
                  <a:lnTo>
                    <a:pt x="67308" y="92122"/>
                  </a:lnTo>
                  <a:lnTo>
                    <a:pt x="67261" y="91440"/>
                  </a:lnTo>
                  <a:lnTo>
                    <a:pt x="67587" y="91417"/>
                  </a:lnTo>
                  <a:lnTo>
                    <a:pt x="67944" y="91722"/>
                  </a:lnTo>
                  <a:lnTo>
                    <a:pt x="68576" y="90966"/>
                  </a:lnTo>
                  <a:lnTo>
                    <a:pt x="68930" y="90586"/>
                  </a:lnTo>
                  <a:lnTo>
                    <a:pt x="69237" y="90256"/>
                  </a:lnTo>
                  <a:lnTo>
                    <a:pt x="69545" y="89523"/>
                  </a:lnTo>
                  <a:lnTo>
                    <a:pt x="69872" y="89856"/>
                  </a:lnTo>
                  <a:lnTo>
                    <a:pt x="70202" y="89121"/>
                  </a:lnTo>
                  <a:lnTo>
                    <a:pt x="69748" y="88108"/>
                  </a:lnTo>
                  <a:lnTo>
                    <a:pt x="69088" y="88154"/>
                  </a:lnTo>
                  <a:lnTo>
                    <a:pt x="68760" y="88178"/>
                  </a:lnTo>
                  <a:lnTo>
                    <a:pt x="68030" y="87900"/>
                  </a:lnTo>
                  <a:lnTo>
                    <a:pt x="68306" y="87144"/>
                  </a:lnTo>
                  <a:lnTo>
                    <a:pt x="68661" y="86789"/>
                  </a:lnTo>
                  <a:lnTo>
                    <a:pt x="68990" y="86767"/>
                  </a:lnTo>
                  <a:lnTo>
                    <a:pt x="68637" y="86436"/>
                  </a:lnTo>
                  <a:lnTo>
                    <a:pt x="67526" y="85803"/>
                  </a:lnTo>
                  <a:lnTo>
                    <a:pt x="66088" y="84906"/>
                  </a:lnTo>
                  <a:lnTo>
                    <a:pt x="65378" y="84247"/>
                  </a:lnTo>
                  <a:lnTo>
                    <a:pt x="65024" y="84652"/>
                  </a:lnTo>
                  <a:lnTo>
                    <a:pt x="64296" y="84704"/>
                  </a:lnTo>
                  <a:lnTo>
                    <a:pt x="64320" y="85032"/>
                  </a:lnTo>
                  <a:lnTo>
                    <a:pt x="64012" y="85408"/>
                  </a:lnTo>
                  <a:lnTo>
                    <a:pt x="63306" y="85103"/>
                  </a:lnTo>
                  <a:lnTo>
                    <a:pt x="62950" y="84799"/>
                  </a:lnTo>
                  <a:lnTo>
                    <a:pt x="62901" y="84114"/>
                  </a:lnTo>
                  <a:lnTo>
                    <a:pt x="62873" y="83712"/>
                  </a:lnTo>
                  <a:lnTo>
                    <a:pt x="62121" y="83435"/>
                  </a:lnTo>
                  <a:lnTo>
                    <a:pt x="61461" y="83483"/>
                  </a:lnTo>
                  <a:lnTo>
                    <a:pt x="61131" y="83836"/>
                  </a:lnTo>
                  <a:lnTo>
                    <a:pt x="61059" y="82821"/>
                  </a:lnTo>
                  <a:lnTo>
                    <a:pt x="61008" y="82114"/>
                  </a:lnTo>
                  <a:lnTo>
                    <a:pt x="61641" y="81003"/>
                  </a:lnTo>
                  <a:lnTo>
                    <a:pt x="60581" y="80790"/>
                  </a:lnTo>
                  <a:lnTo>
                    <a:pt x="60226" y="80438"/>
                  </a:lnTo>
                  <a:lnTo>
                    <a:pt x="60528" y="80036"/>
                  </a:lnTo>
                  <a:lnTo>
                    <a:pt x="60456" y="79022"/>
                  </a:lnTo>
                  <a:lnTo>
                    <a:pt x="60102" y="78671"/>
                  </a:lnTo>
                  <a:lnTo>
                    <a:pt x="59706" y="78103"/>
                  </a:lnTo>
                  <a:lnTo>
                    <a:pt x="60008" y="77351"/>
                  </a:lnTo>
                  <a:lnTo>
                    <a:pt x="60336" y="77327"/>
                  </a:lnTo>
                  <a:lnTo>
                    <a:pt x="60261" y="76266"/>
                  </a:lnTo>
                  <a:lnTo>
                    <a:pt x="59933" y="76288"/>
                  </a:lnTo>
                  <a:lnTo>
                    <a:pt x="59933" y="76288"/>
                  </a:lnTo>
                  <a:lnTo>
                    <a:pt x="60521" y="75203"/>
                  </a:lnTo>
                  <a:lnTo>
                    <a:pt x="61254" y="75531"/>
                  </a:lnTo>
                  <a:lnTo>
                    <a:pt x="61609" y="76171"/>
                  </a:lnTo>
                  <a:lnTo>
                    <a:pt x="62361" y="76472"/>
                  </a:lnTo>
                  <a:lnTo>
                    <a:pt x="62720" y="76824"/>
                  </a:lnTo>
                  <a:lnTo>
                    <a:pt x="63350" y="76047"/>
                  </a:lnTo>
                  <a:lnTo>
                    <a:pt x="63325" y="75694"/>
                  </a:lnTo>
                  <a:lnTo>
                    <a:pt x="62949" y="75031"/>
                  </a:lnTo>
                  <a:lnTo>
                    <a:pt x="62523" y="74020"/>
                  </a:lnTo>
                  <a:lnTo>
                    <a:pt x="61789" y="73712"/>
                  </a:lnTo>
                  <a:lnTo>
                    <a:pt x="62474" y="73334"/>
                  </a:lnTo>
                  <a:lnTo>
                    <a:pt x="63155" y="73286"/>
                  </a:lnTo>
                  <a:lnTo>
                    <a:pt x="63130" y="72932"/>
                  </a:lnTo>
                  <a:lnTo>
                    <a:pt x="63107" y="72599"/>
                  </a:lnTo>
                  <a:lnTo>
                    <a:pt x="63005" y="71164"/>
                  </a:lnTo>
                  <a:lnTo>
                    <a:pt x="63692" y="71115"/>
                  </a:lnTo>
                  <a:lnTo>
                    <a:pt x="64042" y="70756"/>
                  </a:lnTo>
                  <a:lnTo>
                    <a:pt x="64377" y="70094"/>
                  </a:lnTo>
                  <a:lnTo>
                    <a:pt x="64987" y="69340"/>
                  </a:lnTo>
                  <a:lnTo>
                    <a:pt x="65269" y="68657"/>
                  </a:lnTo>
                  <a:lnTo>
                    <a:pt x="65240" y="68257"/>
                  </a:lnTo>
                  <a:lnTo>
                    <a:pt x="65217" y="67924"/>
                  </a:lnTo>
                  <a:lnTo>
                    <a:pt x="65596" y="67898"/>
                  </a:lnTo>
                  <a:lnTo>
                    <a:pt x="65948" y="68207"/>
                  </a:lnTo>
                  <a:lnTo>
                    <a:pt x="66309" y="68583"/>
                  </a:lnTo>
                  <a:lnTo>
                    <a:pt x="66961" y="68136"/>
                  </a:lnTo>
                  <a:lnTo>
                    <a:pt x="67294" y="67448"/>
                  </a:lnTo>
                  <a:lnTo>
                    <a:pt x="67572" y="66718"/>
                  </a:lnTo>
                  <a:lnTo>
                    <a:pt x="68208" y="66316"/>
                  </a:lnTo>
                  <a:lnTo>
                    <a:pt x="68588" y="66290"/>
                  </a:lnTo>
                  <a:lnTo>
                    <a:pt x="69372" y="66966"/>
                  </a:lnTo>
                  <a:lnTo>
                    <a:pt x="69346" y="66592"/>
                  </a:lnTo>
                  <a:lnTo>
                    <a:pt x="69605" y="65884"/>
                  </a:lnTo>
                  <a:lnTo>
                    <a:pt x="69958" y="65859"/>
                  </a:lnTo>
                  <a:lnTo>
                    <a:pt x="70640" y="65810"/>
                  </a:lnTo>
                  <a:lnTo>
                    <a:pt x="71016" y="66118"/>
                  </a:lnTo>
                  <a:lnTo>
                    <a:pt x="71728" y="66423"/>
                  </a:lnTo>
                  <a:lnTo>
                    <a:pt x="72763" y="66350"/>
                  </a:lnTo>
                  <a:lnTo>
                    <a:pt x="73144" y="66700"/>
                  </a:lnTo>
                  <a:lnTo>
                    <a:pt x="73829" y="66652"/>
                  </a:lnTo>
                  <a:lnTo>
                    <a:pt x="74205" y="66625"/>
                  </a:lnTo>
                  <a:lnTo>
                    <a:pt x="74534" y="66935"/>
                  </a:lnTo>
                  <a:lnTo>
                    <a:pt x="74485" y="66229"/>
                  </a:lnTo>
                  <a:lnTo>
                    <a:pt x="74153" y="65897"/>
                  </a:lnTo>
                  <a:lnTo>
                    <a:pt x="74129" y="65564"/>
                  </a:lnTo>
                  <a:lnTo>
                    <a:pt x="74436" y="65542"/>
                  </a:lnTo>
                  <a:lnTo>
                    <a:pt x="76232" y="65750"/>
                  </a:lnTo>
                  <a:lnTo>
                    <a:pt x="77292" y="66030"/>
                  </a:lnTo>
                  <a:lnTo>
                    <a:pt x="77597" y="65318"/>
                  </a:lnTo>
                  <a:lnTo>
                    <a:pt x="77573" y="64964"/>
                  </a:lnTo>
                  <a:lnTo>
                    <a:pt x="77548" y="64612"/>
                  </a:lnTo>
                  <a:lnTo>
                    <a:pt x="77855" y="64590"/>
                  </a:lnTo>
                  <a:lnTo>
                    <a:pt x="77831" y="64261"/>
                  </a:lnTo>
                  <a:lnTo>
                    <a:pt x="77500" y="63930"/>
                  </a:lnTo>
                  <a:lnTo>
                    <a:pt x="78160" y="63884"/>
                  </a:lnTo>
                  <a:lnTo>
                    <a:pt x="78867" y="63833"/>
                  </a:lnTo>
                  <a:lnTo>
                    <a:pt x="78464" y="63145"/>
                  </a:lnTo>
                  <a:lnTo>
                    <a:pt x="78817" y="63120"/>
                  </a:lnTo>
                  <a:lnTo>
                    <a:pt x="79170" y="62719"/>
                  </a:lnTo>
                  <a:lnTo>
                    <a:pt x="79878" y="63046"/>
                  </a:lnTo>
                  <a:lnTo>
                    <a:pt x="80565" y="62997"/>
                  </a:lnTo>
                  <a:lnTo>
                    <a:pt x="80514" y="62290"/>
                  </a:lnTo>
                  <a:lnTo>
                    <a:pt x="81149" y="62245"/>
                  </a:lnTo>
                  <a:lnTo>
                    <a:pt x="80819" y="61583"/>
                  </a:lnTo>
                  <a:lnTo>
                    <a:pt x="81079" y="61257"/>
                  </a:lnTo>
                  <a:lnTo>
                    <a:pt x="81410" y="60900"/>
                  </a:lnTo>
                  <a:lnTo>
                    <a:pt x="82139" y="60492"/>
                  </a:lnTo>
                  <a:lnTo>
                    <a:pt x="82497" y="60822"/>
                  </a:lnTo>
                  <a:lnTo>
                    <a:pt x="82848" y="61441"/>
                  </a:lnTo>
                  <a:lnTo>
                    <a:pt x="83556" y="61390"/>
                  </a:lnTo>
                  <a:lnTo>
                    <a:pt x="84928" y="60985"/>
                  </a:lnTo>
                  <a:lnTo>
                    <a:pt x="85256" y="60962"/>
                  </a:lnTo>
                  <a:lnTo>
                    <a:pt x="85635" y="60936"/>
                  </a:lnTo>
                  <a:lnTo>
                    <a:pt x="85612" y="60602"/>
                  </a:lnTo>
                  <a:lnTo>
                    <a:pt x="85563" y="59921"/>
                  </a:lnTo>
                  <a:lnTo>
                    <a:pt x="86171" y="59497"/>
                  </a:lnTo>
                  <a:lnTo>
                    <a:pt x="87233" y="59066"/>
                  </a:lnTo>
                  <a:lnTo>
                    <a:pt x="88196" y="57979"/>
                  </a:lnTo>
                  <a:lnTo>
                    <a:pt x="88478" y="57603"/>
                  </a:lnTo>
                  <a:lnTo>
                    <a:pt x="88428" y="56896"/>
                  </a:lnTo>
                  <a:lnTo>
                    <a:pt x="88073" y="56236"/>
                  </a:lnTo>
                  <a:lnTo>
                    <a:pt x="87317" y="55600"/>
                  </a:lnTo>
                  <a:lnTo>
                    <a:pt x="86990" y="55623"/>
                  </a:lnTo>
                  <a:lnTo>
                    <a:pt x="86658" y="55955"/>
                  </a:lnTo>
                  <a:lnTo>
                    <a:pt x="85951" y="56386"/>
                  </a:lnTo>
                  <a:lnTo>
                    <a:pt x="84937" y="56458"/>
                  </a:lnTo>
                  <a:lnTo>
                    <a:pt x="84277" y="56504"/>
                  </a:lnTo>
                  <a:lnTo>
                    <a:pt x="83923" y="56530"/>
                  </a:lnTo>
                  <a:lnTo>
                    <a:pt x="82835" y="56224"/>
                  </a:lnTo>
                  <a:lnTo>
                    <a:pt x="82814" y="55918"/>
                  </a:lnTo>
                  <a:lnTo>
                    <a:pt x="82408" y="55215"/>
                  </a:lnTo>
                  <a:lnTo>
                    <a:pt x="82102" y="55237"/>
                  </a:lnTo>
                  <a:lnTo>
                    <a:pt x="81769" y="55261"/>
                  </a:lnTo>
                  <a:lnTo>
                    <a:pt x="81066" y="56041"/>
                  </a:lnTo>
                  <a:lnTo>
                    <a:pt x="80734" y="56374"/>
                  </a:lnTo>
                  <a:lnTo>
                    <a:pt x="80100" y="56418"/>
                  </a:lnTo>
                  <a:lnTo>
                    <a:pt x="79367" y="55806"/>
                  </a:lnTo>
                  <a:lnTo>
                    <a:pt x="78609" y="54767"/>
                  </a:lnTo>
                  <a:lnTo>
                    <a:pt x="78560" y="54086"/>
                  </a:lnTo>
                  <a:lnTo>
                    <a:pt x="78539" y="53800"/>
                  </a:lnTo>
                  <a:lnTo>
                    <a:pt x="78135" y="53473"/>
                  </a:lnTo>
                  <a:lnTo>
                    <a:pt x="77756" y="53144"/>
                  </a:lnTo>
                  <a:lnTo>
                    <a:pt x="77734" y="52817"/>
                  </a:lnTo>
                  <a:lnTo>
                    <a:pt x="76974" y="52134"/>
                  </a:lnTo>
                  <a:lnTo>
                    <a:pt x="76877" y="50766"/>
                  </a:lnTo>
                  <a:lnTo>
                    <a:pt x="77158" y="49707"/>
                  </a:lnTo>
                  <a:lnTo>
                    <a:pt x="76780" y="49377"/>
                  </a:lnTo>
                  <a:lnTo>
                    <a:pt x="76094" y="49071"/>
                  </a:lnTo>
                  <a:lnTo>
                    <a:pt x="76018" y="48010"/>
                  </a:lnTo>
                  <a:lnTo>
                    <a:pt x="75971" y="47323"/>
                  </a:lnTo>
                  <a:lnTo>
                    <a:pt x="75641" y="47681"/>
                  </a:lnTo>
                  <a:lnTo>
                    <a:pt x="75666" y="48035"/>
                  </a:lnTo>
                  <a:lnTo>
                    <a:pt x="75084" y="49497"/>
                  </a:lnTo>
                  <a:lnTo>
                    <a:pt x="74424" y="50584"/>
                  </a:lnTo>
                  <a:lnTo>
                    <a:pt x="73408" y="51011"/>
                  </a:lnTo>
                  <a:lnTo>
                    <a:pt x="72399" y="51438"/>
                  </a:lnTo>
                  <a:lnTo>
                    <a:pt x="71735" y="51819"/>
                  </a:lnTo>
                  <a:lnTo>
                    <a:pt x="70602" y="50498"/>
                  </a:lnTo>
                  <a:lnTo>
                    <a:pt x="70529" y="49463"/>
                  </a:lnTo>
                  <a:lnTo>
                    <a:pt x="71233" y="49079"/>
                  </a:lnTo>
                  <a:lnTo>
                    <a:pt x="72204" y="48681"/>
                  </a:lnTo>
                  <a:lnTo>
                    <a:pt x="72581" y="48984"/>
                  </a:lnTo>
                  <a:lnTo>
                    <a:pt x="72979" y="49290"/>
                  </a:lnTo>
                  <a:lnTo>
                    <a:pt x="73262" y="48936"/>
                  </a:lnTo>
                  <a:lnTo>
                    <a:pt x="73211" y="48208"/>
                  </a:lnTo>
                  <a:lnTo>
                    <a:pt x="73186" y="47854"/>
                  </a:lnTo>
                  <a:lnTo>
                    <a:pt x="73517" y="47140"/>
                  </a:lnTo>
                  <a:lnTo>
                    <a:pt x="73799" y="46484"/>
                  </a:lnTo>
                  <a:lnTo>
                    <a:pt x="73421" y="45795"/>
                  </a:lnTo>
                  <a:lnTo>
                    <a:pt x="72714" y="45540"/>
                  </a:lnTo>
                  <a:lnTo>
                    <a:pt x="72687" y="45161"/>
                  </a:lnTo>
                  <a:lnTo>
                    <a:pt x="72313" y="45188"/>
                  </a:lnTo>
                  <a:lnTo>
                    <a:pt x="71986" y="45592"/>
                  </a:lnTo>
                  <a:lnTo>
                    <a:pt x="71298" y="45641"/>
                  </a:lnTo>
                  <a:lnTo>
                    <a:pt x="70992" y="45663"/>
                  </a:lnTo>
                  <a:lnTo>
                    <a:pt x="70640" y="45990"/>
                  </a:lnTo>
                  <a:lnTo>
                    <a:pt x="69295" y="46802"/>
                  </a:lnTo>
                  <a:lnTo>
                    <a:pt x="68614" y="46850"/>
                  </a:lnTo>
                  <a:lnTo>
                    <a:pt x="68189" y="45861"/>
                  </a:lnTo>
                  <a:lnTo>
                    <a:pt x="67424" y="44796"/>
                  </a:lnTo>
                  <a:lnTo>
                    <a:pt x="67047" y="44494"/>
                  </a:lnTo>
                  <a:lnTo>
                    <a:pt x="67378" y="44136"/>
                  </a:lnTo>
                  <a:lnTo>
                    <a:pt x="67756" y="44108"/>
                  </a:lnTo>
                  <a:lnTo>
                    <a:pt x="67684" y="43075"/>
                  </a:lnTo>
                  <a:lnTo>
                    <a:pt x="67229" y="42041"/>
                  </a:lnTo>
                  <a:lnTo>
                    <a:pt x="66423" y="41051"/>
                  </a:lnTo>
                  <a:lnTo>
                    <a:pt x="66751" y="40318"/>
                  </a:lnTo>
                  <a:lnTo>
                    <a:pt x="67082" y="39964"/>
                  </a:lnTo>
                  <a:lnTo>
                    <a:pt x="67462" y="39938"/>
                  </a:lnTo>
                  <a:lnTo>
                    <a:pt x="67435" y="39558"/>
                  </a:lnTo>
                  <a:lnTo>
                    <a:pt x="67012" y="38971"/>
                  </a:lnTo>
                  <a:lnTo>
                    <a:pt x="66987" y="38618"/>
                  </a:lnTo>
                  <a:lnTo>
                    <a:pt x="66914" y="37582"/>
                  </a:lnTo>
                  <a:lnTo>
                    <a:pt x="66888" y="37204"/>
                  </a:lnTo>
                  <a:lnTo>
                    <a:pt x="66154" y="37256"/>
                  </a:lnTo>
                  <a:lnTo>
                    <a:pt x="66107" y="36594"/>
                  </a:lnTo>
                  <a:lnTo>
                    <a:pt x="65755" y="35908"/>
                  </a:lnTo>
                  <a:lnTo>
                    <a:pt x="65371" y="35580"/>
                  </a:lnTo>
                  <a:lnTo>
                    <a:pt x="64994" y="34896"/>
                  </a:lnTo>
                  <a:lnTo>
                    <a:pt x="64614" y="34923"/>
                  </a:lnTo>
                  <a:lnTo>
                    <a:pt x="64590" y="34590"/>
                  </a:lnTo>
                  <a:lnTo>
                    <a:pt x="64240" y="34286"/>
                  </a:lnTo>
                  <a:lnTo>
                    <a:pt x="63909" y="34638"/>
                  </a:lnTo>
                  <a:lnTo>
                    <a:pt x="63503" y="33627"/>
                  </a:lnTo>
                  <a:lnTo>
                    <a:pt x="62697" y="32262"/>
                  </a:lnTo>
                  <a:lnTo>
                    <a:pt x="62275" y="30964"/>
                  </a:lnTo>
                  <a:lnTo>
                    <a:pt x="61871" y="30282"/>
                  </a:lnTo>
                  <a:lnTo>
                    <a:pt x="60761" y="29650"/>
                  </a:lnTo>
                  <a:lnTo>
                    <a:pt x="60687" y="28609"/>
                  </a:lnTo>
                  <a:lnTo>
                    <a:pt x="60310" y="28301"/>
                  </a:lnTo>
                  <a:lnTo>
                    <a:pt x="59598" y="27620"/>
                  </a:lnTo>
                  <a:lnTo>
                    <a:pt x="59553" y="26981"/>
                  </a:lnTo>
                  <a:lnTo>
                    <a:pt x="59146" y="26252"/>
                  </a:lnTo>
                  <a:lnTo>
                    <a:pt x="58790" y="25947"/>
                  </a:lnTo>
                  <a:lnTo>
                    <a:pt x="58390" y="25620"/>
                  </a:lnTo>
                  <a:lnTo>
                    <a:pt x="57942" y="24297"/>
                  </a:lnTo>
                  <a:lnTo>
                    <a:pt x="57611" y="23992"/>
                  </a:lnTo>
                  <a:lnTo>
                    <a:pt x="56879" y="23688"/>
                  </a:lnTo>
                  <a:lnTo>
                    <a:pt x="56854" y="23335"/>
                  </a:lnTo>
                  <a:lnTo>
                    <a:pt x="56168" y="23028"/>
                  </a:lnTo>
                  <a:lnTo>
                    <a:pt x="55790" y="22699"/>
                  </a:lnTo>
                  <a:lnTo>
                    <a:pt x="55307" y="20977"/>
                  </a:lnTo>
                  <a:lnTo>
                    <a:pt x="54933" y="21004"/>
                  </a:lnTo>
                  <a:lnTo>
                    <a:pt x="54886" y="20317"/>
                  </a:lnTo>
                  <a:lnTo>
                    <a:pt x="54483" y="19661"/>
                  </a:lnTo>
                  <a:lnTo>
                    <a:pt x="54506" y="19988"/>
                  </a:lnTo>
                  <a:lnTo>
                    <a:pt x="54125" y="19330"/>
                  </a:lnTo>
                  <a:lnTo>
                    <a:pt x="54073" y="18597"/>
                  </a:lnTo>
                  <a:lnTo>
                    <a:pt x="53724" y="18313"/>
                  </a:lnTo>
                  <a:lnTo>
                    <a:pt x="53340" y="17609"/>
                  </a:lnTo>
                  <a:lnTo>
                    <a:pt x="52924" y="17042"/>
                  </a:lnTo>
                  <a:lnTo>
                    <a:pt x="52216" y="17093"/>
                  </a:lnTo>
                  <a:lnTo>
                    <a:pt x="52189" y="16718"/>
                  </a:lnTo>
                  <a:lnTo>
                    <a:pt x="52166" y="16385"/>
                  </a:lnTo>
                  <a:lnTo>
                    <a:pt x="52874" y="16335"/>
                  </a:lnTo>
                  <a:lnTo>
                    <a:pt x="53221" y="15935"/>
                  </a:lnTo>
                  <a:lnTo>
                    <a:pt x="53123" y="14541"/>
                  </a:lnTo>
                  <a:lnTo>
                    <a:pt x="53051" y="13526"/>
                  </a:lnTo>
                  <a:lnTo>
                    <a:pt x="53001" y="12819"/>
                  </a:lnTo>
                  <a:lnTo>
                    <a:pt x="53334" y="12796"/>
                  </a:lnTo>
                  <a:lnTo>
                    <a:pt x="53588" y="11733"/>
                  </a:lnTo>
                  <a:lnTo>
                    <a:pt x="53488" y="10317"/>
                  </a:lnTo>
                  <a:lnTo>
                    <a:pt x="52707" y="8669"/>
                  </a:lnTo>
                  <a:lnTo>
                    <a:pt x="52992" y="7958"/>
                  </a:lnTo>
                  <a:lnTo>
                    <a:pt x="53603" y="7205"/>
                  </a:lnTo>
                  <a:lnTo>
                    <a:pt x="53907" y="6472"/>
                  </a:lnTo>
                  <a:lnTo>
                    <a:pt x="53481" y="5483"/>
                  </a:lnTo>
                  <a:lnTo>
                    <a:pt x="53408" y="4448"/>
                  </a:lnTo>
                  <a:lnTo>
                    <a:pt x="53026" y="3785"/>
                  </a:lnTo>
                  <a:lnTo>
                    <a:pt x="52337" y="3432"/>
                  </a:lnTo>
                  <a:lnTo>
                    <a:pt x="52622" y="2721"/>
                  </a:lnTo>
                  <a:lnTo>
                    <a:pt x="52289" y="2745"/>
                  </a:lnTo>
                  <a:lnTo>
                    <a:pt x="51892" y="2444"/>
                  </a:lnTo>
                  <a:lnTo>
                    <a:pt x="51512" y="2471"/>
                  </a:lnTo>
                  <a:lnTo>
                    <a:pt x="51232" y="3175"/>
                  </a:lnTo>
                  <a:lnTo>
                    <a:pt x="50926" y="3197"/>
                  </a:lnTo>
                  <a:lnTo>
                    <a:pt x="50544" y="2539"/>
                  </a:lnTo>
                  <a:lnTo>
                    <a:pt x="50117" y="2188"/>
                  </a:lnTo>
                  <a:lnTo>
                    <a:pt x="49810" y="2210"/>
                  </a:lnTo>
                  <a:lnTo>
                    <a:pt x="49437" y="1953"/>
                  </a:lnTo>
                  <a:lnTo>
                    <a:pt x="49390" y="1292"/>
                  </a:lnTo>
                  <a:lnTo>
                    <a:pt x="49036" y="1317"/>
                  </a:lnTo>
                  <a:lnTo>
                    <a:pt x="48309" y="1369"/>
                  </a:lnTo>
                  <a:lnTo>
                    <a:pt x="48024" y="1718"/>
                  </a:lnTo>
                  <a:lnTo>
                    <a:pt x="47644" y="1746"/>
                  </a:lnTo>
                  <a:lnTo>
                    <a:pt x="47338" y="1767"/>
                  </a:lnTo>
                  <a:lnTo>
                    <a:pt x="46959" y="1062"/>
                  </a:lnTo>
                  <a:lnTo>
                    <a:pt x="46537" y="784"/>
                  </a:lnTo>
                  <a:lnTo>
                    <a:pt x="46912" y="402"/>
                  </a:lnTo>
                  <a:lnTo>
                    <a:pt x="46884"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8"/>
            <p:cNvSpPr/>
            <p:nvPr/>
          </p:nvSpPr>
          <p:spPr>
            <a:xfrm>
              <a:off x="7003985" y="3101161"/>
              <a:ext cx="43" cy="451"/>
            </a:xfrm>
            <a:custGeom>
              <a:avLst/>
              <a:gdLst/>
              <a:ahLst/>
              <a:cxnLst/>
              <a:rect l="l" t="t" r="r" b="b"/>
              <a:pathLst>
                <a:path w="2" h="21" extrusionOk="0">
                  <a:moveTo>
                    <a:pt x="1" y="1"/>
                  </a:moveTo>
                  <a:lnTo>
                    <a:pt x="1" y="1"/>
                  </a:lnTo>
                  <a:lnTo>
                    <a:pt x="2" y="20"/>
                  </a:lnTo>
                  <a:lnTo>
                    <a:pt x="2" y="2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28"/>
            <p:cNvSpPr/>
            <p:nvPr/>
          </p:nvSpPr>
          <p:spPr>
            <a:xfrm>
              <a:off x="8042536" y="3640411"/>
              <a:ext cx="1137" cy="86"/>
            </a:xfrm>
            <a:custGeom>
              <a:avLst/>
              <a:gdLst/>
              <a:ahLst/>
              <a:cxnLst/>
              <a:rect l="l" t="t" r="r" b="b"/>
              <a:pathLst>
                <a:path w="53" h="4" extrusionOk="0">
                  <a:moveTo>
                    <a:pt x="0" y="4"/>
                  </a:moveTo>
                  <a:lnTo>
                    <a:pt x="52" y="0"/>
                  </a:lnTo>
                  <a:lnTo>
                    <a:pt x="0" y="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8"/>
            <p:cNvSpPr/>
            <p:nvPr/>
          </p:nvSpPr>
          <p:spPr>
            <a:xfrm>
              <a:off x="6429613" y="2662084"/>
              <a:ext cx="66296" cy="46665"/>
            </a:xfrm>
            <a:custGeom>
              <a:avLst/>
              <a:gdLst/>
              <a:ahLst/>
              <a:cxnLst/>
              <a:rect l="l" t="t" r="r" b="b"/>
              <a:pathLst>
                <a:path w="3090" h="2175" extrusionOk="0">
                  <a:moveTo>
                    <a:pt x="2334" y="0"/>
                  </a:moveTo>
                  <a:lnTo>
                    <a:pt x="1369" y="779"/>
                  </a:lnTo>
                  <a:lnTo>
                    <a:pt x="940" y="99"/>
                  </a:lnTo>
                  <a:lnTo>
                    <a:pt x="636" y="455"/>
                  </a:lnTo>
                  <a:lnTo>
                    <a:pt x="663" y="829"/>
                  </a:lnTo>
                  <a:lnTo>
                    <a:pt x="688" y="1182"/>
                  </a:lnTo>
                  <a:lnTo>
                    <a:pt x="1" y="1539"/>
                  </a:lnTo>
                  <a:lnTo>
                    <a:pt x="330" y="1517"/>
                  </a:lnTo>
                  <a:lnTo>
                    <a:pt x="709" y="1490"/>
                  </a:lnTo>
                  <a:lnTo>
                    <a:pt x="1063" y="1847"/>
                  </a:lnTo>
                  <a:lnTo>
                    <a:pt x="1087" y="2174"/>
                  </a:lnTo>
                  <a:lnTo>
                    <a:pt x="1443" y="1820"/>
                  </a:lnTo>
                  <a:lnTo>
                    <a:pt x="1415" y="1440"/>
                  </a:lnTo>
                  <a:lnTo>
                    <a:pt x="2097" y="1391"/>
                  </a:lnTo>
                  <a:lnTo>
                    <a:pt x="2430" y="1367"/>
                  </a:lnTo>
                  <a:lnTo>
                    <a:pt x="2408" y="1061"/>
                  </a:lnTo>
                  <a:lnTo>
                    <a:pt x="2711" y="684"/>
                  </a:lnTo>
                  <a:lnTo>
                    <a:pt x="3090" y="282"/>
                  </a:lnTo>
                  <a:lnTo>
                    <a:pt x="2334"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8"/>
            <p:cNvSpPr/>
            <p:nvPr/>
          </p:nvSpPr>
          <p:spPr>
            <a:xfrm>
              <a:off x="6447721" y="2626619"/>
              <a:ext cx="30359" cy="28385"/>
            </a:xfrm>
            <a:custGeom>
              <a:avLst/>
              <a:gdLst/>
              <a:ahLst/>
              <a:cxnLst/>
              <a:rect l="l" t="t" r="r" b="b"/>
              <a:pathLst>
                <a:path w="1415" h="1323" extrusionOk="0">
                  <a:moveTo>
                    <a:pt x="683" y="1"/>
                  </a:moveTo>
                  <a:lnTo>
                    <a:pt x="380" y="378"/>
                  </a:lnTo>
                  <a:lnTo>
                    <a:pt x="0" y="405"/>
                  </a:lnTo>
                  <a:lnTo>
                    <a:pt x="21" y="691"/>
                  </a:lnTo>
                  <a:lnTo>
                    <a:pt x="401" y="664"/>
                  </a:lnTo>
                  <a:lnTo>
                    <a:pt x="728" y="641"/>
                  </a:lnTo>
                  <a:lnTo>
                    <a:pt x="776" y="1322"/>
                  </a:lnTo>
                  <a:lnTo>
                    <a:pt x="1107" y="970"/>
                  </a:lnTo>
                  <a:lnTo>
                    <a:pt x="1414" y="592"/>
                  </a:lnTo>
                  <a:lnTo>
                    <a:pt x="1395" y="306"/>
                  </a:lnTo>
                  <a:lnTo>
                    <a:pt x="683"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8"/>
            <p:cNvSpPr/>
            <p:nvPr/>
          </p:nvSpPr>
          <p:spPr>
            <a:xfrm>
              <a:off x="6506401" y="2568498"/>
              <a:ext cx="221931" cy="162586"/>
            </a:xfrm>
            <a:custGeom>
              <a:avLst/>
              <a:gdLst/>
              <a:ahLst/>
              <a:cxnLst/>
              <a:rect l="l" t="t" r="r" b="b"/>
              <a:pathLst>
                <a:path w="10344" h="7578" extrusionOk="0">
                  <a:moveTo>
                    <a:pt x="6479" y="0"/>
                  </a:moveTo>
                  <a:lnTo>
                    <a:pt x="6152" y="24"/>
                  </a:lnTo>
                  <a:lnTo>
                    <a:pt x="5469" y="428"/>
                  </a:lnTo>
                  <a:lnTo>
                    <a:pt x="5444" y="74"/>
                  </a:lnTo>
                  <a:lnTo>
                    <a:pt x="4738" y="124"/>
                  </a:lnTo>
                  <a:lnTo>
                    <a:pt x="4430" y="145"/>
                  </a:lnTo>
                  <a:lnTo>
                    <a:pt x="4098" y="169"/>
                  </a:lnTo>
                  <a:lnTo>
                    <a:pt x="3723" y="195"/>
                  </a:lnTo>
                  <a:lnTo>
                    <a:pt x="3395" y="574"/>
                  </a:lnTo>
                  <a:lnTo>
                    <a:pt x="3062" y="597"/>
                  </a:lnTo>
                  <a:lnTo>
                    <a:pt x="2381" y="646"/>
                  </a:lnTo>
                  <a:lnTo>
                    <a:pt x="2001" y="673"/>
                  </a:lnTo>
                  <a:lnTo>
                    <a:pt x="1674" y="696"/>
                  </a:lnTo>
                  <a:lnTo>
                    <a:pt x="1293" y="723"/>
                  </a:lnTo>
                  <a:lnTo>
                    <a:pt x="1316" y="1051"/>
                  </a:lnTo>
                  <a:lnTo>
                    <a:pt x="1343" y="1429"/>
                  </a:lnTo>
                  <a:lnTo>
                    <a:pt x="1037" y="1451"/>
                  </a:lnTo>
                  <a:lnTo>
                    <a:pt x="683" y="1477"/>
                  </a:lnTo>
                  <a:lnTo>
                    <a:pt x="329" y="1502"/>
                  </a:lnTo>
                  <a:lnTo>
                    <a:pt x="1" y="1880"/>
                  </a:lnTo>
                  <a:lnTo>
                    <a:pt x="24" y="2208"/>
                  </a:lnTo>
                  <a:lnTo>
                    <a:pt x="49" y="2562"/>
                  </a:lnTo>
                  <a:lnTo>
                    <a:pt x="74" y="2915"/>
                  </a:lnTo>
                  <a:lnTo>
                    <a:pt x="781" y="2865"/>
                  </a:lnTo>
                  <a:lnTo>
                    <a:pt x="801" y="3151"/>
                  </a:lnTo>
                  <a:lnTo>
                    <a:pt x="826" y="3505"/>
                  </a:lnTo>
                  <a:lnTo>
                    <a:pt x="473" y="3530"/>
                  </a:lnTo>
                  <a:lnTo>
                    <a:pt x="496" y="3857"/>
                  </a:lnTo>
                  <a:lnTo>
                    <a:pt x="573" y="4944"/>
                  </a:lnTo>
                  <a:lnTo>
                    <a:pt x="1327" y="5555"/>
                  </a:lnTo>
                  <a:lnTo>
                    <a:pt x="1633" y="5533"/>
                  </a:lnTo>
                  <a:lnTo>
                    <a:pt x="1611" y="5227"/>
                  </a:lnTo>
                  <a:lnTo>
                    <a:pt x="1967" y="4846"/>
                  </a:lnTo>
                  <a:lnTo>
                    <a:pt x="2294" y="4823"/>
                  </a:lnTo>
                  <a:lnTo>
                    <a:pt x="2699" y="5150"/>
                  </a:lnTo>
                  <a:lnTo>
                    <a:pt x="2367" y="5864"/>
                  </a:lnTo>
                  <a:lnTo>
                    <a:pt x="2416" y="6544"/>
                  </a:lnTo>
                  <a:lnTo>
                    <a:pt x="2434" y="6802"/>
                  </a:lnTo>
                  <a:lnTo>
                    <a:pt x="3430" y="6472"/>
                  </a:lnTo>
                  <a:lnTo>
                    <a:pt x="3738" y="6095"/>
                  </a:lnTo>
                  <a:lnTo>
                    <a:pt x="3763" y="6118"/>
                  </a:lnTo>
                  <a:lnTo>
                    <a:pt x="3784" y="6092"/>
                  </a:lnTo>
                  <a:lnTo>
                    <a:pt x="4164" y="6421"/>
                  </a:lnTo>
                  <a:lnTo>
                    <a:pt x="4490" y="6397"/>
                  </a:lnTo>
                  <a:lnTo>
                    <a:pt x="4465" y="6044"/>
                  </a:lnTo>
                  <a:lnTo>
                    <a:pt x="4515" y="6067"/>
                  </a:lnTo>
                  <a:lnTo>
                    <a:pt x="4513" y="6041"/>
                  </a:lnTo>
                  <a:lnTo>
                    <a:pt x="5177" y="6348"/>
                  </a:lnTo>
                  <a:lnTo>
                    <a:pt x="5273" y="6342"/>
                  </a:lnTo>
                  <a:lnTo>
                    <a:pt x="5484" y="6326"/>
                  </a:lnTo>
                  <a:lnTo>
                    <a:pt x="5532" y="6323"/>
                  </a:lnTo>
                  <a:lnTo>
                    <a:pt x="5557" y="6678"/>
                  </a:lnTo>
                  <a:lnTo>
                    <a:pt x="5934" y="7006"/>
                  </a:lnTo>
                  <a:lnTo>
                    <a:pt x="6039" y="6999"/>
                  </a:lnTo>
                  <a:lnTo>
                    <a:pt x="6288" y="6981"/>
                  </a:lnTo>
                  <a:lnTo>
                    <a:pt x="6919" y="6936"/>
                  </a:lnTo>
                  <a:lnTo>
                    <a:pt x="6969" y="6933"/>
                  </a:lnTo>
                  <a:lnTo>
                    <a:pt x="7362" y="7578"/>
                  </a:lnTo>
                  <a:lnTo>
                    <a:pt x="8009" y="7216"/>
                  </a:lnTo>
                  <a:lnTo>
                    <a:pt x="8697" y="6811"/>
                  </a:lnTo>
                  <a:lnTo>
                    <a:pt x="8698" y="6835"/>
                  </a:lnTo>
                  <a:lnTo>
                    <a:pt x="8743" y="6808"/>
                  </a:lnTo>
                  <a:lnTo>
                    <a:pt x="8769" y="7161"/>
                  </a:lnTo>
                  <a:lnTo>
                    <a:pt x="8779" y="7161"/>
                  </a:lnTo>
                  <a:lnTo>
                    <a:pt x="9403" y="7117"/>
                  </a:lnTo>
                  <a:lnTo>
                    <a:pt x="9449" y="7114"/>
                  </a:lnTo>
                  <a:lnTo>
                    <a:pt x="9753" y="6381"/>
                  </a:lnTo>
                  <a:lnTo>
                    <a:pt x="9400" y="6405"/>
                  </a:lnTo>
                  <a:lnTo>
                    <a:pt x="9021" y="6077"/>
                  </a:lnTo>
                  <a:lnTo>
                    <a:pt x="8996" y="5724"/>
                  </a:lnTo>
                  <a:lnTo>
                    <a:pt x="9304" y="5394"/>
                  </a:lnTo>
                  <a:lnTo>
                    <a:pt x="9326" y="5371"/>
                  </a:lnTo>
                  <a:lnTo>
                    <a:pt x="9702" y="5674"/>
                  </a:lnTo>
                  <a:lnTo>
                    <a:pt x="10054" y="5978"/>
                  </a:lnTo>
                  <a:lnTo>
                    <a:pt x="10082" y="6002"/>
                  </a:lnTo>
                  <a:lnTo>
                    <a:pt x="10344" y="5629"/>
                  </a:lnTo>
                  <a:lnTo>
                    <a:pt x="10320" y="5301"/>
                  </a:lnTo>
                  <a:lnTo>
                    <a:pt x="10006" y="4941"/>
                  </a:lnTo>
                  <a:lnTo>
                    <a:pt x="9277" y="4685"/>
                  </a:lnTo>
                  <a:lnTo>
                    <a:pt x="9226" y="3957"/>
                  </a:lnTo>
                  <a:lnTo>
                    <a:pt x="8822" y="3269"/>
                  </a:lnTo>
                  <a:lnTo>
                    <a:pt x="9128" y="2563"/>
                  </a:lnTo>
                  <a:lnTo>
                    <a:pt x="8754" y="2302"/>
                  </a:lnTo>
                  <a:lnTo>
                    <a:pt x="8729" y="1948"/>
                  </a:lnTo>
                  <a:lnTo>
                    <a:pt x="9388" y="1217"/>
                  </a:lnTo>
                  <a:lnTo>
                    <a:pt x="9336" y="484"/>
                  </a:lnTo>
                  <a:lnTo>
                    <a:pt x="8959" y="181"/>
                  </a:lnTo>
                  <a:lnTo>
                    <a:pt x="8913" y="184"/>
                  </a:lnTo>
                  <a:lnTo>
                    <a:pt x="8606" y="206"/>
                  </a:lnTo>
                  <a:lnTo>
                    <a:pt x="7191" y="305"/>
                  </a:lnTo>
                  <a:lnTo>
                    <a:pt x="6858" y="329"/>
                  </a:lnTo>
                  <a:lnTo>
                    <a:pt x="6479"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8"/>
            <p:cNvSpPr/>
            <p:nvPr/>
          </p:nvSpPr>
          <p:spPr>
            <a:xfrm>
              <a:off x="6701534" y="2721193"/>
              <a:ext cx="6608" cy="472"/>
            </a:xfrm>
            <a:custGeom>
              <a:avLst/>
              <a:gdLst/>
              <a:ahLst/>
              <a:cxnLst/>
              <a:rect l="l" t="t" r="r" b="b"/>
              <a:pathLst>
                <a:path w="308" h="22" extrusionOk="0">
                  <a:moveTo>
                    <a:pt x="1" y="22"/>
                  </a:moveTo>
                  <a:lnTo>
                    <a:pt x="1" y="22"/>
                  </a:lnTo>
                  <a:lnTo>
                    <a:pt x="308"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8"/>
            <p:cNvSpPr/>
            <p:nvPr/>
          </p:nvSpPr>
          <p:spPr>
            <a:xfrm>
              <a:off x="6688661" y="2871056"/>
              <a:ext cx="1137" cy="107"/>
            </a:xfrm>
            <a:custGeom>
              <a:avLst/>
              <a:gdLst/>
              <a:ahLst/>
              <a:cxnLst/>
              <a:rect l="l" t="t" r="r" b="b"/>
              <a:pathLst>
                <a:path w="53" h="5" extrusionOk="0">
                  <a:moveTo>
                    <a:pt x="52" y="1"/>
                  </a:moveTo>
                  <a:lnTo>
                    <a:pt x="0" y="4"/>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28"/>
            <p:cNvSpPr/>
            <p:nvPr/>
          </p:nvSpPr>
          <p:spPr>
            <a:xfrm>
              <a:off x="6410776" y="2698172"/>
              <a:ext cx="342164" cy="174515"/>
            </a:xfrm>
            <a:custGeom>
              <a:avLst/>
              <a:gdLst/>
              <a:ahLst/>
              <a:cxnLst/>
              <a:rect l="l" t="t" r="r" b="b"/>
              <a:pathLst>
                <a:path w="15948" h="8134" extrusionOk="0">
                  <a:moveTo>
                    <a:pt x="8922" y="0"/>
                  </a:moveTo>
                  <a:lnTo>
                    <a:pt x="8947" y="353"/>
                  </a:lnTo>
                  <a:lnTo>
                    <a:pt x="8574" y="380"/>
                  </a:lnTo>
                  <a:lnTo>
                    <a:pt x="8220" y="74"/>
                  </a:lnTo>
                  <a:lnTo>
                    <a:pt x="8195" y="51"/>
                  </a:lnTo>
                  <a:lnTo>
                    <a:pt x="7887" y="428"/>
                  </a:lnTo>
                  <a:lnTo>
                    <a:pt x="6891" y="758"/>
                  </a:lnTo>
                  <a:lnTo>
                    <a:pt x="6523" y="881"/>
                  </a:lnTo>
                  <a:lnTo>
                    <a:pt x="6548" y="1234"/>
                  </a:lnTo>
                  <a:lnTo>
                    <a:pt x="6573" y="1588"/>
                  </a:lnTo>
                  <a:lnTo>
                    <a:pt x="6597" y="1921"/>
                  </a:lnTo>
                  <a:lnTo>
                    <a:pt x="6645" y="2602"/>
                  </a:lnTo>
                  <a:lnTo>
                    <a:pt x="6670" y="2956"/>
                  </a:lnTo>
                  <a:lnTo>
                    <a:pt x="6719" y="3662"/>
                  </a:lnTo>
                  <a:lnTo>
                    <a:pt x="6392" y="4042"/>
                  </a:lnTo>
                  <a:lnTo>
                    <a:pt x="6082" y="4398"/>
                  </a:lnTo>
                  <a:lnTo>
                    <a:pt x="5729" y="4423"/>
                  </a:lnTo>
                  <a:lnTo>
                    <a:pt x="4973" y="3786"/>
                  </a:lnTo>
                  <a:lnTo>
                    <a:pt x="4617" y="3483"/>
                  </a:lnTo>
                  <a:lnTo>
                    <a:pt x="4565" y="2750"/>
                  </a:lnTo>
                  <a:lnTo>
                    <a:pt x="3810" y="2118"/>
                  </a:lnTo>
                  <a:lnTo>
                    <a:pt x="3482" y="2141"/>
                  </a:lnTo>
                  <a:lnTo>
                    <a:pt x="3125" y="1831"/>
                  </a:lnTo>
                  <a:lnTo>
                    <a:pt x="3100" y="1478"/>
                  </a:lnTo>
                  <a:lnTo>
                    <a:pt x="2419" y="1525"/>
                  </a:lnTo>
                  <a:lnTo>
                    <a:pt x="1738" y="1930"/>
                  </a:lnTo>
                  <a:lnTo>
                    <a:pt x="1381" y="2290"/>
                  </a:lnTo>
                  <a:lnTo>
                    <a:pt x="1053" y="2313"/>
                  </a:lnTo>
                  <a:lnTo>
                    <a:pt x="794" y="3016"/>
                  </a:lnTo>
                  <a:lnTo>
                    <a:pt x="846" y="3749"/>
                  </a:lnTo>
                  <a:lnTo>
                    <a:pt x="540" y="4455"/>
                  </a:lnTo>
                  <a:lnTo>
                    <a:pt x="206" y="5121"/>
                  </a:lnTo>
                  <a:lnTo>
                    <a:pt x="1" y="7248"/>
                  </a:lnTo>
                  <a:lnTo>
                    <a:pt x="1063" y="6812"/>
                  </a:lnTo>
                  <a:lnTo>
                    <a:pt x="1109" y="6809"/>
                  </a:lnTo>
                  <a:lnTo>
                    <a:pt x="1113" y="6809"/>
                  </a:lnTo>
                  <a:lnTo>
                    <a:pt x="1698" y="6766"/>
                  </a:lnTo>
                  <a:lnTo>
                    <a:pt x="2052" y="6386"/>
                  </a:lnTo>
                  <a:lnTo>
                    <a:pt x="2099" y="6383"/>
                  </a:lnTo>
                  <a:lnTo>
                    <a:pt x="2405" y="6361"/>
                  </a:lnTo>
                  <a:lnTo>
                    <a:pt x="2805" y="6333"/>
                  </a:lnTo>
                  <a:lnTo>
                    <a:pt x="2868" y="6328"/>
                  </a:lnTo>
                  <a:lnTo>
                    <a:pt x="3773" y="6265"/>
                  </a:lnTo>
                  <a:lnTo>
                    <a:pt x="4101" y="6242"/>
                  </a:lnTo>
                  <a:lnTo>
                    <a:pt x="4781" y="5817"/>
                  </a:lnTo>
                  <a:lnTo>
                    <a:pt x="5541" y="5764"/>
                  </a:lnTo>
                  <a:lnTo>
                    <a:pt x="5868" y="5740"/>
                  </a:lnTo>
                  <a:lnTo>
                    <a:pt x="6906" y="6033"/>
                  </a:lnTo>
                  <a:lnTo>
                    <a:pt x="7569" y="5620"/>
                  </a:lnTo>
                  <a:lnTo>
                    <a:pt x="7587" y="5636"/>
                  </a:lnTo>
                  <a:lnTo>
                    <a:pt x="7617" y="5617"/>
                  </a:lnTo>
                  <a:lnTo>
                    <a:pt x="7996" y="5966"/>
                  </a:lnTo>
                  <a:lnTo>
                    <a:pt x="8681" y="6273"/>
                  </a:lnTo>
                  <a:lnTo>
                    <a:pt x="9767" y="6558"/>
                  </a:lnTo>
                  <a:lnTo>
                    <a:pt x="10075" y="6536"/>
                  </a:lnTo>
                  <a:lnTo>
                    <a:pt x="10477" y="7193"/>
                  </a:lnTo>
                  <a:lnTo>
                    <a:pt x="11587" y="7824"/>
                  </a:lnTo>
                  <a:lnTo>
                    <a:pt x="11939" y="8134"/>
                  </a:lnTo>
                  <a:lnTo>
                    <a:pt x="13004" y="8059"/>
                  </a:lnTo>
                  <a:lnTo>
                    <a:pt x="13134" y="8049"/>
                  </a:lnTo>
                  <a:lnTo>
                    <a:pt x="13307" y="8037"/>
                  </a:lnTo>
                  <a:lnTo>
                    <a:pt x="13660" y="8012"/>
                  </a:lnTo>
                  <a:lnTo>
                    <a:pt x="13665" y="8011"/>
                  </a:lnTo>
                  <a:lnTo>
                    <a:pt x="13969" y="7656"/>
                  </a:lnTo>
                  <a:lnTo>
                    <a:pt x="13995" y="7677"/>
                  </a:lnTo>
                  <a:lnTo>
                    <a:pt x="14017" y="7652"/>
                  </a:lnTo>
                  <a:lnTo>
                    <a:pt x="14377" y="7946"/>
                  </a:lnTo>
                  <a:lnTo>
                    <a:pt x="15031" y="7581"/>
                  </a:lnTo>
                  <a:lnTo>
                    <a:pt x="15292" y="7207"/>
                  </a:lnTo>
                  <a:lnTo>
                    <a:pt x="14980" y="6874"/>
                  </a:lnTo>
                  <a:lnTo>
                    <a:pt x="14604" y="6571"/>
                  </a:lnTo>
                  <a:lnTo>
                    <a:pt x="15218" y="6173"/>
                  </a:lnTo>
                  <a:lnTo>
                    <a:pt x="15901" y="5763"/>
                  </a:lnTo>
                  <a:lnTo>
                    <a:pt x="15947" y="5760"/>
                  </a:lnTo>
                  <a:lnTo>
                    <a:pt x="15562" y="5055"/>
                  </a:lnTo>
                  <a:lnTo>
                    <a:pt x="15515" y="4369"/>
                  </a:lnTo>
                  <a:lnTo>
                    <a:pt x="15095" y="3761"/>
                  </a:lnTo>
                  <a:lnTo>
                    <a:pt x="15072" y="3428"/>
                  </a:lnTo>
                  <a:lnTo>
                    <a:pt x="14786" y="3448"/>
                  </a:lnTo>
                  <a:lnTo>
                    <a:pt x="14432" y="3473"/>
                  </a:lnTo>
                  <a:lnTo>
                    <a:pt x="14030" y="2817"/>
                  </a:lnTo>
                  <a:lnTo>
                    <a:pt x="14690" y="2770"/>
                  </a:lnTo>
                  <a:lnTo>
                    <a:pt x="14737" y="2767"/>
                  </a:lnTo>
                  <a:lnTo>
                    <a:pt x="14685" y="2034"/>
                  </a:lnTo>
                  <a:lnTo>
                    <a:pt x="14637" y="1352"/>
                  </a:lnTo>
                  <a:lnTo>
                    <a:pt x="14284" y="1377"/>
                  </a:lnTo>
                  <a:lnTo>
                    <a:pt x="13952" y="1709"/>
                  </a:lnTo>
                  <a:lnTo>
                    <a:pt x="13948" y="1668"/>
                  </a:lnTo>
                  <a:lnTo>
                    <a:pt x="13930" y="1402"/>
                  </a:lnTo>
                  <a:lnTo>
                    <a:pt x="13576" y="1428"/>
                  </a:lnTo>
                  <a:lnTo>
                    <a:pt x="13553" y="1095"/>
                  </a:lnTo>
                  <a:lnTo>
                    <a:pt x="13506" y="1098"/>
                  </a:lnTo>
                  <a:lnTo>
                    <a:pt x="13236" y="1117"/>
                  </a:lnTo>
                  <a:lnTo>
                    <a:pt x="13226" y="1117"/>
                  </a:lnTo>
                  <a:lnTo>
                    <a:pt x="13178" y="1121"/>
                  </a:lnTo>
                  <a:lnTo>
                    <a:pt x="13155" y="791"/>
                  </a:lnTo>
                  <a:lnTo>
                    <a:pt x="13154" y="767"/>
                  </a:lnTo>
                  <a:lnTo>
                    <a:pt x="12466" y="1172"/>
                  </a:lnTo>
                  <a:lnTo>
                    <a:pt x="11819" y="1534"/>
                  </a:lnTo>
                  <a:lnTo>
                    <a:pt x="11782" y="1554"/>
                  </a:lnTo>
                  <a:lnTo>
                    <a:pt x="11380" y="892"/>
                  </a:lnTo>
                  <a:lnTo>
                    <a:pt x="11376" y="892"/>
                  </a:lnTo>
                  <a:lnTo>
                    <a:pt x="10745" y="937"/>
                  </a:lnTo>
                  <a:lnTo>
                    <a:pt x="10496" y="955"/>
                  </a:lnTo>
                  <a:lnTo>
                    <a:pt x="10366" y="964"/>
                  </a:lnTo>
                  <a:lnTo>
                    <a:pt x="9966" y="637"/>
                  </a:lnTo>
                  <a:lnTo>
                    <a:pt x="9941" y="282"/>
                  </a:lnTo>
                  <a:lnTo>
                    <a:pt x="9730" y="298"/>
                  </a:lnTo>
                  <a:lnTo>
                    <a:pt x="9588" y="308"/>
                  </a:lnTo>
                  <a:lnTo>
                    <a:pt x="8972" y="23"/>
                  </a:lnTo>
                  <a:lnTo>
                    <a:pt x="8922"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28"/>
            <p:cNvSpPr/>
            <p:nvPr/>
          </p:nvSpPr>
          <p:spPr>
            <a:xfrm>
              <a:off x="6410776" y="2818663"/>
              <a:ext cx="295822" cy="210130"/>
            </a:xfrm>
            <a:custGeom>
              <a:avLst/>
              <a:gdLst/>
              <a:ahLst/>
              <a:cxnLst/>
              <a:rect l="l" t="t" r="r" b="b"/>
              <a:pathLst>
                <a:path w="13788" h="9794" extrusionOk="0">
                  <a:moveTo>
                    <a:pt x="13004" y="2443"/>
                  </a:moveTo>
                  <a:lnTo>
                    <a:pt x="12952" y="2446"/>
                  </a:lnTo>
                  <a:lnTo>
                    <a:pt x="12952" y="2447"/>
                  </a:lnTo>
                  <a:lnTo>
                    <a:pt x="12952" y="2447"/>
                  </a:lnTo>
                  <a:lnTo>
                    <a:pt x="13004" y="2443"/>
                  </a:lnTo>
                  <a:close/>
                  <a:moveTo>
                    <a:pt x="7617" y="1"/>
                  </a:moveTo>
                  <a:lnTo>
                    <a:pt x="7587" y="20"/>
                  </a:lnTo>
                  <a:lnTo>
                    <a:pt x="6936" y="425"/>
                  </a:lnTo>
                  <a:lnTo>
                    <a:pt x="6906" y="417"/>
                  </a:lnTo>
                  <a:lnTo>
                    <a:pt x="5868" y="124"/>
                  </a:lnTo>
                  <a:lnTo>
                    <a:pt x="5541" y="148"/>
                  </a:lnTo>
                  <a:lnTo>
                    <a:pt x="4807" y="200"/>
                  </a:lnTo>
                  <a:lnTo>
                    <a:pt x="4147" y="622"/>
                  </a:lnTo>
                  <a:lnTo>
                    <a:pt x="3820" y="645"/>
                  </a:lnTo>
                  <a:lnTo>
                    <a:pt x="2868" y="712"/>
                  </a:lnTo>
                  <a:lnTo>
                    <a:pt x="2805" y="717"/>
                  </a:lnTo>
                  <a:lnTo>
                    <a:pt x="2405" y="745"/>
                  </a:lnTo>
                  <a:lnTo>
                    <a:pt x="2099" y="767"/>
                  </a:lnTo>
                  <a:lnTo>
                    <a:pt x="1722" y="1149"/>
                  </a:lnTo>
                  <a:lnTo>
                    <a:pt x="1113" y="1193"/>
                  </a:lnTo>
                  <a:lnTo>
                    <a:pt x="1109" y="1193"/>
                  </a:lnTo>
                  <a:lnTo>
                    <a:pt x="47" y="1629"/>
                  </a:lnTo>
                  <a:lnTo>
                    <a:pt x="1" y="1632"/>
                  </a:lnTo>
                  <a:lnTo>
                    <a:pt x="74" y="2666"/>
                  </a:lnTo>
                  <a:lnTo>
                    <a:pt x="99" y="3021"/>
                  </a:lnTo>
                  <a:lnTo>
                    <a:pt x="123" y="3353"/>
                  </a:lnTo>
                  <a:lnTo>
                    <a:pt x="551" y="4389"/>
                  </a:lnTo>
                  <a:lnTo>
                    <a:pt x="626" y="5450"/>
                  </a:lnTo>
                  <a:lnTo>
                    <a:pt x="1360" y="5398"/>
                  </a:lnTo>
                  <a:lnTo>
                    <a:pt x="1382" y="5705"/>
                  </a:lnTo>
                  <a:lnTo>
                    <a:pt x="1713" y="6037"/>
                  </a:lnTo>
                  <a:lnTo>
                    <a:pt x="2040" y="6014"/>
                  </a:lnTo>
                  <a:lnTo>
                    <a:pt x="2446" y="6341"/>
                  </a:lnTo>
                  <a:lnTo>
                    <a:pt x="2619" y="6329"/>
                  </a:lnTo>
                  <a:lnTo>
                    <a:pt x="2895" y="5974"/>
                  </a:lnTo>
                  <a:lnTo>
                    <a:pt x="3443" y="5747"/>
                  </a:lnTo>
                  <a:lnTo>
                    <a:pt x="4073" y="5917"/>
                  </a:lnTo>
                  <a:lnTo>
                    <a:pt x="4374" y="6486"/>
                  </a:lnTo>
                  <a:lnTo>
                    <a:pt x="4514" y="6764"/>
                  </a:lnTo>
                  <a:lnTo>
                    <a:pt x="4529" y="6823"/>
                  </a:lnTo>
                  <a:lnTo>
                    <a:pt x="4540" y="6830"/>
                  </a:lnTo>
                  <a:lnTo>
                    <a:pt x="4542" y="6871"/>
                  </a:lnTo>
                  <a:lnTo>
                    <a:pt x="4676" y="7370"/>
                  </a:lnTo>
                  <a:lnTo>
                    <a:pt x="4592" y="7872"/>
                  </a:lnTo>
                  <a:lnTo>
                    <a:pt x="4476" y="7928"/>
                  </a:lnTo>
                  <a:lnTo>
                    <a:pt x="4855" y="7901"/>
                  </a:lnTo>
                  <a:lnTo>
                    <a:pt x="4855" y="7901"/>
                  </a:lnTo>
                  <a:lnTo>
                    <a:pt x="4643" y="8286"/>
                  </a:lnTo>
                  <a:lnTo>
                    <a:pt x="4646" y="8332"/>
                  </a:lnTo>
                  <a:lnTo>
                    <a:pt x="5268" y="8702"/>
                  </a:lnTo>
                  <a:lnTo>
                    <a:pt x="5798" y="8806"/>
                  </a:lnTo>
                  <a:lnTo>
                    <a:pt x="6593" y="9340"/>
                  </a:lnTo>
                  <a:lnTo>
                    <a:pt x="6605" y="9507"/>
                  </a:lnTo>
                  <a:lnTo>
                    <a:pt x="7172" y="9467"/>
                  </a:lnTo>
                  <a:lnTo>
                    <a:pt x="7192" y="9466"/>
                  </a:lnTo>
                  <a:lnTo>
                    <a:pt x="7216" y="9793"/>
                  </a:lnTo>
                  <a:lnTo>
                    <a:pt x="7902" y="9745"/>
                  </a:lnTo>
                  <a:lnTo>
                    <a:pt x="8232" y="9391"/>
                  </a:lnTo>
                  <a:lnTo>
                    <a:pt x="8538" y="8680"/>
                  </a:lnTo>
                  <a:lnTo>
                    <a:pt x="8585" y="8677"/>
                  </a:lnTo>
                  <a:lnTo>
                    <a:pt x="8913" y="8653"/>
                  </a:lnTo>
                  <a:lnTo>
                    <a:pt x="9198" y="8634"/>
                  </a:lnTo>
                  <a:lnTo>
                    <a:pt x="9901" y="8228"/>
                  </a:lnTo>
                  <a:lnTo>
                    <a:pt x="9917" y="8243"/>
                  </a:lnTo>
                  <a:lnTo>
                    <a:pt x="9949" y="8225"/>
                  </a:lnTo>
                  <a:lnTo>
                    <a:pt x="10279" y="8530"/>
                  </a:lnTo>
                  <a:lnTo>
                    <a:pt x="10279" y="8530"/>
                  </a:lnTo>
                  <a:lnTo>
                    <a:pt x="10255" y="8203"/>
                  </a:lnTo>
                  <a:lnTo>
                    <a:pt x="10525" y="8184"/>
                  </a:lnTo>
                  <a:lnTo>
                    <a:pt x="10540" y="8183"/>
                  </a:lnTo>
                  <a:lnTo>
                    <a:pt x="10844" y="7451"/>
                  </a:lnTo>
                  <a:lnTo>
                    <a:pt x="10818" y="7076"/>
                  </a:lnTo>
                  <a:lnTo>
                    <a:pt x="10749" y="6109"/>
                  </a:lnTo>
                  <a:lnTo>
                    <a:pt x="10724" y="5756"/>
                  </a:lnTo>
                  <a:lnTo>
                    <a:pt x="12088" y="5304"/>
                  </a:lnTo>
                  <a:lnTo>
                    <a:pt x="12063" y="4950"/>
                  </a:lnTo>
                  <a:lnTo>
                    <a:pt x="12110" y="4947"/>
                  </a:lnTo>
                  <a:lnTo>
                    <a:pt x="13124" y="4875"/>
                  </a:lnTo>
                  <a:lnTo>
                    <a:pt x="13787" y="4117"/>
                  </a:lnTo>
                  <a:lnTo>
                    <a:pt x="12343" y="3885"/>
                  </a:lnTo>
                  <a:lnTo>
                    <a:pt x="12952" y="2447"/>
                  </a:lnTo>
                  <a:lnTo>
                    <a:pt x="12952" y="2447"/>
                  </a:lnTo>
                  <a:lnTo>
                    <a:pt x="11939" y="2518"/>
                  </a:lnTo>
                  <a:lnTo>
                    <a:pt x="11587" y="2208"/>
                  </a:lnTo>
                  <a:lnTo>
                    <a:pt x="10477" y="1577"/>
                  </a:lnTo>
                  <a:lnTo>
                    <a:pt x="10075" y="920"/>
                  </a:lnTo>
                  <a:lnTo>
                    <a:pt x="9767" y="942"/>
                  </a:lnTo>
                  <a:lnTo>
                    <a:pt x="8681" y="657"/>
                  </a:lnTo>
                  <a:lnTo>
                    <a:pt x="7996" y="350"/>
                  </a:lnTo>
                  <a:lnTo>
                    <a:pt x="7617"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8"/>
            <p:cNvSpPr/>
            <p:nvPr/>
          </p:nvSpPr>
          <p:spPr>
            <a:xfrm>
              <a:off x="7003577" y="3095025"/>
              <a:ext cx="1480" cy="6544"/>
            </a:xfrm>
            <a:custGeom>
              <a:avLst/>
              <a:gdLst/>
              <a:ahLst/>
              <a:cxnLst/>
              <a:rect l="l" t="t" r="r" b="b"/>
              <a:pathLst>
                <a:path w="69" h="305" extrusionOk="0">
                  <a:moveTo>
                    <a:pt x="0" y="0"/>
                  </a:moveTo>
                  <a:lnTo>
                    <a:pt x="21" y="288"/>
                  </a:lnTo>
                  <a:lnTo>
                    <a:pt x="68" y="304"/>
                  </a:lnTo>
                  <a:lnTo>
                    <a:pt x="0"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8"/>
            <p:cNvSpPr/>
            <p:nvPr/>
          </p:nvSpPr>
          <p:spPr>
            <a:xfrm>
              <a:off x="6552465" y="2820637"/>
              <a:ext cx="474156" cy="393163"/>
            </a:xfrm>
            <a:custGeom>
              <a:avLst/>
              <a:gdLst/>
              <a:ahLst/>
              <a:cxnLst/>
              <a:rect l="l" t="t" r="r" b="b"/>
              <a:pathLst>
                <a:path w="22100" h="18325" extrusionOk="0">
                  <a:moveTo>
                    <a:pt x="10072" y="1"/>
                  </a:moveTo>
                  <a:lnTo>
                    <a:pt x="9717" y="26"/>
                  </a:lnTo>
                  <a:lnTo>
                    <a:pt x="9709" y="26"/>
                  </a:lnTo>
                  <a:lnTo>
                    <a:pt x="9343" y="52"/>
                  </a:lnTo>
                  <a:lnTo>
                    <a:pt x="8662" y="460"/>
                  </a:lnTo>
                  <a:lnTo>
                    <a:pt x="8046" y="859"/>
                  </a:lnTo>
                  <a:lnTo>
                    <a:pt x="8423" y="1162"/>
                  </a:lnTo>
                  <a:lnTo>
                    <a:pt x="8734" y="1495"/>
                  </a:lnTo>
                  <a:lnTo>
                    <a:pt x="8474" y="1870"/>
                  </a:lnTo>
                  <a:lnTo>
                    <a:pt x="7789" y="2253"/>
                  </a:lnTo>
                  <a:lnTo>
                    <a:pt x="7773" y="2238"/>
                  </a:lnTo>
                  <a:lnTo>
                    <a:pt x="7413" y="1944"/>
                  </a:lnTo>
                  <a:lnTo>
                    <a:pt x="7391" y="1969"/>
                  </a:lnTo>
                  <a:lnTo>
                    <a:pt x="7109" y="2300"/>
                  </a:lnTo>
                  <a:lnTo>
                    <a:pt x="7061" y="2303"/>
                  </a:lnTo>
                  <a:lnTo>
                    <a:pt x="7056" y="2304"/>
                  </a:lnTo>
                  <a:lnTo>
                    <a:pt x="6755" y="2325"/>
                  </a:lnTo>
                  <a:lnTo>
                    <a:pt x="6530" y="2341"/>
                  </a:lnTo>
                  <a:lnTo>
                    <a:pt x="6400" y="2351"/>
                  </a:lnTo>
                  <a:lnTo>
                    <a:pt x="5787" y="3789"/>
                  </a:lnTo>
                  <a:lnTo>
                    <a:pt x="7230" y="4022"/>
                  </a:lnTo>
                  <a:lnTo>
                    <a:pt x="6572" y="4779"/>
                  </a:lnTo>
                  <a:lnTo>
                    <a:pt x="6520" y="4783"/>
                  </a:lnTo>
                  <a:lnTo>
                    <a:pt x="5506" y="4855"/>
                  </a:lnTo>
                  <a:lnTo>
                    <a:pt x="5531" y="5208"/>
                  </a:lnTo>
                  <a:lnTo>
                    <a:pt x="4168" y="5661"/>
                  </a:lnTo>
                  <a:lnTo>
                    <a:pt x="4193" y="6013"/>
                  </a:lnTo>
                  <a:lnTo>
                    <a:pt x="4262" y="6981"/>
                  </a:lnTo>
                  <a:lnTo>
                    <a:pt x="4288" y="7355"/>
                  </a:lnTo>
                  <a:lnTo>
                    <a:pt x="3984" y="8088"/>
                  </a:lnTo>
                  <a:lnTo>
                    <a:pt x="3936" y="8091"/>
                  </a:lnTo>
                  <a:lnTo>
                    <a:pt x="3921" y="8092"/>
                  </a:lnTo>
                  <a:lnTo>
                    <a:pt x="3677" y="8109"/>
                  </a:lnTo>
                  <a:lnTo>
                    <a:pt x="3702" y="8463"/>
                  </a:lnTo>
                  <a:lnTo>
                    <a:pt x="3702" y="8463"/>
                  </a:lnTo>
                  <a:lnTo>
                    <a:pt x="3675" y="8438"/>
                  </a:lnTo>
                  <a:lnTo>
                    <a:pt x="3345" y="8133"/>
                  </a:lnTo>
                  <a:lnTo>
                    <a:pt x="3313" y="8151"/>
                  </a:lnTo>
                  <a:lnTo>
                    <a:pt x="2641" y="8539"/>
                  </a:lnTo>
                  <a:lnTo>
                    <a:pt x="2594" y="8542"/>
                  </a:lnTo>
                  <a:lnTo>
                    <a:pt x="2309" y="8561"/>
                  </a:lnTo>
                  <a:lnTo>
                    <a:pt x="1981" y="8585"/>
                  </a:lnTo>
                  <a:lnTo>
                    <a:pt x="1676" y="9296"/>
                  </a:lnTo>
                  <a:lnTo>
                    <a:pt x="1319" y="9652"/>
                  </a:lnTo>
                  <a:lnTo>
                    <a:pt x="1298" y="9653"/>
                  </a:lnTo>
                  <a:lnTo>
                    <a:pt x="612" y="9701"/>
                  </a:lnTo>
                  <a:lnTo>
                    <a:pt x="588" y="9374"/>
                  </a:lnTo>
                  <a:lnTo>
                    <a:pt x="568" y="9375"/>
                  </a:lnTo>
                  <a:lnTo>
                    <a:pt x="1" y="9415"/>
                  </a:lnTo>
                  <a:lnTo>
                    <a:pt x="42" y="10002"/>
                  </a:lnTo>
                  <a:lnTo>
                    <a:pt x="193" y="10515"/>
                  </a:lnTo>
                  <a:lnTo>
                    <a:pt x="470" y="10735"/>
                  </a:lnTo>
                  <a:lnTo>
                    <a:pt x="542" y="11750"/>
                  </a:lnTo>
                  <a:lnTo>
                    <a:pt x="753" y="11991"/>
                  </a:lnTo>
                  <a:lnTo>
                    <a:pt x="1192" y="12512"/>
                  </a:lnTo>
                  <a:lnTo>
                    <a:pt x="1521" y="12815"/>
                  </a:lnTo>
                  <a:lnTo>
                    <a:pt x="1544" y="13128"/>
                  </a:lnTo>
                  <a:lnTo>
                    <a:pt x="1659" y="13422"/>
                  </a:lnTo>
                  <a:lnTo>
                    <a:pt x="1739" y="14555"/>
                  </a:lnTo>
                  <a:lnTo>
                    <a:pt x="1662" y="14803"/>
                  </a:lnTo>
                  <a:lnTo>
                    <a:pt x="1665" y="14842"/>
                  </a:lnTo>
                  <a:lnTo>
                    <a:pt x="1647" y="14853"/>
                  </a:lnTo>
                  <a:lnTo>
                    <a:pt x="1543" y="15186"/>
                  </a:lnTo>
                  <a:lnTo>
                    <a:pt x="310" y="16152"/>
                  </a:lnTo>
                  <a:lnTo>
                    <a:pt x="620" y="16553"/>
                  </a:lnTo>
                  <a:lnTo>
                    <a:pt x="1244" y="16649"/>
                  </a:lnTo>
                  <a:lnTo>
                    <a:pt x="1085" y="17732"/>
                  </a:lnTo>
                  <a:lnTo>
                    <a:pt x="1102" y="17967"/>
                  </a:lnTo>
                  <a:lnTo>
                    <a:pt x="1163" y="18028"/>
                  </a:lnTo>
                  <a:lnTo>
                    <a:pt x="1171" y="18027"/>
                  </a:lnTo>
                  <a:lnTo>
                    <a:pt x="1178" y="18008"/>
                  </a:lnTo>
                  <a:lnTo>
                    <a:pt x="1531" y="17983"/>
                  </a:lnTo>
                  <a:lnTo>
                    <a:pt x="1533" y="17985"/>
                  </a:lnTo>
                  <a:lnTo>
                    <a:pt x="1579" y="17980"/>
                  </a:lnTo>
                  <a:lnTo>
                    <a:pt x="1921" y="18325"/>
                  </a:lnTo>
                  <a:lnTo>
                    <a:pt x="1999" y="18229"/>
                  </a:lnTo>
                  <a:lnTo>
                    <a:pt x="2168" y="17959"/>
                  </a:lnTo>
                  <a:lnTo>
                    <a:pt x="2521" y="17558"/>
                  </a:lnTo>
                  <a:lnTo>
                    <a:pt x="2559" y="17420"/>
                  </a:lnTo>
                  <a:lnTo>
                    <a:pt x="2546" y="17247"/>
                  </a:lnTo>
                  <a:lnTo>
                    <a:pt x="2620" y="17196"/>
                  </a:lnTo>
                  <a:lnTo>
                    <a:pt x="2633" y="17148"/>
                  </a:lnTo>
                  <a:lnTo>
                    <a:pt x="3241" y="16723"/>
                  </a:lnTo>
                  <a:lnTo>
                    <a:pt x="3954" y="16746"/>
                  </a:lnTo>
                  <a:lnTo>
                    <a:pt x="4379" y="16716"/>
                  </a:lnTo>
                  <a:lnTo>
                    <a:pt x="4545" y="16704"/>
                  </a:lnTo>
                  <a:lnTo>
                    <a:pt x="5633" y="16339"/>
                  </a:lnTo>
                  <a:lnTo>
                    <a:pt x="5681" y="16336"/>
                  </a:lnTo>
                  <a:lnTo>
                    <a:pt x="6668" y="16266"/>
                  </a:lnTo>
                  <a:lnTo>
                    <a:pt x="7754" y="16477"/>
                  </a:lnTo>
                  <a:lnTo>
                    <a:pt x="8465" y="16829"/>
                  </a:lnTo>
                  <a:lnTo>
                    <a:pt x="9835" y="17061"/>
                  </a:lnTo>
                  <a:lnTo>
                    <a:pt x="10208" y="17035"/>
                  </a:lnTo>
                  <a:lnTo>
                    <a:pt x="10565" y="17345"/>
                  </a:lnTo>
                  <a:lnTo>
                    <a:pt x="11367" y="17287"/>
                  </a:lnTo>
                  <a:lnTo>
                    <a:pt x="11554" y="17274"/>
                  </a:lnTo>
                  <a:lnTo>
                    <a:pt x="11910" y="16915"/>
                  </a:lnTo>
                  <a:lnTo>
                    <a:pt x="12222" y="16893"/>
                  </a:lnTo>
                  <a:lnTo>
                    <a:pt x="12664" y="16861"/>
                  </a:lnTo>
                  <a:lnTo>
                    <a:pt x="13015" y="17172"/>
                  </a:lnTo>
                  <a:lnTo>
                    <a:pt x="13109" y="17307"/>
                  </a:lnTo>
                  <a:lnTo>
                    <a:pt x="13308" y="17492"/>
                  </a:lnTo>
                  <a:lnTo>
                    <a:pt x="13603" y="16774"/>
                  </a:lnTo>
                  <a:lnTo>
                    <a:pt x="13993" y="16887"/>
                  </a:lnTo>
                  <a:lnTo>
                    <a:pt x="14449" y="17762"/>
                  </a:lnTo>
                  <a:lnTo>
                    <a:pt x="14480" y="17724"/>
                  </a:lnTo>
                  <a:lnTo>
                    <a:pt x="14578" y="17464"/>
                  </a:lnTo>
                  <a:lnTo>
                    <a:pt x="14670" y="17075"/>
                  </a:lnTo>
                  <a:lnTo>
                    <a:pt x="14689" y="17057"/>
                  </a:lnTo>
                  <a:lnTo>
                    <a:pt x="14689" y="17053"/>
                  </a:lnTo>
                  <a:lnTo>
                    <a:pt x="15020" y="16695"/>
                  </a:lnTo>
                  <a:lnTo>
                    <a:pt x="15067" y="16691"/>
                  </a:lnTo>
                  <a:lnTo>
                    <a:pt x="15087" y="16690"/>
                  </a:lnTo>
                  <a:lnTo>
                    <a:pt x="15352" y="16672"/>
                  </a:lnTo>
                  <a:lnTo>
                    <a:pt x="15373" y="16670"/>
                  </a:lnTo>
                  <a:lnTo>
                    <a:pt x="16447" y="16918"/>
                  </a:lnTo>
                  <a:lnTo>
                    <a:pt x="16741" y="16574"/>
                  </a:lnTo>
                  <a:lnTo>
                    <a:pt x="16918" y="16561"/>
                  </a:lnTo>
                  <a:lnTo>
                    <a:pt x="17121" y="16547"/>
                  </a:lnTo>
                  <a:lnTo>
                    <a:pt x="17879" y="17208"/>
                  </a:lnTo>
                  <a:lnTo>
                    <a:pt x="18018" y="17199"/>
                  </a:lnTo>
                  <a:lnTo>
                    <a:pt x="17967" y="16465"/>
                  </a:lnTo>
                  <a:lnTo>
                    <a:pt x="18094" y="16195"/>
                  </a:lnTo>
                  <a:lnTo>
                    <a:pt x="17636" y="15469"/>
                  </a:lnTo>
                  <a:lnTo>
                    <a:pt x="17840" y="14672"/>
                  </a:lnTo>
                  <a:lnTo>
                    <a:pt x="17796" y="14037"/>
                  </a:lnTo>
                  <a:lnTo>
                    <a:pt x="18305" y="13478"/>
                  </a:lnTo>
                  <a:lnTo>
                    <a:pt x="18679" y="13452"/>
                  </a:lnTo>
                  <a:lnTo>
                    <a:pt x="19318" y="13407"/>
                  </a:lnTo>
                  <a:lnTo>
                    <a:pt x="19733" y="13566"/>
                  </a:lnTo>
                  <a:lnTo>
                    <a:pt x="20060" y="13542"/>
                  </a:lnTo>
                  <a:lnTo>
                    <a:pt x="20394" y="13519"/>
                  </a:lnTo>
                  <a:lnTo>
                    <a:pt x="21075" y="13471"/>
                  </a:lnTo>
                  <a:lnTo>
                    <a:pt x="21048" y="13096"/>
                  </a:lnTo>
                  <a:lnTo>
                    <a:pt x="21047" y="13077"/>
                  </a:lnTo>
                  <a:lnTo>
                    <a:pt x="20345" y="12838"/>
                  </a:lnTo>
                  <a:lnTo>
                    <a:pt x="19992" y="12575"/>
                  </a:lnTo>
                  <a:lnTo>
                    <a:pt x="19964" y="12175"/>
                  </a:lnTo>
                  <a:lnTo>
                    <a:pt x="19590" y="11538"/>
                  </a:lnTo>
                  <a:lnTo>
                    <a:pt x="19184" y="10835"/>
                  </a:lnTo>
                  <a:lnTo>
                    <a:pt x="19160" y="10480"/>
                  </a:lnTo>
                  <a:lnTo>
                    <a:pt x="19111" y="9794"/>
                  </a:lnTo>
                  <a:lnTo>
                    <a:pt x="19087" y="9467"/>
                  </a:lnTo>
                  <a:lnTo>
                    <a:pt x="19110" y="9466"/>
                  </a:lnTo>
                  <a:lnTo>
                    <a:pt x="19394" y="9445"/>
                  </a:lnTo>
                  <a:lnTo>
                    <a:pt x="19442" y="9442"/>
                  </a:lnTo>
                  <a:lnTo>
                    <a:pt x="20094" y="9710"/>
                  </a:lnTo>
                  <a:lnTo>
                    <a:pt x="20125" y="9723"/>
                  </a:lnTo>
                  <a:lnTo>
                    <a:pt x="20476" y="9368"/>
                  </a:lnTo>
                  <a:lnTo>
                    <a:pt x="21111" y="8968"/>
                  </a:lnTo>
                  <a:lnTo>
                    <a:pt x="21441" y="8589"/>
                  </a:lnTo>
                  <a:lnTo>
                    <a:pt x="21768" y="8205"/>
                  </a:lnTo>
                  <a:lnTo>
                    <a:pt x="22099" y="7853"/>
                  </a:lnTo>
                  <a:lnTo>
                    <a:pt x="21697" y="7191"/>
                  </a:lnTo>
                  <a:lnTo>
                    <a:pt x="21650" y="7194"/>
                  </a:lnTo>
                  <a:lnTo>
                    <a:pt x="21001" y="7241"/>
                  </a:lnTo>
                  <a:lnTo>
                    <a:pt x="20990" y="7242"/>
                  </a:lnTo>
                  <a:lnTo>
                    <a:pt x="20935" y="6487"/>
                  </a:lnTo>
                  <a:lnTo>
                    <a:pt x="20276" y="6534"/>
                  </a:lnTo>
                  <a:lnTo>
                    <a:pt x="19901" y="6560"/>
                  </a:lnTo>
                  <a:lnTo>
                    <a:pt x="19241" y="6607"/>
                  </a:lnTo>
                  <a:lnTo>
                    <a:pt x="19219" y="6300"/>
                  </a:lnTo>
                  <a:lnTo>
                    <a:pt x="19169" y="5592"/>
                  </a:lnTo>
                  <a:lnTo>
                    <a:pt x="18437" y="5290"/>
                  </a:lnTo>
                  <a:lnTo>
                    <a:pt x="18104" y="5312"/>
                  </a:lnTo>
                  <a:lnTo>
                    <a:pt x="17023" y="5107"/>
                  </a:lnTo>
                  <a:lnTo>
                    <a:pt x="16999" y="4753"/>
                  </a:lnTo>
                  <a:lnTo>
                    <a:pt x="16974" y="4399"/>
                  </a:lnTo>
                  <a:lnTo>
                    <a:pt x="16952" y="4402"/>
                  </a:lnTo>
                  <a:lnTo>
                    <a:pt x="15939" y="4473"/>
                  </a:lnTo>
                  <a:lnTo>
                    <a:pt x="16621" y="4070"/>
                  </a:lnTo>
                  <a:lnTo>
                    <a:pt x="16167" y="3056"/>
                  </a:lnTo>
                  <a:lnTo>
                    <a:pt x="15434" y="2068"/>
                  </a:lnTo>
                  <a:lnTo>
                    <a:pt x="15409" y="1714"/>
                  </a:lnTo>
                  <a:lnTo>
                    <a:pt x="15718" y="1357"/>
                  </a:lnTo>
                  <a:lnTo>
                    <a:pt x="15693" y="1003"/>
                  </a:lnTo>
                  <a:lnTo>
                    <a:pt x="15032" y="1050"/>
                  </a:lnTo>
                  <a:lnTo>
                    <a:pt x="14605" y="395"/>
                  </a:lnTo>
                  <a:lnTo>
                    <a:pt x="13893" y="92"/>
                  </a:lnTo>
                  <a:lnTo>
                    <a:pt x="13539" y="116"/>
                  </a:lnTo>
                  <a:lnTo>
                    <a:pt x="13565" y="469"/>
                  </a:lnTo>
                  <a:lnTo>
                    <a:pt x="12880" y="848"/>
                  </a:lnTo>
                  <a:lnTo>
                    <a:pt x="12573" y="869"/>
                  </a:lnTo>
                  <a:lnTo>
                    <a:pt x="12550" y="540"/>
                  </a:lnTo>
                  <a:lnTo>
                    <a:pt x="12171" y="213"/>
                  </a:lnTo>
                  <a:lnTo>
                    <a:pt x="12125" y="216"/>
                  </a:lnTo>
                  <a:lnTo>
                    <a:pt x="12101" y="218"/>
                  </a:lnTo>
                  <a:lnTo>
                    <a:pt x="11490" y="261"/>
                  </a:lnTo>
                  <a:lnTo>
                    <a:pt x="11136" y="286"/>
                  </a:lnTo>
                  <a:lnTo>
                    <a:pt x="10758" y="313"/>
                  </a:lnTo>
                  <a:lnTo>
                    <a:pt x="10198" y="352"/>
                  </a:lnTo>
                  <a:lnTo>
                    <a:pt x="10097" y="360"/>
                  </a:lnTo>
                  <a:lnTo>
                    <a:pt x="10072"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28"/>
            <p:cNvSpPr/>
            <p:nvPr/>
          </p:nvSpPr>
          <p:spPr>
            <a:xfrm>
              <a:off x="6587372" y="3004828"/>
              <a:ext cx="7595" cy="536"/>
            </a:xfrm>
            <a:custGeom>
              <a:avLst/>
              <a:gdLst/>
              <a:ahLst/>
              <a:cxnLst/>
              <a:rect l="l" t="t" r="r" b="b"/>
              <a:pathLst>
                <a:path w="354" h="25" extrusionOk="0">
                  <a:moveTo>
                    <a:pt x="0" y="25"/>
                  </a:moveTo>
                  <a:lnTo>
                    <a:pt x="354" y="0"/>
                  </a:lnTo>
                  <a:lnTo>
                    <a:pt x="354"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28"/>
            <p:cNvSpPr/>
            <p:nvPr/>
          </p:nvSpPr>
          <p:spPr>
            <a:xfrm>
              <a:off x="7004564" y="3094939"/>
              <a:ext cx="493" cy="6630"/>
            </a:xfrm>
            <a:custGeom>
              <a:avLst/>
              <a:gdLst/>
              <a:ahLst/>
              <a:cxnLst/>
              <a:rect l="l" t="t" r="r" b="b"/>
              <a:pathLst>
                <a:path w="23" h="309" fill="none" extrusionOk="0">
                  <a:moveTo>
                    <a:pt x="22" y="308"/>
                  </a:moveTo>
                  <a:lnTo>
                    <a:pt x="1" y="1"/>
                  </a:lnTo>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8"/>
            <p:cNvSpPr/>
            <p:nvPr/>
          </p:nvSpPr>
          <p:spPr>
            <a:xfrm>
              <a:off x="6533262" y="3428629"/>
              <a:ext cx="2188" cy="193"/>
            </a:xfrm>
            <a:custGeom>
              <a:avLst/>
              <a:gdLst/>
              <a:ahLst/>
              <a:cxnLst/>
              <a:rect l="l" t="t" r="r" b="b"/>
              <a:pathLst>
                <a:path w="102" h="9" extrusionOk="0">
                  <a:moveTo>
                    <a:pt x="102" y="1"/>
                  </a:moveTo>
                  <a:lnTo>
                    <a:pt x="0" y="9"/>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8"/>
            <p:cNvSpPr/>
            <p:nvPr/>
          </p:nvSpPr>
          <p:spPr>
            <a:xfrm>
              <a:off x="6510284" y="3481687"/>
              <a:ext cx="5171" cy="4055"/>
            </a:xfrm>
            <a:custGeom>
              <a:avLst/>
              <a:gdLst/>
              <a:ahLst/>
              <a:cxnLst/>
              <a:rect l="l" t="t" r="r" b="b"/>
              <a:pathLst>
                <a:path w="241" h="189" extrusionOk="0">
                  <a:moveTo>
                    <a:pt x="66" y="0"/>
                  </a:moveTo>
                  <a:lnTo>
                    <a:pt x="0" y="40"/>
                  </a:lnTo>
                  <a:lnTo>
                    <a:pt x="110" y="139"/>
                  </a:lnTo>
                  <a:lnTo>
                    <a:pt x="240" y="189"/>
                  </a:lnTo>
                  <a:lnTo>
                    <a:pt x="240" y="189"/>
                  </a:lnTo>
                  <a:lnTo>
                    <a:pt x="66"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28"/>
            <p:cNvSpPr/>
            <p:nvPr/>
          </p:nvSpPr>
          <p:spPr>
            <a:xfrm>
              <a:off x="6522385" y="3073463"/>
              <a:ext cx="975323" cy="513032"/>
            </a:xfrm>
            <a:custGeom>
              <a:avLst/>
              <a:gdLst/>
              <a:ahLst/>
              <a:cxnLst/>
              <a:rect l="l" t="t" r="r" b="b"/>
              <a:pathLst>
                <a:path w="45459" h="23912" extrusionOk="0">
                  <a:moveTo>
                    <a:pt x="26890" y="0"/>
                  </a:moveTo>
                  <a:lnTo>
                    <a:pt x="26535" y="25"/>
                  </a:lnTo>
                  <a:lnTo>
                    <a:pt x="25924" y="471"/>
                  </a:lnTo>
                  <a:lnTo>
                    <a:pt x="25899" y="459"/>
                  </a:lnTo>
                  <a:lnTo>
                    <a:pt x="25188" y="120"/>
                  </a:lnTo>
                  <a:lnTo>
                    <a:pt x="25142" y="124"/>
                  </a:lnTo>
                  <a:lnTo>
                    <a:pt x="24835" y="146"/>
                  </a:lnTo>
                  <a:lnTo>
                    <a:pt x="24509" y="571"/>
                  </a:lnTo>
                  <a:lnTo>
                    <a:pt x="24311" y="584"/>
                  </a:lnTo>
                  <a:lnTo>
                    <a:pt x="24177" y="594"/>
                  </a:lnTo>
                  <a:lnTo>
                    <a:pt x="23489" y="931"/>
                  </a:lnTo>
                  <a:lnTo>
                    <a:pt x="23473" y="919"/>
                  </a:lnTo>
                  <a:lnTo>
                    <a:pt x="23115" y="670"/>
                  </a:lnTo>
                  <a:lnTo>
                    <a:pt x="23086" y="685"/>
                  </a:lnTo>
                  <a:lnTo>
                    <a:pt x="22475" y="1002"/>
                  </a:lnTo>
                  <a:lnTo>
                    <a:pt x="22523" y="1683"/>
                  </a:lnTo>
                  <a:lnTo>
                    <a:pt x="22477" y="1687"/>
                  </a:lnTo>
                  <a:lnTo>
                    <a:pt x="21796" y="1735"/>
                  </a:lnTo>
                  <a:lnTo>
                    <a:pt x="21462" y="1758"/>
                  </a:lnTo>
                  <a:lnTo>
                    <a:pt x="21135" y="1782"/>
                  </a:lnTo>
                  <a:lnTo>
                    <a:pt x="20720" y="1623"/>
                  </a:lnTo>
                  <a:lnTo>
                    <a:pt x="20081" y="1668"/>
                  </a:lnTo>
                  <a:lnTo>
                    <a:pt x="19707" y="1694"/>
                  </a:lnTo>
                  <a:lnTo>
                    <a:pt x="19198" y="2253"/>
                  </a:lnTo>
                  <a:lnTo>
                    <a:pt x="19242" y="2888"/>
                  </a:lnTo>
                  <a:lnTo>
                    <a:pt x="19038" y="3685"/>
                  </a:lnTo>
                  <a:lnTo>
                    <a:pt x="19496" y="4411"/>
                  </a:lnTo>
                  <a:lnTo>
                    <a:pt x="19369" y="4681"/>
                  </a:lnTo>
                  <a:lnTo>
                    <a:pt x="19420" y="5415"/>
                  </a:lnTo>
                  <a:lnTo>
                    <a:pt x="19423" y="5436"/>
                  </a:lnTo>
                  <a:lnTo>
                    <a:pt x="19281" y="5424"/>
                  </a:lnTo>
                  <a:lnTo>
                    <a:pt x="18523" y="4763"/>
                  </a:lnTo>
                  <a:lnTo>
                    <a:pt x="18320" y="4777"/>
                  </a:lnTo>
                  <a:lnTo>
                    <a:pt x="18195" y="4786"/>
                  </a:lnTo>
                  <a:lnTo>
                    <a:pt x="17886" y="5142"/>
                  </a:lnTo>
                  <a:lnTo>
                    <a:pt x="17849" y="5134"/>
                  </a:lnTo>
                  <a:lnTo>
                    <a:pt x="16775" y="4886"/>
                  </a:lnTo>
                  <a:lnTo>
                    <a:pt x="16754" y="4888"/>
                  </a:lnTo>
                  <a:lnTo>
                    <a:pt x="16489" y="4906"/>
                  </a:lnTo>
                  <a:lnTo>
                    <a:pt x="16469" y="4907"/>
                  </a:lnTo>
                  <a:lnTo>
                    <a:pt x="16091" y="5273"/>
                  </a:lnTo>
                  <a:lnTo>
                    <a:pt x="16072" y="5291"/>
                  </a:lnTo>
                  <a:lnTo>
                    <a:pt x="15980" y="5680"/>
                  </a:lnTo>
                  <a:lnTo>
                    <a:pt x="15882" y="5940"/>
                  </a:lnTo>
                  <a:lnTo>
                    <a:pt x="15861" y="5996"/>
                  </a:lnTo>
                  <a:lnTo>
                    <a:pt x="15851" y="5978"/>
                  </a:lnTo>
                  <a:lnTo>
                    <a:pt x="15395" y="5103"/>
                  </a:lnTo>
                  <a:lnTo>
                    <a:pt x="15005" y="4990"/>
                  </a:lnTo>
                  <a:lnTo>
                    <a:pt x="14710" y="5708"/>
                  </a:lnTo>
                  <a:lnTo>
                    <a:pt x="14684" y="5771"/>
                  </a:lnTo>
                  <a:lnTo>
                    <a:pt x="14511" y="5523"/>
                  </a:lnTo>
                  <a:lnTo>
                    <a:pt x="14417" y="5388"/>
                  </a:lnTo>
                  <a:lnTo>
                    <a:pt x="14066" y="5077"/>
                  </a:lnTo>
                  <a:lnTo>
                    <a:pt x="13624" y="5109"/>
                  </a:lnTo>
                  <a:lnTo>
                    <a:pt x="13332" y="5129"/>
                  </a:lnTo>
                  <a:lnTo>
                    <a:pt x="13002" y="5487"/>
                  </a:lnTo>
                  <a:lnTo>
                    <a:pt x="12769" y="5503"/>
                  </a:lnTo>
                  <a:lnTo>
                    <a:pt x="11967" y="5561"/>
                  </a:lnTo>
                  <a:lnTo>
                    <a:pt x="11610" y="5251"/>
                  </a:lnTo>
                  <a:lnTo>
                    <a:pt x="11237" y="5277"/>
                  </a:lnTo>
                  <a:lnTo>
                    <a:pt x="9867" y="5045"/>
                  </a:lnTo>
                  <a:lnTo>
                    <a:pt x="9156" y="4693"/>
                  </a:lnTo>
                  <a:lnTo>
                    <a:pt x="8070" y="4482"/>
                  </a:lnTo>
                  <a:lnTo>
                    <a:pt x="7083" y="4552"/>
                  </a:lnTo>
                  <a:lnTo>
                    <a:pt x="5995" y="4917"/>
                  </a:lnTo>
                  <a:lnTo>
                    <a:pt x="5947" y="4920"/>
                  </a:lnTo>
                  <a:lnTo>
                    <a:pt x="5781" y="4932"/>
                  </a:lnTo>
                  <a:lnTo>
                    <a:pt x="5356" y="4962"/>
                  </a:lnTo>
                  <a:lnTo>
                    <a:pt x="4643" y="4939"/>
                  </a:lnTo>
                  <a:lnTo>
                    <a:pt x="4035" y="5364"/>
                  </a:lnTo>
                  <a:lnTo>
                    <a:pt x="4022" y="5412"/>
                  </a:lnTo>
                  <a:lnTo>
                    <a:pt x="3961" y="5636"/>
                  </a:lnTo>
                  <a:lnTo>
                    <a:pt x="3923" y="5774"/>
                  </a:lnTo>
                  <a:lnTo>
                    <a:pt x="3570" y="6175"/>
                  </a:lnTo>
                  <a:lnTo>
                    <a:pt x="3401" y="6445"/>
                  </a:lnTo>
                  <a:lnTo>
                    <a:pt x="3335" y="6551"/>
                  </a:lnTo>
                  <a:lnTo>
                    <a:pt x="3323" y="6541"/>
                  </a:lnTo>
                  <a:lnTo>
                    <a:pt x="2981" y="6196"/>
                  </a:lnTo>
                  <a:lnTo>
                    <a:pt x="2935" y="6201"/>
                  </a:lnTo>
                  <a:lnTo>
                    <a:pt x="2573" y="6243"/>
                  </a:lnTo>
                  <a:lnTo>
                    <a:pt x="2565" y="6244"/>
                  </a:lnTo>
                  <a:lnTo>
                    <a:pt x="2633" y="6315"/>
                  </a:lnTo>
                  <a:lnTo>
                    <a:pt x="2466" y="7345"/>
                  </a:lnTo>
                  <a:lnTo>
                    <a:pt x="2679" y="7618"/>
                  </a:lnTo>
                  <a:lnTo>
                    <a:pt x="2506" y="7912"/>
                  </a:lnTo>
                  <a:lnTo>
                    <a:pt x="3030" y="8231"/>
                  </a:lnTo>
                  <a:lnTo>
                    <a:pt x="3321" y="8732"/>
                  </a:lnTo>
                  <a:lnTo>
                    <a:pt x="3992" y="9490"/>
                  </a:lnTo>
                  <a:lnTo>
                    <a:pt x="3740" y="9629"/>
                  </a:lnTo>
                  <a:lnTo>
                    <a:pt x="3772" y="10075"/>
                  </a:lnTo>
                  <a:lnTo>
                    <a:pt x="4041" y="10177"/>
                  </a:lnTo>
                  <a:lnTo>
                    <a:pt x="4336" y="10653"/>
                  </a:lnTo>
                  <a:lnTo>
                    <a:pt x="4129" y="11425"/>
                  </a:lnTo>
                  <a:lnTo>
                    <a:pt x="3749" y="11734"/>
                  </a:lnTo>
                  <a:lnTo>
                    <a:pt x="3061" y="11688"/>
                  </a:lnTo>
                  <a:lnTo>
                    <a:pt x="2397" y="12352"/>
                  </a:lnTo>
                  <a:lnTo>
                    <a:pt x="2211" y="12747"/>
                  </a:lnTo>
                  <a:lnTo>
                    <a:pt x="1947" y="13383"/>
                  </a:lnTo>
                  <a:lnTo>
                    <a:pt x="1573" y="13503"/>
                  </a:lnTo>
                  <a:lnTo>
                    <a:pt x="1296" y="13925"/>
                  </a:lnTo>
                  <a:lnTo>
                    <a:pt x="1186" y="14382"/>
                  </a:lnTo>
                  <a:lnTo>
                    <a:pt x="1074" y="15148"/>
                  </a:lnTo>
                  <a:lnTo>
                    <a:pt x="1095" y="15455"/>
                  </a:lnTo>
                  <a:lnTo>
                    <a:pt x="1124" y="15855"/>
                  </a:lnTo>
                  <a:lnTo>
                    <a:pt x="1049" y="16148"/>
                  </a:lnTo>
                  <a:lnTo>
                    <a:pt x="1102" y="16520"/>
                  </a:lnTo>
                  <a:lnTo>
                    <a:pt x="923" y="16806"/>
                  </a:lnTo>
                  <a:lnTo>
                    <a:pt x="998" y="17050"/>
                  </a:lnTo>
                  <a:lnTo>
                    <a:pt x="635" y="17311"/>
                  </a:lnTo>
                  <a:lnTo>
                    <a:pt x="440" y="17587"/>
                  </a:lnTo>
                  <a:lnTo>
                    <a:pt x="564" y="18006"/>
                  </a:lnTo>
                  <a:lnTo>
                    <a:pt x="257" y="18028"/>
                  </a:lnTo>
                  <a:lnTo>
                    <a:pt x="92" y="18348"/>
                  </a:lnTo>
                  <a:lnTo>
                    <a:pt x="1" y="18758"/>
                  </a:lnTo>
                  <a:lnTo>
                    <a:pt x="137" y="18983"/>
                  </a:lnTo>
                  <a:lnTo>
                    <a:pt x="80" y="19482"/>
                  </a:lnTo>
                  <a:lnTo>
                    <a:pt x="161" y="19670"/>
                  </a:lnTo>
                  <a:lnTo>
                    <a:pt x="247" y="19703"/>
                  </a:lnTo>
                  <a:lnTo>
                    <a:pt x="416" y="19606"/>
                  </a:lnTo>
                  <a:lnTo>
                    <a:pt x="803" y="19694"/>
                  </a:lnTo>
                  <a:lnTo>
                    <a:pt x="922" y="19806"/>
                  </a:lnTo>
                  <a:lnTo>
                    <a:pt x="1438" y="19648"/>
                  </a:lnTo>
                  <a:lnTo>
                    <a:pt x="2431" y="19578"/>
                  </a:lnTo>
                  <a:lnTo>
                    <a:pt x="3076" y="19680"/>
                  </a:lnTo>
                  <a:lnTo>
                    <a:pt x="3592" y="19878"/>
                  </a:lnTo>
                  <a:lnTo>
                    <a:pt x="4009" y="20083"/>
                  </a:lnTo>
                  <a:lnTo>
                    <a:pt x="4631" y="20160"/>
                  </a:lnTo>
                  <a:lnTo>
                    <a:pt x="4973" y="19660"/>
                  </a:lnTo>
                  <a:lnTo>
                    <a:pt x="5577" y="19502"/>
                  </a:lnTo>
                  <a:lnTo>
                    <a:pt x="5978" y="19474"/>
                  </a:lnTo>
                  <a:lnTo>
                    <a:pt x="7004" y="19872"/>
                  </a:lnTo>
                  <a:lnTo>
                    <a:pt x="7362" y="19611"/>
                  </a:lnTo>
                  <a:lnTo>
                    <a:pt x="8072" y="18924"/>
                  </a:lnTo>
                  <a:lnTo>
                    <a:pt x="8314" y="18954"/>
                  </a:lnTo>
                  <a:lnTo>
                    <a:pt x="8902" y="18912"/>
                  </a:lnTo>
                  <a:lnTo>
                    <a:pt x="9559" y="18819"/>
                  </a:lnTo>
                  <a:lnTo>
                    <a:pt x="9663" y="18571"/>
                  </a:lnTo>
                  <a:lnTo>
                    <a:pt x="9774" y="18161"/>
                  </a:lnTo>
                  <a:lnTo>
                    <a:pt x="10764" y="17735"/>
                  </a:lnTo>
                  <a:lnTo>
                    <a:pt x="11079" y="17844"/>
                  </a:lnTo>
                  <a:lnTo>
                    <a:pt x="11075" y="17787"/>
                  </a:lnTo>
                  <a:lnTo>
                    <a:pt x="11196" y="17884"/>
                  </a:lnTo>
                  <a:lnTo>
                    <a:pt x="11395" y="17952"/>
                  </a:lnTo>
                  <a:lnTo>
                    <a:pt x="11849" y="18046"/>
                  </a:lnTo>
                  <a:lnTo>
                    <a:pt x="12776" y="17666"/>
                  </a:lnTo>
                  <a:lnTo>
                    <a:pt x="13124" y="17260"/>
                  </a:lnTo>
                  <a:lnTo>
                    <a:pt x="13458" y="16954"/>
                  </a:lnTo>
                  <a:lnTo>
                    <a:pt x="13504" y="16951"/>
                  </a:lnTo>
                  <a:lnTo>
                    <a:pt x="14497" y="16880"/>
                  </a:lnTo>
                  <a:lnTo>
                    <a:pt x="14518" y="17161"/>
                  </a:lnTo>
                  <a:lnTo>
                    <a:pt x="15246" y="17110"/>
                  </a:lnTo>
                  <a:lnTo>
                    <a:pt x="15626" y="17465"/>
                  </a:lnTo>
                  <a:lnTo>
                    <a:pt x="15976" y="17746"/>
                  </a:lnTo>
                  <a:lnTo>
                    <a:pt x="16240" y="17421"/>
                  </a:lnTo>
                  <a:lnTo>
                    <a:pt x="16641" y="17393"/>
                  </a:lnTo>
                  <a:lnTo>
                    <a:pt x="16666" y="17391"/>
                  </a:lnTo>
                  <a:lnTo>
                    <a:pt x="17016" y="17696"/>
                  </a:lnTo>
                  <a:lnTo>
                    <a:pt x="17683" y="18018"/>
                  </a:lnTo>
                  <a:lnTo>
                    <a:pt x="17657" y="17651"/>
                  </a:lnTo>
                  <a:lnTo>
                    <a:pt x="17678" y="17659"/>
                  </a:lnTo>
                  <a:lnTo>
                    <a:pt x="17677" y="17648"/>
                  </a:lnTo>
                  <a:lnTo>
                    <a:pt x="18463" y="17975"/>
                  </a:lnTo>
                  <a:lnTo>
                    <a:pt x="18488" y="18329"/>
                  </a:lnTo>
                  <a:lnTo>
                    <a:pt x="18512" y="18656"/>
                  </a:lnTo>
                  <a:lnTo>
                    <a:pt x="18793" y="18636"/>
                  </a:lnTo>
                  <a:lnTo>
                    <a:pt x="18840" y="18633"/>
                  </a:lnTo>
                  <a:lnTo>
                    <a:pt x="18888" y="19319"/>
                  </a:lnTo>
                  <a:lnTo>
                    <a:pt x="18938" y="20027"/>
                  </a:lnTo>
                  <a:lnTo>
                    <a:pt x="18963" y="20380"/>
                  </a:lnTo>
                  <a:lnTo>
                    <a:pt x="19296" y="20357"/>
                  </a:lnTo>
                  <a:lnTo>
                    <a:pt x="19623" y="20334"/>
                  </a:lnTo>
                  <a:lnTo>
                    <a:pt x="20052" y="20988"/>
                  </a:lnTo>
                  <a:lnTo>
                    <a:pt x="20102" y="21696"/>
                  </a:lnTo>
                  <a:lnTo>
                    <a:pt x="20408" y="21674"/>
                  </a:lnTo>
                  <a:lnTo>
                    <a:pt x="20744" y="21650"/>
                  </a:lnTo>
                  <a:lnTo>
                    <a:pt x="20808" y="21646"/>
                  </a:lnTo>
                  <a:lnTo>
                    <a:pt x="20830" y="21952"/>
                  </a:lnTo>
                  <a:lnTo>
                    <a:pt x="20857" y="22332"/>
                  </a:lnTo>
                  <a:lnTo>
                    <a:pt x="21209" y="22663"/>
                  </a:lnTo>
                  <a:lnTo>
                    <a:pt x="21588" y="22991"/>
                  </a:lnTo>
                  <a:lnTo>
                    <a:pt x="21945" y="23301"/>
                  </a:lnTo>
                  <a:lnTo>
                    <a:pt x="21924" y="23678"/>
                  </a:lnTo>
                  <a:lnTo>
                    <a:pt x="22251" y="23279"/>
                  </a:lnTo>
                  <a:lnTo>
                    <a:pt x="22632" y="23628"/>
                  </a:lnTo>
                  <a:lnTo>
                    <a:pt x="22981" y="23912"/>
                  </a:lnTo>
                  <a:lnTo>
                    <a:pt x="23314" y="23889"/>
                  </a:lnTo>
                  <a:lnTo>
                    <a:pt x="23242" y="22875"/>
                  </a:lnTo>
                  <a:lnTo>
                    <a:pt x="23566" y="22140"/>
                  </a:lnTo>
                  <a:lnTo>
                    <a:pt x="23921" y="22115"/>
                  </a:lnTo>
                  <a:lnTo>
                    <a:pt x="24252" y="22447"/>
                  </a:lnTo>
                  <a:lnTo>
                    <a:pt x="24934" y="22044"/>
                  </a:lnTo>
                  <a:lnTo>
                    <a:pt x="25593" y="21307"/>
                  </a:lnTo>
                  <a:lnTo>
                    <a:pt x="25926" y="21284"/>
                  </a:lnTo>
                  <a:lnTo>
                    <a:pt x="25948" y="21591"/>
                  </a:lnTo>
                  <a:lnTo>
                    <a:pt x="26322" y="21564"/>
                  </a:lnTo>
                  <a:lnTo>
                    <a:pt x="26275" y="20904"/>
                  </a:lnTo>
                  <a:lnTo>
                    <a:pt x="26251" y="20550"/>
                  </a:lnTo>
                  <a:lnTo>
                    <a:pt x="26202" y="19869"/>
                  </a:lnTo>
                  <a:lnTo>
                    <a:pt x="26202" y="19869"/>
                  </a:lnTo>
                  <a:lnTo>
                    <a:pt x="26584" y="20526"/>
                  </a:lnTo>
                  <a:lnTo>
                    <a:pt x="26936" y="20857"/>
                  </a:lnTo>
                  <a:lnTo>
                    <a:pt x="26961" y="21211"/>
                  </a:lnTo>
                  <a:lnTo>
                    <a:pt x="27389" y="21870"/>
                  </a:lnTo>
                  <a:lnTo>
                    <a:pt x="26682" y="21921"/>
                  </a:lnTo>
                  <a:lnTo>
                    <a:pt x="26707" y="22274"/>
                  </a:lnTo>
                  <a:lnTo>
                    <a:pt x="26732" y="22628"/>
                  </a:lnTo>
                  <a:lnTo>
                    <a:pt x="26756" y="22961"/>
                  </a:lnTo>
                  <a:lnTo>
                    <a:pt x="27489" y="23284"/>
                  </a:lnTo>
                  <a:lnTo>
                    <a:pt x="28171" y="23545"/>
                  </a:lnTo>
                  <a:lnTo>
                    <a:pt x="29211" y="22787"/>
                  </a:lnTo>
                  <a:lnTo>
                    <a:pt x="29822" y="22409"/>
                  </a:lnTo>
                  <a:lnTo>
                    <a:pt x="30174" y="22385"/>
                  </a:lnTo>
                  <a:lnTo>
                    <a:pt x="30529" y="22004"/>
                  </a:lnTo>
                  <a:lnTo>
                    <a:pt x="30933" y="23041"/>
                  </a:lnTo>
                  <a:lnTo>
                    <a:pt x="31259" y="22642"/>
                  </a:lnTo>
                  <a:lnTo>
                    <a:pt x="31564" y="21930"/>
                  </a:lnTo>
                  <a:lnTo>
                    <a:pt x="31539" y="21577"/>
                  </a:lnTo>
                  <a:lnTo>
                    <a:pt x="31847" y="21555"/>
                  </a:lnTo>
                  <a:lnTo>
                    <a:pt x="32272" y="21881"/>
                  </a:lnTo>
                  <a:lnTo>
                    <a:pt x="32580" y="21503"/>
                  </a:lnTo>
                  <a:lnTo>
                    <a:pt x="32908" y="21480"/>
                  </a:lnTo>
                  <a:lnTo>
                    <a:pt x="33969" y="21405"/>
                  </a:lnTo>
                  <a:lnTo>
                    <a:pt x="33994" y="21758"/>
                  </a:lnTo>
                  <a:lnTo>
                    <a:pt x="34327" y="21736"/>
                  </a:lnTo>
                  <a:lnTo>
                    <a:pt x="34301" y="21382"/>
                  </a:lnTo>
                  <a:lnTo>
                    <a:pt x="34654" y="21357"/>
                  </a:lnTo>
                  <a:lnTo>
                    <a:pt x="34888" y="20295"/>
                  </a:lnTo>
                  <a:lnTo>
                    <a:pt x="35570" y="19892"/>
                  </a:lnTo>
                  <a:lnTo>
                    <a:pt x="35620" y="20599"/>
                  </a:lnTo>
                  <a:lnTo>
                    <a:pt x="36021" y="20571"/>
                  </a:lnTo>
                  <a:lnTo>
                    <a:pt x="36960" y="19437"/>
                  </a:lnTo>
                  <a:lnTo>
                    <a:pt x="37645" y="19060"/>
                  </a:lnTo>
                  <a:lnTo>
                    <a:pt x="37906" y="18687"/>
                  </a:lnTo>
                  <a:lnTo>
                    <a:pt x="38255" y="18306"/>
                  </a:lnTo>
                  <a:lnTo>
                    <a:pt x="38588" y="18282"/>
                  </a:lnTo>
                  <a:lnTo>
                    <a:pt x="39341" y="18585"/>
                  </a:lnTo>
                  <a:lnTo>
                    <a:pt x="39649" y="18208"/>
                  </a:lnTo>
                  <a:lnTo>
                    <a:pt x="39291" y="17878"/>
                  </a:lnTo>
                  <a:lnTo>
                    <a:pt x="39928" y="17498"/>
                  </a:lnTo>
                  <a:lnTo>
                    <a:pt x="40233" y="16792"/>
                  </a:lnTo>
                  <a:lnTo>
                    <a:pt x="40588" y="16411"/>
                  </a:lnTo>
                  <a:lnTo>
                    <a:pt x="40916" y="16387"/>
                  </a:lnTo>
                  <a:lnTo>
                    <a:pt x="41222" y="15985"/>
                  </a:lnTo>
                  <a:lnTo>
                    <a:pt x="41198" y="15657"/>
                  </a:lnTo>
                  <a:lnTo>
                    <a:pt x="41596" y="15958"/>
                  </a:lnTo>
                  <a:lnTo>
                    <a:pt x="41903" y="15936"/>
                  </a:lnTo>
                  <a:lnTo>
                    <a:pt x="41927" y="15605"/>
                  </a:lnTo>
                  <a:lnTo>
                    <a:pt x="41924" y="15559"/>
                  </a:lnTo>
                  <a:lnTo>
                    <a:pt x="41807" y="13905"/>
                  </a:lnTo>
                  <a:lnTo>
                    <a:pt x="42821" y="13478"/>
                  </a:lnTo>
                  <a:lnTo>
                    <a:pt x="43100" y="12392"/>
                  </a:lnTo>
                  <a:lnTo>
                    <a:pt x="43406" y="12062"/>
                  </a:lnTo>
                  <a:lnTo>
                    <a:pt x="43765" y="12036"/>
                  </a:lnTo>
                  <a:lnTo>
                    <a:pt x="44446" y="11989"/>
                  </a:lnTo>
                  <a:lnTo>
                    <a:pt x="45107" y="11942"/>
                  </a:lnTo>
                  <a:lnTo>
                    <a:pt x="45153" y="11939"/>
                  </a:lnTo>
                  <a:lnTo>
                    <a:pt x="45458" y="10851"/>
                  </a:lnTo>
                  <a:lnTo>
                    <a:pt x="45385" y="9810"/>
                  </a:lnTo>
                  <a:lnTo>
                    <a:pt x="44577" y="8801"/>
                  </a:lnTo>
                  <a:lnTo>
                    <a:pt x="44222" y="8826"/>
                  </a:lnTo>
                  <a:lnTo>
                    <a:pt x="44199" y="8498"/>
                  </a:lnTo>
                  <a:lnTo>
                    <a:pt x="44528" y="8120"/>
                  </a:lnTo>
                  <a:lnTo>
                    <a:pt x="44855" y="7715"/>
                  </a:lnTo>
                  <a:lnTo>
                    <a:pt x="44832" y="7388"/>
                  </a:lnTo>
                  <a:lnTo>
                    <a:pt x="44417" y="7417"/>
                  </a:lnTo>
                  <a:lnTo>
                    <a:pt x="44123" y="7437"/>
                  </a:lnTo>
                  <a:lnTo>
                    <a:pt x="43778" y="7200"/>
                  </a:lnTo>
                  <a:lnTo>
                    <a:pt x="44079" y="6798"/>
                  </a:lnTo>
                  <a:lnTo>
                    <a:pt x="44762" y="6395"/>
                  </a:lnTo>
                  <a:lnTo>
                    <a:pt x="45117" y="6040"/>
                  </a:lnTo>
                  <a:lnTo>
                    <a:pt x="45041" y="4953"/>
                  </a:lnTo>
                  <a:lnTo>
                    <a:pt x="44662" y="4980"/>
                  </a:lnTo>
                  <a:lnTo>
                    <a:pt x="44337" y="5406"/>
                  </a:lnTo>
                  <a:lnTo>
                    <a:pt x="44290" y="5409"/>
                  </a:lnTo>
                  <a:lnTo>
                    <a:pt x="43655" y="5454"/>
                  </a:lnTo>
                  <a:lnTo>
                    <a:pt x="42914" y="5103"/>
                  </a:lnTo>
                  <a:lnTo>
                    <a:pt x="42867" y="5107"/>
                  </a:lnTo>
                  <a:lnTo>
                    <a:pt x="42823" y="5110"/>
                  </a:lnTo>
                  <a:lnTo>
                    <a:pt x="42233" y="5151"/>
                  </a:lnTo>
                  <a:lnTo>
                    <a:pt x="42261" y="5552"/>
                  </a:lnTo>
                  <a:lnTo>
                    <a:pt x="42211" y="5499"/>
                  </a:lnTo>
                  <a:lnTo>
                    <a:pt x="41900" y="5175"/>
                  </a:lnTo>
                  <a:lnTo>
                    <a:pt x="41877" y="4847"/>
                  </a:lnTo>
                  <a:lnTo>
                    <a:pt x="41646" y="4863"/>
                  </a:lnTo>
                  <a:lnTo>
                    <a:pt x="41549" y="4871"/>
                  </a:lnTo>
                  <a:lnTo>
                    <a:pt x="40842" y="4920"/>
                  </a:lnTo>
                  <a:lnTo>
                    <a:pt x="40865" y="5248"/>
                  </a:lnTo>
                  <a:lnTo>
                    <a:pt x="40542" y="5271"/>
                  </a:lnTo>
                  <a:lnTo>
                    <a:pt x="40179" y="5297"/>
                  </a:lnTo>
                  <a:lnTo>
                    <a:pt x="40155" y="4969"/>
                  </a:lnTo>
                  <a:lnTo>
                    <a:pt x="40110" y="4993"/>
                  </a:lnTo>
                  <a:lnTo>
                    <a:pt x="39450" y="5348"/>
                  </a:lnTo>
                  <a:lnTo>
                    <a:pt x="39441" y="5340"/>
                  </a:lnTo>
                  <a:lnTo>
                    <a:pt x="39094" y="5044"/>
                  </a:lnTo>
                  <a:lnTo>
                    <a:pt x="38716" y="4715"/>
                  </a:lnTo>
                  <a:lnTo>
                    <a:pt x="38717" y="4737"/>
                  </a:lnTo>
                  <a:lnTo>
                    <a:pt x="38741" y="5069"/>
                  </a:lnTo>
                  <a:lnTo>
                    <a:pt x="38103" y="5443"/>
                  </a:lnTo>
                  <a:lnTo>
                    <a:pt x="38083" y="5432"/>
                  </a:lnTo>
                  <a:lnTo>
                    <a:pt x="36973" y="4838"/>
                  </a:lnTo>
                  <a:lnTo>
                    <a:pt x="36643" y="4527"/>
                  </a:lnTo>
                  <a:lnTo>
                    <a:pt x="36620" y="4199"/>
                  </a:lnTo>
                  <a:lnTo>
                    <a:pt x="35912" y="4249"/>
                  </a:lnTo>
                  <a:lnTo>
                    <a:pt x="35273" y="4958"/>
                  </a:lnTo>
                  <a:lnTo>
                    <a:pt x="34970" y="5336"/>
                  </a:lnTo>
                  <a:lnTo>
                    <a:pt x="34786" y="5349"/>
                  </a:lnTo>
                  <a:lnTo>
                    <a:pt x="34591" y="5362"/>
                  </a:lnTo>
                  <a:lnTo>
                    <a:pt x="34238" y="5032"/>
                  </a:lnTo>
                  <a:lnTo>
                    <a:pt x="34212" y="5059"/>
                  </a:lnTo>
                  <a:lnTo>
                    <a:pt x="33883" y="5413"/>
                  </a:lnTo>
                  <a:lnTo>
                    <a:pt x="33859" y="5390"/>
                  </a:lnTo>
                  <a:lnTo>
                    <a:pt x="33525" y="5082"/>
                  </a:lnTo>
                  <a:lnTo>
                    <a:pt x="33505" y="5084"/>
                  </a:lnTo>
                  <a:lnTo>
                    <a:pt x="33197" y="5105"/>
                  </a:lnTo>
                  <a:lnTo>
                    <a:pt x="32531" y="5152"/>
                  </a:lnTo>
                  <a:lnTo>
                    <a:pt x="32511" y="5153"/>
                  </a:lnTo>
                  <a:lnTo>
                    <a:pt x="32110" y="5182"/>
                  </a:lnTo>
                  <a:lnTo>
                    <a:pt x="32087" y="4849"/>
                  </a:lnTo>
                  <a:lnTo>
                    <a:pt x="31687" y="3832"/>
                  </a:lnTo>
                  <a:lnTo>
                    <a:pt x="31663" y="3505"/>
                  </a:lnTo>
                  <a:lnTo>
                    <a:pt x="31024" y="3550"/>
                  </a:lnTo>
                  <a:lnTo>
                    <a:pt x="30574" y="2891"/>
                  </a:lnTo>
                  <a:lnTo>
                    <a:pt x="30548" y="2517"/>
                  </a:lnTo>
                  <a:lnTo>
                    <a:pt x="30501" y="2520"/>
                  </a:lnTo>
                  <a:lnTo>
                    <a:pt x="30242" y="2539"/>
                  </a:lnTo>
                  <a:lnTo>
                    <a:pt x="29893" y="2940"/>
                  </a:lnTo>
                  <a:lnTo>
                    <a:pt x="29867" y="2941"/>
                  </a:lnTo>
                  <a:lnTo>
                    <a:pt x="28853" y="3014"/>
                  </a:lnTo>
                  <a:lnTo>
                    <a:pt x="28145" y="3063"/>
                  </a:lnTo>
                  <a:lnTo>
                    <a:pt x="28118" y="2688"/>
                  </a:lnTo>
                  <a:lnTo>
                    <a:pt x="28069" y="1982"/>
                  </a:lnTo>
                  <a:lnTo>
                    <a:pt x="28020" y="1295"/>
                  </a:lnTo>
                  <a:lnTo>
                    <a:pt x="27713" y="940"/>
                  </a:lnTo>
                  <a:lnTo>
                    <a:pt x="27270" y="376"/>
                  </a:lnTo>
                  <a:lnTo>
                    <a:pt x="26890"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28"/>
            <p:cNvSpPr/>
            <p:nvPr/>
          </p:nvSpPr>
          <p:spPr>
            <a:xfrm>
              <a:off x="6777141" y="3435623"/>
              <a:ext cx="240403" cy="234503"/>
            </a:xfrm>
            <a:custGeom>
              <a:avLst/>
              <a:gdLst/>
              <a:ahLst/>
              <a:cxnLst/>
              <a:rect l="l" t="t" r="r" b="b"/>
              <a:pathLst>
                <a:path w="11205" h="10930" extrusionOk="0">
                  <a:moveTo>
                    <a:pt x="2623" y="0"/>
                  </a:moveTo>
                  <a:lnTo>
                    <a:pt x="1630" y="71"/>
                  </a:lnTo>
                  <a:lnTo>
                    <a:pt x="1296" y="376"/>
                  </a:lnTo>
                  <a:lnTo>
                    <a:pt x="949" y="782"/>
                  </a:lnTo>
                  <a:lnTo>
                    <a:pt x="0" y="1172"/>
                  </a:lnTo>
                  <a:lnTo>
                    <a:pt x="290" y="1231"/>
                  </a:lnTo>
                  <a:lnTo>
                    <a:pt x="669" y="1560"/>
                  </a:lnTo>
                  <a:lnTo>
                    <a:pt x="1781" y="2193"/>
                  </a:lnTo>
                  <a:lnTo>
                    <a:pt x="1704" y="3405"/>
                  </a:lnTo>
                  <a:lnTo>
                    <a:pt x="2565" y="3533"/>
                  </a:lnTo>
                  <a:lnTo>
                    <a:pt x="3296" y="3816"/>
                  </a:lnTo>
                  <a:lnTo>
                    <a:pt x="3346" y="4523"/>
                  </a:lnTo>
                  <a:lnTo>
                    <a:pt x="3724" y="4851"/>
                  </a:lnTo>
                  <a:lnTo>
                    <a:pt x="4103" y="5180"/>
                  </a:lnTo>
                  <a:lnTo>
                    <a:pt x="4808" y="5465"/>
                  </a:lnTo>
                  <a:lnTo>
                    <a:pt x="4833" y="5819"/>
                  </a:lnTo>
                  <a:lnTo>
                    <a:pt x="5236" y="6501"/>
                  </a:lnTo>
                  <a:lnTo>
                    <a:pt x="5261" y="6854"/>
                  </a:lnTo>
                  <a:lnTo>
                    <a:pt x="5312" y="7562"/>
                  </a:lnTo>
                  <a:lnTo>
                    <a:pt x="4957" y="7587"/>
                  </a:lnTo>
                  <a:lnTo>
                    <a:pt x="4979" y="7894"/>
                  </a:lnTo>
                  <a:lnTo>
                    <a:pt x="5006" y="8268"/>
                  </a:lnTo>
                  <a:lnTo>
                    <a:pt x="5383" y="8576"/>
                  </a:lnTo>
                  <a:lnTo>
                    <a:pt x="5408" y="8930"/>
                  </a:lnTo>
                  <a:lnTo>
                    <a:pt x="5458" y="9636"/>
                  </a:lnTo>
                  <a:lnTo>
                    <a:pt x="5507" y="10318"/>
                  </a:lnTo>
                  <a:lnTo>
                    <a:pt x="5926" y="10858"/>
                  </a:lnTo>
                  <a:lnTo>
                    <a:pt x="6621" y="10622"/>
                  </a:lnTo>
                  <a:lnTo>
                    <a:pt x="7037" y="10827"/>
                  </a:lnTo>
                  <a:lnTo>
                    <a:pt x="7285" y="10930"/>
                  </a:lnTo>
                  <a:lnTo>
                    <a:pt x="7510" y="10793"/>
                  </a:lnTo>
                  <a:lnTo>
                    <a:pt x="7765" y="10399"/>
                  </a:lnTo>
                  <a:lnTo>
                    <a:pt x="7845" y="10408"/>
                  </a:lnTo>
                  <a:lnTo>
                    <a:pt x="7858" y="10392"/>
                  </a:lnTo>
                  <a:lnTo>
                    <a:pt x="7882" y="10413"/>
                  </a:lnTo>
                  <a:lnTo>
                    <a:pt x="8529" y="10486"/>
                  </a:lnTo>
                  <a:lnTo>
                    <a:pt x="8776" y="10589"/>
                  </a:lnTo>
                  <a:lnTo>
                    <a:pt x="8948" y="10651"/>
                  </a:lnTo>
                  <a:lnTo>
                    <a:pt x="8924" y="10317"/>
                  </a:lnTo>
                  <a:lnTo>
                    <a:pt x="8899" y="9964"/>
                  </a:lnTo>
                  <a:lnTo>
                    <a:pt x="8522" y="9656"/>
                  </a:lnTo>
                  <a:lnTo>
                    <a:pt x="8497" y="9302"/>
                  </a:lnTo>
                  <a:lnTo>
                    <a:pt x="8826" y="8923"/>
                  </a:lnTo>
                  <a:lnTo>
                    <a:pt x="9180" y="8899"/>
                  </a:lnTo>
                  <a:lnTo>
                    <a:pt x="9204" y="9252"/>
                  </a:lnTo>
                  <a:lnTo>
                    <a:pt x="9533" y="8873"/>
                  </a:lnTo>
                  <a:lnTo>
                    <a:pt x="10194" y="8826"/>
                  </a:lnTo>
                  <a:lnTo>
                    <a:pt x="10522" y="8448"/>
                  </a:lnTo>
                  <a:lnTo>
                    <a:pt x="10876" y="8423"/>
                  </a:lnTo>
                  <a:lnTo>
                    <a:pt x="11204" y="8400"/>
                  </a:lnTo>
                  <a:lnTo>
                    <a:pt x="11156" y="7719"/>
                  </a:lnTo>
                  <a:lnTo>
                    <a:pt x="10801" y="7362"/>
                  </a:lnTo>
                  <a:lnTo>
                    <a:pt x="10447" y="7387"/>
                  </a:lnTo>
                  <a:lnTo>
                    <a:pt x="9739" y="7129"/>
                  </a:lnTo>
                  <a:lnTo>
                    <a:pt x="9717" y="6822"/>
                  </a:lnTo>
                  <a:lnTo>
                    <a:pt x="10050" y="6798"/>
                  </a:lnTo>
                  <a:lnTo>
                    <a:pt x="10071" y="6421"/>
                  </a:lnTo>
                  <a:lnTo>
                    <a:pt x="9714" y="6111"/>
                  </a:lnTo>
                  <a:lnTo>
                    <a:pt x="9335" y="5783"/>
                  </a:lnTo>
                  <a:lnTo>
                    <a:pt x="8983" y="5452"/>
                  </a:lnTo>
                  <a:lnTo>
                    <a:pt x="8956" y="5072"/>
                  </a:lnTo>
                  <a:lnTo>
                    <a:pt x="8934" y="4766"/>
                  </a:lnTo>
                  <a:lnTo>
                    <a:pt x="8870" y="4770"/>
                  </a:lnTo>
                  <a:lnTo>
                    <a:pt x="8554" y="4793"/>
                  </a:lnTo>
                  <a:lnTo>
                    <a:pt x="8228" y="4816"/>
                  </a:lnTo>
                  <a:lnTo>
                    <a:pt x="8178" y="4108"/>
                  </a:lnTo>
                  <a:lnTo>
                    <a:pt x="7749" y="3454"/>
                  </a:lnTo>
                  <a:lnTo>
                    <a:pt x="7422" y="3477"/>
                  </a:lnTo>
                  <a:lnTo>
                    <a:pt x="7089" y="3500"/>
                  </a:lnTo>
                  <a:lnTo>
                    <a:pt x="7064" y="3147"/>
                  </a:lnTo>
                  <a:lnTo>
                    <a:pt x="7014" y="2439"/>
                  </a:lnTo>
                  <a:lnTo>
                    <a:pt x="6966" y="1753"/>
                  </a:lnTo>
                  <a:lnTo>
                    <a:pt x="6919" y="1756"/>
                  </a:lnTo>
                  <a:lnTo>
                    <a:pt x="6638" y="1776"/>
                  </a:lnTo>
                  <a:lnTo>
                    <a:pt x="6614" y="1449"/>
                  </a:lnTo>
                  <a:lnTo>
                    <a:pt x="6589" y="1095"/>
                  </a:lnTo>
                  <a:lnTo>
                    <a:pt x="5803" y="768"/>
                  </a:lnTo>
                  <a:lnTo>
                    <a:pt x="5804" y="779"/>
                  </a:lnTo>
                  <a:lnTo>
                    <a:pt x="5830" y="1148"/>
                  </a:lnTo>
                  <a:lnTo>
                    <a:pt x="5830" y="1148"/>
                  </a:lnTo>
                  <a:lnTo>
                    <a:pt x="5809" y="1138"/>
                  </a:lnTo>
                  <a:lnTo>
                    <a:pt x="5142" y="816"/>
                  </a:lnTo>
                  <a:lnTo>
                    <a:pt x="4792" y="511"/>
                  </a:lnTo>
                  <a:lnTo>
                    <a:pt x="4767" y="513"/>
                  </a:lnTo>
                  <a:lnTo>
                    <a:pt x="4412" y="538"/>
                  </a:lnTo>
                  <a:lnTo>
                    <a:pt x="4129" y="887"/>
                  </a:lnTo>
                  <a:lnTo>
                    <a:pt x="4102" y="866"/>
                  </a:lnTo>
                  <a:lnTo>
                    <a:pt x="3752" y="585"/>
                  </a:lnTo>
                  <a:lnTo>
                    <a:pt x="3372" y="230"/>
                  </a:lnTo>
                  <a:lnTo>
                    <a:pt x="2644" y="281"/>
                  </a:lnTo>
                  <a:lnTo>
                    <a:pt x="2623"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8"/>
            <p:cNvSpPr/>
            <p:nvPr/>
          </p:nvSpPr>
          <p:spPr>
            <a:xfrm>
              <a:off x="8166009" y="3594583"/>
              <a:ext cx="1008" cy="408"/>
            </a:xfrm>
            <a:custGeom>
              <a:avLst/>
              <a:gdLst/>
              <a:ahLst/>
              <a:cxnLst/>
              <a:rect l="l" t="t" r="r" b="b"/>
              <a:pathLst>
                <a:path w="47" h="19" extrusionOk="0">
                  <a:moveTo>
                    <a:pt x="47" y="0"/>
                  </a:moveTo>
                  <a:lnTo>
                    <a:pt x="0" y="3"/>
                  </a:lnTo>
                  <a:lnTo>
                    <a:pt x="40" y="19"/>
                  </a:lnTo>
                  <a:lnTo>
                    <a:pt x="47"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8"/>
            <p:cNvSpPr/>
            <p:nvPr/>
          </p:nvSpPr>
          <p:spPr>
            <a:xfrm>
              <a:off x="8132668" y="3857407"/>
              <a:ext cx="987" cy="8153"/>
            </a:xfrm>
            <a:custGeom>
              <a:avLst/>
              <a:gdLst/>
              <a:ahLst/>
              <a:cxnLst/>
              <a:rect l="l" t="t" r="r" b="b"/>
              <a:pathLst>
                <a:path w="46" h="380" extrusionOk="0">
                  <a:moveTo>
                    <a:pt x="0" y="0"/>
                  </a:moveTo>
                  <a:lnTo>
                    <a:pt x="27" y="380"/>
                  </a:lnTo>
                  <a:lnTo>
                    <a:pt x="46" y="326"/>
                  </a:lnTo>
                  <a:lnTo>
                    <a:pt x="0"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28"/>
            <p:cNvSpPr/>
            <p:nvPr/>
          </p:nvSpPr>
          <p:spPr>
            <a:xfrm>
              <a:off x="7980938" y="3594969"/>
              <a:ext cx="324507" cy="269282"/>
            </a:xfrm>
            <a:custGeom>
              <a:avLst/>
              <a:gdLst/>
              <a:ahLst/>
              <a:cxnLst/>
              <a:rect l="l" t="t" r="r" b="b"/>
              <a:pathLst>
                <a:path w="15125" h="12551" extrusionOk="0">
                  <a:moveTo>
                    <a:pt x="8666" y="1"/>
                  </a:moveTo>
                  <a:lnTo>
                    <a:pt x="8369" y="714"/>
                  </a:lnTo>
                  <a:lnTo>
                    <a:pt x="8418" y="1401"/>
                  </a:lnTo>
                  <a:lnTo>
                    <a:pt x="8393" y="1402"/>
                  </a:lnTo>
                  <a:lnTo>
                    <a:pt x="8292" y="1410"/>
                  </a:lnTo>
                  <a:lnTo>
                    <a:pt x="8064" y="1426"/>
                  </a:lnTo>
                  <a:lnTo>
                    <a:pt x="7377" y="1474"/>
                  </a:lnTo>
                  <a:lnTo>
                    <a:pt x="7802" y="1773"/>
                  </a:lnTo>
                  <a:lnTo>
                    <a:pt x="7453" y="2536"/>
                  </a:lnTo>
                  <a:lnTo>
                    <a:pt x="6768" y="2913"/>
                  </a:lnTo>
                  <a:lnTo>
                    <a:pt x="6723" y="2917"/>
                  </a:lnTo>
                  <a:lnTo>
                    <a:pt x="6442" y="2936"/>
                  </a:lnTo>
                  <a:lnTo>
                    <a:pt x="6001" y="2967"/>
                  </a:lnTo>
                  <a:lnTo>
                    <a:pt x="5755" y="2985"/>
                  </a:lnTo>
                  <a:lnTo>
                    <a:pt x="5050" y="2706"/>
                  </a:lnTo>
                  <a:lnTo>
                    <a:pt x="4311" y="2020"/>
                  </a:lnTo>
                  <a:lnTo>
                    <a:pt x="3958" y="2045"/>
                  </a:lnTo>
                  <a:lnTo>
                    <a:pt x="2923" y="2118"/>
                  </a:lnTo>
                  <a:lnTo>
                    <a:pt x="2871" y="2122"/>
                  </a:lnTo>
                  <a:lnTo>
                    <a:pt x="2590" y="2142"/>
                  </a:lnTo>
                  <a:lnTo>
                    <a:pt x="2642" y="2875"/>
                  </a:lnTo>
                  <a:lnTo>
                    <a:pt x="2665" y="3203"/>
                  </a:lnTo>
                  <a:lnTo>
                    <a:pt x="3684" y="3487"/>
                  </a:lnTo>
                  <a:lnTo>
                    <a:pt x="4084" y="3819"/>
                  </a:lnTo>
                  <a:lnTo>
                    <a:pt x="4102" y="4074"/>
                  </a:lnTo>
                  <a:lnTo>
                    <a:pt x="4154" y="4807"/>
                  </a:lnTo>
                  <a:lnTo>
                    <a:pt x="3779" y="4833"/>
                  </a:lnTo>
                  <a:lnTo>
                    <a:pt x="2785" y="4903"/>
                  </a:lnTo>
                  <a:lnTo>
                    <a:pt x="2809" y="5237"/>
                  </a:lnTo>
                  <a:lnTo>
                    <a:pt x="2760" y="5218"/>
                  </a:lnTo>
                  <a:lnTo>
                    <a:pt x="2762" y="5240"/>
                  </a:lnTo>
                  <a:lnTo>
                    <a:pt x="2762" y="5240"/>
                  </a:lnTo>
                  <a:lnTo>
                    <a:pt x="2032" y="4957"/>
                  </a:lnTo>
                  <a:lnTo>
                    <a:pt x="1597" y="4988"/>
                  </a:lnTo>
                  <a:lnTo>
                    <a:pt x="1344" y="5005"/>
                  </a:lnTo>
                  <a:lnTo>
                    <a:pt x="612" y="4346"/>
                  </a:lnTo>
                  <a:lnTo>
                    <a:pt x="332" y="4723"/>
                  </a:lnTo>
                  <a:lnTo>
                    <a:pt x="1" y="5434"/>
                  </a:lnTo>
                  <a:lnTo>
                    <a:pt x="733" y="5739"/>
                  </a:lnTo>
                  <a:lnTo>
                    <a:pt x="758" y="6093"/>
                  </a:lnTo>
                  <a:lnTo>
                    <a:pt x="1138" y="6066"/>
                  </a:lnTo>
                  <a:lnTo>
                    <a:pt x="1465" y="6042"/>
                  </a:lnTo>
                  <a:lnTo>
                    <a:pt x="2509" y="6679"/>
                  </a:lnTo>
                  <a:lnTo>
                    <a:pt x="2227" y="7055"/>
                  </a:lnTo>
                  <a:lnTo>
                    <a:pt x="1564" y="7431"/>
                  </a:lnTo>
                  <a:lnTo>
                    <a:pt x="2605" y="8048"/>
                  </a:lnTo>
                  <a:lnTo>
                    <a:pt x="2957" y="8023"/>
                  </a:lnTo>
                  <a:lnTo>
                    <a:pt x="3287" y="7999"/>
                  </a:lnTo>
                  <a:lnTo>
                    <a:pt x="3339" y="7996"/>
                  </a:lnTo>
                  <a:lnTo>
                    <a:pt x="4025" y="8323"/>
                  </a:lnTo>
                  <a:lnTo>
                    <a:pt x="4049" y="8656"/>
                  </a:lnTo>
                  <a:lnTo>
                    <a:pt x="3741" y="9033"/>
                  </a:lnTo>
                  <a:lnTo>
                    <a:pt x="3685" y="9037"/>
                  </a:lnTo>
                  <a:lnTo>
                    <a:pt x="3080" y="9080"/>
                  </a:lnTo>
                  <a:lnTo>
                    <a:pt x="3437" y="9384"/>
                  </a:lnTo>
                  <a:lnTo>
                    <a:pt x="4497" y="9664"/>
                  </a:lnTo>
                  <a:lnTo>
                    <a:pt x="5254" y="10322"/>
                  </a:lnTo>
                  <a:lnTo>
                    <a:pt x="5386" y="10313"/>
                  </a:lnTo>
                  <a:lnTo>
                    <a:pt x="5941" y="10273"/>
                  </a:lnTo>
                  <a:lnTo>
                    <a:pt x="6155" y="10258"/>
                  </a:lnTo>
                  <a:lnTo>
                    <a:pt x="6247" y="10252"/>
                  </a:lnTo>
                  <a:lnTo>
                    <a:pt x="6269" y="10251"/>
                  </a:lnTo>
                  <a:lnTo>
                    <a:pt x="6648" y="10604"/>
                  </a:lnTo>
                  <a:lnTo>
                    <a:pt x="6318" y="10958"/>
                  </a:lnTo>
                  <a:lnTo>
                    <a:pt x="6624" y="10936"/>
                  </a:lnTo>
                  <a:lnTo>
                    <a:pt x="6672" y="10932"/>
                  </a:lnTo>
                  <a:lnTo>
                    <a:pt x="7030" y="11263"/>
                  </a:lnTo>
                  <a:lnTo>
                    <a:pt x="7121" y="12550"/>
                  </a:lnTo>
                  <a:lnTo>
                    <a:pt x="7357" y="11883"/>
                  </a:lnTo>
                  <a:lnTo>
                    <a:pt x="7332" y="11529"/>
                  </a:lnTo>
                  <a:lnTo>
                    <a:pt x="7311" y="11242"/>
                  </a:lnTo>
                  <a:lnTo>
                    <a:pt x="8020" y="10837"/>
                  </a:lnTo>
                  <a:lnTo>
                    <a:pt x="8650" y="10082"/>
                  </a:lnTo>
                  <a:lnTo>
                    <a:pt x="8624" y="9728"/>
                  </a:lnTo>
                  <a:lnTo>
                    <a:pt x="8929" y="8996"/>
                  </a:lnTo>
                  <a:lnTo>
                    <a:pt x="9214" y="8291"/>
                  </a:lnTo>
                  <a:lnTo>
                    <a:pt x="9942" y="8239"/>
                  </a:lnTo>
                  <a:lnTo>
                    <a:pt x="10199" y="7511"/>
                  </a:lnTo>
                  <a:lnTo>
                    <a:pt x="10578" y="7484"/>
                  </a:lnTo>
                  <a:lnTo>
                    <a:pt x="11288" y="8144"/>
                  </a:lnTo>
                  <a:lnTo>
                    <a:pt x="11714" y="8469"/>
                  </a:lnTo>
                  <a:lnTo>
                    <a:pt x="11763" y="9151"/>
                  </a:lnTo>
                  <a:lnTo>
                    <a:pt x="11362" y="9180"/>
                  </a:lnTo>
                  <a:lnTo>
                    <a:pt x="11788" y="9504"/>
                  </a:lnTo>
                  <a:lnTo>
                    <a:pt x="12172" y="10215"/>
                  </a:lnTo>
                  <a:lnTo>
                    <a:pt x="12194" y="10543"/>
                  </a:lnTo>
                  <a:lnTo>
                    <a:pt x="11486" y="10947"/>
                  </a:lnTo>
                  <a:lnTo>
                    <a:pt x="11154" y="10971"/>
                  </a:lnTo>
                  <a:lnTo>
                    <a:pt x="11908" y="11205"/>
                  </a:lnTo>
                  <a:lnTo>
                    <a:pt x="12568" y="11514"/>
                  </a:lnTo>
                  <a:lnTo>
                    <a:pt x="12922" y="11133"/>
                  </a:lnTo>
                  <a:lnTo>
                    <a:pt x="13275" y="11108"/>
                  </a:lnTo>
                  <a:lnTo>
                    <a:pt x="14668" y="11366"/>
                  </a:lnTo>
                  <a:lnTo>
                    <a:pt x="14668" y="11366"/>
                  </a:lnTo>
                  <a:lnTo>
                    <a:pt x="14289" y="11037"/>
                  </a:lnTo>
                  <a:lnTo>
                    <a:pt x="14623" y="10725"/>
                  </a:lnTo>
                  <a:lnTo>
                    <a:pt x="13890" y="10423"/>
                  </a:lnTo>
                  <a:lnTo>
                    <a:pt x="13533" y="9737"/>
                  </a:lnTo>
                  <a:lnTo>
                    <a:pt x="13816" y="9362"/>
                  </a:lnTo>
                  <a:lnTo>
                    <a:pt x="13791" y="9008"/>
                  </a:lnTo>
                  <a:lnTo>
                    <a:pt x="13765" y="8654"/>
                  </a:lnTo>
                  <a:lnTo>
                    <a:pt x="14119" y="8629"/>
                  </a:lnTo>
                  <a:lnTo>
                    <a:pt x="14169" y="9337"/>
                  </a:lnTo>
                  <a:lnTo>
                    <a:pt x="14473" y="8603"/>
                  </a:lnTo>
                  <a:lnTo>
                    <a:pt x="14425" y="7922"/>
                  </a:lnTo>
                  <a:lnTo>
                    <a:pt x="14401" y="7590"/>
                  </a:lnTo>
                  <a:lnTo>
                    <a:pt x="14021" y="7241"/>
                  </a:lnTo>
                  <a:lnTo>
                    <a:pt x="13619" y="6579"/>
                  </a:lnTo>
                  <a:lnTo>
                    <a:pt x="13973" y="6554"/>
                  </a:lnTo>
                  <a:lnTo>
                    <a:pt x="13949" y="6226"/>
                  </a:lnTo>
                  <a:lnTo>
                    <a:pt x="13901" y="5539"/>
                  </a:lnTo>
                  <a:lnTo>
                    <a:pt x="13874" y="5165"/>
                  </a:lnTo>
                  <a:lnTo>
                    <a:pt x="13496" y="4837"/>
                  </a:lnTo>
                  <a:lnTo>
                    <a:pt x="13471" y="4483"/>
                  </a:lnTo>
                  <a:lnTo>
                    <a:pt x="13801" y="4125"/>
                  </a:lnTo>
                  <a:lnTo>
                    <a:pt x="14102" y="3366"/>
                  </a:lnTo>
                  <a:lnTo>
                    <a:pt x="14439" y="3087"/>
                  </a:lnTo>
                  <a:lnTo>
                    <a:pt x="15124" y="3039"/>
                  </a:lnTo>
                  <a:lnTo>
                    <a:pt x="15100" y="2680"/>
                  </a:lnTo>
                  <a:lnTo>
                    <a:pt x="14768" y="2348"/>
                  </a:lnTo>
                  <a:lnTo>
                    <a:pt x="14059" y="2753"/>
                  </a:lnTo>
                  <a:lnTo>
                    <a:pt x="13352" y="2804"/>
                  </a:lnTo>
                  <a:lnTo>
                    <a:pt x="12691" y="2851"/>
                  </a:lnTo>
                  <a:lnTo>
                    <a:pt x="12290" y="2194"/>
                  </a:lnTo>
                  <a:lnTo>
                    <a:pt x="11608" y="2242"/>
                  </a:lnTo>
                  <a:lnTo>
                    <a:pt x="11250" y="1912"/>
                  </a:lnTo>
                  <a:lnTo>
                    <a:pt x="10800" y="1233"/>
                  </a:lnTo>
                  <a:lnTo>
                    <a:pt x="10442" y="903"/>
                  </a:lnTo>
                  <a:lnTo>
                    <a:pt x="10091" y="593"/>
                  </a:lnTo>
                  <a:lnTo>
                    <a:pt x="9685" y="245"/>
                  </a:lnTo>
                  <a:lnTo>
                    <a:pt x="9378" y="267"/>
                  </a:lnTo>
                  <a:lnTo>
                    <a:pt x="8666"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28"/>
            <p:cNvSpPr/>
            <p:nvPr/>
          </p:nvSpPr>
          <p:spPr>
            <a:xfrm>
              <a:off x="7880443" y="3711556"/>
              <a:ext cx="253384" cy="166276"/>
            </a:xfrm>
            <a:custGeom>
              <a:avLst/>
              <a:gdLst/>
              <a:ahLst/>
              <a:cxnLst/>
              <a:rect l="l" t="t" r="r" b="b"/>
              <a:pathLst>
                <a:path w="11810" h="7750" extrusionOk="0">
                  <a:moveTo>
                    <a:pt x="4685" y="0"/>
                  </a:moveTo>
                  <a:lnTo>
                    <a:pt x="4586" y="8"/>
                  </a:lnTo>
                  <a:lnTo>
                    <a:pt x="4404" y="21"/>
                  </a:lnTo>
                  <a:lnTo>
                    <a:pt x="4429" y="375"/>
                  </a:lnTo>
                  <a:lnTo>
                    <a:pt x="4453" y="728"/>
                  </a:lnTo>
                  <a:lnTo>
                    <a:pt x="4407" y="732"/>
                  </a:lnTo>
                  <a:lnTo>
                    <a:pt x="4027" y="759"/>
                  </a:lnTo>
                  <a:lnTo>
                    <a:pt x="3346" y="806"/>
                  </a:lnTo>
                  <a:lnTo>
                    <a:pt x="3373" y="1180"/>
                  </a:lnTo>
                  <a:lnTo>
                    <a:pt x="3326" y="1185"/>
                  </a:lnTo>
                  <a:lnTo>
                    <a:pt x="3018" y="1206"/>
                  </a:lnTo>
                  <a:lnTo>
                    <a:pt x="2358" y="1253"/>
                  </a:lnTo>
                  <a:lnTo>
                    <a:pt x="1675" y="1636"/>
                  </a:lnTo>
                  <a:lnTo>
                    <a:pt x="1039" y="2036"/>
                  </a:lnTo>
                  <a:lnTo>
                    <a:pt x="27" y="2792"/>
                  </a:lnTo>
                  <a:lnTo>
                    <a:pt x="1" y="2794"/>
                  </a:lnTo>
                  <a:lnTo>
                    <a:pt x="1064" y="3054"/>
                  </a:lnTo>
                  <a:lnTo>
                    <a:pt x="1090" y="3428"/>
                  </a:lnTo>
                  <a:lnTo>
                    <a:pt x="1421" y="3738"/>
                  </a:lnTo>
                  <a:lnTo>
                    <a:pt x="1162" y="4441"/>
                  </a:lnTo>
                  <a:lnTo>
                    <a:pt x="1187" y="4796"/>
                  </a:lnTo>
                  <a:lnTo>
                    <a:pt x="1544" y="5482"/>
                  </a:lnTo>
                  <a:lnTo>
                    <a:pt x="1924" y="5836"/>
                  </a:lnTo>
                  <a:lnTo>
                    <a:pt x="2299" y="5810"/>
                  </a:lnTo>
                  <a:lnTo>
                    <a:pt x="2632" y="5786"/>
                  </a:lnTo>
                  <a:lnTo>
                    <a:pt x="2986" y="5761"/>
                  </a:lnTo>
                  <a:lnTo>
                    <a:pt x="3313" y="5738"/>
                  </a:lnTo>
                  <a:lnTo>
                    <a:pt x="3647" y="5714"/>
                  </a:lnTo>
                  <a:lnTo>
                    <a:pt x="3973" y="5310"/>
                  </a:lnTo>
                  <a:lnTo>
                    <a:pt x="4374" y="5662"/>
                  </a:lnTo>
                  <a:lnTo>
                    <a:pt x="4397" y="5990"/>
                  </a:lnTo>
                  <a:lnTo>
                    <a:pt x="5084" y="5942"/>
                  </a:lnTo>
                  <a:lnTo>
                    <a:pt x="5438" y="5917"/>
                  </a:lnTo>
                  <a:lnTo>
                    <a:pt x="6170" y="6221"/>
                  </a:lnTo>
                  <a:lnTo>
                    <a:pt x="6189" y="6506"/>
                  </a:lnTo>
                  <a:lnTo>
                    <a:pt x="7253" y="7116"/>
                  </a:lnTo>
                  <a:lnTo>
                    <a:pt x="7986" y="7446"/>
                  </a:lnTo>
                  <a:lnTo>
                    <a:pt x="8337" y="7750"/>
                  </a:lnTo>
                  <a:lnTo>
                    <a:pt x="9377" y="7677"/>
                  </a:lnTo>
                  <a:lnTo>
                    <a:pt x="10110" y="7626"/>
                  </a:lnTo>
                  <a:lnTo>
                    <a:pt x="10417" y="7603"/>
                  </a:lnTo>
                  <a:lnTo>
                    <a:pt x="11102" y="7226"/>
                  </a:lnTo>
                  <a:lnTo>
                    <a:pt x="11783" y="7178"/>
                  </a:lnTo>
                  <a:lnTo>
                    <a:pt x="11756" y="6798"/>
                  </a:lnTo>
                  <a:lnTo>
                    <a:pt x="11802" y="7124"/>
                  </a:lnTo>
                  <a:lnTo>
                    <a:pt x="11809" y="7176"/>
                  </a:lnTo>
                  <a:lnTo>
                    <a:pt x="11805" y="7116"/>
                  </a:lnTo>
                  <a:lnTo>
                    <a:pt x="11714" y="5829"/>
                  </a:lnTo>
                  <a:lnTo>
                    <a:pt x="11356" y="5498"/>
                  </a:lnTo>
                  <a:lnTo>
                    <a:pt x="11308" y="5502"/>
                  </a:lnTo>
                  <a:lnTo>
                    <a:pt x="11002" y="5524"/>
                  </a:lnTo>
                  <a:lnTo>
                    <a:pt x="11332" y="5170"/>
                  </a:lnTo>
                  <a:lnTo>
                    <a:pt x="10953" y="4817"/>
                  </a:lnTo>
                  <a:lnTo>
                    <a:pt x="10931" y="4818"/>
                  </a:lnTo>
                  <a:lnTo>
                    <a:pt x="10839" y="4824"/>
                  </a:lnTo>
                  <a:lnTo>
                    <a:pt x="10625" y="4839"/>
                  </a:lnTo>
                  <a:lnTo>
                    <a:pt x="10070" y="4879"/>
                  </a:lnTo>
                  <a:lnTo>
                    <a:pt x="9938" y="4888"/>
                  </a:lnTo>
                  <a:lnTo>
                    <a:pt x="9181" y="4230"/>
                  </a:lnTo>
                  <a:lnTo>
                    <a:pt x="8121" y="3950"/>
                  </a:lnTo>
                  <a:lnTo>
                    <a:pt x="7764" y="3646"/>
                  </a:lnTo>
                  <a:lnTo>
                    <a:pt x="8369" y="3603"/>
                  </a:lnTo>
                  <a:lnTo>
                    <a:pt x="8425" y="3599"/>
                  </a:lnTo>
                  <a:lnTo>
                    <a:pt x="8733" y="3222"/>
                  </a:lnTo>
                  <a:lnTo>
                    <a:pt x="8709" y="2889"/>
                  </a:lnTo>
                  <a:lnTo>
                    <a:pt x="8023" y="2562"/>
                  </a:lnTo>
                  <a:lnTo>
                    <a:pt x="7971" y="2565"/>
                  </a:lnTo>
                  <a:lnTo>
                    <a:pt x="7641" y="2589"/>
                  </a:lnTo>
                  <a:lnTo>
                    <a:pt x="7289" y="2614"/>
                  </a:lnTo>
                  <a:lnTo>
                    <a:pt x="6248" y="1997"/>
                  </a:lnTo>
                  <a:lnTo>
                    <a:pt x="6911" y="1621"/>
                  </a:lnTo>
                  <a:lnTo>
                    <a:pt x="7193" y="1245"/>
                  </a:lnTo>
                  <a:lnTo>
                    <a:pt x="6149" y="608"/>
                  </a:lnTo>
                  <a:lnTo>
                    <a:pt x="5822" y="632"/>
                  </a:lnTo>
                  <a:lnTo>
                    <a:pt x="5442" y="659"/>
                  </a:lnTo>
                  <a:lnTo>
                    <a:pt x="5417" y="305"/>
                  </a:lnTo>
                  <a:lnTo>
                    <a:pt x="4685"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28"/>
            <p:cNvSpPr/>
            <p:nvPr/>
          </p:nvSpPr>
          <p:spPr>
            <a:xfrm>
              <a:off x="7610432" y="3615394"/>
              <a:ext cx="459652" cy="164517"/>
            </a:xfrm>
            <a:custGeom>
              <a:avLst/>
              <a:gdLst/>
              <a:ahLst/>
              <a:cxnLst/>
              <a:rect l="l" t="t" r="r" b="b"/>
              <a:pathLst>
                <a:path w="21424" h="7668" extrusionOk="0">
                  <a:moveTo>
                    <a:pt x="16953" y="0"/>
                  </a:moveTo>
                  <a:lnTo>
                    <a:pt x="16932" y="2"/>
                  </a:lnTo>
                  <a:lnTo>
                    <a:pt x="16776" y="12"/>
                  </a:lnTo>
                  <a:lnTo>
                    <a:pt x="16292" y="47"/>
                  </a:lnTo>
                  <a:lnTo>
                    <a:pt x="16319" y="421"/>
                  </a:lnTo>
                  <a:lnTo>
                    <a:pt x="15614" y="806"/>
                  </a:lnTo>
                  <a:lnTo>
                    <a:pt x="15613" y="785"/>
                  </a:lnTo>
                  <a:lnTo>
                    <a:pt x="15564" y="99"/>
                  </a:lnTo>
                  <a:lnTo>
                    <a:pt x="15231" y="122"/>
                  </a:lnTo>
                  <a:lnTo>
                    <a:pt x="14903" y="145"/>
                  </a:lnTo>
                  <a:lnTo>
                    <a:pt x="14929" y="520"/>
                  </a:lnTo>
                  <a:lnTo>
                    <a:pt x="14599" y="878"/>
                  </a:lnTo>
                  <a:lnTo>
                    <a:pt x="14553" y="881"/>
                  </a:lnTo>
                  <a:lnTo>
                    <a:pt x="14267" y="901"/>
                  </a:lnTo>
                  <a:lnTo>
                    <a:pt x="13516" y="619"/>
                  </a:lnTo>
                  <a:lnTo>
                    <a:pt x="13494" y="632"/>
                  </a:lnTo>
                  <a:lnTo>
                    <a:pt x="12879" y="1000"/>
                  </a:lnTo>
                  <a:lnTo>
                    <a:pt x="12550" y="1377"/>
                  </a:lnTo>
                  <a:lnTo>
                    <a:pt x="11863" y="1426"/>
                  </a:lnTo>
                  <a:lnTo>
                    <a:pt x="11527" y="1450"/>
                  </a:lnTo>
                  <a:lnTo>
                    <a:pt x="11156" y="1476"/>
                  </a:lnTo>
                  <a:lnTo>
                    <a:pt x="11512" y="1096"/>
                  </a:lnTo>
                  <a:lnTo>
                    <a:pt x="11107" y="790"/>
                  </a:lnTo>
                  <a:lnTo>
                    <a:pt x="10753" y="815"/>
                  </a:lnTo>
                  <a:lnTo>
                    <a:pt x="10067" y="864"/>
                  </a:lnTo>
                  <a:lnTo>
                    <a:pt x="10029" y="866"/>
                  </a:lnTo>
                  <a:lnTo>
                    <a:pt x="9033" y="936"/>
                  </a:lnTo>
                  <a:lnTo>
                    <a:pt x="8605" y="590"/>
                  </a:lnTo>
                  <a:lnTo>
                    <a:pt x="8510" y="596"/>
                  </a:lnTo>
                  <a:lnTo>
                    <a:pt x="8298" y="612"/>
                  </a:lnTo>
                  <a:lnTo>
                    <a:pt x="7285" y="1060"/>
                  </a:lnTo>
                  <a:lnTo>
                    <a:pt x="6846" y="1091"/>
                  </a:lnTo>
                  <a:lnTo>
                    <a:pt x="6624" y="1107"/>
                  </a:lnTo>
                  <a:lnTo>
                    <a:pt x="5944" y="1154"/>
                  </a:lnTo>
                  <a:lnTo>
                    <a:pt x="5922" y="1157"/>
                  </a:lnTo>
                  <a:lnTo>
                    <a:pt x="5542" y="1184"/>
                  </a:lnTo>
                  <a:lnTo>
                    <a:pt x="5183" y="832"/>
                  </a:lnTo>
                  <a:lnTo>
                    <a:pt x="5163" y="833"/>
                  </a:lnTo>
                  <a:lnTo>
                    <a:pt x="3769" y="932"/>
                  </a:lnTo>
                  <a:lnTo>
                    <a:pt x="3479" y="952"/>
                  </a:lnTo>
                  <a:lnTo>
                    <a:pt x="3461" y="953"/>
                  </a:lnTo>
                  <a:lnTo>
                    <a:pt x="2756" y="669"/>
                  </a:lnTo>
                  <a:lnTo>
                    <a:pt x="2020" y="365"/>
                  </a:lnTo>
                  <a:lnTo>
                    <a:pt x="2012" y="384"/>
                  </a:lnTo>
                  <a:lnTo>
                    <a:pt x="1741" y="1076"/>
                  </a:lnTo>
                  <a:lnTo>
                    <a:pt x="1388" y="1477"/>
                  </a:lnTo>
                  <a:lnTo>
                    <a:pt x="1318" y="1482"/>
                  </a:lnTo>
                  <a:lnTo>
                    <a:pt x="706" y="1525"/>
                  </a:lnTo>
                  <a:lnTo>
                    <a:pt x="352" y="1550"/>
                  </a:lnTo>
                  <a:lnTo>
                    <a:pt x="47" y="2261"/>
                  </a:lnTo>
                  <a:lnTo>
                    <a:pt x="0" y="2264"/>
                  </a:lnTo>
                  <a:lnTo>
                    <a:pt x="1106" y="2515"/>
                  </a:lnTo>
                  <a:lnTo>
                    <a:pt x="1439" y="2492"/>
                  </a:lnTo>
                  <a:lnTo>
                    <a:pt x="1793" y="2466"/>
                  </a:lnTo>
                  <a:lnTo>
                    <a:pt x="2146" y="2823"/>
                  </a:lnTo>
                  <a:lnTo>
                    <a:pt x="2479" y="2801"/>
                  </a:lnTo>
                  <a:lnTo>
                    <a:pt x="2827" y="2394"/>
                  </a:lnTo>
                  <a:lnTo>
                    <a:pt x="3160" y="2370"/>
                  </a:lnTo>
                  <a:lnTo>
                    <a:pt x="3540" y="2725"/>
                  </a:lnTo>
                  <a:lnTo>
                    <a:pt x="4274" y="2673"/>
                  </a:lnTo>
                  <a:lnTo>
                    <a:pt x="4321" y="3354"/>
                  </a:lnTo>
                  <a:lnTo>
                    <a:pt x="4649" y="3332"/>
                  </a:lnTo>
                  <a:lnTo>
                    <a:pt x="5336" y="3283"/>
                  </a:lnTo>
                  <a:lnTo>
                    <a:pt x="5668" y="3615"/>
                  </a:lnTo>
                  <a:lnTo>
                    <a:pt x="5693" y="3974"/>
                  </a:lnTo>
                  <a:lnTo>
                    <a:pt x="6138" y="4581"/>
                  </a:lnTo>
                  <a:lnTo>
                    <a:pt x="6491" y="4911"/>
                  </a:lnTo>
                  <a:lnTo>
                    <a:pt x="7247" y="5547"/>
                  </a:lnTo>
                  <a:lnTo>
                    <a:pt x="7578" y="5879"/>
                  </a:lnTo>
                  <a:lnTo>
                    <a:pt x="7605" y="6253"/>
                  </a:lnTo>
                  <a:lnTo>
                    <a:pt x="7298" y="6275"/>
                  </a:lnTo>
                  <a:lnTo>
                    <a:pt x="6993" y="6986"/>
                  </a:lnTo>
                  <a:lnTo>
                    <a:pt x="7016" y="7314"/>
                  </a:lnTo>
                  <a:lnTo>
                    <a:pt x="7040" y="7668"/>
                  </a:lnTo>
                  <a:lnTo>
                    <a:pt x="7395" y="7643"/>
                  </a:lnTo>
                  <a:lnTo>
                    <a:pt x="7370" y="7289"/>
                  </a:lnTo>
                  <a:lnTo>
                    <a:pt x="7676" y="7267"/>
                  </a:lnTo>
                  <a:lnTo>
                    <a:pt x="8078" y="7239"/>
                  </a:lnTo>
                  <a:lnTo>
                    <a:pt x="9424" y="7144"/>
                  </a:lnTo>
                  <a:lnTo>
                    <a:pt x="9776" y="6789"/>
                  </a:lnTo>
                  <a:lnTo>
                    <a:pt x="10109" y="6767"/>
                  </a:lnTo>
                  <a:lnTo>
                    <a:pt x="10411" y="6389"/>
                  </a:lnTo>
                  <a:lnTo>
                    <a:pt x="11123" y="6694"/>
                  </a:lnTo>
                  <a:lnTo>
                    <a:pt x="11496" y="6668"/>
                  </a:lnTo>
                  <a:lnTo>
                    <a:pt x="11520" y="6996"/>
                  </a:lnTo>
                  <a:lnTo>
                    <a:pt x="11545" y="7350"/>
                  </a:lnTo>
                  <a:lnTo>
                    <a:pt x="11904" y="7324"/>
                  </a:lnTo>
                  <a:lnTo>
                    <a:pt x="12586" y="7276"/>
                  </a:lnTo>
                  <a:lnTo>
                    <a:pt x="12612" y="7274"/>
                  </a:lnTo>
                  <a:lnTo>
                    <a:pt x="13624" y="6518"/>
                  </a:lnTo>
                  <a:lnTo>
                    <a:pt x="14260" y="6118"/>
                  </a:lnTo>
                  <a:lnTo>
                    <a:pt x="14943" y="5735"/>
                  </a:lnTo>
                  <a:lnTo>
                    <a:pt x="15603" y="5688"/>
                  </a:lnTo>
                  <a:lnTo>
                    <a:pt x="15625" y="5686"/>
                  </a:lnTo>
                  <a:lnTo>
                    <a:pt x="15911" y="5667"/>
                  </a:lnTo>
                  <a:lnTo>
                    <a:pt x="15958" y="5662"/>
                  </a:lnTo>
                  <a:lnTo>
                    <a:pt x="15931" y="5288"/>
                  </a:lnTo>
                  <a:lnTo>
                    <a:pt x="16659" y="5237"/>
                  </a:lnTo>
                  <a:lnTo>
                    <a:pt x="16992" y="5214"/>
                  </a:lnTo>
                  <a:lnTo>
                    <a:pt x="17038" y="5210"/>
                  </a:lnTo>
                  <a:lnTo>
                    <a:pt x="17014" y="4857"/>
                  </a:lnTo>
                  <a:lnTo>
                    <a:pt x="16989" y="4503"/>
                  </a:lnTo>
                  <a:lnTo>
                    <a:pt x="17171" y="4490"/>
                  </a:lnTo>
                  <a:lnTo>
                    <a:pt x="17270" y="4482"/>
                  </a:lnTo>
                  <a:lnTo>
                    <a:pt x="17601" y="3771"/>
                  </a:lnTo>
                  <a:lnTo>
                    <a:pt x="17881" y="3394"/>
                  </a:lnTo>
                  <a:lnTo>
                    <a:pt x="17901" y="3367"/>
                  </a:lnTo>
                  <a:lnTo>
                    <a:pt x="18661" y="4050"/>
                  </a:lnTo>
                  <a:lnTo>
                    <a:pt x="18866" y="4036"/>
                  </a:lnTo>
                  <a:lnTo>
                    <a:pt x="19301" y="4005"/>
                  </a:lnTo>
                  <a:lnTo>
                    <a:pt x="19346" y="4002"/>
                  </a:lnTo>
                  <a:lnTo>
                    <a:pt x="20029" y="4266"/>
                  </a:lnTo>
                  <a:lnTo>
                    <a:pt x="20078" y="4285"/>
                  </a:lnTo>
                  <a:lnTo>
                    <a:pt x="20054" y="3951"/>
                  </a:lnTo>
                  <a:lnTo>
                    <a:pt x="21048" y="3881"/>
                  </a:lnTo>
                  <a:lnTo>
                    <a:pt x="21423" y="3855"/>
                  </a:lnTo>
                  <a:lnTo>
                    <a:pt x="21371" y="3122"/>
                  </a:lnTo>
                  <a:lnTo>
                    <a:pt x="21353" y="2867"/>
                  </a:lnTo>
                  <a:lnTo>
                    <a:pt x="20953" y="2535"/>
                  </a:lnTo>
                  <a:lnTo>
                    <a:pt x="19934" y="2251"/>
                  </a:lnTo>
                  <a:lnTo>
                    <a:pt x="19911" y="1923"/>
                  </a:lnTo>
                  <a:lnTo>
                    <a:pt x="19859" y="1190"/>
                  </a:lnTo>
                  <a:lnTo>
                    <a:pt x="20140" y="1170"/>
                  </a:lnTo>
                  <a:lnTo>
                    <a:pt x="20192" y="1166"/>
                  </a:lnTo>
                  <a:lnTo>
                    <a:pt x="19128" y="912"/>
                  </a:lnTo>
                  <a:lnTo>
                    <a:pt x="18877" y="931"/>
                  </a:lnTo>
                  <a:lnTo>
                    <a:pt x="18749" y="939"/>
                  </a:lnTo>
                  <a:lnTo>
                    <a:pt x="18138" y="1311"/>
                  </a:lnTo>
                  <a:lnTo>
                    <a:pt x="18120" y="1298"/>
                  </a:lnTo>
                  <a:lnTo>
                    <a:pt x="17735" y="1011"/>
                  </a:lnTo>
                  <a:lnTo>
                    <a:pt x="17710" y="658"/>
                  </a:lnTo>
                  <a:lnTo>
                    <a:pt x="17686" y="325"/>
                  </a:lnTo>
                  <a:lnTo>
                    <a:pt x="16953"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28"/>
            <p:cNvSpPr/>
            <p:nvPr/>
          </p:nvSpPr>
          <p:spPr>
            <a:xfrm>
              <a:off x="5204361" y="4061809"/>
              <a:ext cx="7595" cy="579"/>
            </a:xfrm>
            <a:custGeom>
              <a:avLst/>
              <a:gdLst/>
              <a:ahLst/>
              <a:cxnLst/>
              <a:rect l="l" t="t" r="r" b="b"/>
              <a:pathLst>
                <a:path w="354" h="27" fill="none" extrusionOk="0">
                  <a:moveTo>
                    <a:pt x="1" y="27"/>
                  </a:moveTo>
                  <a:lnTo>
                    <a:pt x="353" y="1"/>
                  </a:lnTo>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28"/>
            <p:cNvSpPr/>
            <p:nvPr/>
          </p:nvSpPr>
          <p:spPr>
            <a:xfrm>
              <a:off x="4638571" y="3756483"/>
              <a:ext cx="8067" cy="7145"/>
            </a:xfrm>
            <a:custGeom>
              <a:avLst/>
              <a:gdLst/>
              <a:ahLst/>
              <a:cxnLst/>
              <a:rect l="l" t="t" r="r" b="b"/>
              <a:pathLst>
                <a:path w="376" h="333" extrusionOk="0">
                  <a:moveTo>
                    <a:pt x="354" y="0"/>
                  </a:moveTo>
                  <a:lnTo>
                    <a:pt x="0" y="26"/>
                  </a:lnTo>
                  <a:lnTo>
                    <a:pt x="22" y="332"/>
                  </a:lnTo>
                  <a:lnTo>
                    <a:pt x="375" y="308"/>
                  </a:lnTo>
                  <a:lnTo>
                    <a:pt x="354"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28"/>
            <p:cNvSpPr/>
            <p:nvPr/>
          </p:nvSpPr>
          <p:spPr>
            <a:xfrm>
              <a:off x="4617545" y="3695894"/>
              <a:ext cx="761781" cy="650108"/>
            </a:xfrm>
            <a:custGeom>
              <a:avLst/>
              <a:gdLst/>
              <a:ahLst/>
              <a:cxnLst/>
              <a:rect l="l" t="t" r="r" b="b"/>
              <a:pathLst>
                <a:path w="35506" h="30301" extrusionOk="0">
                  <a:moveTo>
                    <a:pt x="6424" y="0"/>
                  </a:moveTo>
                  <a:lnTo>
                    <a:pt x="5740" y="383"/>
                  </a:lnTo>
                  <a:lnTo>
                    <a:pt x="5386" y="408"/>
                  </a:lnTo>
                  <a:lnTo>
                    <a:pt x="5009" y="100"/>
                  </a:lnTo>
                  <a:lnTo>
                    <a:pt x="5033" y="433"/>
                  </a:lnTo>
                  <a:lnTo>
                    <a:pt x="4700" y="457"/>
                  </a:lnTo>
                  <a:lnTo>
                    <a:pt x="4346" y="482"/>
                  </a:lnTo>
                  <a:lnTo>
                    <a:pt x="3992" y="507"/>
                  </a:lnTo>
                  <a:lnTo>
                    <a:pt x="4371" y="835"/>
                  </a:lnTo>
                  <a:lnTo>
                    <a:pt x="4042" y="1214"/>
                  </a:lnTo>
                  <a:lnTo>
                    <a:pt x="3714" y="1592"/>
                  </a:lnTo>
                  <a:lnTo>
                    <a:pt x="3689" y="1239"/>
                  </a:lnTo>
                  <a:lnTo>
                    <a:pt x="3311" y="910"/>
                  </a:lnTo>
                  <a:lnTo>
                    <a:pt x="2957" y="935"/>
                  </a:lnTo>
                  <a:lnTo>
                    <a:pt x="2602" y="961"/>
                  </a:lnTo>
                  <a:lnTo>
                    <a:pt x="2244" y="630"/>
                  </a:lnTo>
                  <a:lnTo>
                    <a:pt x="1940" y="1362"/>
                  </a:lnTo>
                  <a:lnTo>
                    <a:pt x="1563" y="1033"/>
                  </a:lnTo>
                  <a:lnTo>
                    <a:pt x="1234" y="1412"/>
                  </a:lnTo>
                  <a:lnTo>
                    <a:pt x="905" y="1790"/>
                  </a:lnTo>
                  <a:lnTo>
                    <a:pt x="1284" y="2119"/>
                  </a:lnTo>
                  <a:lnTo>
                    <a:pt x="1307" y="2447"/>
                  </a:lnTo>
                  <a:lnTo>
                    <a:pt x="1638" y="2094"/>
                  </a:lnTo>
                  <a:lnTo>
                    <a:pt x="1661" y="2422"/>
                  </a:lnTo>
                  <a:lnTo>
                    <a:pt x="1334" y="2827"/>
                  </a:lnTo>
                  <a:lnTo>
                    <a:pt x="1334" y="2827"/>
                  </a:lnTo>
                  <a:lnTo>
                    <a:pt x="2041" y="2777"/>
                  </a:lnTo>
                  <a:lnTo>
                    <a:pt x="2063" y="3084"/>
                  </a:lnTo>
                  <a:lnTo>
                    <a:pt x="1736" y="3483"/>
                  </a:lnTo>
                  <a:lnTo>
                    <a:pt x="1760" y="3816"/>
                  </a:lnTo>
                  <a:lnTo>
                    <a:pt x="1431" y="4195"/>
                  </a:lnTo>
                  <a:lnTo>
                    <a:pt x="1785" y="4170"/>
                  </a:lnTo>
                  <a:lnTo>
                    <a:pt x="1811" y="4544"/>
                  </a:lnTo>
                  <a:lnTo>
                    <a:pt x="1481" y="4901"/>
                  </a:lnTo>
                  <a:lnTo>
                    <a:pt x="1103" y="4594"/>
                  </a:lnTo>
                  <a:lnTo>
                    <a:pt x="773" y="4952"/>
                  </a:lnTo>
                  <a:lnTo>
                    <a:pt x="822" y="5633"/>
                  </a:lnTo>
                  <a:lnTo>
                    <a:pt x="869" y="5629"/>
                  </a:lnTo>
                  <a:lnTo>
                    <a:pt x="866" y="5609"/>
                  </a:lnTo>
                  <a:lnTo>
                    <a:pt x="1600" y="5557"/>
                  </a:lnTo>
                  <a:lnTo>
                    <a:pt x="1881" y="5537"/>
                  </a:lnTo>
                  <a:lnTo>
                    <a:pt x="1859" y="5231"/>
                  </a:lnTo>
                  <a:lnTo>
                    <a:pt x="1935" y="5259"/>
                  </a:lnTo>
                  <a:lnTo>
                    <a:pt x="1929" y="5179"/>
                  </a:lnTo>
                  <a:lnTo>
                    <a:pt x="2636" y="5484"/>
                  </a:lnTo>
                  <a:lnTo>
                    <a:pt x="2990" y="5459"/>
                  </a:lnTo>
                  <a:lnTo>
                    <a:pt x="3012" y="5787"/>
                  </a:lnTo>
                  <a:lnTo>
                    <a:pt x="3039" y="6166"/>
                  </a:lnTo>
                  <a:lnTo>
                    <a:pt x="3062" y="6494"/>
                  </a:lnTo>
                  <a:lnTo>
                    <a:pt x="3394" y="6470"/>
                  </a:lnTo>
                  <a:lnTo>
                    <a:pt x="3775" y="6443"/>
                  </a:lnTo>
                  <a:lnTo>
                    <a:pt x="4103" y="6421"/>
                  </a:lnTo>
                  <a:lnTo>
                    <a:pt x="4506" y="6747"/>
                  </a:lnTo>
                  <a:lnTo>
                    <a:pt x="4861" y="6722"/>
                  </a:lnTo>
                  <a:lnTo>
                    <a:pt x="5213" y="7053"/>
                  </a:lnTo>
                  <a:lnTo>
                    <a:pt x="5518" y="7302"/>
                  </a:lnTo>
                  <a:lnTo>
                    <a:pt x="5503" y="7085"/>
                  </a:lnTo>
                  <a:lnTo>
                    <a:pt x="5570" y="7079"/>
                  </a:lnTo>
                  <a:lnTo>
                    <a:pt x="5567" y="7028"/>
                  </a:lnTo>
                  <a:lnTo>
                    <a:pt x="5921" y="7002"/>
                  </a:lnTo>
                  <a:lnTo>
                    <a:pt x="6274" y="6978"/>
                  </a:lnTo>
                  <a:lnTo>
                    <a:pt x="6298" y="7311"/>
                  </a:lnTo>
                  <a:lnTo>
                    <a:pt x="6631" y="7287"/>
                  </a:lnTo>
                  <a:lnTo>
                    <a:pt x="7004" y="7261"/>
                  </a:lnTo>
                  <a:lnTo>
                    <a:pt x="7339" y="7619"/>
                  </a:lnTo>
                  <a:lnTo>
                    <a:pt x="7055" y="7967"/>
                  </a:lnTo>
                  <a:lnTo>
                    <a:pt x="7080" y="8322"/>
                  </a:lnTo>
                  <a:lnTo>
                    <a:pt x="7105" y="8676"/>
                  </a:lnTo>
                  <a:lnTo>
                    <a:pt x="7411" y="8654"/>
                  </a:lnTo>
                  <a:lnTo>
                    <a:pt x="7817" y="8981"/>
                  </a:lnTo>
                  <a:lnTo>
                    <a:pt x="7840" y="9313"/>
                  </a:lnTo>
                  <a:lnTo>
                    <a:pt x="7793" y="9316"/>
                  </a:lnTo>
                  <a:lnTo>
                    <a:pt x="7796" y="9364"/>
                  </a:lnTo>
                  <a:lnTo>
                    <a:pt x="7463" y="9387"/>
                  </a:lnTo>
                  <a:lnTo>
                    <a:pt x="7485" y="9693"/>
                  </a:lnTo>
                  <a:lnTo>
                    <a:pt x="7438" y="9697"/>
                  </a:lnTo>
                  <a:lnTo>
                    <a:pt x="7441" y="9744"/>
                  </a:lnTo>
                  <a:lnTo>
                    <a:pt x="7114" y="9767"/>
                  </a:lnTo>
                  <a:lnTo>
                    <a:pt x="6808" y="9789"/>
                  </a:lnTo>
                  <a:lnTo>
                    <a:pt x="6829" y="10096"/>
                  </a:lnTo>
                  <a:lnTo>
                    <a:pt x="6782" y="10099"/>
                  </a:lnTo>
                  <a:lnTo>
                    <a:pt x="6784" y="10120"/>
                  </a:lnTo>
                  <a:lnTo>
                    <a:pt x="6430" y="10144"/>
                  </a:lnTo>
                  <a:lnTo>
                    <a:pt x="6143" y="10165"/>
                  </a:lnTo>
                  <a:lnTo>
                    <a:pt x="6167" y="10498"/>
                  </a:lnTo>
                  <a:lnTo>
                    <a:pt x="6099" y="10502"/>
                  </a:lnTo>
                  <a:lnTo>
                    <a:pt x="6102" y="10549"/>
                  </a:lnTo>
                  <a:lnTo>
                    <a:pt x="5770" y="10573"/>
                  </a:lnTo>
                  <a:lnTo>
                    <a:pt x="5485" y="10902"/>
                  </a:lnTo>
                  <a:lnTo>
                    <a:pt x="5509" y="11229"/>
                  </a:lnTo>
                  <a:lnTo>
                    <a:pt x="5207" y="11632"/>
                  </a:lnTo>
                  <a:lnTo>
                    <a:pt x="5228" y="11939"/>
                  </a:lnTo>
                  <a:lnTo>
                    <a:pt x="4902" y="12338"/>
                  </a:lnTo>
                  <a:lnTo>
                    <a:pt x="4926" y="12671"/>
                  </a:lnTo>
                  <a:lnTo>
                    <a:pt x="4950" y="13025"/>
                  </a:lnTo>
                  <a:lnTo>
                    <a:pt x="4976" y="13399"/>
                  </a:lnTo>
                  <a:lnTo>
                    <a:pt x="5000" y="13732"/>
                  </a:lnTo>
                  <a:lnTo>
                    <a:pt x="4928" y="13736"/>
                  </a:lnTo>
                  <a:lnTo>
                    <a:pt x="4931" y="13784"/>
                  </a:lnTo>
                  <a:lnTo>
                    <a:pt x="4577" y="13809"/>
                  </a:lnTo>
                  <a:lnTo>
                    <a:pt x="4296" y="13829"/>
                  </a:lnTo>
                  <a:lnTo>
                    <a:pt x="4317" y="14109"/>
                  </a:lnTo>
                  <a:lnTo>
                    <a:pt x="3654" y="14868"/>
                  </a:lnTo>
                  <a:lnTo>
                    <a:pt x="3680" y="15226"/>
                  </a:lnTo>
                  <a:lnTo>
                    <a:pt x="3351" y="15604"/>
                  </a:lnTo>
                  <a:lnTo>
                    <a:pt x="3376" y="15958"/>
                  </a:lnTo>
                  <a:lnTo>
                    <a:pt x="3328" y="15962"/>
                  </a:lnTo>
                  <a:lnTo>
                    <a:pt x="3330" y="15983"/>
                  </a:lnTo>
                  <a:lnTo>
                    <a:pt x="2977" y="16008"/>
                  </a:lnTo>
                  <a:lnTo>
                    <a:pt x="2321" y="15759"/>
                  </a:lnTo>
                  <a:lnTo>
                    <a:pt x="2363" y="16359"/>
                  </a:lnTo>
                  <a:lnTo>
                    <a:pt x="2388" y="16713"/>
                  </a:lnTo>
                  <a:lnTo>
                    <a:pt x="2414" y="17066"/>
                  </a:lnTo>
                  <a:lnTo>
                    <a:pt x="2793" y="17395"/>
                  </a:lnTo>
                  <a:lnTo>
                    <a:pt x="2818" y="17749"/>
                  </a:lnTo>
                  <a:lnTo>
                    <a:pt x="2842" y="18103"/>
                  </a:lnTo>
                  <a:lnTo>
                    <a:pt x="2514" y="18481"/>
                  </a:lnTo>
                  <a:lnTo>
                    <a:pt x="2182" y="18813"/>
                  </a:lnTo>
                  <a:lnTo>
                    <a:pt x="2209" y="19193"/>
                  </a:lnTo>
                  <a:lnTo>
                    <a:pt x="2135" y="19198"/>
                  </a:lnTo>
                  <a:lnTo>
                    <a:pt x="2138" y="19245"/>
                  </a:lnTo>
                  <a:lnTo>
                    <a:pt x="1786" y="19270"/>
                  </a:lnTo>
                  <a:lnTo>
                    <a:pt x="1524" y="19570"/>
                  </a:lnTo>
                  <a:lnTo>
                    <a:pt x="1551" y="19950"/>
                  </a:lnTo>
                  <a:lnTo>
                    <a:pt x="1222" y="20300"/>
                  </a:lnTo>
                  <a:lnTo>
                    <a:pt x="1221" y="20303"/>
                  </a:lnTo>
                  <a:lnTo>
                    <a:pt x="1600" y="20631"/>
                  </a:lnTo>
                  <a:lnTo>
                    <a:pt x="1927" y="20608"/>
                  </a:lnTo>
                  <a:lnTo>
                    <a:pt x="1952" y="20962"/>
                  </a:lnTo>
                  <a:lnTo>
                    <a:pt x="1976" y="21294"/>
                  </a:lnTo>
                  <a:lnTo>
                    <a:pt x="1930" y="21298"/>
                  </a:lnTo>
                  <a:lnTo>
                    <a:pt x="1933" y="21344"/>
                  </a:lnTo>
                  <a:lnTo>
                    <a:pt x="1607" y="21368"/>
                  </a:lnTo>
                  <a:lnTo>
                    <a:pt x="1321" y="21717"/>
                  </a:lnTo>
                  <a:lnTo>
                    <a:pt x="1298" y="21718"/>
                  </a:lnTo>
                  <a:lnTo>
                    <a:pt x="1275" y="21746"/>
                  </a:lnTo>
                  <a:lnTo>
                    <a:pt x="923" y="21771"/>
                  </a:lnTo>
                  <a:lnTo>
                    <a:pt x="614" y="21793"/>
                  </a:lnTo>
                  <a:lnTo>
                    <a:pt x="636" y="22100"/>
                  </a:lnTo>
                  <a:lnTo>
                    <a:pt x="591" y="22103"/>
                  </a:lnTo>
                  <a:lnTo>
                    <a:pt x="594" y="22150"/>
                  </a:lnTo>
                  <a:lnTo>
                    <a:pt x="307" y="22170"/>
                  </a:lnTo>
                  <a:lnTo>
                    <a:pt x="329" y="22478"/>
                  </a:lnTo>
                  <a:lnTo>
                    <a:pt x="0" y="22856"/>
                  </a:lnTo>
                  <a:lnTo>
                    <a:pt x="49" y="23542"/>
                  </a:lnTo>
                  <a:lnTo>
                    <a:pt x="99" y="24249"/>
                  </a:lnTo>
                  <a:lnTo>
                    <a:pt x="452" y="24224"/>
                  </a:lnTo>
                  <a:lnTo>
                    <a:pt x="391" y="24250"/>
                  </a:lnTo>
                  <a:lnTo>
                    <a:pt x="740" y="24225"/>
                  </a:lnTo>
                  <a:lnTo>
                    <a:pt x="1121" y="24580"/>
                  </a:lnTo>
                  <a:lnTo>
                    <a:pt x="1497" y="24882"/>
                  </a:lnTo>
                  <a:lnTo>
                    <a:pt x="1851" y="25213"/>
                  </a:lnTo>
                  <a:lnTo>
                    <a:pt x="1876" y="25567"/>
                  </a:lnTo>
                  <a:lnTo>
                    <a:pt x="2606" y="25850"/>
                  </a:lnTo>
                  <a:lnTo>
                    <a:pt x="2986" y="26199"/>
                  </a:lnTo>
                  <a:lnTo>
                    <a:pt x="3009" y="26531"/>
                  </a:lnTo>
                  <a:lnTo>
                    <a:pt x="2680" y="26911"/>
                  </a:lnTo>
                  <a:lnTo>
                    <a:pt x="2680" y="26911"/>
                  </a:lnTo>
                  <a:lnTo>
                    <a:pt x="3034" y="26886"/>
                  </a:lnTo>
                  <a:lnTo>
                    <a:pt x="3389" y="26860"/>
                  </a:lnTo>
                  <a:lnTo>
                    <a:pt x="3083" y="27567"/>
                  </a:lnTo>
                  <a:lnTo>
                    <a:pt x="3110" y="27946"/>
                  </a:lnTo>
                  <a:lnTo>
                    <a:pt x="2402" y="27996"/>
                  </a:lnTo>
                  <a:lnTo>
                    <a:pt x="2779" y="28299"/>
                  </a:lnTo>
                  <a:lnTo>
                    <a:pt x="2830" y="29011"/>
                  </a:lnTo>
                  <a:lnTo>
                    <a:pt x="3208" y="29340"/>
                  </a:lnTo>
                  <a:lnTo>
                    <a:pt x="3562" y="29315"/>
                  </a:lnTo>
                  <a:lnTo>
                    <a:pt x="3938" y="29618"/>
                  </a:lnTo>
                  <a:lnTo>
                    <a:pt x="4342" y="30301"/>
                  </a:lnTo>
                  <a:lnTo>
                    <a:pt x="4650" y="29923"/>
                  </a:lnTo>
                  <a:lnTo>
                    <a:pt x="4625" y="29569"/>
                  </a:lnTo>
                  <a:lnTo>
                    <a:pt x="5310" y="29192"/>
                  </a:lnTo>
                  <a:lnTo>
                    <a:pt x="6016" y="29142"/>
                  </a:lnTo>
                  <a:lnTo>
                    <a:pt x="6345" y="28764"/>
                  </a:lnTo>
                  <a:lnTo>
                    <a:pt x="6699" y="28738"/>
                  </a:lnTo>
                  <a:lnTo>
                    <a:pt x="7410" y="29044"/>
                  </a:lnTo>
                  <a:lnTo>
                    <a:pt x="7764" y="29019"/>
                  </a:lnTo>
                  <a:lnTo>
                    <a:pt x="8068" y="28281"/>
                  </a:lnTo>
                  <a:lnTo>
                    <a:pt x="8749" y="28233"/>
                  </a:lnTo>
                  <a:lnTo>
                    <a:pt x="9481" y="28542"/>
                  </a:lnTo>
                  <a:lnTo>
                    <a:pt x="9860" y="28871"/>
                  </a:lnTo>
                  <a:lnTo>
                    <a:pt x="10593" y="28819"/>
                  </a:lnTo>
                  <a:lnTo>
                    <a:pt x="10969" y="29476"/>
                  </a:lnTo>
                  <a:lnTo>
                    <a:pt x="11655" y="29428"/>
                  </a:lnTo>
                  <a:lnTo>
                    <a:pt x="12716" y="29353"/>
                  </a:lnTo>
                  <a:lnTo>
                    <a:pt x="13070" y="29327"/>
                  </a:lnTo>
                  <a:lnTo>
                    <a:pt x="13802" y="29631"/>
                  </a:lnTo>
                  <a:lnTo>
                    <a:pt x="14110" y="29254"/>
                  </a:lnTo>
                  <a:lnTo>
                    <a:pt x="14818" y="29204"/>
                  </a:lnTo>
                  <a:lnTo>
                    <a:pt x="15217" y="29532"/>
                  </a:lnTo>
                  <a:lnTo>
                    <a:pt x="15550" y="29508"/>
                  </a:lnTo>
                  <a:lnTo>
                    <a:pt x="15575" y="29861"/>
                  </a:lnTo>
                  <a:lnTo>
                    <a:pt x="15902" y="29839"/>
                  </a:lnTo>
                  <a:lnTo>
                    <a:pt x="16257" y="29458"/>
                  </a:lnTo>
                  <a:lnTo>
                    <a:pt x="16232" y="29104"/>
                  </a:lnTo>
                  <a:lnTo>
                    <a:pt x="16206" y="28751"/>
                  </a:lnTo>
                  <a:lnTo>
                    <a:pt x="16891" y="28373"/>
                  </a:lnTo>
                  <a:lnTo>
                    <a:pt x="16866" y="28020"/>
                  </a:lnTo>
                  <a:lnTo>
                    <a:pt x="17573" y="27970"/>
                  </a:lnTo>
                  <a:lnTo>
                    <a:pt x="17875" y="27588"/>
                  </a:lnTo>
                  <a:lnTo>
                    <a:pt x="18583" y="27537"/>
                  </a:lnTo>
                  <a:lnTo>
                    <a:pt x="18916" y="27514"/>
                  </a:lnTo>
                  <a:lnTo>
                    <a:pt x="19649" y="27823"/>
                  </a:lnTo>
                  <a:lnTo>
                    <a:pt x="20003" y="27438"/>
                  </a:lnTo>
                  <a:lnTo>
                    <a:pt x="20659" y="27035"/>
                  </a:lnTo>
                  <a:lnTo>
                    <a:pt x="20609" y="26328"/>
                  </a:lnTo>
                  <a:lnTo>
                    <a:pt x="20919" y="25976"/>
                  </a:lnTo>
                  <a:lnTo>
                    <a:pt x="21294" y="25951"/>
                  </a:lnTo>
                  <a:lnTo>
                    <a:pt x="21601" y="25573"/>
                  </a:lnTo>
                  <a:lnTo>
                    <a:pt x="21576" y="25219"/>
                  </a:lnTo>
                  <a:lnTo>
                    <a:pt x="22260" y="24836"/>
                  </a:lnTo>
                  <a:lnTo>
                    <a:pt x="22588" y="24814"/>
                  </a:lnTo>
                  <a:lnTo>
                    <a:pt x="23295" y="24763"/>
                  </a:lnTo>
                  <a:lnTo>
                    <a:pt x="23953" y="24006"/>
                  </a:lnTo>
                  <a:lnTo>
                    <a:pt x="23600" y="23676"/>
                  </a:lnTo>
                  <a:lnTo>
                    <a:pt x="23575" y="23322"/>
                  </a:lnTo>
                  <a:lnTo>
                    <a:pt x="23172" y="23022"/>
                  </a:lnTo>
                  <a:lnTo>
                    <a:pt x="23146" y="22642"/>
                  </a:lnTo>
                  <a:lnTo>
                    <a:pt x="23122" y="22314"/>
                  </a:lnTo>
                  <a:lnTo>
                    <a:pt x="23073" y="21627"/>
                  </a:lnTo>
                  <a:lnTo>
                    <a:pt x="23023" y="20920"/>
                  </a:lnTo>
                  <a:lnTo>
                    <a:pt x="23378" y="20539"/>
                  </a:lnTo>
                  <a:lnTo>
                    <a:pt x="23681" y="20163"/>
                  </a:lnTo>
                  <a:lnTo>
                    <a:pt x="24364" y="19760"/>
                  </a:lnTo>
                  <a:lnTo>
                    <a:pt x="25001" y="19024"/>
                  </a:lnTo>
                  <a:lnTo>
                    <a:pt x="25354" y="18999"/>
                  </a:lnTo>
                  <a:lnTo>
                    <a:pt x="25709" y="18619"/>
                  </a:lnTo>
                  <a:lnTo>
                    <a:pt x="26367" y="17861"/>
                  </a:lnTo>
                  <a:lnTo>
                    <a:pt x="26671" y="17511"/>
                  </a:lnTo>
                  <a:lnTo>
                    <a:pt x="27352" y="17082"/>
                  </a:lnTo>
                  <a:lnTo>
                    <a:pt x="27328" y="16753"/>
                  </a:lnTo>
                  <a:lnTo>
                    <a:pt x="27682" y="16728"/>
                  </a:lnTo>
                  <a:lnTo>
                    <a:pt x="27658" y="16395"/>
                  </a:lnTo>
                  <a:lnTo>
                    <a:pt x="27986" y="15996"/>
                  </a:lnTo>
                  <a:lnTo>
                    <a:pt x="28339" y="15971"/>
                  </a:lnTo>
                  <a:lnTo>
                    <a:pt x="29000" y="15924"/>
                  </a:lnTo>
                  <a:lnTo>
                    <a:pt x="29734" y="15872"/>
                  </a:lnTo>
                  <a:lnTo>
                    <a:pt x="30414" y="15825"/>
                  </a:lnTo>
                  <a:lnTo>
                    <a:pt x="30793" y="15798"/>
                  </a:lnTo>
                  <a:lnTo>
                    <a:pt x="31122" y="15774"/>
                  </a:lnTo>
                  <a:lnTo>
                    <a:pt x="31476" y="15749"/>
                  </a:lnTo>
                  <a:lnTo>
                    <a:pt x="32137" y="15347"/>
                  </a:lnTo>
                  <a:lnTo>
                    <a:pt x="32516" y="15320"/>
                  </a:lnTo>
                  <a:lnTo>
                    <a:pt x="32821" y="14964"/>
                  </a:lnTo>
                  <a:lnTo>
                    <a:pt x="33528" y="14914"/>
                  </a:lnTo>
                  <a:lnTo>
                    <a:pt x="33881" y="14889"/>
                  </a:lnTo>
                  <a:lnTo>
                    <a:pt x="34210" y="14511"/>
                  </a:lnTo>
                  <a:lnTo>
                    <a:pt x="34564" y="14486"/>
                  </a:lnTo>
                  <a:lnTo>
                    <a:pt x="34893" y="14107"/>
                  </a:lnTo>
                  <a:lnTo>
                    <a:pt x="35221" y="13729"/>
                  </a:lnTo>
                  <a:lnTo>
                    <a:pt x="35198" y="13401"/>
                  </a:lnTo>
                  <a:lnTo>
                    <a:pt x="35506" y="13024"/>
                  </a:lnTo>
                  <a:lnTo>
                    <a:pt x="35481" y="12670"/>
                  </a:lnTo>
                  <a:lnTo>
                    <a:pt x="35430" y="11957"/>
                  </a:lnTo>
                  <a:lnTo>
                    <a:pt x="35370" y="11886"/>
                  </a:lnTo>
                  <a:lnTo>
                    <a:pt x="35065" y="12177"/>
                  </a:lnTo>
                  <a:lnTo>
                    <a:pt x="34793" y="12029"/>
                  </a:lnTo>
                  <a:lnTo>
                    <a:pt x="34439" y="12053"/>
                  </a:lnTo>
                  <a:lnTo>
                    <a:pt x="34138" y="12148"/>
                  </a:lnTo>
                  <a:lnTo>
                    <a:pt x="33732" y="12104"/>
                  </a:lnTo>
                  <a:lnTo>
                    <a:pt x="33357" y="11822"/>
                  </a:lnTo>
                  <a:lnTo>
                    <a:pt x="32649" y="11872"/>
                  </a:lnTo>
                  <a:lnTo>
                    <a:pt x="32394" y="11890"/>
                  </a:lnTo>
                  <a:lnTo>
                    <a:pt x="32283" y="12018"/>
                  </a:lnTo>
                  <a:lnTo>
                    <a:pt x="32044" y="12035"/>
                  </a:lnTo>
                  <a:lnTo>
                    <a:pt x="31711" y="11985"/>
                  </a:lnTo>
                  <a:lnTo>
                    <a:pt x="31301" y="11873"/>
                  </a:lnTo>
                  <a:lnTo>
                    <a:pt x="31094" y="11318"/>
                  </a:lnTo>
                  <a:lnTo>
                    <a:pt x="31119" y="11269"/>
                  </a:lnTo>
                  <a:lnTo>
                    <a:pt x="30857" y="11288"/>
                  </a:lnTo>
                  <a:lnTo>
                    <a:pt x="30498" y="11314"/>
                  </a:lnTo>
                  <a:lnTo>
                    <a:pt x="30146" y="10983"/>
                  </a:lnTo>
                  <a:lnTo>
                    <a:pt x="30181" y="10457"/>
                  </a:lnTo>
                  <a:lnTo>
                    <a:pt x="30006" y="10046"/>
                  </a:lnTo>
                  <a:lnTo>
                    <a:pt x="29565" y="9790"/>
                  </a:lnTo>
                  <a:lnTo>
                    <a:pt x="28781" y="10081"/>
                  </a:lnTo>
                  <a:lnTo>
                    <a:pt x="27950" y="10091"/>
                  </a:lnTo>
                  <a:lnTo>
                    <a:pt x="27925" y="9739"/>
                  </a:lnTo>
                  <a:lnTo>
                    <a:pt x="27592" y="9763"/>
                  </a:lnTo>
                  <a:lnTo>
                    <a:pt x="26860" y="9459"/>
                  </a:lnTo>
                  <a:lnTo>
                    <a:pt x="26506" y="9484"/>
                  </a:lnTo>
                  <a:lnTo>
                    <a:pt x="26109" y="9148"/>
                  </a:lnTo>
                  <a:lnTo>
                    <a:pt x="26079" y="9137"/>
                  </a:lnTo>
                  <a:lnTo>
                    <a:pt x="26078" y="9122"/>
                  </a:lnTo>
                  <a:lnTo>
                    <a:pt x="25728" y="8827"/>
                  </a:lnTo>
                  <a:lnTo>
                    <a:pt x="25399" y="8522"/>
                  </a:lnTo>
                  <a:lnTo>
                    <a:pt x="25018" y="8548"/>
                  </a:lnTo>
                  <a:lnTo>
                    <a:pt x="24690" y="8572"/>
                  </a:lnTo>
                  <a:lnTo>
                    <a:pt x="24261" y="7892"/>
                  </a:lnTo>
                  <a:lnTo>
                    <a:pt x="23934" y="7914"/>
                  </a:lnTo>
                  <a:lnTo>
                    <a:pt x="23883" y="7871"/>
                  </a:lnTo>
                  <a:lnTo>
                    <a:pt x="23878" y="7871"/>
                  </a:lnTo>
                  <a:lnTo>
                    <a:pt x="23502" y="7563"/>
                  </a:lnTo>
                  <a:lnTo>
                    <a:pt x="23225" y="7304"/>
                  </a:lnTo>
                  <a:lnTo>
                    <a:pt x="23171" y="7258"/>
                  </a:lnTo>
                  <a:lnTo>
                    <a:pt x="22843" y="7280"/>
                  </a:lnTo>
                  <a:lnTo>
                    <a:pt x="22464" y="7307"/>
                  </a:lnTo>
                  <a:lnTo>
                    <a:pt x="22438" y="6954"/>
                  </a:lnTo>
                  <a:lnTo>
                    <a:pt x="22416" y="6621"/>
                  </a:lnTo>
                  <a:lnTo>
                    <a:pt x="22062" y="6291"/>
                  </a:lnTo>
                  <a:lnTo>
                    <a:pt x="21660" y="5989"/>
                  </a:lnTo>
                  <a:lnTo>
                    <a:pt x="21703" y="5939"/>
                  </a:lnTo>
                  <a:lnTo>
                    <a:pt x="21635" y="5944"/>
                  </a:lnTo>
                  <a:lnTo>
                    <a:pt x="21230" y="5612"/>
                  </a:lnTo>
                  <a:lnTo>
                    <a:pt x="20570" y="5658"/>
                  </a:lnTo>
                  <a:lnTo>
                    <a:pt x="19838" y="5355"/>
                  </a:lnTo>
                  <a:lnTo>
                    <a:pt x="19438" y="5028"/>
                  </a:lnTo>
                  <a:lnTo>
                    <a:pt x="19106" y="5051"/>
                  </a:lnTo>
                  <a:lnTo>
                    <a:pt x="18731" y="5078"/>
                  </a:lnTo>
                  <a:lnTo>
                    <a:pt x="18045" y="5127"/>
                  </a:lnTo>
                  <a:lnTo>
                    <a:pt x="17665" y="4798"/>
                  </a:lnTo>
                  <a:lnTo>
                    <a:pt x="17264" y="4142"/>
                  </a:lnTo>
                  <a:lnTo>
                    <a:pt x="16577" y="4190"/>
                  </a:lnTo>
                  <a:lnTo>
                    <a:pt x="16199" y="3862"/>
                  </a:lnTo>
                  <a:lnTo>
                    <a:pt x="15871" y="3884"/>
                  </a:lnTo>
                  <a:lnTo>
                    <a:pt x="15164" y="3934"/>
                  </a:lnTo>
                  <a:lnTo>
                    <a:pt x="14784" y="3961"/>
                  </a:lnTo>
                  <a:lnTo>
                    <a:pt x="14433" y="3652"/>
                  </a:lnTo>
                  <a:lnTo>
                    <a:pt x="14053" y="3679"/>
                  </a:lnTo>
                  <a:lnTo>
                    <a:pt x="13726" y="3702"/>
                  </a:lnTo>
                  <a:lnTo>
                    <a:pt x="13366" y="3351"/>
                  </a:lnTo>
                  <a:lnTo>
                    <a:pt x="12967" y="3023"/>
                  </a:lnTo>
                  <a:lnTo>
                    <a:pt x="12634" y="3047"/>
                  </a:lnTo>
                  <a:lnTo>
                    <a:pt x="11904" y="2764"/>
                  </a:lnTo>
                  <a:lnTo>
                    <a:pt x="11529" y="2791"/>
                  </a:lnTo>
                  <a:lnTo>
                    <a:pt x="10816" y="2465"/>
                  </a:lnTo>
                  <a:lnTo>
                    <a:pt x="10794" y="2158"/>
                  </a:lnTo>
                  <a:lnTo>
                    <a:pt x="10087" y="2208"/>
                  </a:lnTo>
                  <a:lnTo>
                    <a:pt x="9706" y="1853"/>
                  </a:lnTo>
                  <a:lnTo>
                    <a:pt x="9373" y="1877"/>
                  </a:lnTo>
                  <a:lnTo>
                    <a:pt x="8692" y="1926"/>
                  </a:lnTo>
                  <a:lnTo>
                    <a:pt x="8289" y="1624"/>
                  </a:lnTo>
                  <a:lnTo>
                    <a:pt x="7911" y="1295"/>
                  </a:lnTo>
                  <a:lnTo>
                    <a:pt x="7254" y="1697"/>
                  </a:lnTo>
                  <a:lnTo>
                    <a:pt x="6825" y="1017"/>
                  </a:lnTo>
                  <a:lnTo>
                    <a:pt x="6472" y="687"/>
                  </a:lnTo>
                  <a:lnTo>
                    <a:pt x="6447" y="332"/>
                  </a:lnTo>
                  <a:lnTo>
                    <a:pt x="6424"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28"/>
            <p:cNvSpPr/>
            <p:nvPr/>
          </p:nvSpPr>
          <p:spPr>
            <a:xfrm>
              <a:off x="4511772" y="3806988"/>
              <a:ext cx="274002" cy="418887"/>
            </a:xfrm>
            <a:custGeom>
              <a:avLst/>
              <a:gdLst/>
              <a:ahLst/>
              <a:cxnLst/>
              <a:rect l="l" t="t" r="r" b="b"/>
              <a:pathLst>
                <a:path w="12771" h="19524" extrusionOk="0">
                  <a:moveTo>
                    <a:pt x="6859" y="1"/>
                  </a:moveTo>
                  <a:lnTo>
                    <a:pt x="6865" y="81"/>
                  </a:lnTo>
                  <a:lnTo>
                    <a:pt x="6885" y="355"/>
                  </a:lnTo>
                  <a:lnTo>
                    <a:pt x="6811" y="359"/>
                  </a:lnTo>
                  <a:lnTo>
                    <a:pt x="6530" y="379"/>
                  </a:lnTo>
                  <a:lnTo>
                    <a:pt x="5796" y="431"/>
                  </a:lnTo>
                  <a:lnTo>
                    <a:pt x="5799" y="451"/>
                  </a:lnTo>
                  <a:lnTo>
                    <a:pt x="5820" y="759"/>
                  </a:lnTo>
                  <a:lnTo>
                    <a:pt x="5847" y="1138"/>
                  </a:lnTo>
                  <a:lnTo>
                    <a:pt x="5870" y="1465"/>
                  </a:lnTo>
                  <a:lnTo>
                    <a:pt x="5567" y="1843"/>
                  </a:lnTo>
                  <a:lnTo>
                    <a:pt x="5592" y="2197"/>
                  </a:lnTo>
                  <a:lnTo>
                    <a:pt x="5643" y="2909"/>
                  </a:lnTo>
                  <a:lnTo>
                    <a:pt x="5312" y="3262"/>
                  </a:lnTo>
                  <a:lnTo>
                    <a:pt x="5005" y="3638"/>
                  </a:lnTo>
                  <a:lnTo>
                    <a:pt x="5055" y="4347"/>
                  </a:lnTo>
                  <a:lnTo>
                    <a:pt x="4703" y="4705"/>
                  </a:lnTo>
                  <a:lnTo>
                    <a:pt x="4396" y="5082"/>
                  </a:lnTo>
                  <a:lnTo>
                    <a:pt x="4446" y="5790"/>
                  </a:lnTo>
                  <a:lnTo>
                    <a:pt x="4117" y="6169"/>
                  </a:lnTo>
                  <a:lnTo>
                    <a:pt x="3813" y="6900"/>
                  </a:lnTo>
                  <a:lnTo>
                    <a:pt x="3481" y="7232"/>
                  </a:lnTo>
                  <a:lnTo>
                    <a:pt x="3154" y="7633"/>
                  </a:lnTo>
                  <a:lnTo>
                    <a:pt x="3177" y="7965"/>
                  </a:lnTo>
                  <a:lnTo>
                    <a:pt x="2875" y="8342"/>
                  </a:lnTo>
                  <a:lnTo>
                    <a:pt x="2545" y="9075"/>
                  </a:lnTo>
                  <a:lnTo>
                    <a:pt x="2218" y="9099"/>
                  </a:lnTo>
                  <a:lnTo>
                    <a:pt x="1505" y="9149"/>
                  </a:lnTo>
                  <a:lnTo>
                    <a:pt x="1175" y="9501"/>
                  </a:lnTo>
                  <a:lnTo>
                    <a:pt x="1200" y="9855"/>
                  </a:lnTo>
                  <a:lnTo>
                    <a:pt x="1225" y="10210"/>
                  </a:lnTo>
                  <a:lnTo>
                    <a:pt x="1251" y="10568"/>
                  </a:lnTo>
                  <a:lnTo>
                    <a:pt x="947" y="10944"/>
                  </a:lnTo>
                  <a:lnTo>
                    <a:pt x="619" y="11324"/>
                  </a:lnTo>
                  <a:lnTo>
                    <a:pt x="642" y="11652"/>
                  </a:lnTo>
                  <a:lnTo>
                    <a:pt x="667" y="12005"/>
                  </a:lnTo>
                  <a:lnTo>
                    <a:pt x="1349" y="11957"/>
                  </a:lnTo>
                  <a:lnTo>
                    <a:pt x="1727" y="12285"/>
                  </a:lnTo>
                  <a:lnTo>
                    <a:pt x="2060" y="12262"/>
                  </a:lnTo>
                  <a:lnTo>
                    <a:pt x="2109" y="12969"/>
                  </a:lnTo>
                  <a:lnTo>
                    <a:pt x="2134" y="13323"/>
                  </a:lnTo>
                  <a:lnTo>
                    <a:pt x="1826" y="13700"/>
                  </a:lnTo>
                  <a:lnTo>
                    <a:pt x="1495" y="14032"/>
                  </a:lnTo>
                  <a:lnTo>
                    <a:pt x="1522" y="14412"/>
                  </a:lnTo>
                  <a:lnTo>
                    <a:pt x="1217" y="14762"/>
                  </a:lnTo>
                  <a:lnTo>
                    <a:pt x="1572" y="15119"/>
                  </a:lnTo>
                  <a:lnTo>
                    <a:pt x="1292" y="15823"/>
                  </a:lnTo>
                  <a:lnTo>
                    <a:pt x="1317" y="16177"/>
                  </a:lnTo>
                  <a:lnTo>
                    <a:pt x="964" y="16202"/>
                  </a:lnTo>
                  <a:lnTo>
                    <a:pt x="607" y="16562"/>
                  </a:lnTo>
                  <a:lnTo>
                    <a:pt x="634" y="16936"/>
                  </a:lnTo>
                  <a:lnTo>
                    <a:pt x="355" y="17646"/>
                  </a:lnTo>
                  <a:lnTo>
                    <a:pt x="0" y="18026"/>
                  </a:lnTo>
                  <a:lnTo>
                    <a:pt x="25" y="18380"/>
                  </a:lnTo>
                  <a:lnTo>
                    <a:pt x="405" y="18353"/>
                  </a:lnTo>
                  <a:lnTo>
                    <a:pt x="733" y="18329"/>
                  </a:lnTo>
                  <a:lnTo>
                    <a:pt x="1087" y="17950"/>
                  </a:lnTo>
                  <a:lnTo>
                    <a:pt x="1465" y="18278"/>
                  </a:lnTo>
                  <a:lnTo>
                    <a:pt x="1489" y="18610"/>
                  </a:lnTo>
                  <a:lnTo>
                    <a:pt x="1817" y="18588"/>
                  </a:lnTo>
                  <a:lnTo>
                    <a:pt x="2170" y="18563"/>
                  </a:lnTo>
                  <a:lnTo>
                    <a:pt x="2528" y="18893"/>
                  </a:lnTo>
                  <a:lnTo>
                    <a:pt x="3261" y="19197"/>
                  </a:lnTo>
                  <a:lnTo>
                    <a:pt x="3665" y="19523"/>
                  </a:lnTo>
                  <a:lnTo>
                    <a:pt x="3968" y="19147"/>
                  </a:lnTo>
                  <a:lnTo>
                    <a:pt x="3992" y="19501"/>
                  </a:lnTo>
                  <a:lnTo>
                    <a:pt x="4346" y="19476"/>
                  </a:lnTo>
                  <a:lnTo>
                    <a:pt x="5321" y="19072"/>
                  </a:lnTo>
                  <a:lnTo>
                    <a:pt x="5382" y="19046"/>
                  </a:lnTo>
                  <a:lnTo>
                    <a:pt x="5029" y="19071"/>
                  </a:lnTo>
                  <a:lnTo>
                    <a:pt x="4979" y="18364"/>
                  </a:lnTo>
                  <a:lnTo>
                    <a:pt x="4930" y="17678"/>
                  </a:lnTo>
                  <a:lnTo>
                    <a:pt x="5259" y="17300"/>
                  </a:lnTo>
                  <a:lnTo>
                    <a:pt x="5237" y="16992"/>
                  </a:lnTo>
                  <a:lnTo>
                    <a:pt x="5234" y="16946"/>
                  </a:lnTo>
                  <a:lnTo>
                    <a:pt x="5521" y="16925"/>
                  </a:lnTo>
                  <a:lnTo>
                    <a:pt x="5566" y="16922"/>
                  </a:lnTo>
                  <a:lnTo>
                    <a:pt x="5544" y="16615"/>
                  </a:lnTo>
                  <a:lnTo>
                    <a:pt x="5543" y="16589"/>
                  </a:lnTo>
                  <a:lnTo>
                    <a:pt x="5918" y="16563"/>
                  </a:lnTo>
                  <a:lnTo>
                    <a:pt x="6228" y="16540"/>
                  </a:lnTo>
                  <a:lnTo>
                    <a:pt x="6251" y="16539"/>
                  </a:lnTo>
                  <a:lnTo>
                    <a:pt x="6537" y="16190"/>
                  </a:lnTo>
                  <a:lnTo>
                    <a:pt x="6578" y="16140"/>
                  </a:lnTo>
                  <a:lnTo>
                    <a:pt x="6860" y="16120"/>
                  </a:lnTo>
                  <a:lnTo>
                    <a:pt x="6906" y="16116"/>
                  </a:lnTo>
                  <a:lnTo>
                    <a:pt x="6882" y="15784"/>
                  </a:lnTo>
                  <a:lnTo>
                    <a:pt x="6857" y="15430"/>
                  </a:lnTo>
                  <a:lnTo>
                    <a:pt x="6530" y="15453"/>
                  </a:lnTo>
                  <a:lnTo>
                    <a:pt x="6151" y="15125"/>
                  </a:lnTo>
                  <a:lnTo>
                    <a:pt x="6152" y="15122"/>
                  </a:lnTo>
                  <a:lnTo>
                    <a:pt x="6481" y="14772"/>
                  </a:lnTo>
                  <a:lnTo>
                    <a:pt x="6454" y="14392"/>
                  </a:lnTo>
                  <a:lnTo>
                    <a:pt x="6716" y="14092"/>
                  </a:lnTo>
                  <a:lnTo>
                    <a:pt x="6759" y="14042"/>
                  </a:lnTo>
                  <a:lnTo>
                    <a:pt x="7065" y="14020"/>
                  </a:lnTo>
                  <a:lnTo>
                    <a:pt x="7139" y="14015"/>
                  </a:lnTo>
                  <a:lnTo>
                    <a:pt x="7112" y="13635"/>
                  </a:lnTo>
                  <a:lnTo>
                    <a:pt x="7444" y="13303"/>
                  </a:lnTo>
                  <a:lnTo>
                    <a:pt x="7772" y="12925"/>
                  </a:lnTo>
                  <a:lnTo>
                    <a:pt x="7748" y="12571"/>
                  </a:lnTo>
                  <a:lnTo>
                    <a:pt x="7723" y="12217"/>
                  </a:lnTo>
                  <a:lnTo>
                    <a:pt x="7344" y="11888"/>
                  </a:lnTo>
                  <a:lnTo>
                    <a:pt x="7318" y="11535"/>
                  </a:lnTo>
                  <a:lnTo>
                    <a:pt x="7293" y="11181"/>
                  </a:lnTo>
                  <a:lnTo>
                    <a:pt x="7251" y="10581"/>
                  </a:lnTo>
                  <a:lnTo>
                    <a:pt x="7246" y="10500"/>
                  </a:lnTo>
                  <a:lnTo>
                    <a:pt x="7246" y="10500"/>
                  </a:lnTo>
                  <a:lnTo>
                    <a:pt x="7978" y="10804"/>
                  </a:lnTo>
                  <a:lnTo>
                    <a:pt x="8258" y="10784"/>
                  </a:lnTo>
                  <a:lnTo>
                    <a:pt x="8306" y="10780"/>
                  </a:lnTo>
                  <a:lnTo>
                    <a:pt x="8281" y="10426"/>
                  </a:lnTo>
                  <a:lnTo>
                    <a:pt x="8610" y="10048"/>
                  </a:lnTo>
                  <a:lnTo>
                    <a:pt x="8584" y="9690"/>
                  </a:lnTo>
                  <a:lnTo>
                    <a:pt x="9247" y="8931"/>
                  </a:lnTo>
                  <a:lnTo>
                    <a:pt x="9226" y="8651"/>
                  </a:lnTo>
                  <a:lnTo>
                    <a:pt x="9223" y="8604"/>
                  </a:lnTo>
                  <a:lnTo>
                    <a:pt x="9551" y="8580"/>
                  </a:lnTo>
                  <a:lnTo>
                    <a:pt x="9858" y="8558"/>
                  </a:lnTo>
                  <a:lnTo>
                    <a:pt x="9930" y="8554"/>
                  </a:lnTo>
                  <a:lnTo>
                    <a:pt x="9906" y="8221"/>
                  </a:lnTo>
                  <a:lnTo>
                    <a:pt x="9880" y="7847"/>
                  </a:lnTo>
                  <a:lnTo>
                    <a:pt x="9856" y="7493"/>
                  </a:lnTo>
                  <a:lnTo>
                    <a:pt x="9832" y="7160"/>
                  </a:lnTo>
                  <a:lnTo>
                    <a:pt x="10158" y="6761"/>
                  </a:lnTo>
                  <a:lnTo>
                    <a:pt x="10137" y="6454"/>
                  </a:lnTo>
                  <a:lnTo>
                    <a:pt x="10439" y="6051"/>
                  </a:lnTo>
                  <a:lnTo>
                    <a:pt x="10415" y="5724"/>
                  </a:lnTo>
                  <a:lnTo>
                    <a:pt x="10700" y="5395"/>
                  </a:lnTo>
                  <a:lnTo>
                    <a:pt x="10744" y="5345"/>
                  </a:lnTo>
                  <a:lnTo>
                    <a:pt x="11029" y="5324"/>
                  </a:lnTo>
                  <a:lnTo>
                    <a:pt x="11097" y="5320"/>
                  </a:lnTo>
                  <a:lnTo>
                    <a:pt x="11073" y="4987"/>
                  </a:lnTo>
                  <a:lnTo>
                    <a:pt x="11072" y="4966"/>
                  </a:lnTo>
                  <a:lnTo>
                    <a:pt x="11426" y="4940"/>
                  </a:lnTo>
                  <a:lnTo>
                    <a:pt x="11712" y="4921"/>
                  </a:lnTo>
                  <a:lnTo>
                    <a:pt x="11759" y="4918"/>
                  </a:lnTo>
                  <a:lnTo>
                    <a:pt x="11738" y="4611"/>
                  </a:lnTo>
                  <a:lnTo>
                    <a:pt x="11734" y="4564"/>
                  </a:lnTo>
                  <a:lnTo>
                    <a:pt x="12108" y="4537"/>
                  </a:lnTo>
                  <a:lnTo>
                    <a:pt x="12368" y="4519"/>
                  </a:lnTo>
                  <a:lnTo>
                    <a:pt x="12415" y="4515"/>
                  </a:lnTo>
                  <a:lnTo>
                    <a:pt x="12393" y="4209"/>
                  </a:lnTo>
                  <a:lnTo>
                    <a:pt x="12390" y="4162"/>
                  </a:lnTo>
                  <a:lnTo>
                    <a:pt x="12723" y="4138"/>
                  </a:lnTo>
                  <a:lnTo>
                    <a:pt x="12770" y="4135"/>
                  </a:lnTo>
                  <a:lnTo>
                    <a:pt x="12747" y="3803"/>
                  </a:lnTo>
                  <a:lnTo>
                    <a:pt x="12341" y="3476"/>
                  </a:lnTo>
                  <a:lnTo>
                    <a:pt x="12035" y="3498"/>
                  </a:lnTo>
                  <a:lnTo>
                    <a:pt x="12010" y="3144"/>
                  </a:lnTo>
                  <a:lnTo>
                    <a:pt x="11985" y="2789"/>
                  </a:lnTo>
                  <a:lnTo>
                    <a:pt x="12269" y="2441"/>
                  </a:lnTo>
                  <a:lnTo>
                    <a:pt x="11934" y="2083"/>
                  </a:lnTo>
                  <a:lnTo>
                    <a:pt x="11561" y="2109"/>
                  </a:lnTo>
                  <a:lnTo>
                    <a:pt x="11228" y="2133"/>
                  </a:lnTo>
                  <a:lnTo>
                    <a:pt x="11204" y="1800"/>
                  </a:lnTo>
                  <a:lnTo>
                    <a:pt x="10851" y="1824"/>
                  </a:lnTo>
                  <a:lnTo>
                    <a:pt x="10497" y="1850"/>
                  </a:lnTo>
                  <a:lnTo>
                    <a:pt x="10500" y="1901"/>
                  </a:lnTo>
                  <a:lnTo>
                    <a:pt x="10520" y="2182"/>
                  </a:lnTo>
                  <a:lnTo>
                    <a:pt x="10448" y="2124"/>
                  </a:lnTo>
                  <a:lnTo>
                    <a:pt x="10143" y="1875"/>
                  </a:lnTo>
                  <a:lnTo>
                    <a:pt x="9791" y="1544"/>
                  </a:lnTo>
                  <a:lnTo>
                    <a:pt x="9436" y="1569"/>
                  </a:lnTo>
                  <a:lnTo>
                    <a:pt x="9033" y="1243"/>
                  </a:lnTo>
                  <a:lnTo>
                    <a:pt x="8705" y="1265"/>
                  </a:lnTo>
                  <a:lnTo>
                    <a:pt x="8324" y="1292"/>
                  </a:lnTo>
                  <a:lnTo>
                    <a:pt x="7992" y="1316"/>
                  </a:lnTo>
                  <a:lnTo>
                    <a:pt x="7969" y="988"/>
                  </a:lnTo>
                  <a:lnTo>
                    <a:pt x="7942" y="609"/>
                  </a:lnTo>
                  <a:lnTo>
                    <a:pt x="7920" y="281"/>
                  </a:lnTo>
                  <a:lnTo>
                    <a:pt x="7566" y="306"/>
                  </a:lnTo>
                  <a:lnTo>
                    <a:pt x="6859"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8"/>
            <p:cNvSpPr/>
            <p:nvPr/>
          </p:nvSpPr>
          <p:spPr>
            <a:xfrm>
              <a:off x="5296467" y="4152971"/>
              <a:ext cx="68420" cy="45098"/>
            </a:xfrm>
            <a:custGeom>
              <a:avLst/>
              <a:gdLst/>
              <a:ahLst/>
              <a:cxnLst/>
              <a:rect l="l" t="t" r="r" b="b"/>
              <a:pathLst>
                <a:path w="3189" h="2102" extrusionOk="0">
                  <a:moveTo>
                    <a:pt x="1699" y="0"/>
                  </a:moveTo>
                  <a:lnTo>
                    <a:pt x="1370" y="379"/>
                  </a:lnTo>
                  <a:lnTo>
                    <a:pt x="1395" y="732"/>
                  </a:lnTo>
                  <a:lnTo>
                    <a:pt x="686" y="783"/>
                  </a:lnTo>
                  <a:lnTo>
                    <a:pt x="354" y="806"/>
                  </a:lnTo>
                  <a:lnTo>
                    <a:pt x="1" y="831"/>
                  </a:lnTo>
                  <a:lnTo>
                    <a:pt x="26" y="1184"/>
                  </a:lnTo>
                  <a:lnTo>
                    <a:pt x="711" y="1136"/>
                  </a:lnTo>
                  <a:lnTo>
                    <a:pt x="1087" y="1110"/>
                  </a:lnTo>
                  <a:lnTo>
                    <a:pt x="1469" y="1793"/>
                  </a:lnTo>
                  <a:lnTo>
                    <a:pt x="1823" y="1768"/>
                  </a:lnTo>
                  <a:lnTo>
                    <a:pt x="1847" y="2102"/>
                  </a:lnTo>
                  <a:lnTo>
                    <a:pt x="2199" y="2077"/>
                  </a:lnTo>
                  <a:lnTo>
                    <a:pt x="2530" y="1719"/>
                  </a:lnTo>
                  <a:lnTo>
                    <a:pt x="2506" y="1365"/>
                  </a:lnTo>
                  <a:lnTo>
                    <a:pt x="2859" y="1340"/>
                  </a:lnTo>
                  <a:lnTo>
                    <a:pt x="3188" y="961"/>
                  </a:lnTo>
                  <a:lnTo>
                    <a:pt x="2834" y="985"/>
                  </a:lnTo>
                  <a:lnTo>
                    <a:pt x="2480" y="1011"/>
                  </a:lnTo>
                  <a:lnTo>
                    <a:pt x="2101" y="683"/>
                  </a:lnTo>
                  <a:lnTo>
                    <a:pt x="2076" y="329"/>
                  </a:lnTo>
                  <a:lnTo>
                    <a:pt x="1699"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8"/>
            <p:cNvSpPr/>
            <p:nvPr/>
          </p:nvSpPr>
          <p:spPr>
            <a:xfrm>
              <a:off x="5393036" y="4148186"/>
              <a:ext cx="32075" cy="21691"/>
            </a:xfrm>
            <a:custGeom>
              <a:avLst/>
              <a:gdLst/>
              <a:ahLst/>
              <a:cxnLst/>
              <a:rect l="l" t="t" r="r" b="b"/>
              <a:pathLst>
                <a:path w="1495" h="1011" extrusionOk="0">
                  <a:moveTo>
                    <a:pt x="354" y="0"/>
                  </a:moveTo>
                  <a:lnTo>
                    <a:pt x="0" y="25"/>
                  </a:lnTo>
                  <a:lnTo>
                    <a:pt x="25" y="379"/>
                  </a:lnTo>
                  <a:lnTo>
                    <a:pt x="403" y="708"/>
                  </a:lnTo>
                  <a:lnTo>
                    <a:pt x="758" y="683"/>
                  </a:lnTo>
                  <a:lnTo>
                    <a:pt x="1137" y="1010"/>
                  </a:lnTo>
                  <a:lnTo>
                    <a:pt x="1495" y="986"/>
                  </a:lnTo>
                  <a:lnTo>
                    <a:pt x="1470" y="632"/>
                  </a:lnTo>
                  <a:lnTo>
                    <a:pt x="1445" y="278"/>
                  </a:lnTo>
                  <a:lnTo>
                    <a:pt x="1087" y="303"/>
                  </a:lnTo>
                  <a:lnTo>
                    <a:pt x="732" y="329"/>
                  </a:lnTo>
                  <a:lnTo>
                    <a:pt x="354"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8"/>
            <p:cNvSpPr/>
            <p:nvPr/>
          </p:nvSpPr>
          <p:spPr>
            <a:xfrm>
              <a:off x="5201465" y="4205450"/>
              <a:ext cx="29844" cy="24931"/>
            </a:xfrm>
            <a:custGeom>
              <a:avLst/>
              <a:gdLst/>
              <a:ahLst/>
              <a:cxnLst/>
              <a:rect l="l" t="t" r="r" b="b"/>
              <a:pathLst>
                <a:path w="1391" h="1162" extrusionOk="0">
                  <a:moveTo>
                    <a:pt x="1391" y="1"/>
                  </a:moveTo>
                  <a:lnTo>
                    <a:pt x="1011" y="28"/>
                  </a:lnTo>
                  <a:lnTo>
                    <a:pt x="684" y="50"/>
                  </a:lnTo>
                  <a:lnTo>
                    <a:pt x="709" y="404"/>
                  </a:lnTo>
                  <a:lnTo>
                    <a:pt x="1" y="455"/>
                  </a:lnTo>
                  <a:lnTo>
                    <a:pt x="27" y="807"/>
                  </a:lnTo>
                  <a:lnTo>
                    <a:pt x="52" y="1161"/>
                  </a:lnTo>
                  <a:lnTo>
                    <a:pt x="734" y="758"/>
                  </a:lnTo>
                  <a:lnTo>
                    <a:pt x="1062" y="734"/>
                  </a:lnTo>
                  <a:lnTo>
                    <a:pt x="1037" y="381"/>
                  </a:lnTo>
                  <a:lnTo>
                    <a:pt x="1391"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8"/>
            <p:cNvSpPr/>
            <p:nvPr/>
          </p:nvSpPr>
          <p:spPr>
            <a:xfrm>
              <a:off x="5111289" y="3362118"/>
              <a:ext cx="6479" cy="8561"/>
            </a:xfrm>
            <a:custGeom>
              <a:avLst/>
              <a:gdLst/>
              <a:ahLst/>
              <a:cxnLst/>
              <a:rect l="l" t="t" r="r" b="b"/>
              <a:pathLst>
                <a:path w="302" h="399" fill="none" extrusionOk="0">
                  <a:moveTo>
                    <a:pt x="301" y="0"/>
                  </a:moveTo>
                  <a:lnTo>
                    <a:pt x="1" y="398"/>
                  </a:lnTo>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8"/>
            <p:cNvSpPr/>
            <p:nvPr/>
          </p:nvSpPr>
          <p:spPr>
            <a:xfrm>
              <a:off x="5646870" y="3883196"/>
              <a:ext cx="5149" cy="6029"/>
            </a:xfrm>
            <a:custGeom>
              <a:avLst/>
              <a:gdLst/>
              <a:ahLst/>
              <a:cxnLst/>
              <a:rect l="l" t="t" r="r" b="b"/>
              <a:pathLst>
                <a:path w="240" h="281" fill="none" extrusionOk="0">
                  <a:moveTo>
                    <a:pt x="239" y="1"/>
                  </a:moveTo>
                  <a:lnTo>
                    <a:pt x="0" y="281"/>
                  </a:lnTo>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8"/>
            <p:cNvSpPr/>
            <p:nvPr/>
          </p:nvSpPr>
          <p:spPr>
            <a:xfrm>
              <a:off x="5008606" y="3255616"/>
              <a:ext cx="720781" cy="701536"/>
            </a:xfrm>
            <a:custGeom>
              <a:avLst/>
              <a:gdLst/>
              <a:ahLst/>
              <a:cxnLst/>
              <a:rect l="l" t="t" r="r" b="b"/>
              <a:pathLst>
                <a:path w="33595" h="32698" extrusionOk="0">
                  <a:moveTo>
                    <a:pt x="20950" y="1"/>
                  </a:moveTo>
                  <a:lnTo>
                    <a:pt x="20242" y="50"/>
                  </a:lnTo>
                  <a:lnTo>
                    <a:pt x="19890" y="76"/>
                  </a:lnTo>
                  <a:lnTo>
                    <a:pt x="19536" y="101"/>
                  </a:lnTo>
                  <a:lnTo>
                    <a:pt x="19181" y="126"/>
                  </a:lnTo>
                  <a:lnTo>
                    <a:pt x="18855" y="149"/>
                  </a:lnTo>
                  <a:lnTo>
                    <a:pt x="18526" y="529"/>
                  </a:lnTo>
                  <a:lnTo>
                    <a:pt x="18551" y="881"/>
                  </a:lnTo>
                  <a:lnTo>
                    <a:pt x="18573" y="1210"/>
                  </a:lnTo>
                  <a:lnTo>
                    <a:pt x="18265" y="1586"/>
                  </a:lnTo>
                  <a:lnTo>
                    <a:pt x="18290" y="1940"/>
                  </a:lnTo>
                  <a:lnTo>
                    <a:pt x="18341" y="2652"/>
                  </a:lnTo>
                  <a:lnTo>
                    <a:pt x="18366" y="3006"/>
                  </a:lnTo>
                  <a:lnTo>
                    <a:pt x="17992" y="3032"/>
                  </a:lnTo>
                  <a:lnTo>
                    <a:pt x="17638" y="3057"/>
                  </a:lnTo>
                  <a:lnTo>
                    <a:pt x="17307" y="3410"/>
                  </a:lnTo>
                  <a:lnTo>
                    <a:pt x="16949" y="3436"/>
                  </a:lnTo>
                  <a:lnTo>
                    <a:pt x="16292" y="3837"/>
                  </a:lnTo>
                  <a:lnTo>
                    <a:pt x="15609" y="4220"/>
                  </a:lnTo>
                  <a:lnTo>
                    <a:pt x="14902" y="4270"/>
                  </a:lnTo>
                  <a:lnTo>
                    <a:pt x="14215" y="4318"/>
                  </a:lnTo>
                  <a:lnTo>
                    <a:pt x="14242" y="4694"/>
                  </a:lnTo>
                  <a:lnTo>
                    <a:pt x="14595" y="4669"/>
                  </a:lnTo>
                  <a:lnTo>
                    <a:pt x="15305" y="4952"/>
                  </a:lnTo>
                  <a:lnTo>
                    <a:pt x="15684" y="5281"/>
                  </a:lnTo>
                  <a:lnTo>
                    <a:pt x="15331" y="5306"/>
                  </a:lnTo>
                  <a:lnTo>
                    <a:pt x="15357" y="5681"/>
                  </a:lnTo>
                  <a:lnTo>
                    <a:pt x="15357" y="5681"/>
                  </a:lnTo>
                  <a:lnTo>
                    <a:pt x="14644" y="5355"/>
                  </a:lnTo>
                  <a:lnTo>
                    <a:pt x="13936" y="5404"/>
                  </a:lnTo>
                  <a:lnTo>
                    <a:pt x="13229" y="5454"/>
                  </a:lnTo>
                  <a:lnTo>
                    <a:pt x="13205" y="5100"/>
                  </a:lnTo>
                  <a:lnTo>
                    <a:pt x="12496" y="5150"/>
                  </a:lnTo>
                  <a:lnTo>
                    <a:pt x="11792" y="4867"/>
                  </a:lnTo>
                  <a:lnTo>
                    <a:pt x="11059" y="4542"/>
                  </a:lnTo>
                  <a:lnTo>
                    <a:pt x="11085" y="4916"/>
                  </a:lnTo>
                  <a:lnTo>
                    <a:pt x="10345" y="4592"/>
                  </a:lnTo>
                  <a:lnTo>
                    <a:pt x="10681" y="4234"/>
                  </a:lnTo>
                  <a:lnTo>
                    <a:pt x="10296" y="3905"/>
                  </a:lnTo>
                  <a:lnTo>
                    <a:pt x="10274" y="3578"/>
                  </a:lnTo>
                  <a:lnTo>
                    <a:pt x="10608" y="3199"/>
                  </a:lnTo>
                  <a:lnTo>
                    <a:pt x="10249" y="3224"/>
                  </a:lnTo>
                  <a:lnTo>
                    <a:pt x="9921" y="3248"/>
                  </a:lnTo>
                  <a:lnTo>
                    <a:pt x="9542" y="2913"/>
                  </a:lnTo>
                  <a:lnTo>
                    <a:pt x="9189" y="2938"/>
                  </a:lnTo>
                  <a:lnTo>
                    <a:pt x="9214" y="3297"/>
                  </a:lnTo>
                  <a:lnTo>
                    <a:pt x="8859" y="3678"/>
                  </a:lnTo>
                  <a:lnTo>
                    <a:pt x="8908" y="4359"/>
                  </a:lnTo>
                  <a:lnTo>
                    <a:pt x="8931" y="4693"/>
                  </a:lnTo>
                  <a:lnTo>
                    <a:pt x="9361" y="5372"/>
                  </a:lnTo>
                  <a:lnTo>
                    <a:pt x="9006" y="5753"/>
                  </a:lnTo>
                  <a:lnTo>
                    <a:pt x="9032" y="6128"/>
                  </a:lnTo>
                  <a:lnTo>
                    <a:pt x="9054" y="6434"/>
                  </a:lnTo>
                  <a:lnTo>
                    <a:pt x="9461" y="6788"/>
                  </a:lnTo>
                  <a:lnTo>
                    <a:pt x="9484" y="7115"/>
                  </a:lnTo>
                  <a:lnTo>
                    <a:pt x="8777" y="7165"/>
                  </a:lnTo>
                  <a:lnTo>
                    <a:pt x="8373" y="6864"/>
                  </a:lnTo>
                  <a:lnTo>
                    <a:pt x="8047" y="6887"/>
                  </a:lnTo>
                  <a:lnTo>
                    <a:pt x="7713" y="6911"/>
                  </a:lnTo>
                  <a:lnTo>
                    <a:pt x="8020" y="6507"/>
                  </a:lnTo>
                  <a:lnTo>
                    <a:pt x="8020" y="6507"/>
                  </a:lnTo>
                  <a:lnTo>
                    <a:pt x="7333" y="6556"/>
                  </a:lnTo>
                  <a:lnTo>
                    <a:pt x="6625" y="6606"/>
                  </a:lnTo>
                  <a:lnTo>
                    <a:pt x="6250" y="6325"/>
                  </a:lnTo>
                  <a:lnTo>
                    <a:pt x="6272" y="6631"/>
                  </a:lnTo>
                  <a:lnTo>
                    <a:pt x="5590" y="6679"/>
                  </a:lnTo>
                  <a:lnTo>
                    <a:pt x="5569" y="6372"/>
                  </a:lnTo>
                  <a:lnTo>
                    <a:pt x="5518" y="5644"/>
                  </a:lnTo>
                  <a:lnTo>
                    <a:pt x="5137" y="5670"/>
                  </a:lnTo>
                  <a:lnTo>
                    <a:pt x="4809" y="5694"/>
                  </a:lnTo>
                  <a:lnTo>
                    <a:pt x="4787" y="5362"/>
                  </a:lnTo>
                  <a:lnTo>
                    <a:pt x="4053" y="5037"/>
                  </a:lnTo>
                  <a:lnTo>
                    <a:pt x="3726" y="5437"/>
                  </a:lnTo>
                  <a:lnTo>
                    <a:pt x="3750" y="5769"/>
                  </a:lnTo>
                  <a:lnTo>
                    <a:pt x="3063" y="5817"/>
                  </a:lnTo>
                  <a:lnTo>
                    <a:pt x="3039" y="5485"/>
                  </a:lnTo>
                  <a:lnTo>
                    <a:pt x="2332" y="5535"/>
                  </a:lnTo>
                  <a:lnTo>
                    <a:pt x="1952" y="5562"/>
                  </a:lnTo>
                  <a:lnTo>
                    <a:pt x="1598" y="5211"/>
                  </a:lnTo>
                  <a:lnTo>
                    <a:pt x="1245" y="5612"/>
                  </a:lnTo>
                  <a:lnTo>
                    <a:pt x="937" y="5634"/>
                  </a:lnTo>
                  <a:lnTo>
                    <a:pt x="585" y="5658"/>
                  </a:lnTo>
                  <a:lnTo>
                    <a:pt x="231" y="5683"/>
                  </a:lnTo>
                  <a:lnTo>
                    <a:pt x="254" y="6016"/>
                  </a:lnTo>
                  <a:lnTo>
                    <a:pt x="608" y="5990"/>
                  </a:lnTo>
                  <a:lnTo>
                    <a:pt x="961" y="5966"/>
                  </a:lnTo>
                  <a:lnTo>
                    <a:pt x="1268" y="5944"/>
                  </a:lnTo>
                  <a:lnTo>
                    <a:pt x="1293" y="6298"/>
                  </a:lnTo>
                  <a:lnTo>
                    <a:pt x="1319" y="6673"/>
                  </a:lnTo>
                  <a:lnTo>
                    <a:pt x="1012" y="6695"/>
                  </a:lnTo>
                  <a:lnTo>
                    <a:pt x="1034" y="7001"/>
                  </a:lnTo>
                  <a:lnTo>
                    <a:pt x="681" y="7027"/>
                  </a:lnTo>
                  <a:lnTo>
                    <a:pt x="327" y="7052"/>
                  </a:lnTo>
                  <a:lnTo>
                    <a:pt x="1" y="7456"/>
                  </a:lnTo>
                  <a:lnTo>
                    <a:pt x="354" y="7431"/>
                  </a:lnTo>
                  <a:lnTo>
                    <a:pt x="731" y="7734"/>
                  </a:lnTo>
                  <a:lnTo>
                    <a:pt x="1134" y="8415"/>
                  </a:lnTo>
                  <a:lnTo>
                    <a:pt x="1109" y="8063"/>
                  </a:lnTo>
                  <a:lnTo>
                    <a:pt x="1109" y="8063"/>
                  </a:lnTo>
                  <a:lnTo>
                    <a:pt x="1821" y="8368"/>
                  </a:lnTo>
                  <a:lnTo>
                    <a:pt x="1796" y="8014"/>
                  </a:lnTo>
                  <a:lnTo>
                    <a:pt x="2124" y="7990"/>
                  </a:lnTo>
                  <a:lnTo>
                    <a:pt x="2149" y="8344"/>
                  </a:lnTo>
                  <a:lnTo>
                    <a:pt x="2905" y="8981"/>
                  </a:lnTo>
                  <a:lnTo>
                    <a:pt x="3284" y="8954"/>
                  </a:lnTo>
                  <a:lnTo>
                    <a:pt x="3309" y="9308"/>
                  </a:lnTo>
                  <a:lnTo>
                    <a:pt x="3637" y="9285"/>
                  </a:lnTo>
                  <a:lnTo>
                    <a:pt x="3662" y="9638"/>
                  </a:lnTo>
                  <a:lnTo>
                    <a:pt x="3687" y="9991"/>
                  </a:lnTo>
                  <a:lnTo>
                    <a:pt x="4400" y="9941"/>
                  </a:lnTo>
                  <a:lnTo>
                    <a:pt x="5107" y="9892"/>
                  </a:lnTo>
                  <a:lnTo>
                    <a:pt x="4752" y="10271"/>
                  </a:lnTo>
                  <a:lnTo>
                    <a:pt x="5132" y="10244"/>
                  </a:lnTo>
                  <a:lnTo>
                    <a:pt x="5482" y="10549"/>
                  </a:lnTo>
                  <a:lnTo>
                    <a:pt x="5205" y="11285"/>
                  </a:lnTo>
                  <a:lnTo>
                    <a:pt x="5532" y="11262"/>
                  </a:lnTo>
                  <a:lnTo>
                    <a:pt x="5938" y="11589"/>
                  </a:lnTo>
                  <a:lnTo>
                    <a:pt x="5962" y="11942"/>
                  </a:lnTo>
                  <a:lnTo>
                    <a:pt x="6270" y="11921"/>
                  </a:lnTo>
                  <a:lnTo>
                    <a:pt x="6292" y="12248"/>
                  </a:lnTo>
                  <a:lnTo>
                    <a:pt x="5655" y="13004"/>
                  </a:lnTo>
                  <a:lnTo>
                    <a:pt x="5680" y="13358"/>
                  </a:lnTo>
                  <a:lnTo>
                    <a:pt x="6109" y="14018"/>
                  </a:lnTo>
                  <a:lnTo>
                    <a:pt x="6416" y="13996"/>
                  </a:lnTo>
                  <a:lnTo>
                    <a:pt x="6466" y="14704"/>
                  </a:lnTo>
                  <a:lnTo>
                    <a:pt x="6866" y="15030"/>
                  </a:lnTo>
                  <a:lnTo>
                    <a:pt x="6888" y="15358"/>
                  </a:lnTo>
                  <a:lnTo>
                    <a:pt x="7620" y="15662"/>
                  </a:lnTo>
                  <a:lnTo>
                    <a:pt x="7949" y="15283"/>
                  </a:lnTo>
                  <a:lnTo>
                    <a:pt x="7974" y="15636"/>
                  </a:lnTo>
                  <a:lnTo>
                    <a:pt x="8000" y="15991"/>
                  </a:lnTo>
                  <a:lnTo>
                    <a:pt x="7670" y="16369"/>
                  </a:lnTo>
                  <a:lnTo>
                    <a:pt x="8025" y="16344"/>
                  </a:lnTo>
                  <a:lnTo>
                    <a:pt x="8025" y="16344"/>
                  </a:lnTo>
                  <a:lnTo>
                    <a:pt x="7696" y="16723"/>
                  </a:lnTo>
                  <a:lnTo>
                    <a:pt x="7746" y="17429"/>
                  </a:lnTo>
                  <a:lnTo>
                    <a:pt x="7770" y="17762"/>
                  </a:lnTo>
                  <a:lnTo>
                    <a:pt x="7441" y="18142"/>
                  </a:lnTo>
                  <a:lnTo>
                    <a:pt x="7466" y="18496"/>
                  </a:lnTo>
                  <a:lnTo>
                    <a:pt x="7819" y="18471"/>
                  </a:lnTo>
                  <a:lnTo>
                    <a:pt x="7844" y="18823"/>
                  </a:lnTo>
                  <a:lnTo>
                    <a:pt x="7868" y="19156"/>
                  </a:lnTo>
                  <a:lnTo>
                    <a:pt x="8247" y="19485"/>
                  </a:lnTo>
                  <a:lnTo>
                    <a:pt x="8272" y="19839"/>
                  </a:lnTo>
                  <a:lnTo>
                    <a:pt x="8321" y="20546"/>
                  </a:lnTo>
                  <a:lnTo>
                    <a:pt x="8345" y="20874"/>
                  </a:lnTo>
                  <a:lnTo>
                    <a:pt x="7968" y="20571"/>
                  </a:lnTo>
                  <a:lnTo>
                    <a:pt x="7941" y="20192"/>
                  </a:lnTo>
                  <a:lnTo>
                    <a:pt x="7918" y="19864"/>
                  </a:lnTo>
                  <a:lnTo>
                    <a:pt x="7539" y="19535"/>
                  </a:lnTo>
                  <a:lnTo>
                    <a:pt x="7514" y="19181"/>
                  </a:lnTo>
                  <a:lnTo>
                    <a:pt x="7137" y="18873"/>
                  </a:lnTo>
                  <a:lnTo>
                    <a:pt x="7112" y="18520"/>
                  </a:lnTo>
                  <a:lnTo>
                    <a:pt x="6763" y="18900"/>
                  </a:lnTo>
                  <a:lnTo>
                    <a:pt x="6836" y="19941"/>
                  </a:lnTo>
                  <a:lnTo>
                    <a:pt x="6859" y="20268"/>
                  </a:lnTo>
                  <a:lnTo>
                    <a:pt x="6580" y="20670"/>
                  </a:lnTo>
                  <a:lnTo>
                    <a:pt x="6628" y="21350"/>
                  </a:lnTo>
                  <a:lnTo>
                    <a:pt x="6247" y="21377"/>
                  </a:lnTo>
                  <a:lnTo>
                    <a:pt x="6960" y="21683"/>
                  </a:lnTo>
                  <a:lnTo>
                    <a:pt x="6676" y="22037"/>
                  </a:lnTo>
                  <a:lnTo>
                    <a:pt x="5969" y="22088"/>
                  </a:lnTo>
                  <a:lnTo>
                    <a:pt x="5995" y="22462"/>
                  </a:lnTo>
                  <a:lnTo>
                    <a:pt x="6019" y="22795"/>
                  </a:lnTo>
                  <a:lnTo>
                    <a:pt x="5664" y="23174"/>
                  </a:lnTo>
                  <a:lnTo>
                    <a:pt x="5689" y="23528"/>
                  </a:lnTo>
                  <a:lnTo>
                    <a:pt x="5361" y="23552"/>
                  </a:lnTo>
                  <a:lnTo>
                    <a:pt x="5410" y="24233"/>
                  </a:lnTo>
                  <a:lnTo>
                    <a:pt x="5056" y="24258"/>
                  </a:lnTo>
                  <a:lnTo>
                    <a:pt x="4722" y="24637"/>
                  </a:lnTo>
                  <a:lnTo>
                    <a:pt x="4747" y="24992"/>
                  </a:lnTo>
                  <a:lnTo>
                    <a:pt x="4090" y="25753"/>
                  </a:lnTo>
                  <a:lnTo>
                    <a:pt x="3476" y="26460"/>
                  </a:lnTo>
                  <a:lnTo>
                    <a:pt x="3433" y="26510"/>
                  </a:lnTo>
                  <a:lnTo>
                    <a:pt x="3835" y="26812"/>
                  </a:lnTo>
                  <a:lnTo>
                    <a:pt x="4189" y="27142"/>
                  </a:lnTo>
                  <a:lnTo>
                    <a:pt x="4211" y="27475"/>
                  </a:lnTo>
                  <a:lnTo>
                    <a:pt x="4237" y="27828"/>
                  </a:lnTo>
                  <a:lnTo>
                    <a:pt x="4616" y="27801"/>
                  </a:lnTo>
                  <a:lnTo>
                    <a:pt x="4944" y="27779"/>
                  </a:lnTo>
                  <a:lnTo>
                    <a:pt x="4998" y="27825"/>
                  </a:lnTo>
                  <a:lnTo>
                    <a:pt x="5656" y="28392"/>
                  </a:lnTo>
                  <a:lnTo>
                    <a:pt x="5707" y="28435"/>
                  </a:lnTo>
                  <a:lnTo>
                    <a:pt x="6034" y="28413"/>
                  </a:lnTo>
                  <a:lnTo>
                    <a:pt x="6463" y="29093"/>
                  </a:lnTo>
                  <a:lnTo>
                    <a:pt x="6791" y="29069"/>
                  </a:lnTo>
                  <a:lnTo>
                    <a:pt x="7172" y="29043"/>
                  </a:lnTo>
                  <a:lnTo>
                    <a:pt x="7501" y="29348"/>
                  </a:lnTo>
                  <a:lnTo>
                    <a:pt x="7851" y="29643"/>
                  </a:lnTo>
                  <a:lnTo>
                    <a:pt x="7882" y="29669"/>
                  </a:lnTo>
                  <a:lnTo>
                    <a:pt x="8279" y="30005"/>
                  </a:lnTo>
                  <a:lnTo>
                    <a:pt x="8633" y="29980"/>
                  </a:lnTo>
                  <a:lnTo>
                    <a:pt x="9365" y="30284"/>
                  </a:lnTo>
                  <a:lnTo>
                    <a:pt x="9698" y="30260"/>
                  </a:lnTo>
                  <a:lnTo>
                    <a:pt x="9723" y="30612"/>
                  </a:lnTo>
                  <a:lnTo>
                    <a:pt x="10554" y="30602"/>
                  </a:lnTo>
                  <a:lnTo>
                    <a:pt x="11338" y="30311"/>
                  </a:lnTo>
                  <a:lnTo>
                    <a:pt x="11779" y="30567"/>
                  </a:lnTo>
                  <a:lnTo>
                    <a:pt x="11954" y="30978"/>
                  </a:lnTo>
                  <a:lnTo>
                    <a:pt x="11919" y="31504"/>
                  </a:lnTo>
                  <a:lnTo>
                    <a:pt x="12271" y="31835"/>
                  </a:lnTo>
                  <a:lnTo>
                    <a:pt x="12630" y="31809"/>
                  </a:lnTo>
                  <a:lnTo>
                    <a:pt x="12892" y="31790"/>
                  </a:lnTo>
                  <a:lnTo>
                    <a:pt x="13033" y="31519"/>
                  </a:lnTo>
                  <a:lnTo>
                    <a:pt x="13287" y="31406"/>
                  </a:lnTo>
                  <a:lnTo>
                    <a:pt x="13706" y="31283"/>
                  </a:lnTo>
                  <a:lnTo>
                    <a:pt x="13966" y="31265"/>
                  </a:lnTo>
                  <a:lnTo>
                    <a:pt x="14326" y="31689"/>
                  </a:lnTo>
                  <a:lnTo>
                    <a:pt x="14341" y="32210"/>
                  </a:lnTo>
                  <a:lnTo>
                    <a:pt x="14167" y="32411"/>
                  </a:lnTo>
                  <a:lnTo>
                    <a:pt x="14422" y="32393"/>
                  </a:lnTo>
                  <a:lnTo>
                    <a:pt x="15130" y="32343"/>
                  </a:lnTo>
                  <a:lnTo>
                    <a:pt x="15505" y="32625"/>
                  </a:lnTo>
                  <a:lnTo>
                    <a:pt x="15911" y="32669"/>
                  </a:lnTo>
                  <a:lnTo>
                    <a:pt x="16212" y="32574"/>
                  </a:lnTo>
                  <a:lnTo>
                    <a:pt x="16566" y="32550"/>
                  </a:lnTo>
                  <a:lnTo>
                    <a:pt x="16838" y="32698"/>
                  </a:lnTo>
                  <a:lnTo>
                    <a:pt x="17143" y="32407"/>
                  </a:lnTo>
                  <a:lnTo>
                    <a:pt x="17215" y="32336"/>
                  </a:lnTo>
                  <a:lnTo>
                    <a:pt x="17045" y="32234"/>
                  </a:lnTo>
                  <a:lnTo>
                    <a:pt x="16933" y="32048"/>
                  </a:lnTo>
                  <a:lnTo>
                    <a:pt x="16853" y="31865"/>
                  </a:lnTo>
                  <a:lnTo>
                    <a:pt x="17182" y="31487"/>
                  </a:lnTo>
                  <a:lnTo>
                    <a:pt x="16802" y="31159"/>
                  </a:lnTo>
                  <a:lnTo>
                    <a:pt x="17106" y="30425"/>
                  </a:lnTo>
                  <a:lnTo>
                    <a:pt x="17082" y="30093"/>
                  </a:lnTo>
                  <a:lnTo>
                    <a:pt x="17411" y="29715"/>
                  </a:lnTo>
                  <a:lnTo>
                    <a:pt x="17764" y="29690"/>
                  </a:lnTo>
                  <a:lnTo>
                    <a:pt x="18093" y="29310"/>
                  </a:lnTo>
                  <a:lnTo>
                    <a:pt x="18447" y="29285"/>
                  </a:lnTo>
                  <a:lnTo>
                    <a:pt x="18775" y="29263"/>
                  </a:lnTo>
                  <a:lnTo>
                    <a:pt x="19133" y="29238"/>
                  </a:lnTo>
                  <a:lnTo>
                    <a:pt x="19461" y="28858"/>
                  </a:lnTo>
                  <a:lnTo>
                    <a:pt x="19790" y="28480"/>
                  </a:lnTo>
                  <a:lnTo>
                    <a:pt x="20164" y="28454"/>
                  </a:lnTo>
                  <a:lnTo>
                    <a:pt x="20522" y="28784"/>
                  </a:lnTo>
                  <a:lnTo>
                    <a:pt x="20901" y="29112"/>
                  </a:lnTo>
                  <a:lnTo>
                    <a:pt x="21229" y="29090"/>
                  </a:lnTo>
                  <a:lnTo>
                    <a:pt x="21937" y="29039"/>
                  </a:lnTo>
                  <a:lnTo>
                    <a:pt x="21987" y="29746"/>
                  </a:lnTo>
                  <a:lnTo>
                    <a:pt x="22315" y="29369"/>
                  </a:lnTo>
                  <a:lnTo>
                    <a:pt x="22668" y="29343"/>
                  </a:lnTo>
                  <a:lnTo>
                    <a:pt x="22997" y="28964"/>
                  </a:lnTo>
                  <a:lnTo>
                    <a:pt x="23351" y="28939"/>
                  </a:lnTo>
                  <a:lnTo>
                    <a:pt x="23376" y="29293"/>
                  </a:lnTo>
                  <a:lnTo>
                    <a:pt x="23401" y="29647"/>
                  </a:lnTo>
                  <a:lnTo>
                    <a:pt x="23734" y="29623"/>
                  </a:lnTo>
                  <a:lnTo>
                    <a:pt x="24087" y="29598"/>
                  </a:lnTo>
                  <a:lnTo>
                    <a:pt x="24111" y="29930"/>
                  </a:lnTo>
                  <a:lnTo>
                    <a:pt x="24136" y="30285"/>
                  </a:lnTo>
                  <a:lnTo>
                    <a:pt x="24465" y="29905"/>
                  </a:lnTo>
                  <a:lnTo>
                    <a:pt x="24843" y="30235"/>
                  </a:lnTo>
                  <a:lnTo>
                    <a:pt x="25222" y="30563"/>
                  </a:lnTo>
                  <a:lnTo>
                    <a:pt x="25247" y="30917"/>
                  </a:lnTo>
                  <a:lnTo>
                    <a:pt x="25625" y="31245"/>
                  </a:lnTo>
                  <a:lnTo>
                    <a:pt x="25958" y="31221"/>
                  </a:lnTo>
                  <a:lnTo>
                    <a:pt x="26312" y="31196"/>
                  </a:lnTo>
                  <a:lnTo>
                    <a:pt x="26686" y="31171"/>
                  </a:lnTo>
                  <a:lnTo>
                    <a:pt x="27019" y="31147"/>
                  </a:lnTo>
                  <a:lnTo>
                    <a:pt x="27394" y="31120"/>
                  </a:lnTo>
                  <a:lnTo>
                    <a:pt x="27702" y="30743"/>
                  </a:lnTo>
                  <a:lnTo>
                    <a:pt x="27677" y="30390"/>
                  </a:lnTo>
                  <a:lnTo>
                    <a:pt x="27651" y="30036"/>
                  </a:lnTo>
                  <a:lnTo>
                    <a:pt x="28006" y="30011"/>
                  </a:lnTo>
                  <a:lnTo>
                    <a:pt x="28332" y="29987"/>
                  </a:lnTo>
                  <a:lnTo>
                    <a:pt x="28686" y="29962"/>
                  </a:lnTo>
                  <a:lnTo>
                    <a:pt x="28661" y="29609"/>
                  </a:lnTo>
                  <a:lnTo>
                    <a:pt x="29041" y="29582"/>
                  </a:lnTo>
                  <a:lnTo>
                    <a:pt x="29370" y="29559"/>
                  </a:lnTo>
                  <a:lnTo>
                    <a:pt x="29395" y="29913"/>
                  </a:lnTo>
                  <a:lnTo>
                    <a:pt x="29983" y="29254"/>
                  </a:lnTo>
                  <a:lnTo>
                    <a:pt x="29622" y="29447"/>
                  </a:lnTo>
                  <a:lnTo>
                    <a:pt x="29955" y="29116"/>
                  </a:lnTo>
                  <a:lnTo>
                    <a:pt x="30261" y="28712"/>
                  </a:lnTo>
                  <a:lnTo>
                    <a:pt x="30237" y="28384"/>
                  </a:lnTo>
                  <a:lnTo>
                    <a:pt x="30566" y="28006"/>
                  </a:lnTo>
                  <a:lnTo>
                    <a:pt x="30260" y="27740"/>
                  </a:lnTo>
                  <a:lnTo>
                    <a:pt x="29625" y="27784"/>
                  </a:lnTo>
                  <a:lnTo>
                    <a:pt x="29245" y="27811"/>
                  </a:lnTo>
                  <a:lnTo>
                    <a:pt x="29209" y="27746"/>
                  </a:lnTo>
                  <a:lnTo>
                    <a:pt x="29147" y="27751"/>
                  </a:lnTo>
                  <a:lnTo>
                    <a:pt x="28743" y="27068"/>
                  </a:lnTo>
                  <a:lnTo>
                    <a:pt x="28720" y="26736"/>
                  </a:lnTo>
                  <a:lnTo>
                    <a:pt x="28670" y="26029"/>
                  </a:lnTo>
                  <a:lnTo>
                    <a:pt x="28645" y="25674"/>
                  </a:lnTo>
                  <a:lnTo>
                    <a:pt x="28975" y="25321"/>
                  </a:lnTo>
                  <a:lnTo>
                    <a:pt x="28948" y="24943"/>
                  </a:lnTo>
                  <a:lnTo>
                    <a:pt x="28925" y="24610"/>
                  </a:lnTo>
                  <a:lnTo>
                    <a:pt x="28624" y="24348"/>
                  </a:lnTo>
                  <a:lnTo>
                    <a:pt x="28291" y="24372"/>
                  </a:lnTo>
                  <a:lnTo>
                    <a:pt x="28208" y="24305"/>
                  </a:lnTo>
                  <a:lnTo>
                    <a:pt x="28193" y="24306"/>
                  </a:lnTo>
                  <a:lnTo>
                    <a:pt x="27990" y="24130"/>
                  </a:lnTo>
                  <a:lnTo>
                    <a:pt x="27915" y="24069"/>
                  </a:lnTo>
                  <a:lnTo>
                    <a:pt x="27914" y="24065"/>
                  </a:lnTo>
                  <a:lnTo>
                    <a:pt x="27813" y="23977"/>
                  </a:lnTo>
                  <a:lnTo>
                    <a:pt x="27791" y="23649"/>
                  </a:lnTo>
                  <a:lnTo>
                    <a:pt x="28144" y="23624"/>
                  </a:lnTo>
                  <a:lnTo>
                    <a:pt x="28498" y="23600"/>
                  </a:lnTo>
                  <a:lnTo>
                    <a:pt x="28852" y="23575"/>
                  </a:lnTo>
                  <a:lnTo>
                    <a:pt x="29178" y="23170"/>
                  </a:lnTo>
                  <a:lnTo>
                    <a:pt x="29509" y="22818"/>
                  </a:lnTo>
                  <a:lnTo>
                    <a:pt x="29817" y="22440"/>
                  </a:lnTo>
                  <a:lnTo>
                    <a:pt x="29459" y="22110"/>
                  </a:lnTo>
                  <a:lnTo>
                    <a:pt x="29436" y="21777"/>
                  </a:lnTo>
                  <a:lnTo>
                    <a:pt x="29055" y="21427"/>
                  </a:lnTo>
                  <a:lnTo>
                    <a:pt x="29032" y="21095"/>
                  </a:lnTo>
                  <a:lnTo>
                    <a:pt x="29386" y="21070"/>
                  </a:lnTo>
                  <a:lnTo>
                    <a:pt x="29361" y="20716"/>
                  </a:lnTo>
                  <a:lnTo>
                    <a:pt x="29454" y="20710"/>
                  </a:lnTo>
                  <a:lnTo>
                    <a:pt x="29438" y="20478"/>
                  </a:lnTo>
                  <a:lnTo>
                    <a:pt x="29388" y="20432"/>
                  </a:lnTo>
                  <a:lnTo>
                    <a:pt x="29037" y="20122"/>
                  </a:lnTo>
                  <a:lnTo>
                    <a:pt x="29011" y="19769"/>
                  </a:lnTo>
                  <a:lnTo>
                    <a:pt x="29339" y="19745"/>
                  </a:lnTo>
                  <a:lnTo>
                    <a:pt x="28986" y="19415"/>
                  </a:lnTo>
                  <a:lnTo>
                    <a:pt x="28963" y="19087"/>
                  </a:lnTo>
                  <a:lnTo>
                    <a:pt x="29011" y="19084"/>
                  </a:lnTo>
                  <a:lnTo>
                    <a:pt x="29138" y="19074"/>
                  </a:lnTo>
                  <a:lnTo>
                    <a:pt x="29292" y="19063"/>
                  </a:lnTo>
                  <a:lnTo>
                    <a:pt x="29300" y="19063"/>
                  </a:lnTo>
                  <a:lnTo>
                    <a:pt x="29338" y="19060"/>
                  </a:lnTo>
                  <a:lnTo>
                    <a:pt x="29644" y="19039"/>
                  </a:lnTo>
                  <a:lnTo>
                    <a:pt x="29617" y="18659"/>
                  </a:lnTo>
                  <a:lnTo>
                    <a:pt x="29216" y="18002"/>
                  </a:lnTo>
                  <a:lnTo>
                    <a:pt x="29064" y="18013"/>
                  </a:lnTo>
                  <a:lnTo>
                    <a:pt x="28935" y="18023"/>
                  </a:lnTo>
                  <a:lnTo>
                    <a:pt x="28960" y="18377"/>
                  </a:lnTo>
                  <a:lnTo>
                    <a:pt x="28913" y="18380"/>
                  </a:lnTo>
                  <a:lnTo>
                    <a:pt x="28597" y="18403"/>
                  </a:lnTo>
                  <a:lnTo>
                    <a:pt x="28581" y="18404"/>
                  </a:lnTo>
                  <a:lnTo>
                    <a:pt x="28302" y="19134"/>
                  </a:lnTo>
                  <a:lnTo>
                    <a:pt x="27593" y="19513"/>
                  </a:lnTo>
                  <a:lnTo>
                    <a:pt x="27588" y="19506"/>
                  </a:lnTo>
                  <a:lnTo>
                    <a:pt x="27572" y="19516"/>
                  </a:lnTo>
                  <a:lnTo>
                    <a:pt x="27169" y="18832"/>
                  </a:lnTo>
                  <a:lnTo>
                    <a:pt x="27474" y="18126"/>
                  </a:lnTo>
                  <a:lnTo>
                    <a:pt x="28132" y="17389"/>
                  </a:lnTo>
                  <a:lnTo>
                    <a:pt x="28108" y="17037"/>
                  </a:lnTo>
                  <a:lnTo>
                    <a:pt x="28410" y="16659"/>
                  </a:lnTo>
                  <a:lnTo>
                    <a:pt x="29118" y="16609"/>
                  </a:lnTo>
                  <a:lnTo>
                    <a:pt x="29800" y="16206"/>
                  </a:lnTo>
                  <a:lnTo>
                    <a:pt x="30085" y="15495"/>
                  </a:lnTo>
                  <a:lnTo>
                    <a:pt x="30059" y="15142"/>
                  </a:lnTo>
                  <a:lnTo>
                    <a:pt x="30409" y="14762"/>
                  </a:lnTo>
                  <a:lnTo>
                    <a:pt x="30422" y="14774"/>
                  </a:lnTo>
                  <a:lnTo>
                    <a:pt x="30434" y="14760"/>
                  </a:lnTo>
                  <a:lnTo>
                    <a:pt x="30814" y="15089"/>
                  </a:lnTo>
                  <a:lnTo>
                    <a:pt x="31179" y="15384"/>
                  </a:lnTo>
                  <a:lnTo>
                    <a:pt x="31448" y="14688"/>
                  </a:lnTo>
                  <a:lnTo>
                    <a:pt x="31483" y="14719"/>
                  </a:lnTo>
                  <a:lnTo>
                    <a:pt x="31496" y="14685"/>
                  </a:lnTo>
                  <a:lnTo>
                    <a:pt x="31824" y="14971"/>
                  </a:lnTo>
                  <a:lnTo>
                    <a:pt x="31802" y="14664"/>
                  </a:lnTo>
                  <a:lnTo>
                    <a:pt x="31853" y="14710"/>
                  </a:lnTo>
                  <a:lnTo>
                    <a:pt x="31827" y="14346"/>
                  </a:lnTo>
                  <a:lnTo>
                    <a:pt x="31802" y="14000"/>
                  </a:lnTo>
                  <a:lnTo>
                    <a:pt x="31799" y="13952"/>
                  </a:lnTo>
                  <a:lnTo>
                    <a:pt x="32107" y="13576"/>
                  </a:lnTo>
                  <a:lnTo>
                    <a:pt x="32083" y="13248"/>
                  </a:lnTo>
                  <a:lnTo>
                    <a:pt x="32036" y="12561"/>
                  </a:lnTo>
                  <a:lnTo>
                    <a:pt x="32009" y="12187"/>
                  </a:lnTo>
                  <a:lnTo>
                    <a:pt x="32358" y="11806"/>
                  </a:lnTo>
                  <a:lnTo>
                    <a:pt x="32335" y="11474"/>
                  </a:lnTo>
                  <a:lnTo>
                    <a:pt x="32620" y="10769"/>
                  </a:lnTo>
                  <a:lnTo>
                    <a:pt x="32967" y="10363"/>
                  </a:lnTo>
                  <a:lnTo>
                    <a:pt x="33594" y="9646"/>
                  </a:lnTo>
                  <a:lnTo>
                    <a:pt x="33250" y="9324"/>
                  </a:lnTo>
                  <a:lnTo>
                    <a:pt x="33249" y="9324"/>
                  </a:lnTo>
                  <a:lnTo>
                    <a:pt x="32922" y="9347"/>
                  </a:lnTo>
                  <a:lnTo>
                    <a:pt x="32542" y="9374"/>
                  </a:lnTo>
                  <a:lnTo>
                    <a:pt x="32190" y="9070"/>
                  </a:lnTo>
                  <a:lnTo>
                    <a:pt x="31457" y="9121"/>
                  </a:lnTo>
                  <a:lnTo>
                    <a:pt x="30751" y="8816"/>
                  </a:lnTo>
                  <a:lnTo>
                    <a:pt x="30373" y="8487"/>
                  </a:lnTo>
                  <a:lnTo>
                    <a:pt x="30369" y="8481"/>
                  </a:lnTo>
                  <a:lnTo>
                    <a:pt x="30345" y="8463"/>
                  </a:lnTo>
                  <a:lnTo>
                    <a:pt x="29941" y="7780"/>
                  </a:lnTo>
                  <a:lnTo>
                    <a:pt x="29639" y="7270"/>
                  </a:lnTo>
                  <a:lnTo>
                    <a:pt x="29589" y="7189"/>
                  </a:lnTo>
                  <a:lnTo>
                    <a:pt x="29564" y="7191"/>
                  </a:lnTo>
                  <a:lnTo>
                    <a:pt x="29244" y="7119"/>
                  </a:lnTo>
                  <a:lnTo>
                    <a:pt x="28852" y="7147"/>
                  </a:lnTo>
                  <a:lnTo>
                    <a:pt x="28657" y="6988"/>
                  </a:lnTo>
                  <a:lnTo>
                    <a:pt x="28224" y="6891"/>
                  </a:lnTo>
                  <a:lnTo>
                    <a:pt x="28152" y="6935"/>
                  </a:lnTo>
                  <a:lnTo>
                    <a:pt x="27798" y="6960"/>
                  </a:lnTo>
                  <a:lnTo>
                    <a:pt x="27469" y="7339"/>
                  </a:lnTo>
                  <a:lnTo>
                    <a:pt x="27445" y="6984"/>
                  </a:lnTo>
                  <a:lnTo>
                    <a:pt x="27067" y="6677"/>
                  </a:lnTo>
                  <a:lnTo>
                    <a:pt x="26687" y="6328"/>
                  </a:lnTo>
                  <a:lnTo>
                    <a:pt x="26354" y="6352"/>
                  </a:lnTo>
                  <a:lnTo>
                    <a:pt x="26349" y="6278"/>
                  </a:lnTo>
                  <a:lnTo>
                    <a:pt x="26328" y="6280"/>
                  </a:lnTo>
                  <a:lnTo>
                    <a:pt x="26308" y="5999"/>
                  </a:lnTo>
                  <a:lnTo>
                    <a:pt x="25952" y="5690"/>
                  </a:lnTo>
                  <a:lnTo>
                    <a:pt x="25949" y="5641"/>
                  </a:lnTo>
                  <a:lnTo>
                    <a:pt x="25926" y="5624"/>
                  </a:lnTo>
                  <a:lnTo>
                    <a:pt x="25904" y="5318"/>
                  </a:lnTo>
                  <a:lnTo>
                    <a:pt x="25550" y="5033"/>
                  </a:lnTo>
                  <a:lnTo>
                    <a:pt x="25523" y="4654"/>
                  </a:lnTo>
                  <a:lnTo>
                    <a:pt x="25170" y="4679"/>
                  </a:lnTo>
                  <a:lnTo>
                    <a:pt x="25197" y="5058"/>
                  </a:lnTo>
                  <a:lnTo>
                    <a:pt x="24843" y="5083"/>
                  </a:lnTo>
                  <a:lnTo>
                    <a:pt x="24489" y="5108"/>
                  </a:lnTo>
                  <a:lnTo>
                    <a:pt x="24109" y="4754"/>
                  </a:lnTo>
                  <a:lnTo>
                    <a:pt x="24131" y="4730"/>
                  </a:lnTo>
                  <a:lnTo>
                    <a:pt x="24083" y="4687"/>
                  </a:lnTo>
                  <a:lnTo>
                    <a:pt x="24412" y="4309"/>
                  </a:lnTo>
                  <a:lnTo>
                    <a:pt x="24388" y="3977"/>
                  </a:lnTo>
                  <a:lnTo>
                    <a:pt x="24344" y="3342"/>
                  </a:lnTo>
                  <a:lnTo>
                    <a:pt x="24011" y="3364"/>
                  </a:lnTo>
                  <a:lnTo>
                    <a:pt x="23683" y="3388"/>
                  </a:lnTo>
                  <a:lnTo>
                    <a:pt x="23329" y="3413"/>
                  </a:lnTo>
                  <a:lnTo>
                    <a:pt x="22921" y="2752"/>
                  </a:lnTo>
                  <a:lnTo>
                    <a:pt x="22920" y="2725"/>
                  </a:lnTo>
                  <a:lnTo>
                    <a:pt x="22897" y="2686"/>
                  </a:lnTo>
                  <a:lnTo>
                    <a:pt x="22876" y="2400"/>
                  </a:lnTo>
                  <a:lnTo>
                    <a:pt x="22543" y="2423"/>
                  </a:lnTo>
                  <a:lnTo>
                    <a:pt x="22189" y="2448"/>
                  </a:lnTo>
                  <a:lnTo>
                    <a:pt x="22185" y="2380"/>
                  </a:lnTo>
                  <a:lnTo>
                    <a:pt x="22164" y="2382"/>
                  </a:lnTo>
                  <a:lnTo>
                    <a:pt x="22138" y="2023"/>
                  </a:lnTo>
                  <a:lnTo>
                    <a:pt x="22119" y="1742"/>
                  </a:lnTo>
                  <a:lnTo>
                    <a:pt x="21786" y="1766"/>
                  </a:lnTo>
                  <a:lnTo>
                    <a:pt x="21458" y="1789"/>
                  </a:lnTo>
                  <a:lnTo>
                    <a:pt x="21453" y="1716"/>
                  </a:lnTo>
                  <a:lnTo>
                    <a:pt x="21427" y="1718"/>
                  </a:lnTo>
                  <a:lnTo>
                    <a:pt x="21407" y="1436"/>
                  </a:lnTo>
                  <a:lnTo>
                    <a:pt x="21055" y="1107"/>
                  </a:lnTo>
                  <a:lnTo>
                    <a:pt x="21051" y="1061"/>
                  </a:lnTo>
                  <a:lnTo>
                    <a:pt x="21023" y="1036"/>
                  </a:lnTo>
                  <a:lnTo>
                    <a:pt x="21001" y="708"/>
                  </a:lnTo>
                  <a:lnTo>
                    <a:pt x="20976" y="355"/>
                  </a:lnTo>
                  <a:lnTo>
                    <a:pt x="20950"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8"/>
            <p:cNvSpPr/>
            <p:nvPr/>
          </p:nvSpPr>
          <p:spPr>
            <a:xfrm>
              <a:off x="5116460" y="1839886"/>
              <a:ext cx="558" cy="7617"/>
            </a:xfrm>
            <a:custGeom>
              <a:avLst/>
              <a:gdLst/>
              <a:ahLst/>
              <a:cxnLst/>
              <a:rect l="l" t="t" r="r" b="b"/>
              <a:pathLst>
                <a:path w="26" h="355" fill="none" extrusionOk="0">
                  <a:moveTo>
                    <a:pt x="1" y="0"/>
                  </a:moveTo>
                  <a:lnTo>
                    <a:pt x="26" y="355"/>
                  </a:lnTo>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8"/>
            <p:cNvSpPr/>
            <p:nvPr/>
          </p:nvSpPr>
          <p:spPr>
            <a:xfrm>
              <a:off x="4790301" y="1741322"/>
              <a:ext cx="348858" cy="293655"/>
            </a:xfrm>
            <a:custGeom>
              <a:avLst/>
              <a:gdLst/>
              <a:ahLst/>
              <a:cxnLst/>
              <a:rect l="l" t="t" r="r" b="b"/>
              <a:pathLst>
                <a:path w="16260" h="13687" extrusionOk="0">
                  <a:moveTo>
                    <a:pt x="5726" y="1"/>
                  </a:moveTo>
                  <a:lnTo>
                    <a:pt x="5019" y="50"/>
                  </a:lnTo>
                  <a:lnTo>
                    <a:pt x="5397" y="380"/>
                  </a:lnTo>
                  <a:lnTo>
                    <a:pt x="5801" y="1062"/>
                  </a:lnTo>
                  <a:lnTo>
                    <a:pt x="5447" y="1087"/>
                  </a:lnTo>
                  <a:lnTo>
                    <a:pt x="5473" y="1440"/>
                  </a:lnTo>
                  <a:lnTo>
                    <a:pt x="5496" y="1773"/>
                  </a:lnTo>
                  <a:lnTo>
                    <a:pt x="5521" y="2127"/>
                  </a:lnTo>
                  <a:lnTo>
                    <a:pt x="5191" y="2480"/>
                  </a:lnTo>
                  <a:lnTo>
                    <a:pt x="4813" y="2178"/>
                  </a:lnTo>
                  <a:lnTo>
                    <a:pt x="4765" y="1491"/>
                  </a:lnTo>
                  <a:lnTo>
                    <a:pt x="4413" y="1850"/>
                  </a:lnTo>
                  <a:lnTo>
                    <a:pt x="4366" y="1163"/>
                  </a:lnTo>
                  <a:lnTo>
                    <a:pt x="4315" y="456"/>
                  </a:lnTo>
                  <a:lnTo>
                    <a:pt x="4339" y="789"/>
                  </a:lnTo>
                  <a:lnTo>
                    <a:pt x="4005" y="813"/>
                  </a:lnTo>
                  <a:lnTo>
                    <a:pt x="3629" y="505"/>
                  </a:lnTo>
                  <a:lnTo>
                    <a:pt x="3704" y="1566"/>
                  </a:lnTo>
                  <a:lnTo>
                    <a:pt x="2971" y="1262"/>
                  </a:lnTo>
                  <a:lnTo>
                    <a:pt x="3377" y="1588"/>
                  </a:lnTo>
                  <a:lnTo>
                    <a:pt x="3727" y="1899"/>
                  </a:lnTo>
                  <a:lnTo>
                    <a:pt x="3045" y="2302"/>
                  </a:lnTo>
                  <a:lnTo>
                    <a:pt x="2717" y="2326"/>
                  </a:lnTo>
                  <a:lnTo>
                    <a:pt x="2692" y="1971"/>
                  </a:lnTo>
                  <a:lnTo>
                    <a:pt x="2669" y="1639"/>
                  </a:lnTo>
                  <a:lnTo>
                    <a:pt x="2265" y="1312"/>
                  </a:lnTo>
                  <a:lnTo>
                    <a:pt x="2290" y="1665"/>
                  </a:lnTo>
                  <a:lnTo>
                    <a:pt x="2313" y="1998"/>
                  </a:lnTo>
                  <a:lnTo>
                    <a:pt x="1985" y="2021"/>
                  </a:lnTo>
                  <a:lnTo>
                    <a:pt x="1961" y="1689"/>
                  </a:lnTo>
                  <a:lnTo>
                    <a:pt x="1626" y="2047"/>
                  </a:lnTo>
                  <a:lnTo>
                    <a:pt x="1652" y="2401"/>
                  </a:lnTo>
                  <a:lnTo>
                    <a:pt x="2010" y="2376"/>
                  </a:lnTo>
                  <a:lnTo>
                    <a:pt x="2339" y="2352"/>
                  </a:lnTo>
                  <a:lnTo>
                    <a:pt x="2741" y="2653"/>
                  </a:lnTo>
                  <a:lnTo>
                    <a:pt x="3448" y="2603"/>
                  </a:lnTo>
                  <a:lnTo>
                    <a:pt x="3803" y="2959"/>
                  </a:lnTo>
                  <a:lnTo>
                    <a:pt x="4180" y="3262"/>
                  </a:lnTo>
                  <a:lnTo>
                    <a:pt x="4206" y="3642"/>
                  </a:lnTo>
                  <a:lnTo>
                    <a:pt x="4539" y="3619"/>
                  </a:lnTo>
                  <a:lnTo>
                    <a:pt x="4914" y="3593"/>
                  </a:lnTo>
                  <a:lnTo>
                    <a:pt x="4960" y="4252"/>
                  </a:lnTo>
                  <a:lnTo>
                    <a:pt x="4585" y="4279"/>
                  </a:lnTo>
                  <a:lnTo>
                    <a:pt x="3876" y="3995"/>
                  </a:lnTo>
                  <a:lnTo>
                    <a:pt x="3168" y="4045"/>
                  </a:lnTo>
                  <a:lnTo>
                    <a:pt x="3572" y="4351"/>
                  </a:lnTo>
                  <a:lnTo>
                    <a:pt x="3925" y="4701"/>
                  </a:lnTo>
                  <a:lnTo>
                    <a:pt x="4303" y="5009"/>
                  </a:lnTo>
                  <a:lnTo>
                    <a:pt x="3974" y="5388"/>
                  </a:lnTo>
                  <a:lnTo>
                    <a:pt x="3646" y="5412"/>
                  </a:lnTo>
                  <a:lnTo>
                    <a:pt x="3242" y="5084"/>
                  </a:lnTo>
                  <a:lnTo>
                    <a:pt x="2890" y="4775"/>
                  </a:lnTo>
                  <a:lnTo>
                    <a:pt x="2512" y="4802"/>
                  </a:lnTo>
                  <a:lnTo>
                    <a:pt x="1798" y="4476"/>
                  </a:lnTo>
                  <a:lnTo>
                    <a:pt x="1093" y="4191"/>
                  </a:lnTo>
                  <a:lnTo>
                    <a:pt x="410" y="4574"/>
                  </a:lnTo>
                  <a:lnTo>
                    <a:pt x="436" y="4948"/>
                  </a:lnTo>
                  <a:lnTo>
                    <a:pt x="1144" y="4898"/>
                  </a:lnTo>
                  <a:lnTo>
                    <a:pt x="1825" y="4850"/>
                  </a:lnTo>
                  <a:lnTo>
                    <a:pt x="2207" y="5158"/>
                  </a:lnTo>
                  <a:lnTo>
                    <a:pt x="2232" y="5511"/>
                  </a:lnTo>
                  <a:lnTo>
                    <a:pt x="2559" y="5489"/>
                  </a:lnTo>
                  <a:lnTo>
                    <a:pt x="2585" y="5842"/>
                  </a:lnTo>
                  <a:lnTo>
                    <a:pt x="2610" y="6196"/>
                  </a:lnTo>
                  <a:lnTo>
                    <a:pt x="2306" y="6572"/>
                  </a:lnTo>
                  <a:lnTo>
                    <a:pt x="2355" y="7259"/>
                  </a:lnTo>
                  <a:lnTo>
                    <a:pt x="2659" y="6882"/>
                  </a:lnTo>
                  <a:lnTo>
                    <a:pt x="2684" y="7235"/>
                  </a:lnTo>
                  <a:lnTo>
                    <a:pt x="2380" y="7613"/>
                  </a:lnTo>
                  <a:lnTo>
                    <a:pt x="2047" y="7991"/>
                  </a:lnTo>
                  <a:lnTo>
                    <a:pt x="1693" y="8016"/>
                  </a:lnTo>
                  <a:lnTo>
                    <a:pt x="1365" y="8040"/>
                  </a:lnTo>
                  <a:lnTo>
                    <a:pt x="986" y="8067"/>
                  </a:lnTo>
                  <a:lnTo>
                    <a:pt x="683" y="8443"/>
                  </a:lnTo>
                  <a:lnTo>
                    <a:pt x="278" y="8117"/>
                  </a:lnTo>
                  <a:lnTo>
                    <a:pt x="0" y="8847"/>
                  </a:lnTo>
                  <a:lnTo>
                    <a:pt x="350" y="9131"/>
                  </a:lnTo>
                  <a:lnTo>
                    <a:pt x="730" y="9104"/>
                  </a:lnTo>
                  <a:lnTo>
                    <a:pt x="1084" y="9455"/>
                  </a:lnTo>
                  <a:lnTo>
                    <a:pt x="1489" y="9782"/>
                  </a:lnTo>
                  <a:lnTo>
                    <a:pt x="1839" y="10092"/>
                  </a:lnTo>
                  <a:lnTo>
                    <a:pt x="2194" y="10067"/>
                  </a:lnTo>
                  <a:lnTo>
                    <a:pt x="2552" y="10042"/>
                  </a:lnTo>
                  <a:lnTo>
                    <a:pt x="2578" y="10415"/>
                  </a:lnTo>
                  <a:lnTo>
                    <a:pt x="2602" y="10748"/>
                  </a:lnTo>
                  <a:lnTo>
                    <a:pt x="2626" y="11102"/>
                  </a:lnTo>
                  <a:lnTo>
                    <a:pt x="2650" y="11430"/>
                  </a:lnTo>
                  <a:lnTo>
                    <a:pt x="3003" y="11761"/>
                  </a:lnTo>
                  <a:lnTo>
                    <a:pt x="3760" y="12423"/>
                  </a:lnTo>
                  <a:lnTo>
                    <a:pt x="4141" y="12395"/>
                  </a:lnTo>
                  <a:lnTo>
                    <a:pt x="4468" y="12373"/>
                  </a:lnTo>
                  <a:lnTo>
                    <a:pt x="4494" y="12747"/>
                  </a:lnTo>
                  <a:lnTo>
                    <a:pt x="4516" y="13054"/>
                  </a:lnTo>
                  <a:lnTo>
                    <a:pt x="5228" y="13359"/>
                  </a:lnTo>
                  <a:lnTo>
                    <a:pt x="5627" y="13687"/>
                  </a:lnTo>
                  <a:lnTo>
                    <a:pt x="5602" y="13333"/>
                  </a:lnTo>
                  <a:lnTo>
                    <a:pt x="5931" y="12954"/>
                  </a:lnTo>
                  <a:lnTo>
                    <a:pt x="5956" y="13308"/>
                  </a:lnTo>
                  <a:lnTo>
                    <a:pt x="6309" y="13282"/>
                  </a:lnTo>
                  <a:lnTo>
                    <a:pt x="6945" y="12882"/>
                  </a:lnTo>
                  <a:lnTo>
                    <a:pt x="7325" y="12855"/>
                  </a:lnTo>
                  <a:lnTo>
                    <a:pt x="8056" y="13159"/>
                  </a:lnTo>
                  <a:lnTo>
                    <a:pt x="8360" y="12783"/>
                  </a:lnTo>
                  <a:lnTo>
                    <a:pt x="8764" y="13109"/>
                  </a:lnTo>
                  <a:lnTo>
                    <a:pt x="9451" y="13061"/>
                  </a:lnTo>
                  <a:lnTo>
                    <a:pt x="9476" y="13414"/>
                  </a:lnTo>
                  <a:lnTo>
                    <a:pt x="10133" y="13013"/>
                  </a:lnTo>
                  <a:lnTo>
                    <a:pt x="10486" y="12632"/>
                  </a:lnTo>
                  <a:lnTo>
                    <a:pt x="11220" y="12936"/>
                  </a:lnTo>
                  <a:lnTo>
                    <a:pt x="11526" y="12915"/>
                  </a:lnTo>
                  <a:lnTo>
                    <a:pt x="11875" y="12534"/>
                  </a:lnTo>
                  <a:lnTo>
                    <a:pt x="12253" y="12863"/>
                  </a:lnTo>
                  <a:lnTo>
                    <a:pt x="12278" y="13216"/>
                  </a:lnTo>
                  <a:lnTo>
                    <a:pt x="12607" y="12838"/>
                  </a:lnTo>
                  <a:lnTo>
                    <a:pt x="12961" y="12813"/>
                  </a:lnTo>
                  <a:lnTo>
                    <a:pt x="13623" y="12411"/>
                  </a:lnTo>
                  <a:lnTo>
                    <a:pt x="13902" y="11705"/>
                  </a:lnTo>
                  <a:lnTo>
                    <a:pt x="14308" y="12054"/>
                  </a:lnTo>
                  <a:lnTo>
                    <a:pt x="14636" y="12030"/>
                  </a:lnTo>
                  <a:lnTo>
                    <a:pt x="15368" y="11979"/>
                  </a:lnTo>
                  <a:lnTo>
                    <a:pt x="15319" y="11271"/>
                  </a:lnTo>
                  <a:lnTo>
                    <a:pt x="15646" y="10867"/>
                  </a:lnTo>
                  <a:lnTo>
                    <a:pt x="15973" y="10843"/>
                  </a:lnTo>
                  <a:lnTo>
                    <a:pt x="15948" y="10490"/>
                  </a:lnTo>
                  <a:lnTo>
                    <a:pt x="15925" y="10162"/>
                  </a:lnTo>
                  <a:lnTo>
                    <a:pt x="16260" y="9783"/>
                  </a:lnTo>
                  <a:lnTo>
                    <a:pt x="16236" y="9450"/>
                  </a:lnTo>
                  <a:lnTo>
                    <a:pt x="15851" y="9101"/>
                  </a:lnTo>
                  <a:lnTo>
                    <a:pt x="15827" y="8769"/>
                  </a:lnTo>
                  <a:lnTo>
                    <a:pt x="15802" y="8414"/>
                  </a:lnTo>
                  <a:lnTo>
                    <a:pt x="15121" y="8463"/>
                  </a:lnTo>
                  <a:lnTo>
                    <a:pt x="15094" y="8089"/>
                  </a:lnTo>
                  <a:lnTo>
                    <a:pt x="15426" y="7757"/>
                  </a:lnTo>
                  <a:lnTo>
                    <a:pt x="15775" y="8041"/>
                  </a:lnTo>
                  <a:lnTo>
                    <a:pt x="15753" y="7733"/>
                  </a:lnTo>
                  <a:lnTo>
                    <a:pt x="15401" y="7403"/>
                  </a:lnTo>
                  <a:lnTo>
                    <a:pt x="15376" y="7049"/>
                  </a:lnTo>
                  <a:lnTo>
                    <a:pt x="15351" y="6696"/>
                  </a:lnTo>
                  <a:lnTo>
                    <a:pt x="16013" y="6293"/>
                  </a:lnTo>
                  <a:lnTo>
                    <a:pt x="15988" y="5940"/>
                  </a:lnTo>
                  <a:lnTo>
                    <a:pt x="15654" y="6319"/>
                  </a:lnTo>
                  <a:lnTo>
                    <a:pt x="14973" y="6367"/>
                  </a:lnTo>
                  <a:lnTo>
                    <a:pt x="14948" y="6013"/>
                  </a:lnTo>
                  <a:lnTo>
                    <a:pt x="14924" y="5680"/>
                  </a:lnTo>
                  <a:lnTo>
                    <a:pt x="15253" y="5301"/>
                  </a:lnTo>
                  <a:lnTo>
                    <a:pt x="15228" y="4949"/>
                  </a:lnTo>
                  <a:lnTo>
                    <a:pt x="14496" y="4645"/>
                  </a:lnTo>
                  <a:lnTo>
                    <a:pt x="14520" y="4999"/>
                  </a:lnTo>
                  <a:lnTo>
                    <a:pt x="14166" y="5379"/>
                  </a:lnTo>
                  <a:lnTo>
                    <a:pt x="13863" y="5756"/>
                  </a:lnTo>
                  <a:lnTo>
                    <a:pt x="13483" y="5782"/>
                  </a:lnTo>
                  <a:lnTo>
                    <a:pt x="13131" y="5452"/>
                  </a:lnTo>
                  <a:lnTo>
                    <a:pt x="13106" y="5098"/>
                  </a:lnTo>
                  <a:lnTo>
                    <a:pt x="12445" y="5500"/>
                  </a:lnTo>
                  <a:lnTo>
                    <a:pt x="11761" y="5904"/>
                  </a:lnTo>
                  <a:lnTo>
                    <a:pt x="11409" y="5929"/>
                  </a:lnTo>
                  <a:lnTo>
                    <a:pt x="11409" y="5929"/>
                  </a:lnTo>
                  <a:lnTo>
                    <a:pt x="11687" y="4843"/>
                  </a:lnTo>
                  <a:lnTo>
                    <a:pt x="11308" y="4514"/>
                  </a:lnTo>
                  <a:lnTo>
                    <a:pt x="11333" y="4868"/>
                  </a:lnTo>
                  <a:lnTo>
                    <a:pt x="11009" y="5602"/>
                  </a:lnTo>
                  <a:lnTo>
                    <a:pt x="11033" y="5955"/>
                  </a:lnTo>
                  <a:lnTo>
                    <a:pt x="10751" y="6309"/>
                  </a:lnTo>
                  <a:lnTo>
                    <a:pt x="10347" y="6003"/>
                  </a:lnTo>
                  <a:lnTo>
                    <a:pt x="10297" y="5297"/>
                  </a:lnTo>
                  <a:lnTo>
                    <a:pt x="10653" y="4916"/>
                  </a:lnTo>
                  <a:lnTo>
                    <a:pt x="10604" y="4230"/>
                  </a:lnTo>
                  <a:lnTo>
                    <a:pt x="10197" y="3882"/>
                  </a:lnTo>
                  <a:lnTo>
                    <a:pt x="9896" y="4279"/>
                  </a:lnTo>
                  <a:lnTo>
                    <a:pt x="9490" y="3932"/>
                  </a:lnTo>
                  <a:lnTo>
                    <a:pt x="9517" y="4306"/>
                  </a:lnTo>
                  <a:lnTo>
                    <a:pt x="9213" y="4662"/>
                  </a:lnTo>
                  <a:lnTo>
                    <a:pt x="8884" y="5041"/>
                  </a:lnTo>
                  <a:lnTo>
                    <a:pt x="8524" y="5067"/>
                  </a:lnTo>
                  <a:lnTo>
                    <a:pt x="8499" y="4713"/>
                  </a:lnTo>
                  <a:lnTo>
                    <a:pt x="8477" y="4380"/>
                  </a:lnTo>
                  <a:lnTo>
                    <a:pt x="8426" y="3673"/>
                  </a:lnTo>
                  <a:lnTo>
                    <a:pt x="8075" y="3369"/>
                  </a:lnTo>
                  <a:lnTo>
                    <a:pt x="7743" y="4055"/>
                  </a:lnTo>
                  <a:lnTo>
                    <a:pt x="7464" y="4786"/>
                  </a:lnTo>
                  <a:lnTo>
                    <a:pt x="7085" y="4813"/>
                  </a:lnTo>
                  <a:lnTo>
                    <a:pt x="7062" y="4479"/>
                  </a:lnTo>
                  <a:lnTo>
                    <a:pt x="6734" y="4503"/>
                  </a:lnTo>
                  <a:lnTo>
                    <a:pt x="6355" y="4530"/>
                  </a:lnTo>
                  <a:lnTo>
                    <a:pt x="5767" y="5617"/>
                  </a:lnTo>
                  <a:lnTo>
                    <a:pt x="5742" y="5264"/>
                  </a:lnTo>
                  <a:lnTo>
                    <a:pt x="5389" y="5288"/>
                  </a:lnTo>
                  <a:lnTo>
                    <a:pt x="5364" y="4935"/>
                  </a:lnTo>
                  <a:lnTo>
                    <a:pt x="5694" y="4577"/>
                  </a:lnTo>
                  <a:lnTo>
                    <a:pt x="5668" y="4203"/>
                  </a:lnTo>
                  <a:lnTo>
                    <a:pt x="5644" y="3869"/>
                  </a:lnTo>
                  <a:lnTo>
                    <a:pt x="5594" y="3162"/>
                  </a:lnTo>
                  <a:lnTo>
                    <a:pt x="5947" y="3137"/>
                  </a:lnTo>
                  <a:lnTo>
                    <a:pt x="6255" y="3116"/>
                  </a:lnTo>
                  <a:lnTo>
                    <a:pt x="6584" y="2381"/>
                  </a:lnTo>
                  <a:lnTo>
                    <a:pt x="6204" y="2408"/>
                  </a:lnTo>
                  <a:lnTo>
                    <a:pt x="6182" y="2081"/>
                  </a:lnTo>
                  <a:lnTo>
                    <a:pt x="6536" y="1700"/>
                  </a:lnTo>
                  <a:lnTo>
                    <a:pt x="6513" y="1367"/>
                  </a:lnTo>
                  <a:lnTo>
                    <a:pt x="6461" y="639"/>
                  </a:lnTo>
                  <a:lnTo>
                    <a:pt x="5726"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28"/>
            <p:cNvSpPr/>
            <p:nvPr/>
          </p:nvSpPr>
          <p:spPr>
            <a:xfrm>
              <a:off x="4815811" y="2804353"/>
              <a:ext cx="271470" cy="278143"/>
            </a:xfrm>
            <a:custGeom>
              <a:avLst/>
              <a:gdLst/>
              <a:ahLst/>
              <a:cxnLst/>
              <a:rect l="l" t="t" r="r" b="b"/>
              <a:pathLst>
                <a:path w="12653" h="12964" extrusionOk="0">
                  <a:moveTo>
                    <a:pt x="2988" y="8335"/>
                  </a:moveTo>
                  <a:lnTo>
                    <a:pt x="3340" y="8639"/>
                  </a:lnTo>
                  <a:lnTo>
                    <a:pt x="3718" y="8613"/>
                  </a:lnTo>
                  <a:lnTo>
                    <a:pt x="4046" y="8589"/>
                  </a:lnTo>
                  <a:lnTo>
                    <a:pt x="4427" y="8944"/>
                  </a:lnTo>
                  <a:lnTo>
                    <a:pt x="4073" y="8970"/>
                  </a:lnTo>
                  <a:lnTo>
                    <a:pt x="3366" y="9020"/>
                  </a:lnTo>
                  <a:lnTo>
                    <a:pt x="3012" y="8663"/>
                  </a:lnTo>
                  <a:lnTo>
                    <a:pt x="2632" y="8690"/>
                  </a:lnTo>
                  <a:lnTo>
                    <a:pt x="2305" y="8712"/>
                  </a:lnTo>
                  <a:lnTo>
                    <a:pt x="2305" y="8712"/>
                  </a:lnTo>
                  <a:lnTo>
                    <a:pt x="2988" y="8335"/>
                  </a:lnTo>
                  <a:close/>
                  <a:moveTo>
                    <a:pt x="11525" y="0"/>
                  </a:moveTo>
                  <a:lnTo>
                    <a:pt x="11552" y="381"/>
                  </a:lnTo>
                  <a:lnTo>
                    <a:pt x="11225" y="404"/>
                  </a:lnTo>
                  <a:lnTo>
                    <a:pt x="10871" y="429"/>
                  </a:lnTo>
                  <a:lnTo>
                    <a:pt x="10512" y="455"/>
                  </a:lnTo>
                  <a:lnTo>
                    <a:pt x="9779" y="125"/>
                  </a:lnTo>
                  <a:lnTo>
                    <a:pt x="9477" y="528"/>
                  </a:lnTo>
                  <a:lnTo>
                    <a:pt x="8769" y="578"/>
                  </a:lnTo>
                  <a:lnTo>
                    <a:pt x="8414" y="937"/>
                  </a:lnTo>
                  <a:lnTo>
                    <a:pt x="8131" y="1312"/>
                  </a:lnTo>
                  <a:lnTo>
                    <a:pt x="7094" y="1715"/>
                  </a:lnTo>
                  <a:lnTo>
                    <a:pt x="7473" y="2044"/>
                  </a:lnTo>
                  <a:lnTo>
                    <a:pt x="8207" y="2373"/>
                  </a:lnTo>
                  <a:lnTo>
                    <a:pt x="8514" y="2352"/>
                  </a:lnTo>
                  <a:lnTo>
                    <a:pt x="8514" y="2352"/>
                  </a:lnTo>
                  <a:lnTo>
                    <a:pt x="8230" y="2701"/>
                  </a:lnTo>
                  <a:lnTo>
                    <a:pt x="7522" y="2751"/>
                  </a:lnTo>
                  <a:lnTo>
                    <a:pt x="7548" y="3105"/>
                  </a:lnTo>
                  <a:lnTo>
                    <a:pt x="7573" y="3458"/>
                  </a:lnTo>
                  <a:lnTo>
                    <a:pt x="6868" y="3843"/>
                  </a:lnTo>
                  <a:lnTo>
                    <a:pt x="6511" y="3533"/>
                  </a:lnTo>
                  <a:lnTo>
                    <a:pt x="5806" y="3228"/>
                  </a:lnTo>
                  <a:lnTo>
                    <a:pt x="5781" y="2874"/>
                  </a:lnTo>
                  <a:lnTo>
                    <a:pt x="5378" y="2573"/>
                  </a:lnTo>
                  <a:lnTo>
                    <a:pt x="5023" y="2217"/>
                  </a:lnTo>
                  <a:lnTo>
                    <a:pt x="4316" y="2267"/>
                  </a:lnTo>
                  <a:lnTo>
                    <a:pt x="4007" y="3000"/>
                  </a:lnTo>
                  <a:lnTo>
                    <a:pt x="3654" y="3025"/>
                  </a:lnTo>
                  <a:lnTo>
                    <a:pt x="4032" y="3353"/>
                  </a:lnTo>
                  <a:lnTo>
                    <a:pt x="4057" y="3707"/>
                  </a:lnTo>
                  <a:lnTo>
                    <a:pt x="4081" y="4040"/>
                  </a:lnTo>
                  <a:lnTo>
                    <a:pt x="3752" y="4419"/>
                  </a:lnTo>
                  <a:lnTo>
                    <a:pt x="3449" y="4795"/>
                  </a:lnTo>
                  <a:lnTo>
                    <a:pt x="3070" y="4822"/>
                  </a:lnTo>
                  <a:lnTo>
                    <a:pt x="2767" y="5198"/>
                  </a:lnTo>
                  <a:lnTo>
                    <a:pt x="3145" y="5883"/>
                  </a:lnTo>
                  <a:lnTo>
                    <a:pt x="3168" y="6211"/>
                  </a:lnTo>
                  <a:lnTo>
                    <a:pt x="3548" y="6184"/>
                  </a:lnTo>
                  <a:lnTo>
                    <a:pt x="3596" y="6871"/>
                  </a:lnTo>
                  <a:lnTo>
                    <a:pt x="3900" y="6515"/>
                  </a:lnTo>
                  <a:lnTo>
                    <a:pt x="4612" y="6464"/>
                  </a:lnTo>
                  <a:lnTo>
                    <a:pt x="4941" y="6441"/>
                  </a:lnTo>
                  <a:lnTo>
                    <a:pt x="4963" y="6773"/>
                  </a:lnTo>
                  <a:lnTo>
                    <a:pt x="4662" y="7171"/>
                  </a:lnTo>
                  <a:lnTo>
                    <a:pt x="4304" y="7197"/>
                  </a:lnTo>
                  <a:lnTo>
                    <a:pt x="3266" y="7605"/>
                  </a:lnTo>
                  <a:lnTo>
                    <a:pt x="2609" y="8362"/>
                  </a:lnTo>
                  <a:lnTo>
                    <a:pt x="1901" y="8412"/>
                  </a:lnTo>
                  <a:lnTo>
                    <a:pt x="2305" y="8712"/>
                  </a:lnTo>
                  <a:lnTo>
                    <a:pt x="1925" y="8740"/>
                  </a:lnTo>
                  <a:lnTo>
                    <a:pt x="1952" y="9119"/>
                  </a:lnTo>
                  <a:lnTo>
                    <a:pt x="916" y="9193"/>
                  </a:lnTo>
                  <a:lnTo>
                    <a:pt x="584" y="9217"/>
                  </a:lnTo>
                  <a:lnTo>
                    <a:pt x="234" y="9576"/>
                  </a:lnTo>
                  <a:lnTo>
                    <a:pt x="259" y="9928"/>
                  </a:lnTo>
                  <a:lnTo>
                    <a:pt x="632" y="9902"/>
                  </a:lnTo>
                  <a:lnTo>
                    <a:pt x="1339" y="9852"/>
                  </a:lnTo>
                  <a:lnTo>
                    <a:pt x="1718" y="10181"/>
                  </a:lnTo>
                  <a:lnTo>
                    <a:pt x="1364" y="10206"/>
                  </a:lnTo>
                  <a:lnTo>
                    <a:pt x="990" y="10232"/>
                  </a:lnTo>
                  <a:lnTo>
                    <a:pt x="658" y="10256"/>
                  </a:lnTo>
                  <a:lnTo>
                    <a:pt x="308" y="10637"/>
                  </a:lnTo>
                  <a:lnTo>
                    <a:pt x="0" y="11014"/>
                  </a:lnTo>
                  <a:lnTo>
                    <a:pt x="357" y="11318"/>
                  </a:lnTo>
                  <a:lnTo>
                    <a:pt x="707" y="10963"/>
                  </a:lnTo>
                  <a:lnTo>
                    <a:pt x="1063" y="11267"/>
                  </a:lnTo>
                  <a:lnTo>
                    <a:pt x="755" y="11645"/>
                  </a:lnTo>
                  <a:lnTo>
                    <a:pt x="780" y="11998"/>
                  </a:lnTo>
                  <a:lnTo>
                    <a:pt x="1113" y="11975"/>
                  </a:lnTo>
                  <a:lnTo>
                    <a:pt x="1487" y="11947"/>
                  </a:lnTo>
                  <a:lnTo>
                    <a:pt x="1487" y="11947"/>
                  </a:lnTo>
                  <a:lnTo>
                    <a:pt x="805" y="12352"/>
                  </a:lnTo>
                  <a:lnTo>
                    <a:pt x="1866" y="12277"/>
                  </a:lnTo>
                  <a:lnTo>
                    <a:pt x="1890" y="12609"/>
                  </a:lnTo>
                  <a:lnTo>
                    <a:pt x="1914" y="12963"/>
                  </a:lnTo>
                  <a:lnTo>
                    <a:pt x="2576" y="12561"/>
                  </a:lnTo>
                  <a:lnTo>
                    <a:pt x="2904" y="12538"/>
                  </a:lnTo>
                  <a:lnTo>
                    <a:pt x="3309" y="12865"/>
                  </a:lnTo>
                  <a:lnTo>
                    <a:pt x="4016" y="12815"/>
                  </a:lnTo>
                  <a:lnTo>
                    <a:pt x="4319" y="12439"/>
                  </a:lnTo>
                  <a:lnTo>
                    <a:pt x="4697" y="12767"/>
                  </a:lnTo>
                  <a:lnTo>
                    <a:pt x="5384" y="12719"/>
                  </a:lnTo>
                  <a:lnTo>
                    <a:pt x="5359" y="12365"/>
                  </a:lnTo>
                  <a:lnTo>
                    <a:pt x="5739" y="12338"/>
                  </a:lnTo>
                  <a:lnTo>
                    <a:pt x="6043" y="11982"/>
                  </a:lnTo>
                  <a:lnTo>
                    <a:pt x="6065" y="12314"/>
                  </a:lnTo>
                  <a:lnTo>
                    <a:pt x="6446" y="12288"/>
                  </a:lnTo>
                  <a:lnTo>
                    <a:pt x="6750" y="11931"/>
                  </a:lnTo>
                  <a:lnTo>
                    <a:pt x="7103" y="11906"/>
                  </a:lnTo>
                  <a:lnTo>
                    <a:pt x="7811" y="11857"/>
                  </a:lnTo>
                  <a:lnTo>
                    <a:pt x="8518" y="11807"/>
                  </a:lnTo>
                  <a:lnTo>
                    <a:pt x="9178" y="11760"/>
                  </a:lnTo>
                  <a:lnTo>
                    <a:pt x="9582" y="12066"/>
                  </a:lnTo>
                  <a:lnTo>
                    <a:pt x="10265" y="11684"/>
                  </a:lnTo>
                  <a:lnTo>
                    <a:pt x="10568" y="11306"/>
                  </a:lnTo>
                  <a:lnTo>
                    <a:pt x="10543" y="10952"/>
                  </a:lnTo>
                  <a:lnTo>
                    <a:pt x="10923" y="10925"/>
                  </a:lnTo>
                  <a:lnTo>
                    <a:pt x="11226" y="10549"/>
                  </a:lnTo>
                  <a:lnTo>
                    <a:pt x="11202" y="10222"/>
                  </a:lnTo>
                  <a:lnTo>
                    <a:pt x="11561" y="10196"/>
                  </a:lnTo>
                  <a:lnTo>
                    <a:pt x="11536" y="9843"/>
                  </a:lnTo>
                  <a:lnTo>
                    <a:pt x="11511" y="9489"/>
                  </a:lnTo>
                  <a:lnTo>
                    <a:pt x="11486" y="9135"/>
                  </a:lnTo>
                  <a:lnTo>
                    <a:pt x="11815" y="8757"/>
                  </a:lnTo>
                  <a:lnTo>
                    <a:pt x="11791" y="8424"/>
                  </a:lnTo>
                  <a:lnTo>
                    <a:pt x="11765" y="8044"/>
                  </a:lnTo>
                  <a:lnTo>
                    <a:pt x="12069" y="7694"/>
                  </a:lnTo>
                  <a:lnTo>
                    <a:pt x="12020" y="6986"/>
                  </a:lnTo>
                  <a:lnTo>
                    <a:pt x="11996" y="6653"/>
                  </a:lnTo>
                  <a:lnTo>
                    <a:pt x="12348" y="6252"/>
                  </a:lnTo>
                  <a:lnTo>
                    <a:pt x="11946" y="5946"/>
                  </a:lnTo>
                  <a:lnTo>
                    <a:pt x="12326" y="5919"/>
                  </a:lnTo>
                  <a:lnTo>
                    <a:pt x="12348" y="6252"/>
                  </a:lnTo>
                  <a:lnTo>
                    <a:pt x="12652" y="5896"/>
                  </a:lnTo>
                  <a:lnTo>
                    <a:pt x="12636" y="5866"/>
                  </a:lnTo>
                  <a:lnTo>
                    <a:pt x="12582" y="5927"/>
                  </a:lnTo>
                  <a:lnTo>
                    <a:pt x="12177" y="5245"/>
                  </a:lnTo>
                  <a:lnTo>
                    <a:pt x="11801" y="4937"/>
                  </a:lnTo>
                  <a:lnTo>
                    <a:pt x="11776" y="4583"/>
                  </a:lnTo>
                  <a:lnTo>
                    <a:pt x="11070" y="4278"/>
                  </a:lnTo>
                  <a:lnTo>
                    <a:pt x="10690" y="4305"/>
                  </a:lnTo>
                  <a:lnTo>
                    <a:pt x="10434" y="4322"/>
                  </a:lnTo>
                  <a:lnTo>
                    <a:pt x="10100" y="4680"/>
                  </a:lnTo>
                  <a:lnTo>
                    <a:pt x="10077" y="4659"/>
                  </a:lnTo>
                  <a:lnTo>
                    <a:pt x="10034" y="4706"/>
                  </a:lnTo>
                  <a:lnTo>
                    <a:pt x="9655" y="4378"/>
                  </a:lnTo>
                  <a:lnTo>
                    <a:pt x="9277" y="4049"/>
                  </a:lnTo>
                  <a:lnTo>
                    <a:pt x="8898" y="3720"/>
                  </a:lnTo>
                  <a:lnTo>
                    <a:pt x="8521" y="3417"/>
                  </a:lnTo>
                  <a:lnTo>
                    <a:pt x="8847" y="3014"/>
                  </a:lnTo>
                  <a:lnTo>
                    <a:pt x="8825" y="2685"/>
                  </a:lnTo>
                  <a:lnTo>
                    <a:pt x="8919" y="2678"/>
                  </a:lnTo>
                  <a:lnTo>
                    <a:pt x="8916" y="2652"/>
                  </a:lnTo>
                  <a:lnTo>
                    <a:pt x="9244" y="2630"/>
                  </a:lnTo>
                  <a:lnTo>
                    <a:pt x="9599" y="2916"/>
                  </a:lnTo>
                  <a:lnTo>
                    <a:pt x="9886" y="2610"/>
                  </a:lnTo>
                  <a:lnTo>
                    <a:pt x="9861" y="2257"/>
                  </a:lnTo>
                  <a:lnTo>
                    <a:pt x="10210" y="1877"/>
                  </a:lnTo>
                  <a:lnTo>
                    <a:pt x="10492" y="1501"/>
                  </a:lnTo>
                  <a:lnTo>
                    <a:pt x="10560" y="1496"/>
                  </a:lnTo>
                  <a:lnTo>
                    <a:pt x="10583" y="1468"/>
                  </a:lnTo>
                  <a:lnTo>
                    <a:pt x="11296" y="1417"/>
                  </a:lnTo>
                  <a:lnTo>
                    <a:pt x="11624" y="1395"/>
                  </a:lnTo>
                  <a:lnTo>
                    <a:pt x="11273" y="1091"/>
                  </a:lnTo>
                  <a:lnTo>
                    <a:pt x="11601" y="1067"/>
                  </a:lnTo>
                  <a:lnTo>
                    <a:pt x="11981" y="1041"/>
                  </a:lnTo>
                  <a:lnTo>
                    <a:pt x="12282" y="665"/>
                  </a:lnTo>
                  <a:lnTo>
                    <a:pt x="11932" y="354"/>
                  </a:lnTo>
                  <a:lnTo>
                    <a:pt x="11525"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8"/>
            <p:cNvSpPr/>
            <p:nvPr/>
          </p:nvSpPr>
          <p:spPr>
            <a:xfrm>
              <a:off x="4833576" y="3067756"/>
              <a:ext cx="22270" cy="8775"/>
            </a:xfrm>
            <a:custGeom>
              <a:avLst/>
              <a:gdLst/>
              <a:ahLst/>
              <a:cxnLst/>
              <a:rect l="l" t="t" r="r" b="b"/>
              <a:pathLst>
                <a:path w="1038" h="409" extrusionOk="0">
                  <a:moveTo>
                    <a:pt x="1038" y="0"/>
                  </a:moveTo>
                  <a:lnTo>
                    <a:pt x="1" y="408"/>
                  </a:lnTo>
                  <a:lnTo>
                    <a:pt x="334" y="384"/>
                  </a:lnTo>
                  <a:lnTo>
                    <a:pt x="1038"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8"/>
            <p:cNvSpPr/>
            <p:nvPr/>
          </p:nvSpPr>
          <p:spPr>
            <a:xfrm>
              <a:off x="4998608" y="2826194"/>
              <a:ext cx="130639" cy="105344"/>
            </a:xfrm>
            <a:custGeom>
              <a:avLst/>
              <a:gdLst/>
              <a:ahLst/>
              <a:cxnLst/>
              <a:rect l="l" t="t" r="r" b="b"/>
              <a:pathLst>
                <a:path w="6089" h="4910" extrusionOk="0">
                  <a:moveTo>
                    <a:pt x="4076" y="0"/>
                  </a:moveTo>
                  <a:lnTo>
                    <a:pt x="3717" y="25"/>
                  </a:lnTo>
                  <a:lnTo>
                    <a:pt x="3386" y="383"/>
                  </a:lnTo>
                  <a:lnTo>
                    <a:pt x="3033" y="408"/>
                  </a:lnTo>
                  <a:lnTo>
                    <a:pt x="2680" y="433"/>
                  </a:lnTo>
                  <a:lnTo>
                    <a:pt x="2040" y="478"/>
                  </a:lnTo>
                  <a:lnTo>
                    <a:pt x="1972" y="483"/>
                  </a:lnTo>
                  <a:lnTo>
                    <a:pt x="1690" y="859"/>
                  </a:lnTo>
                  <a:lnTo>
                    <a:pt x="1341" y="1239"/>
                  </a:lnTo>
                  <a:lnTo>
                    <a:pt x="1366" y="1592"/>
                  </a:lnTo>
                  <a:lnTo>
                    <a:pt x="1079" y="1898"/>
                  </a:lnTo>
                  <a:lnTo>
                    <a:pt x="1036" y="1945"/>
                  </a:lnTo>
                  <a:lnTo>
                    <a:pt x="658" y="1642"/>
                  </a:lnTo>
                  <a:lnTo>
                    <a:pt x="399" y="1660"/>
                  </a:lnTo>
                  <a:lnTo>
                    <a:pt x="305" y="1667"/>
                  </a:lnTo>
                  <a:lnTo>
                    <a:pt x="327" y="1996"/>
                  </a:lnTo>
                  <a:lnTo>
                    <a:pt x="1" y="2399"/>
                  </a:lnTo>
                  <a:lnTo>
                    <a:pt x="378" y="2702"/>
                  </a:lnTo>
                  <a:lnTo>
                    <a:pt x="757" y="3031"/>
                  </a:lnTo>
                  <a:lnTo>
                    <a:pt x="1135" y="3360"/>
                  </a:lnTo>
                  <a:lnTo>
                    <a:pt x="1514" y="3688"/>
                  </a:lnTo>
                  <a:lnTo>
                    <a:pt x="1557" y="3641"/>
                  </a:lnTo>
                  <a:lnTo>
                    <a:pt x="1863" y="3309"/>
                  </a:lnTo>
                  <a:lnTo>
                    <a:pt x="1914" y="3304"/>
                  </a:lnTo>
                  <a:lnTo>
                    <a:pt x="2170" y="3287"/>
                  </a:lnTo>
                  <a:lnTo>
                    <a:pt x="2550" y="3260"/>
                  </a:lnTo>
                  <a:lnTo>
                    <a:pt x="3256" y="3565"/>
                  </a:lnTo>
                  <a:lnTo>
                    <a:pt x="3281" y="3919"/>
                  </a:lnTo>
                  <a:lnTo>
                    <a:pt x="3657" y="4227"/>
                  </a:lnTo>
                  <a:lnTo>
                    <a:pt x="4062" y="4909"/>
                  </a:lnTo>
                  <a:lnTo>
                    <a:pt x="4116" y="4848"/>
                  </a:lnTo>
                  <a:lnTo>
                    <a:pt x="4396" y="4530"/>
                  </a:lnTo>
                  <a:lnTo>
                    <a:pt x="4698" y="4153"/>
                  </a:lnTo>
                  <a:lnTo>
                    <a:pt x="5078" y="4126"/>
                  </a:lnTo>
                  <a:lnTo>
                    <a:pt x="5405" y="4103"/>
                  </a:lnTo>
                  <a:lnTo>
                    <a:pt x="5357" y="3416"/>
                  </a:lnTo>
                  <a:lnTo>
                    <a:pt x="5711" y="3036"/>
                  </a:lnTo>
                  <a:lnTo>
                    <a:pt x="5737" y="3390"/>
                  </a:lnTo>
                  <a:lnTo>
                    <a:pt x="5762" y="3744"/>
                  </a:lnTo>
                  <a:lnTo>
                    <a:pt x="6089" y="3720"/>
                  </a:lnTo>
                  <a:lnTo>
                    <a:pt x="6064" y="3366"/>
                  </a:lnTo>
                  <a:lnTo>
                    <a:pt x="6039" y="3013"/>
                  </a:lnTo>
                  <a:lnTo>
                    <a:pt x="5686" y="2682"/>
                  </a:lnTo>
                  <a:lnTo>
                    <a:pt x="5332" y="3063"/>
                  </a:lnTo>
                  <a:lnTo>
                    <a:pt x="4979" y="2732"/>
                  </a:lnTo>
                  <a:lnTo>
                    <a:pt x="5282" y="2356"/>
                  </a:lnTo>
                  <a:lnTo>
                    <a:pt x="5662" y="2329"/>
                  </a:lnTo>
                  <a:lnTo>
                    <a:pt x="5639" y="2001"/>
                  </a:lnTo>
                  <a:lnTo>
                    <a:pt x="5612" y="1621"/>
                  </a:lnTo>
                  <a:lnTo>
                    <a:pt x="5184" y="967"/>
                  </a:lnTo>
                  <a:lnTo>
                    <a:pt x="5159" y="613"/>
                  </a:lnTo>
                  <a:lnTo>
                    <a:pt x="5134" y="260"/>
                  </a:lnTo>
                  <a:lnTo>
                    <a:pt x="4806" y="282"/>
                  </a:lnTo>
                  <a:lnTo>
                    <a:pt x="4426" y="310"/>
                  </a:lnTo>
                  <a:lnTo>
                    <a:pt x="4099" y="332"/>
                  </a:lnTo>
                  <a:lnTo>
                    <a:pt x="4076" y="0"/>
                  </a:lnTo>
                  <a:close/>
                </a:path>
              </a:pathLst>
            </a:custGeom>
            <a:solidFill>
              <a:schemeClr val="dk1"/>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8"/>
            <p:cNvSpPr/>
            <p:nvPr/>
          </p:nvSpPr>
          <p:spPr>
            <a:xfrm>
              <a:off x="5717307" y="3964682"/>
              <a:ext cx="58315" cy="110021"/>
            </a:xfrm>
            <a:custGeom>
              <a:avLst/>
              <a:gdLst/>
              <a:ahLst/>
              <a:cxnLst/>
              <a:rect l="l" t="t" r="r" b="b"/>
              <a:pathLst>
                <a:path w="2718" h="5128" extrusionOk="0">
                  <a:moveTo>
                    <a:pt x="2276" y="0"/>
                  </a:moveTo>
                  <a:lnTo>
                    <a:pt x="2207" y="78"/>
                  </a:lnTo>
                  <a:lnTo>
                    <a:pt x="1896" y="27"/>
                  </a:lnTo>
                  <a:lnTo>
                    <a:pt x="1554" y="219"/>
                  </a:lnTo>
                  <a:lnTo>
                    <a:pt x="1180" y="245"/>
                  </a:lnTo>
                  <a:lnTo>
                    <a:pt x="1019" y="329"/>
                  </a:lnTo>
                  <a:lnTo>
                    <a:pt x="868" y="576"/>
                  </a:lnTo>
                  <a:lnTo>
                    <a:pt x="504" y="742"/>
                  </a:lnTo>
                  <a:lnTo>
                    <a:pt x="224" y="1143"/>
                  </a:lnTo>
                  <a:lnTo>
                    <a:pt x="1" y="1394"/>
                  </a:lnTo>
                  <a:lnTo>
                    <a:pt x="96" y="1696"/>
                  </a:lnTo>
                  <a:lnTo>
                    <a:pt x="50" y="2081"/>
                  </a:lnTo>
                  <a:lnTo>
                    <a:pt x="149" y="2450"/>
                  </a:lnTo>
                  <a:lnTo>
                    <a:pt x="311" y="2747"/>
                  </a:lnTo>
                  <a:lnTo>
                    <a:pt x="336" y="3100"/>
                  </a:lnTo>
                  <a:lnTo>
                    <a:pt x="371" y="3219"/>
                  </a:lnTo>
                  <a:lnTo>
                    <a:pt x="146" y="3448"/>
                  </a:lnTo>
                  <a:lnTo>
                    <a:pt x="386" y="3808"/>
                  </a:lnTo>
                  <a:lnTo>
                    <a:pt x="668" y="4096"/>
                  </a:lnTo>
                  <a:lnTo>
                    <a:pt x="693" y="4450"/>
                  </a:lnTo>
                  <a:lnTo>
                    <a:pt x="929" y="4768"/>
                  </a:lnTo>
                  <a:lnTo>
                    <a:pt x="1167" y="4798"/>
                  </a:lnTo>
                  <a:lnTo>
                    <a:pt x="1525" y="5128"/>
                  </a:lnTo>
                  <a:lnTo>
                    <a:pt x="1500" y="4774"/>
                  </a:lnTo>
                  <a:lnTo>
                    <a:pt x="1849" y="4395"/>
                  </a:lnTo>
                  <a:lnTo>
                    <a:pt x="1826" y="4062"/>
                  </a:lnTo>
                  <a:lnTo>
                    <a:pt x="2108" y="3330"/>
                  </a:lnTo>
                  <a:lnTo>
                    <a:pt x="2083" y="2977"/>
                  </a:lnTo>
                  <a:lnTo>
                    <a:pt x="2058" y="2624"/>
                  </a:lnTo>
                  <a:lnTo>
                    <a:pt x="2389" y="2272"/>
                  </a:lnTo>
                  <a:lnTo>
                    <a:pt x="2718" y="1892"/>
                  </a:lnTo>
                  <a:lnTo>
                    <a:pt x="2668" y="1185"/>
                  </a:lnTo>
                  <a:lnTo>
                    <a:pt x="2644" y="851"/>
                  </a:lnTo>
                  <a:lnTo>
                    <a:pt x="2617" y="473"/>
                  </a:lnTo>
                  <a:lnTo>
                    <a:pt x="2454" y="155"/>
                  </a:lnTo>
                  <a:lnTo>
                    <a:pt x="2276"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8"/>
            <p:cNvSpPr/>
            <p:nvPr/>
          </p:nvSpPr>
          <p:spPr>
            <a:xfrm>
              <a:off x="5670578" y="4082277"/>
              <a:ext cx="107511" cy="183955"/>
            </a:xfrm>
            <a:custGeom>
              <a:avLst/>
              <a:gdLst/>
              <a:ahLst/>
              <a:cxnLst/>
              <a:rect l="l" t="t" r="r" b="b"/>
              <a:pathLst>
                <a:path w="5011" h="8574" extrusionOk="0">
                  <a:moveTo>
                    <a:pt x="3728" y="1"/>
                  </a:moveTo>
                  <a:lnTo>
                    <a:pt x="3420" y="378"/>
                  </a:lnTo>
                  <a:lnTo>
                    <a:pt x="3045" y="405"/>
                  </a:lnTo>
                  <a:lnTo>
                    <a:pt x="3068" y="733"/>
                  </a:lnTo>
                  <a:lnTo>
                    <a:pt x="2736" y="756"/>
                  </a:lnTo>
                  <a:lnTo>
                    <a:pt x="2382" y="780"/>
                  </a:lnTo>
                  <a:lnTo>
                    <a:pt x="2081" y="1184"/>
                  </a:lnTo>
                  <a:lnTo>
                    <a:pt x="1702" y="1210"/>
                  </a:lnTo>
                  <a:lnTo>
                    <a:pt x="994" y="1261"/>
                  </a:lnTo>
                  <a:lnTo>
                    <a:pt x="664" y="1613"/>
                  </a:lnTo>
                  <a:lnTo>
                    <a:pt x="308" y="1309"/>
                  </a:lnTo>
                  <a:lnTo>
                    <a:pt x="332" y="1637"/>
                  </a:lnTo>
                  <a:lnTo>
                    <a:pt x="1" y="1994"/>
                  </a:lnTo>
                  <a:lnTo>
                    <a:pt x="28" y="2375"/>
                  </a:lnTo>
                  <a:lnTo>
                    <a:pt x="50" y="2701"/>
                  </a:lnTo>
                  <a:lnTo>
                    <a:pt x="455" y="3384"/>
                  </a:lnTo>
                  <a:lnTo>
                    <a:pt x="480" y="3737"/>
                  </a:lnTo>
                  <a:lnTo>
                    <a:pt x="528" y="4424"/>
                  </a:lnTo>
                  <a:lnTo>
                    <a:pt x="861" y="4400"/>
                  </a:lnTo>
                  <a:lnTo>
                    <a:pt x="1568" y="4351"/>
                  </a:lnTo>
                  <a:lnTo>
                    <a:pt x="1239" y="4729"/>
                  </a:lnTo>
                  <a:lnTo>
                    <a:pt x="911" y="5108"/>
                  </a:lnTo>
                  <a:lnTo>
                    <a:pt x="936" y="5461"/>
                  </a:lnTo>
                  <a:lnTo>
                    <a:pt x="961" y="5815"/>
                  </a:lnTo>
                  <a:lnTo>
                    <a:pt x="652" y="6167"/>
                  </a:lnTo>
                  <a:lnTo>
                    <a:pt x="297" y="6192"/>
                  </a:lnTo>
                  <a:lnTo>
                    <a:pt x="677" y="6520"/>
                  </a:lnTo>
                  <a:lnTo>
                    <a:pt x="373" y="7253"/>
                  </a:lnTo>
                  <a:lnTo>
                    <a:pt x="751" y="7581"/>
                  </a:lnTo>
                  <a:lnTo>
                    <a:pt x="776" y="7935"/>
                  </a:lnTo>
                  <a:lnTo>
                    <a:pt x="800" y="8268"/>
                  </a:lnTo>
                  <a:lnTo>
                    <a:pt x="1511" y="8573"/>
                  </a:lnTo>
                  <a:lnTo>
                    <a:pt x="1864" y="8548"/>
                  </a:lnTo>
                  <a:lnTo>
                    <a:pt x="2219" y="8523"/>
                  </a:lnTo>
                  <a:lnTo>
                    <a:pt x="2193" y="8170"/>
                  </a:lnTo>
                  <a:lnTo>
                    <a:pt x="2170" y="7837"/>
                  </a:lnTo>
                  <a:lnTo>
                    <a:pt x="2524" y="7456"/>
                  </a:lnTo>
                  <a:lnTo>
                    <a:pt x="3230" y="7761"/>
                  </a:lnTo>
                  <a:lnTo>
                    <a:pt x="3563" y="7738"/>
                  </a:lnTo>
                  <a:lnTo>
                    <a:pt x="3961" y="8044"/>
                  </a:lnTo>
                  <a:lnTo>
                    <a:pt x="4272" y="7687"/>
                  </a:lnTo>
                  <a:lnTo>
                    <a:pt x="4246" y="7334"/>
                  </a:lnTo>
                  <a:lnTo>
                    <a:pt x="4196" y="6627"/>
                  </a:lnTo>
                  <a:lnTo>
                    <a:pt x="4146" y="5919"/>
                  </a:lnTo>
                  <a:lnTo>
                    <a:pt x="4472" y="5212"/>
                  </a:lnTo>
                  <a:lnTo>
                    <a:pt x="4447" y="4858"/>
                  </a:lnTo>
                  <a:lnTo>
                    <a:pt x="4422" y="4504"/>
                  </a:lnTo>
                  <a:lnTo>
                    <a:pt x="4397" y="4151"/>
                  </a:lnTo>
                  <a:lnTo>
                    <a:pt x="4372" y="3797"/>
                  </a:lnTo>
                  <a:lnTo>
                    <a:pt x="4349" y="3464"/>
                  </a:lnTo>
                  <a:lnTo>
                    <a:pt x="4682" y="3441"/>
                  </a:lnTo>
                  <a:lnTo>
                    <a:pt x="5011" y="3061"/>
                  </a:lnTo>
                  <a:lnTo>
                    <a:pt x="4987" y="2734"/>
                  </a:lnTo>
                  <a:lnTo>
                    <a:pt x="4633" y="2760"/>
                  </a:lnTo>
                  <a:lnTo>
                    <a:pt x="4937" y="2027"/>
                  </a:lnTo>
                  <a:lnTo>
                    <a:pt x="4910" y="1647"/>
                  </a:lnTo>
                  <a:lnTo>
                    <a:pt x="4556" y="1672"/>
                  </a:lnTo>
                  <a:lnTo>
                    <a:pt x="4534" y="1340"/>
                  </a:lnTo>
                  <a:lnTo>
                    <a:pt x="4177" y="1036"/>
                  </a:lnTo>
                  <a:lnTo>
                    <a:pt x="4510" y="1012"/>
                  </a:lnTo>
                  <a:lnTo>
                    <a:pt x="4151" y="656"/>
                  </a:lnTo>
                  <a:lnTo>
                    <a:pt x="3753" y="355"/>
                  </a:lnTo>
                  <a:lnTo>
                    <a:pt x="3728"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8"/>
            <p:cNvSpPr/>
            <p:nvPr/>
          </p:nvSpPr>
          <p:spPr>
            <a:xfrm>
              <a:off x="5943700" y="4324418"/>
              <a:ext cx="210474" cy="131862"/>
            </a:xfrm>
            <a:custGeom>
              <a:avLst/>
              <a:gdLst/>
              <a:ahLst/>
              <a:cxnLst/>
              <a:rect l="l" t="t" r="r" b="b"/>
              <a:pathLst>
                <a:path w="9810" h="6146" extrusionOk="0">
                  <a:moveTo>
                    <a:pt x="9760" y="1"/>
                  </a:moveTo>
                  <a:lnTo>
                    <a:pt x="9103" y="403"/>
                  </a:lnTo>
                  <a:lnTo>
                    <a:pt x="8396" y="453"/>
                  </a:lnTo>
                  <a:lnTo>
                    <a:pt x="8068" y="831"/>
                  </a:lnTo>
                  <a:lnTo>
                    <a:pt x="7663" y="505"/>
                  </a:lnTo>
                  <a:lnTo>
                    <a:pt x="7335" y="528"/>
                  </a:lnTo>
                  <a:lnTo>
                    <a:pt x="6981" y="908"/>
                  </a:lnTo>
                  <a:lnTo>
                    <a:pt x="6674" y="930"/>
                  </a:lnTo>
                  <a:lnTo>
                    <a:pt x="6320" y="955"/>
                  </a:lnTo>
                  <a:lnTo>
                    <a:pt x="5967" y="980"/>
                  </a:lnTo>
                  <a:lnTo>
                    <a:pt x="5284" y="1384"/>
                  </a:lnTo>
                  <a:lnTo>
                    <a:pt x="4577" y="1434"/>
                  </a:lnTo>
                  <a:lnTo>
                    <a:pt x="3845" y="1130"/>
                  </a:lnTo>
                  <a:lnTo>
                    <a:pt x="3133" y="825"/>
                  </a:lnTo>
                  <a:lnTo>
                    <a:pt x="2754" y="496"/>
                  </a:lnTo>
                  <a:lnTo>
                    <a:pt x="2047" y="546"/>
                  </a:lnTo>
                  <a:lnTo>
                    <a:pt x="1365" y="949"/>
                  </a:lnTo>
                  <a:lnTo>
                    <a:pt x="1340" y="596"/>
                  </a:lnTo>
                  <a:lnTo>
                    <a:pt x="989" y="286"/>
                  </a:lnTo>
                  <a:lnTo>
                    <a:pt x="632" y="645"/>
                  </a:lnTo>
                  <a:lnTo>
                    <a:pt x="305" y="669"/>
                  </a:lnTo>
                  <a:lnTo>
                    <a:pt x="356" y="1377"/>
                  </a:lnTo>
                  <a:lnTo>
                    <a:pt x="1" y="1757"/>
                  </a:lnTo>
                  <a:lnTo>
                    <a:pt x="26" y="2111"/>
                  </a:lnTo>
                  <a:lnTo>
                    <a:pt x="428" y="2412"/>
                  </a:lnTo>
                  <a:lnTo>
                    <a:pt x="1162" y="2742"/>
                  </a:lnTo>
                  <a:lnTo>
                    <a:pt x="1490" y="2718"/>
                  </a:lnTo>
                  <a:lnTo>
                    <a:pt x="1892" y="3018"/>
                  </a:lnTo>
                  <a:lnTo>
                    <a:pt x="2952" y="3300"/>
                  </a:lnTo>
                  <a:lnTo>
                    <a:pt x="3332" y="3628"/>
                  </a:lnTo>
                  <a:lnTo>
                    <a:pt x="3741" y="4315"/>
                  </a:lnTo>
                  <a:lnTo>
                    <a:pt x="4447" y="4265"/>
                  </a:lnTo>
                  <a:lnTo>
                    <a:pt x="4799" y="4569"/>
                  </a:lnTo>
                  <a:lnTo>
                    <a:pt x="5506" y="4520"/>
                  </a:lnTo>
                  <a:lnTo>
                    <a:pt x="6237" y="4803"/>
                  </a:lnTo>
                  <a:lnTo>
                    <a:pt x="6263" y="5177"/>
                  </a:lnTo>
                  <a:lnTo>
                    <a:pt x="6668" y="5859"/>
                  </a:lnTo>
                  <a:lnTo>
                    <a:pt x="7351" y="6145"/>
                  </a:lnTo>
                  <a:lnTo>
                    <a:pt x="7707" y="5785"/>
                  </a:lnTo>
                  <a:lnTo>
                    <a:pt x="8438" y="6068"/>
                  </a:lnTo>
                  <a:lnTo>
                    <a:pt x="8438" y="6068"/>
                  </a:lnTo>
                  <a:lnTo>
                    <a:pt x="8388" y="5361"/>
                  </a:lnTo>
                  <a:lnTo>
                    <a:pt x="9072" y="4978"/>
                  </a:lnTo>
                  <a:lnTo>
                    <a:pt x="9021" y="4271"/>
                  </a:lnTo>
                  <a:lnTo>
                    <a:pt x="8667" y="4296"/>
                  </a:lnTo>
                  <a:lnTo>
                    <a:pt x="8998" y="3943"/>
                  </a:lnTo>
                  <a:lnTo>
                    <a:pt x="8645" y="3969"/>
                  </a:lnTo>
                  <a:lnTo>
                    <a:pt x="8618" y="3589"/>
                  </a:lnTo>
                  <a:lnTo>
                    <a:pt x="8594" y="3256"/>
                  </a:lnTo>
                  <a:lnTo>
                    <a:pt x="8923" y="2877"/>
                  </a:lnTo>
                  <a:lnTo>
                    <a:pt x="8898" y="2523"/>
                  </a:lnTo>
                  <a:lnTo>
                    <a:pt x="8875" y="2196"/>
                  </a:lnTo>
                  <a:lnTo>
                    <a:pt x="8848" y="1817"/>
                  </a:lnTo>
                  <a:lnTo>
                    <a:pt x="9179" y="1464"/>
                  </a:lnTo>
                  <a:lnTo>
                    <a:pt x="9507" y="1440"/>
                  </a:lnTo>
                  <a:lnTo>
                    <a:pt x="9809" y="708"/>
                  </a:lnTo>
                  <a:lnTo>
                    <a:pt x="9785" y="354"/>
                  </a:lnTo>
                  <a:lnTo>
                    <a:pt x="9760"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8"/>
            <p:cNvSpPr/>
            <p:nvPr/>
          </p:nvSpPr>
          <p:spPr>
            <a:xfrm>
              <a:off x="5145295" y="2995495"/>
              <a:ext cx="22871" cy="15641"/>
            </a:xfrm>
            <a:custGeom>
              <a:avLst/>
              <a:gdLst/>
              <a:ahLst/>
              <a:cxnLst/>
              <a:rect l="l" t="t" r="r" b="b"/>
              <a:pathLst>
                <a:path w="1066" h="729" extrusionOk="0">
                  <a:moveTo>
                    <a:pt x="661" y="0"/>
                  </a:moveTo>
                  <a:lnTo>
                    <a:pt x="333" y="23"/>
                  </a:lnTo>
                  <a:lnTo>
                    <a:pt x="0" y="47"/>
                  </a:lnTo>
                  <a:lnTo>
                    <a:pt x="49" y="728"/>
                  </a:lnTo>
                  <a:lnTo>
                    <a:pt x="381" y="704"/>
                  </a:lnTo>
                  <a:lnTo>
                    <a:pt x="709" y="682"/>
                  </a:lnTo>
                  <a:lnTo>
                    <a:pt x="1066" y="327"/>
                  </a:lnTo>
                  <a:lnTo>
                    <a:pt x="661" y="0"/>
                  </a:lnTo>
                  <a:close/>
                </a:path>
              </a:pathLst>
            </a:custGeom>
            <a:solidFill>
              <a:schemeClr val="dk1"/>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28"/>
            <p:cNvSpPr/>
            <p:nvPr/>
          </p:nvSpPr>
          <p:spPr>
            <a:xfrm>
              <a:off x="5242272" y="3243815"/>
              <a:ext cx="23343" cy="8689"/>
            </a:xfrm>
            <a:custGeom>
              <a:avLst/>
              <a:gdLst/>
              <a:ahLst/>
              <a:cxnLst/>
              <a:rect l="l" t="t" r="r" b="b"/>
              <a:pathLst>
                <a:path w="1088" h="405" extrusionOk="0">
                  <a:moveTo>
                    <a:pt x="1062" y="0"/>
                  </a:moveTo>
                  <a:lnTo>
                    <a:pt x="707" y="25"/>
                  </a:lnTo>
                  <a:lnTo>
                    <a:pt x="0" y="75"/>
                  </a:lnTo>
                  <a:lnTo>
                    <a:pt x="379" y="405"/>
                  </a:lnTo>
                  <a:lnTo>
                    <a:pt x="733" y="379"/>
                  </a:lnTo>
                  <a:lnTo>
                    <a:pt x="1087" y="354"/>
                  </a:lnTo>
                  <a:lnTo>
                    <a:pt x="1062"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28"/>
            <p:cNvSpPr/>
            <p:nvPr/>
          </p:nvSpPr>
          <p:spPr>
            <a:xfrm>
              <a:off x="5333370" y="2553286"/>
              <a:ext cx="16671" cy="22356"/>
            </a:xfrm>
            <a:custGeom>
              <a:avLst/>
              <a:gdLst/>
              <a:ahLst/>
              <a:cxnLst/>
              <a:rect l="l" t="t" r="r" b="b"/>
              <a:pathLst>
                <a:path w="777" h="1042" extrusionOk="0">
                  <a:moveTo>
                    <a:pt x="703" y="1"/>
                  </a:moveTo>
                  <a:lnTo>
                    <a:pt x="354" y="381"/>
                  </a:lnTo>
                  <a:lnTo>
                    <a:pt x="0" y="407"/>
                  </a:lnTo>
                  <a:lnTo>
                    <a:pt x="378" y="714"/>
                  </a:lnTo>
                  <a:lnTo>
                    <a:pt x="777" y="1041"/>
                  </a:lnTo>
                  <a:lnTo>
                    <a:pt x="751" y="688"/>
                  </a:lnTo>
                  <a:lnTo>
                    <a:pt x="728" y="355"/>
                  </a:lnTo>
                  <a:lnTo>
                    <a:pt x="703"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28"/>
            <p:cNvSpPr/>
            <p:nvPr/>
          </p:nvSpPr>
          <p:spPr>
            <a:xfrm>
              <a:off x="5433801" y="2455323"/>
              <a:ext cx="23322" cy="61340"/>
            </a:xfrm>
            <a:custGeom>
              <a:avLst/>
              <a:gdLst/>
              <a:ahLst/>
              <a:cxnLst/>
              <a:rect l="l" t="t" r="r" b="b"/>
              <a:pathLst>
                <a:path w="1087" h="2859" extrusionOk="0">
                  <a:moveTo>
                    <a:pt x="962" y="1"/>
                  </a:moveTo>
                  <a:lnTo>
                    <a:pt x="683" y="1065"/>
                  </a:lnTo>
                  <a:lnTo>
                    <a:pt x="708" y="1418"/>
                  </a:lnTo>
                  <a:lnTo>
                    <a:pt x="0" y="1468"/>
                  </a:lnTo>
                  <a:lnTo>
                    <a:pt x="25" y="1823"/>
                  </a:lnTo>
                  <a:lnTo>
                    <a:pt x="404" y="2152"/>
                  </a:lnTo>
                  <a:lnTo>
                    <a:pt x="427" y="2478"/>
                  </a:lnTo>
                  <a:lnTo>
                    <a:pt x="99" y="2858"/>
                  </a:lnTo>
                  <a:lnTo>
                    <a:pt x="99" y="2858"/>
                  </a:lnTo>
                  <a:lnTo>
                    <a:pt x="781" y="2454"/>
                  </a:lnTo>
                  <a:lnTo>
                    <a:pt x="757" y="2126"/>
                  </a:lnTo>
                  <a:lnTo>
                    <a:pt x="1086" y="1747"/>
                  </a:lnTo>
                  <a:lnTo>
                    <a:pt x="1061" y="1394"/>
                  </a:lnTo>
                  <a:lnTo>
                    <a:pt x="1035" y="1040"/>
                  </a:lnTo>
                  <a:lnTo>
                    <a:pt x="1011" y="687"/>
                  </a:lnTo>
                  <a:lnTo>
                    <a:pt x="962"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8"/>
            <p:cNvSpPr/>
            <p:nvPr/>
          </p:nvSpPr>
          <p:spPr>
            <a:xfrm>
              <a:off x="5147613" y="2571587"/>
              <a:ext cx="50591" cy="55397"/>
            </a:xfrm>
            <a:custGeom>
              <a:avLst/>
              <a:gdLst/>
              <a:ahLst/>
              <a:cxnLst/>
              <a:rect l="l" t="t" r="r" b="b"/>
              <a:pathLst>
                <a:path w="2358" h="2582" extrusionOk="0">
                  <a:moveTo>
                    <a:pt x="2334" y="0"/>
                  </a:moveTo>
                  <a:lnTo>
                    <a:pt x="2030" y="356"/>
                  </a:lnTo>
                  <a:lnTo>
                    <a:pt x="1676" y="381"/>
                  </a:lnTo>
                  <a:lnTo>
                    <a:pt x="990" y="430"/>
                  </a:lnTo>
                  <a:lnTo>
                    <a:pt x="1038" y="1111"/>
                  </a:lnTo>
                  <a:lnTo>
                    <a:pt x="660" y="808"/>
                  </a:lnTo>
                  <a:lnTo>
                    <a:pt x="635" y="454"/>
                  </a:lnTo>
                  <a:lnTo>
                    <a:pt x="308" y="833"/>
                  </a:lnTo>
                  <a:lnTo>
                    <a:pt x="330" y="1161"/>
                  </a:lnTo>
                  <a:lnTo>
                    <a:pt x="0" y="1895"/>
                  </a:lnTo>
                  <a:lnTo>
                    <a:pt x="27" y="2275"/>
                  </a:lnTo>
                  <a:lnTo>
                    <a:pt x="49" y="2582"/>
                  </a:lnTo>
                  <a:lnTo>
                    <a:pt x="381" y="1869"/>
                  </a:lnTo>
                  <a:lnTo>
                    <a:pt x="711" y="1517"/>
                  </a:lnTo>
                  <a:lnTo>
                    <a:pt x="1087" y="1818"/>
                  </a:lnTo>
                  <a:lnTo>
                    <a:pt x="1114" y="2198"/>
                  </a:lnTo>
                  <a:lnTo>
                    <a:pt x="1415" y="1796"/>
                  </a:lnTo>
                  <a:lnTo>
                    <a:pt x="1392" y="1468"/>
                  </a:lnTo>
                  <a:lnTo>
                    <a:pt x="1724" y="1062"/>
                  </a:lnTo>
                  <a:lnTo>
                    <a:pt x="2078" y="1037"/>
                  </a:lnTo>
                  <a:lnTo>
                    <a:pt x="2055" y="710"/>
                  </a:lnTo>
                  <a:lnTo>
                    <a:pt x="2357" y="333"/>
                  </a:lnTo>
                  <a:lnTo>
                    <a:pt x="2334"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8"/>
            <p:cNvSpPr/>
            <p:nvPr/>
          </p:nvSpPr>
          <p:spPr>
            <a:xfrm>
              <a:off x="5163382" y="2918836"/>
              <a:ext cx="22764" cy="22935"/>
            </a:xfrm>
            <a:custGeom>
              <a:avLst/>
              <a:gdLst/>
              <a:ahLst/>
              <a:cxnLst/>
              <a:rect l="l" t="t" r="r" b="b"/>
              <a:pathLst>
                <a:path w="1061" h="1069" extrusionOk="0">
                  <a:moveTo>
                    <a:pt x="657" y="1"/>
                  </a:moveTo>
                  <a:lnTo>
                    <a:pt x="302" y="361"/>
                  </a:lnTo>
                  <a:lnTo>
                    <a:pt x="1" y="763"/>
                  </a:lnTo>
                  <a:lnTo>
                    <a:pt x="351" y="1068"/>
                  </a:lnTo>
                  <a:lnTo>
                    <a:pt x="1061" y="689"/>
                  </a:lnTo>
                  <a:lnTo>
                    <a:pt x="1034" y="309"/>
                  </a:lnTo>
                  <a:lnTo>
                    <a:pt x="657" y="1"/>
                  </a:lnTo>
                  <a:close/>
                </a:path>
              </a:pathLst>
            </a:custGeom>
            <a:solidFill>
              <a:schemeClr val="dk1"/>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8"/>
            <p:cNvSpPr/>
            <p:nvPr/>
          </p:nvSpPr>
          <p:spPr>
            <a:xfrm>
              <a:off x="5157954" y="2642110"/>
              <a:ext cx="15705" cy="23837"/>
            </a:xfrm>
            <a:custGeom>
              <a:avLst/>
              <a:gdLst/>
              <a:ahLst/>
              <a:cxnLst/>
              <a:rect l="l" t="t" r="r" b="b"/>
              <a:pathLst>
                <a:path w="732" h="1111" extrusionOk="0">
                  <a:moveTo>
                    <a:pt x="683" y="0"/>
                  </a:moveTo>
                  <a:lnTo>
                    <a:pt x="1" y="404"/>
                  </a:lnTo>
                  <a:lnTo>
                    <a:pt x="25" y="731"/>
                  </a:lnTo>
                  <a:lnTo>
                    <a:pt x="51" y="1111"/>
                  </a:lnTo>
                  <a:lnTo>
                    <a:pt x="732" y="681"/>
                  </a:lnTo>
                  <a:lnTo>
                    <a:pt x="709" y="354"/>
                  </a:lnTo>
                  <a:lnTo>
                    <a:pt x="683"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8"/>
            <p:cNvSpPr/>
            <p:nvPr/>
          </p:nvSpPr>
          <p:spPr>
            <a:xfrm>
              <a:off x="5167673" y="2641016"/>
              <a:ext cx="20768" cy="46085"/>
            </a:xfrm>
            <a:custGeom>
              <a:avLst/>
              <a:gdLst/>
              <a:ahLst/>
              <a:cxnLst/>
              <a:rect l="l" t="t" r="r" b="b"/>
              <a:pathLst>
                <a:path w="968" h="2148" extrusionOk="0">
                  <a:moveTo>
                    <a:pt x="943" y="0"/>
                  </a:moveTo>
                  <a:lnTo>
                    <a:pt x="635" y="378"/>
                  </a:lnTo>
                  <a:lnTo>
                    <a:pt x="279" y="732"/>
                  </a:lnTo>
                  <a:lnTo>
                    <a:pt x="1" y="1463"/>
                  </a:lnTo>
                  <a:lnTo>
                    <a:pt x="354" y="1792"/>
                  </a:lnTo>
                  <a:lnTo>
                    <a:pt x="378" y="2147"/>
                  </a:lnTo>
                  <a:lnTo>
                    <a:pt x="708" y="1413"/>
                  </a:lnTo>
                  <a:lnTo>
                    <a:pt x="686" y="1085"/>
                  </a:lnTo>
                  <a:lnTo>
                    <a:pt x="659" y="705"/>
                  </a:lnTo>
                  <a:lnTo>
                    <a:pt x="968" y="354"/>
                  </a:lnTo>
                  <a:lnTo>
                    <a:pt x="943"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28"/>
            <p:cNvSpPr/>
            <p:nvPr/>
          </p:nvSpPr>
          <p:spPr>
            <a:xfrm>
              <a:off x="5164348" y="2740803"/>
              <a:ext cx="493" cy="7166"/>
            </a:xfrm>
            <a:custGeom>
              <a:avLst/>
              <a:gdLst/>
              <a:ahLst/>
              <a:cxnLst/>
              <a:rect l="l" t="t" r="r" b="b"/>
              <a:pathLst>
                <a:path w="23" h="334" fill="none" extrusionOk="0">
                  <a:moveTo>
                    <a:pt x="23" y="333"/>
                  </a:moveTo>
                  <a:lnTo>
                    <a:pt x="0" y="0"/>
                  </a:lnTo>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28"/>
            <p:cNvSpPr/>
            <p:nvPr/>
          </p:nvSpPr>
          <p:spPr>
            <a:xfrm>
              <a:off x="5155637" y="2725055"/>
              <a:ext cx="7874" cy="3690"/>
            </a:xfrm>
            <a:custGeom>
              <a:avLst/>
              <a:gdLst/>
              <a:ahLst/>
              <a:cxnLst/>
              <a:rect l="l" t="t" r="r" b="b"/>
              <a:pathLst>
                <a:path w="367" h="172" extrusionOk="0">
                  <a:moveTo>
                    <a:pt x="354" y="1"/>
                  </a:moveTo>
                  <a:lnTo>
                    <a:pt x="1" y="26"/>
                  </a:lnTo>
                  <a:lnTo>
                    <a:pt x="366" y="172"/>
                  </a:lnTo>
                  <a:lnTo>
                    <a:pt x="366" y="172"/>
                  </a:lnTo>
                  <a:lnTo>
                    <a:pt x="354"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8"/>
            <p:cNvSpPr/>
            <p:nvPr/>
          </p:nvSpPr>
          <p:spPr>
            <a:xfrm>
              <a:off x="5156731" y="2728724"/>
              <a:ext cx="15748" cy="12616"/>
            </a:xfrm>
            <a:custGeom>
              <a:avLst/>
              <a:gdLst/>
              <a:ahLst/>
              <a:cxnLst/>
              <a:rect l="l" t="t" r="r" b="b"/>
              <a:pathLst>
                <a:path w="734" h="588" extrusionOk="0">
                  <a:moveTo>
                    <a:pt x="315" y="1"/>
                  </a:moveTo>
                  <a:lnTo>
                    <a:pt x="328" y="183"/>
                  </a:lnTo>
                  <a:lnTo>
                    <a:pt x="0" y="588"/>
                  </a:lnTo>
                  <a:lnTo>
                    <a:pt x="0" y="588"/>
                  </a:lnTo>
                  <a:lnTo>
                    <a:pt x="355" y="563"/>
                  </a:lnTo>
                  <a:lnTo>
                    <a:pt x="734" y="536"/>
                  </a:lnTo>
                  <a:lnTo>
                    <a:pt x="708" y="162"/>
                  </a:lnTo>
                  <a:lnTo>
                    <a:pt x="697" y="153"/>
                  </a:lnTo>
                  <a:lnTo>
                    <a:pt x="315"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28"/>
            <p:cNvSpPr/>
            <p:nvPr/>
          </p:nvSpPr>
          <p:spPr>
            <a:xfrm>
              <a:off x="5016673" y="3233410"/>
              <a:ext cx="14718" cy="1073"/>
            </a:xfrm>
            <a:custGeom>
              <a:avLst/>
              <a:gdLst/>
              <a:ahLst/>
              <a:cxnLst/>
              <a:rect l="l" t="t" r="r" b="b"/>
              <a:pathLst>
                <a:path w="686" h="50" extrusionOk="0">
                  <a:moveTo>
                    <a:pt x="686" y="1"/>
                  </a:moveTo>
                  <a:lnTo>
                    <a:pt x="0" y="49"/>
                  </a:lnTo>
                  <a:lnTo>
                    <a:pt x="0" y="49"/>
                  </a:lnTo>
                  <a:lnTo>
                    <a:pt x="354" y="24"/>
                  </a:lnTo>
                  <a:lnTo>
                    <a:pt x="686"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28"/>
            <p:cNvSpPr/>
            <p:nvPr/>
          </p:nvSpPr>
          <p:spPr>
            <a:xfrm>
              <a:off x="5231437" y="2955224"/>
              <a:ext cx="7381" cy="8174"/>
            </a:xfrm>
            <a:custGeom>
              <a:avLst/>
              <a:gdLst/>
              <a:ahLst/>
              <a:cxnLst/>
              <a:rect l="l" t="t" r="r" b="b"/>
              <a:pathLst>
                <a:path w="344" h="381" extrusionOk="0">
                  <a:moveTo>
                    <a:pt x="344" y="1"/>
                  </a:moveTo>
                  <a:lnTo>
                    <a:pt x="334" y="2"/>
                  </a:lnTo>
                  <a:lnTo>
                    <a:pt x="0" y="380"/>
                  </a:lnTo>
                  <a:lnTo>
                    <a:pt x="344"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8"/>
            <p:cNvSpPr/>
            <p:nvPr/>
          </p:nvSpPr>
          <p:spPr>
            <a:xfrm>
              <a:off x="5031369" y="2836535"/>
              <a:ext cx="416356" cy="419553"/>
            </a:xfrm>
            <a:custGeom>
              <a:avLst/>
              <a:gdLst/>
              <a:ahLst/>
              <a:cxnLst/>
              <a:rect l="l" t="t" r="r" b="b"/>
              <a:pathLst>
                <a:path w="19406" h="19555" extrusionOk="0">
                  <a:moveTo>
                    <a:pt x="13842" y="1"/>
                  </a:moveTo>
                  <a:lnTo>
                    <a:pt x="13815" y="64"/>
                  </a:lnTo>
                  <a:lnTo>
                    <a:pt x="13850" y="120"/>
                  </a:lnTo>
                  <a:lnTo>
                    <a:pt x="13519" y="854"/>
                  </a:lnTo>
                  <a:lnTo>
                    <a:pt x="13319" y="868"/>
                  </a:lnTo>
                  <a:lnTo>
                    <a:pt x="13562" y="1065"/>
                  </a:lnTo>
                  <a:lnTo>
                    <a:pt x="13494" y="1143"/>
                  </a:lnTo>
                  <a:lnTo>
                    <a:pt x="13543" y="1182"/>
                  </a:lnTo>
                  <a:lnTo>
                    <a:pt x="13214" y="1560"/>
                  </a:lnTo>
                  <a:lnTo>
                    <a:pt x="12836" y="1231"/>
                  </a:lnTo>
                  <a:lnTo>
                    <a:pt x="12508" y="1255"/>
                  </a:lnTo>
                  <a:lnTo>
                    <a:pt x="12524" y="1494"/>
                  </a:lnTo>
                  <a:lnTo>
                    <a:pt x="12499" y="1496"/>
                  </a:lnTo>
                  <a:lnTo>
                    <a:pt x="12507" y="1611"/>
                  </a:lnTo>
                  <a:lnTo>
                    <a:pt x="12201" y="1633"/>
                  </a:lnTo>
                  <a:lnTo>
                    <a:pt x="12202" y="1659"/>
                  </a:lnTo>
                  <a:lnTo>
                    <a:pt x="12226" y="1986"/>
                  </a:lnTo>
                  <a:lnTo>
                    <a:pt x="11850" y="2012"/>
                  </a:lnTo>
                  <a:lnTo>
                    <a:pt x="11543" y="2389"/>
                  </a:lnTo>
                  <a:lnTo>
                    <a:pt x="11193" y="2769"/>
                  </a:lnTo>
                  <a:lnTo>
                    <a:pt x="10840" y="2794"/>
                  </a:lnTo>
                  <a:lnTo>
                    <a:pt x="10815" y="2441"/>
                  </a:lnTo>
                  <a:lnTo>
                    <a:pt x="10807" y="2322"/>
                  </a:lnTo>
                  <a:lnTo>
                    <a:pt x="10499" y="2703"/>
                  </a:lnTo>
                  <a:lnTo>
                    <a:pt x="10145" y="2728"/>
                  </a:lnTo>
                  <a:lnTo>
                    <a:pt x="10169" y="3057"/>
                  </a:lnTo>
                  <a:lnTo>
                    <a:pt x="10169" y="3057"/>
                  </a:lnTo>
                  <a:lnTo>
                    <a:pt x="9817" y="2751"/>
                  </a:lnTo>
                  <a:lnTo>
                    <a:pt x="9487" y="3105"/>
                  </a:lnTo>
                  <a:lnTo>
                    <a:pt x="9153" y="3483"/>
                  </a:lnTo>
                  <a:lnTo>
                    <a:pt x="9177" y="3816"/>
                  </a:lnTo>
                  <a:lnTo>
                    <a:pt x="9229" y="4544"/>
                  </a:lnTo>
                  <a:lnTo>
                    <a:pt x="9253" y="4877"/>
                  </a:lnTo>
                  <a:lnTo>
                    <a:pt x="9635" y="5205"/>
                  </a:lnTo>
                  <a:lnTo>
                    <a:pt x="9989" y="5180"/>
                  </a:lnTo>
                  <a:lnTo>
                    <a:pt x="9669" y="5533"/>
                  </a:lnTo>
                  <a:lnTo>
                    <a:pt x="10013" y="5509"/>
                  </a:lnTo>
                  <a:lnTo>
                    <a:pt x="10719" y="5813"/>
                  </a:lnTo>
                  <a:lnTo>
                    <a:pt x="10744" y="6168"/>
                  </a:lnTo>
                  <a:lnTo>
                    <a:pt x="10063" y="6215"/>
                  </a:lnTo>
                  <a:lnTo>
                    <a:pt x="10088" y="6569"/>
                  </a:lnTo>
                  <a:lnTo>
                    <a:pt x="9734" y="6594"/>
                  </a:lnTo>
                  <a:lnTo>
                    <a:pt x="9759" y="6949"/>
                  </a:lnTo>
                  <a:lnTo>
                    <a:pt x="9784" y="7301"/>
                  </a:lnTo>
                  <a:lnTo>
                    <a:pt x="9426" y="7327"/>
                  </a:lnTo>
                  <a:lnTo>
                    <a:pt x="9097" y="7711"/>
                  </a:lnTo>
                  <a:lnTo>
                    <a:pt x="9120" y="8039"/>
                  </a:lnTo>
                  <a:lnTo>
                    <a:pt x="9473" y="8013"/>
                  </a:lnTo>
                  <a:lnTo>
                    <a:pt x="9499" y="8367"/>
                  </a:lnTo>
                  <a:lnTo>
                    <a:pt x="9522" y="8700"/>
                  </a:lnTo>
                  <a:lnTo>
                    <a:pt x="9881" y="8675"/>
                  </a:lnTo>
                  <a:lnTo>
                    <a:pt x="9549" y="9074"/>
                  </a:lnTo>
                  <a:lnTo>
                    <a:pt x="9195" y="9099"/>
                  </a:lnTo>
                  <a:lnTo>
                    <a:pt x="9168" y="8725"/>
                  </a:lnTo>
                  <a:lnTo>
                    <a:pt x="8883" y="9074"/>
                  </a:lnTo>
                  <a:lnTo>
                    <a:pt x="8990" y="9160"/>
                  </a:lnTo>
                  <a:lnTo>
                    <a:pt x="9015" y="9515"/>
                  </a:lnTo>
                  <a:lnTo>
                    <a:pt x="9366" y="9823"/>
                  </a:lnTo>
                  <a:lnTo>
                    <a:pt x="9391" y="10177"/>
                  </a:lnTo>
                  <a:lnTo>
                    <a:pt x="9088" y="10555"/>
                  </a:lnTo>
                  <a:lnTo>
                    <a:pt x="8734" y="10935"/>
                  </a:lnTo>
                  <a:lnTo>
                    <a:pt x="8759" y="11289"/>
                  </a:lnTo>
                  <a:lnTo>
                    <a:pt x="8782" y="11617"/>
                  </a:lnTo>
                  <a:lnTo>
                    <a:pt x="8480" y="12019"/>
                  </a:lnTo>
                  <a:lnTo>
                    <a:pt x="8175" y="12725"/>
                  </a:lnTo>
                  <a:lnTo>
                    <a:pt x="7845" y="13083"/>
                  </a:lnTo>
                  <a:lnTo>
                    <a:pt x="7870" y="13437"/>
                  </a:lnTo>
                  <a:lnTo>
                    <a:pt x="7892" y="13744"/>
                  </a:lnTo>
                  <a:lnTo>
                    <a:pt x="8126" y="13728"/>
                  </a:lnTo>
                  <a:lnTo>
                    <a:pt x="8131" y="13800"/>
                  </a:lnTo>
                  <a:lnTo>
                    <a:pt x="8251" y="13792"/>
                  </a:lnTo>
                  <a:lnTo>
                    <a:pt x="8301" y="14499"/>
                  </a:lnTo>
                  <a:lnTo>
                    <a:pt x="7947" y="14524"/>
                  </a:lnTo>
                  <a:lnTo>
                    <a:pt x="7965" y="14779"/>
                  </a:lnTo>
                  <a:lnTo>
                    <a:pt x="8553" y="14737"/>
                  </a:lnTo>
                  <a:lnTo>
                    <a:pt x="8880" y="14714"/>
                  </a:lnTo>
                  <a:lnTo>
                    <a:pt x="8578" y="15092"/>
                  </a:lnTo>
                  <a:lnTo>
                    <a:pt x="8250" y="15475"/>
                  </a:lnTo>
                  <a:lnTo>
                    <a:pt x="7896" y="15499"/>
                  </a:lnTo>
                  <a:lnTo>
                    <a:pt x="7543" y="15524"/>
                  </a:lnTo>
                  <a:lnTo>
                    <a:pt x="7212" y="15877"/>
                  </a:lnTo>
                  <a:lnTo>
                    <a:pt x="7237" y="16231"/>
                  </a:lnTo>
                  <a:lnTo>
                    <a:pt x="6883" y="16257"/>
                  </a:lnTo>
                  <a:lnTo>
                    <a:pt x="6197" y="16304"/>
                  </a:lnTo>
                  <a:lnTo>
                    <a:pt x="5843" y="16330"/>
                  </a:lnTo>
                  <a:lnTo>
                    <a:pt x="5490" y="16355"/>
                  </a:lnTo>
                  <a:lnTo>
                    <a:pt x="5110" y="16026"/>
                  </a:lnTo>
                  <a:lnTo>
                    <a:pt x="4756" y="16051"/>
                  </a:lnTo>
                  <a:lnTo>
                    <a:pt x="4734" y="15723"/>
                  </a:lnTo>
                  <a:lnTo>
                    <a:pt x="4380" y="15748"/>
                  </a:lnTo>
                  <a:lnTo>
                    <a:pt x="4052" y="15771"/>
                  </a:lnTo>
                  <a:lnTo>
                    <a:pt x="3700" y="15797"/>
                  </a:lnTo>
                  <a:lnTo>
                    <a:pt x="4075" y="16099"/>
                  </a:lnTo>
                  <a:lnTo>
                    <a:pt x="3747" y="16478"/>
                  </a:lnTo>
                  <a:lnTo>
                    <a:pt x="3363" y="16150"/>
                  </a:lnTo>
                  <a:lnTo>
                    <a:pt x="3010" y="16174"/>
                  </a:lnTo>
                  <a:lnTo>
                    <a:pt x="3035" y="16528"/>
                  </a:lnTo>
                  <a:lnTo>
                    <a:pt x="2730" y="17240"/>
                  </a:lnTo>
                  <a:lnTo>
                    <a:pt x="2022" y="17289"/>
                  </a:lnTo>
                  <a:lnTo>
                    <a:pt x="1013" y="17737"/>
                  </a:lnTo>
                  <a:lnTo>
                    <a:pt x="1037" y="18070"/>
                  </a:lnTo>
                  <a:lnTo>
                    <a:pt x="684" y="18095"/>
                  </a:lnTo>
                  <a:lnTo>
                    <a:pt x="1" y="18499"/>
                  </a:lnTo>
                  <a:lnTo>
                    <a:pt x="52" y="19206"/>
                  </a:lnTo>
                  <a:lnTo>
                    <a:pt x="405" y="19181"/>
                  </a:lnTo>
                  <a:lnTo>
                    <a:pt x="759" y="19156"/>
                  </a:lnTo>
                  <a:lnTo>
                    <a:pt x="734" y="18803"/>
                  </a:lnTo>
                  <a:lnTo>
                    <a:pt x="1087" y="18778"/>
                  </a:lnTo>
                  <a:lnTo>
                    <a:pt x="1112" y="19130"/>
                  </a:lnTo>
                  <a:lnTo>
                    <a:pt x="1440" y="18753"/>
                  </a:lnTo>
                  <a:lnTo>
                    <a:pt x="2097" y="18351"/>
                  </a:lnTo>
                  <a:lnTo>
                    <a:pt x="2830" y="18654"/>
                  </a:lnTo>
                  <a:lnTo>
                    <a:pt x="3536" y="18605"/>
                  </a:lnTo>
                  <a:lnTo>
                    <a:pt x="3561" y="18957"/>
                  </a:lnTo>
                  <a:lnTo>
                    <a:pt x="3946" y="19286"/>
                  </a:lnTo>
                  <a:lnTo>
                    <a:pt x="4628" y="19237"/>
                  </a:lnTo>
                  <a:lnTo>
                    <a:pt x="4955" y="18859"/>
                  </a:lnTo>
                  <a:lnTo>
                    <a:pt x="4931" y="18506"/>
                  </a:lnTo>
                  <a:lnTo>
                    <a:pt x="4906" y="18153"/>
                  </a:lnTo>
                  <a:lnTo>
                    <a:pt x="5235" y="17774"/>
                  </a:lnTo>
                  <a:lnTo>
                    <a:pt x="5613" y="18102"/>
                  </a:lnTo>
                  <a:lnTo>
                    <a:pt x="5967" y="18077"/>
                  </a:lnTo>
                  <a:lnTo>
                    <a:pt x="6320" y="18052"/>
                  </a:lnTo>
                  <a:lnTo>
                    <a:pt x="6652" y="18028"/>
                  </a:lnTo>
                  <a:lnTo>
                    <a:pt x="7006" y="18003"/>
                  </a:lnTo>
                  <a:lnTo>
                    <a:pt x="7386" y="18332"/>
                  </a:lnTo>
                  <a:lnTo>
                    <a:pt x="7764" y="18661"/>
                  </a:lnTo>
                  <a:lnTo>
                    <a:pt x="7789" y="19015"/>
                  </a:lnTo>
                  <a:lnTo>
                    <a:pt x="8143" y="18990"/>
                  </a:lnTo>
                  <a:lnTo>
                    <a:pt x="8472" y="18611"/>
                  </a:lnTo>
                  <a:lnTo>
                    <a:pt x="9153" y="18562"/>
                  </a:lnTo>
                  <a:lnTo>
                    <a:pt x="9532" y="18891"/>
                  </a:lnTo>
                  <a:lnTo>
                    <a:pt x="10239" y="18842"/>
                  </a:lnTo>
                  <a:lnTo>
                    <a:pt x="10214" y="18488"/>
                  </a:lnTo>
                  <a:lnTo>
                    <a:pt x="10547" y="18109"/>
                  </a:lnTo>
                  <a:lnTo>
                    <a:pt x="10927" y="18437"/>
                  </a:lnTo>
                  <a:lnTo>
                    <a:pt x="11279" y="18768"/>
                  </a:lnTo>
                  <a:lnTo>
                    <a:pt x="11633" y="18743"/>
                  </a:lnTo>
                  <a:lnTo>
                    <a:pt x="11986" y="18718"/>
                  </a:lnTo>
                  <a:lnTo>
                    <a:pt x="12008" y="19045"/>
                  </a:lnTo>
                  <a:lnTo>
                    <a:pt x="12717" y="18995"/>
                  </a:lnTo>
                  <a:lnTo>
                    <a:pt x="13070" y="18970"/>
                  </a:lnTo>
                  <a:lnTo>
                    <a:pt x="13424" y="18945"/>
                  </a:lnTo>
                  <a:lnTo>
                    <a:pt x="13756" y="18922"/>
                  </a:lnTo>
                  <a:lnTo>
                    <a:pt x="14136" y="19250"/>
                  </a:lnTo>
                  <a:lnTo>
                    <a:pt x="14490" y="19225"/>
                  </a:lnTo>
                  <a:lnTo>
                    <a:pt x="14868" y="19554"/>
                  </a:lnTo>
                  <a:lnTo>
                    <a:pt x="15549" y="19151"/>
                  </a:lnTo>
                  <a:lnTo>
                    <a:pt x="15903" y="19126"/>
                  </a:lnTo>
                  <a:lnTo>
                    <a:pt x="16256" y="19456"/>
                  </a:lnTo>
                  <a:lnTo>
                    <a:pt x="16585" y="19077"/>
                  </a:lnTo>
                  <a:lnTo>
                    <a:pt x="16913" y="18699"/>
                  </a:lnTo>
                  <a:lnTo>
                    <a:pt x="17293" y="18672"/>
                  </a:lnTo>
                  <a:lnTo>
                    <a:pt x="17603" y="18320"/>
                  </a:lnTo>
                  <a:lnTo>
                    <a:pt x="17932" y="17942"/>
                  </a:lnTo>
                  <a:lnTo>
                    <a:pt x="17553" y="17614"/>
                  </a:lnTo>
                  <a:lnTo>
                    <a:pt x="17220" y="17638"/>
                  </a:lnTo>
                  <a:lnTo>
                    <a:pt x="16866" y="18017"/>
                  </a:lnTo>
                  <a:lnTo>
                    <a:pt x="16487" y="17690"/>
                  </a:lnTo>
                  <a:lnTo>
                    <a:pt x="16133" y="17715"/>
                  </a:lnTo>
                  <a:lnTo>
                    <a:pt x="15781" y="17384"/>
                  </a:lnTo>
                  <a:lnTo>
                    <a:pt x="15401" y="17055"/>
                  </a:lnTo>
                  <a:lnTo>
                    <a:pt x="15379" y="16722"/>
                  </a:lnTo>
                  <a:lnTo>
                    <a:pt x="15732" y="16697"/>
                  </a:lnTo>
                  <a:lnTo>
                    <a:pt x="16060" y="16674"/>
                  </a:lnTo>
                  <a:lnTo>
                    <a:pt x="16436" y="16981"/>
                  </a:lnTo>
                  <a:lnTo>
                    <a:pt x="16767" y="16623"/>
                  </a:lnTo>
                  <a:lnTo>
                    <a:pt x="16740" y="16250"/>
                  </a:lnTo>
                  <a:lnTo>
                    <a:pt x="16387" y="16275"/>
                  </a:lnTo>
                  <a:lnTo>
                    <a:pt x="16719" y="15942"/>
                  </a:lnTo>
                  <a:lnTo>
                    <a:pt x="17098" y="15916"/>
                  </a:lnTo>
                  <a:lnTo>
                    <a:pt x="17431" y="15892"/>
                  </a:lnTo>
                  <a:lnTo>
                    <a:pt x="17785" y="15867"/>
                  </a:lnTo>
                  <a:lnTo>
                    <a:pt x="17758" y="15488"/>
                  </a:lnTo>
                  <a:lnTo>
                    <a:pt x="18112" y="15463"/>
                  </a:lnTo>
                  <a:lnTo>
                    <a:pt x="18439" y="15439"/>
                  </a:lnTo>
                  <a:lnTo>
                    <a:pt x="18768" y="15060"/>
                  </a:lnTo>
                  <a:lnTo>
                    <a:pt x="19098" y="14708"/>
                  </a:lnTo>
                  <a:lnTo>
                    <a:pt x="19073" y="14350"/>
                  </a:lnTo>
                  <a:lnTo>
                    <a:pt x="19405" y="13641"/>
                  </a:lnTo>
                  <a:lnTo>
                    <a:pt x="19380" y="13288"/>
                  </a:lnTo>
                  <a:lnTo>
                    <a:pt x="19330" y="12580"/>
                  </a:lnTo>
                  <a:lnTo>
                    <a:pt x="18925" y="12253"/>
                  </a:lnTo>
                  <a:lnTo>
                    <a:pt x="18193" y="11950"/>
                  </a:lnTo>
                  <a:lnTo>
                    <a:pt x="17511" y="11997"/>
                  </a:lnTo>
                  <a:lnTo>
                    <a:pt x="17134" y="11690"/>
                  </a:lnTo>
                  <a:lnTo>
                    <a:pt x="16825" y="12046"/>
                  </a:lnTo>
                  <a:lnTo>
                    <a:pt x="16445" y="12073"/>
                  </a:lnTo>
                  <a:lnTo>
                    <a:pt x="16116" y="12452"/>
                  </a:lnTo>
                  <a:lnTo>
                    <a:pt x="15738" y="12123"/>
                  </a:lnTo>
                  <a:lnTo>
                    <a:pt x="15714" y="11791"/>
                  </a:lnTo>
                  <a:lnTo>
                    <a:pt x="15689" y="11436"/>
                  </a:lnTo>
                  <a:lnTo>
                    <a:pt x="16043" y="11411"/>
                  </a:lnTo>
                  <a:lnTo>
                    <a:pt x="16371" y="11033"/>
                  </a:lnTo>
                  <a:lnTo>
                    <a:pt x="16726" y="10652"/>
                  </a:lnTo>
                  <a:lnTo>
                    <a:pt x="16703" y="10324"/>
                  </a:lnTo>
                  <a:lnTo>
                    <a:pt x="16676" y="9946"/>
                  </a:lnTo>
                  <a:lnTo>
                    <a:pt x="16654" y="9618"/>
                  </a:lnTo>
                  <a:lnTo>
                    <a:pt x="16249" y="9290"/>
                  </a:lnTo>
                  <a:lnTo>
                    <a:pt x="16223" y="8937"/>
                  </a:lnTo>
                  <a:lnTo>
                    <a:pt x="15492" y="8654"/>
                  </a:lnTo>
                  <a:lnTo>
                    <a:pt x="15165" y="8677"/>
                  </a:lnTo>
                  <a:lnTo>
                    <a:pt x="15138" y="8303"/>
                  </a:lnTo>
                  <a:lnTo>
                    <a:pt x="15466" y="8280"/>
                  </a:lnTo>
                  <a:lnTo>
                    <a:pt x="15820" y="8255"/>
                  </a:lnTo>
                  <a:lnTo>
                    <a:pt x="16201" y="8604"/>
                  </a:lnTo>
                  <a:lnTo>
                    <a:pt x="16201" y="8604"/>
                  </a:lnTo>
                  <a:lnTo>
                    <a:pt x="16077" y="6857"/>
                  </a:lnTo>
                  <a:lnTo>
                    <a:pt x="16051" y="6503"/>
                  </a:lnTo>
                  <a:lnTo>
                    <a:pt x="16026" y="6149"/>
                  </a:lnTo>
                  <a:lnTo>
                    <a:pt x="16002" y="5796"/>
                  </a:lnTo>
                  <a:lnTo>
                    <a:pt x="15623" y="5467"/>
                  </a:lnTo>
                  <a:lnTo>
                    <a:pt x="15598" y="5114"/>
                  </a:lnTo>
                  <a:lnTo>
                    <a:pt x="15244" y="5139"/>
                  </a:lnTo>
                  <a:lnTo>
                    <a:pt x="14893" y="4834"/>
                  </a:lnTo>
                  <a:lnTo>
                    <a:pt x="14539" y="4859"/>
                  </a:lnTo>
                  <a:lnTo>
                    <a:pt x="14514" y="4505"/>
                  </a:lnTo>
                  <a:lnTo>
                    <a:pt x="14465" y="3798"/>
                  </a:lnTo>
                  <a:lnTo>
                    <a:pt x="14440" y="3444"/>
                  </a:lnTo>
                  <a:lnTo>
                    <a:pt x="14770" y="3086"/>
                  </a:lnTo>
                  <a:lnTo>
                    <a:pt x="14745" y="2733"/>
                  </a:lnTo>
                  <a:lnTo>
                    <a:pt x="14368" y="2430"/>
                  </a:lnTo>
                  <a:lnTo>
                    <a:pt x="14341" y="2050"/>
                  </a:lnTo>
                  <a:lnTo>
                    <a:pt x="14318" y="1722"/>
                  </a:lnTo>
                  <a:lnTo>
                    <a:pt x="14621" y="990"/>
                  </a:lnTo>
                  <a:lnTo>
                    <a:pt x="14244" y="682"/>
                  </a:lnTo>
                  <a:lnTo>
                    <a:pt x="13842" y="1"/>
                  </a:lnTo>
                  <a:close/>
                </a:path>
              </a:pathLst>
            </a:custGeom>
            <a:solidFill>
              <a:schemeClr val="dk1"/>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8"/>
            <p:cNvSpPr/>
            <p:nvPr/>
          </p:nvSpPr>
          <p:spPr>
            <a:xfrm>
              <a:off x="5078678" y="3012487"/>
              <a:ext cx="154176" cy="152459"/>
            </a:xfrm>
            <a:custGeom>
              <a:avLst/>
              <a:gdLst/>
              <a:ahLst/>
              <a:cxnLst/>
              <a:rect l="l" t="t" r="r" b="b"/>
              <a:pathLst>
                <a:path w="7186" h="7106" extrusionOk="0">
                  <a:moveTo>
                    <a:pt x="5651" y="0"/>
                  </a:moveTo>
                  <a:lnTo>
                    <a:pt x="4608" y="402"/>
                  </a:lnTo>
                  <a:lnTo>
                    <a:pt x="4254" y="427"/>
                  </a:lnTo>
                  <a:lnTo>
                    <a:pt x="3925" y="807"/>
                  </a:lnTo>
                  <a:lnTo>
                    <a:pt x="3244" y="854"/>
                  </a:lnTo>
                  <a:lnTo>
                    <a:pt x="2916" y="1233"/>
                  </a:lnTo>
                  <a:lnTo>
                    <a:pt x="2562" y="1258"/>
                  </a:lnTo>
                  <a:lnTo>
                    <a:pt x="2587" y="1613"/>
                  </a:lnTo>
                  <a:lnTo>
                    <a:pt x="2941" y="1588"/>
                  </a:lnTo>
                  <a:lnTo>
                    <a:pt x="3270" y="1208"/>
                  </a:lnTo>
                  <a:lnTo>
                    <a:pt x="3669" y="1536"/>
                  </a:lnTo>
                  <a:lnTo>
                    <a:pt x="3950" y="1161"/>
                  </a:lnTo>
                  <a:lnTo>
                    <a:pt x="4304" y="1136"/>
                  </a:lnTo>
                  <a:lnTo>
                    <a:pt x="4330" y="1489"/>
                  </a:lnTo>
                  <a:lnTo>
                    <a:pt x="3999" y="1846"/>
                  </a:lnTo>
                  <a:lnTo>
                    <a:pt x="4023" y="2200"/>
                  </a:lnTo>
                  <a:lnTo>
                    <a:pt x="4048" y="2554"/>
                  </a:lnTo>
                  <a:lnTo>
                    <a:pt x="3742" y="2575"/>
                  </a:lnTo>
                  <a:lnTo>
                    <a:pt x="4074" y="2907"/>
                  </a:lnTo>
                  <a:lnTo>
                    <a:pt x="3792" y="3284"/>
                  </a:lnTo>
                  <a:lnTo>
                    <a:pt x="3418" y="3310"/>
                  </a:lnTo>
                  <a:lnTo>
                    <a:pt x="3088" y="3662"/>
                  </a:lnTo>
                  <a:lnTo>
                    <a:pt x="2760" y="4067"/>
                  </a:lnTo>
                  <a:lnTo>
                    <a:pt x="2380" y="3712"/>
                  </a:lnTo>
                  <a:lnTo>
                    <a:pt x="2053" y="4117"/>
                  </a:lnTo>
                  <a:lnTo>
                    <a:pt x="1720" y="4140"/>
                  </a:lnTo>
                  <a:lnTo>
                    <a:pt x="1367" y="4165"/>
                  </a:lnTo>
                  <a:lnTo>
                    <a:pt x="1013" y="4190"/>
                  </a:lnTo>
                  <a:lnTo>
                    <a:pt x="633" y="3835"/>
                  </a:lnTo>
                  <a:lnTo>
                    <a:pt x="305" y="4240"/>
                  </a:lnTo>
                  <a:lnTo>
                    <a:pt x="329" y="4568"/>
                  </a:lnTo>
                  <a:lnTo>
                    <a:pt x="0" y="4946"/>
                  </a:lnTo>
                  <a:lnTo>
                    <a:pt x="707" y="4896"/>
                  </a:lnTo>
                  <a:lnTo>
                    <a:pt x="1061" y="4871"/>
                  </a:lnTo>
                  <a:lnTo>
                    <a:pt x="1085" y="5205"/>
                  </a:lnTo>
                  <a:lnTo>
                    <a:pt x="731" y="5229"/>
                  </a:lnTo>
                  <a:lnTo>
                    <a:pt x="756" y="5583"/>
                  </a:lnTo>
                  <a:lnTo>
                    <a:pt x="1463" y="5533"/>
                  </a:lnTo>
                  <a:lnTo>
                    <a:pt x="1792" y="5155"/>
                  </a:lnTo>
                  <a:lnTo>
                    <a:pt x="2124" y="5131"/>
                  </a:lnTo>
                  <a:lnTo>
                    <a:pt x="2479" y="5106"/>
                  </a:lnTo>
                  <a:lnTo>
                    <a:pt x="2504" y="5460"/>
                  </a:lnTo>
                  <a:lnTo>
                    <a:pt x="2530" y="5839"/>
                  </a:lnTo>
                  <a:lnTo>
                    <a:pt x="2554" y="6167"/>
                  </a:lnTo>
                  <a:lnTo>
                    <a:pt x="3261" y="6116"/>
                  </a:lnTo>
                  <a:lnTo>
                    <a:pt x="3615" y="6091"/>
                  </a:lnTo>
                  <a:lnTo>
                    <a:pt x="3288" y="6497"/>
                  </a:lnTo>
                  <a:lnTo>
                    <a:pt x="3664" y="6800"/>
                  </a:lnTo>
                  <a:lnTo>
                    <a:pt x="4062" y="7106"/>
                  </a:lnTo>
                  <a:lnTo>
                    <a:pt x="4369" y="7084"/>
                  </a:lnTo>
                  <a:lnTo>
                    <a:pt x="5077" y="7035"/>
                  </a:lnTo>
                  <a:lnTo>
                    <a:pt x="5431" y="7009"/>
                  </a:lnTo>
                  <a:lnTo>
                    <a:pt x="5766" y="6651"/>
                  </a:lnTo>
                  <a:lnTo>
                    <a:pt x="5760" y="6578"/>
                  </a:lnTo>
                  <a:lnTo>
                    <a:pt x="5742" y="6323"/>
                  </a:lnTo>
                  <a:lnTo>
                    <a:pt x="6096" y="6298"/>
                  </a:lnTo>
                  <a:lnTo>
                    <a:pt x="6046" y="5591"/>
                  </a:lnTo>
                  <a:lnTo>
                    <a:pt x="5926" y="5599"/>
                  </a:lnTo>
                  <a:lnTo>
                    <a:pt x="5692" y="5616"/>
                  </a:lnTo>
                  <a:lnTo>
                    <a:pt x="5687" y="5543"/>
                  </a:lnTo>
                  <a:lnTo>
                    <a:pt x="5665" y="5236"/>
                  </a:lnTo>
                  <a:lnTo>
                    <a:pt x="5640" y="4882"/>
                  </a:lnTo>
                  <a:lnTo>
                    <a:pt x="5970" y="4524"/>
                  </a:lnTo>
                  <a:lnTo>
                    <a:pt x="6275" y="3818"/>
                  </a:lnTo>
                  <a:lnTo>
                    <a:pt x="6577" y="3416"/>
                  </a:lnTo>
                  <a:lnTo>
                    <a:pt x="6554" y="3088"/>
                  </a:lnTo>
                  <a:lnTo>
                    <a:pt x="6529" y="2734"/>
                  </a:lnTo>
                  <a:lnTo>
                    <a:pt x="6883" y="2354"/>
                  </a:lnTo>
                  <a:lnTo>
                    <a:pt x="7186" y="1976"/>
                  </a:lnTo>
                  <a:lnTo>
                    <a:pt x="7161" y="1622"/>
                  </a:lnTo>
                  <a:lnTo>
                    <a:pt x="6810" y="1314"/>
                  </a:lnTo>
                  <a:lnTo>
                    <a:pt x="6785" y="959"/>
                  </a:lnTo>
                  <a:lnTo>
                    <a:pt x="6678" y="873"/>
                  </a:lnTo>
                  <a:lnTo>
                    <a:pt x="6380" y="633"/>
                  </a:lnTo>
                  <a:lnTo>
                    <a:pt x="6355" y="279"/>
                  </a:lnTo>
                  <a:lnTo>
                    <a:pt x="6028" y="302"/>
                  </a:lnTo>
                  <a:lnTo>
                    <a:pt x="5674" y="327"/>
                  </a:lnTo>
                  <a:lnTo>
                    <a:pt x="5651" y="0"/>
                  </a:lnTo>
                  <a:close/>
                </a:path>
              </a:pathLst>
            </a:custGeom>
            <a:solidFill>
              <a:schemeClr val="dk1"/>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8"/>
            <p:cNvSpPr/>
            <p:nvPr/>
          </p:nvSpPr>
          <p:spPr>
            <a:xfrm>
              <a:off x="5264178" y="2677275"/>
              <a:ext cx="7166" cy="536"/>
            </a:xfrm>
            <a:custGeom>
              <a:avLst/>
              <a:gdLst/>
              <a:ahLst/>
              <a:cxnLst/>
              <a:rect l="l" t="t" r="r" b="b"/>
              <a:pathLst>
                <a:path w="334" h="25" fill="none" extrusionOk="0">
                  <a:moveTo>
                    <a:pt x="0" y="25"/>
                  </a:moveTo>
                  <a:lnTo>
                    <a:pt x="333" y="1"/>
                  </a:lnTo>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28"/>
            <p:cNvSpPr/>
            <p:nvPr/>
          </p:nvSpPr>
          <p:spPr>
            <a:xfrm>
              <a:off x="5195307" y="2667470"/>
              <a:ext cx="7166" cy="536"/>
            </a:xfrm>
            <a:custGeom>
              <a:avLst/>
              <a:gdLst/>
              <a:ahLst/>
              <a:cxnLst/>
              <a:rect l="l" t="t" r="r" b="b"/>
              <a:pathLst>
                <a:path w="334" h="25" fill="none" extrusionOk="0">
                  <a:moveTo>
                    <a:pt x="333" y="0"/>
                  </a:moveTo>
                  <a:lnTo>
                    <a:pt x="0" y="24"/>
                  </a:lnTo>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8"/>
            <p:cNvSpPr/>
            <p:nvPr/>
          </p:nvSpPr>
          <p:spPr>
            <a:xfrm>
              <a:off x="5163554" y="2587678"/>
              <a:ext cx="208071" cy="313565"/>
            </a:xfrm>
            <a:custGeom>
              <a:avLst/>
              <a:gdLst/>
              <a:ahLst/>
              <a:cxnLst/>
              <a:rect l="l" t="t" r="r" b="b"/>
              <a:pathLst>
                <a:path w="9698" h="14615" extrusionOk="0">
                  <a:moveTo>
                    <a:pt x="4728" y="1"/>
                  </a:moveTo>
                  <a:lnTo>
                    <a:pt x="4395" y="25"/>
                  </a:lnTo>
                  <a:lnTo>
                    <a:pt x="4419" y="358"/>
                  </a:lnTo>
                  <a:lnTo>
                    <a:pt x="4093" y="1091"/>
                  </a:lnTo>
                  <a:lnTo>
                    <a:pt x="4093" y="1091"/>
                  </a:lnTo>
                  <a:lnTo>
                    <a:pt x="4468" y="1064"/>
                  </a:lnTo>
                  <a:lnTo>
                    <a:pt x="4468" y="1064"/>
                  </a:lnTo>
                  <a:lnTo>
                    <a:pt x="4120" y="1465"/>
                  </a:lnTo>
                  <a:lnTo>
                    <a:pt x="3387" y="1141"/>
                  </a:lnTo>
                  <a:lnTo>
                    <a:pt x="3387" y="1141"/>
                  </a:lnTo>
                  <a:lnTo>
                    <a:pt x="3768" y="1490"/>
                  </a:lnTo>
                  <a:lnTo>
                    <a:pt x="3413" y="1515"/>
                  </a:lnTo>
                  <a:lnTo>
                    <a:pt x="3081" y="1847"/>
                  </a:lnTo>
                  <a:lnTo>
                    <a:pt x="3460" y="2176"/>
                  </a:lnTo>
                  <a:lnTo>
                    <a:pt x="3486" y="2555"/>
                  </a:lnTo>
                  <a:lnTo>
                    <a:pt x="3510" y="2889"/>
                  </a:lnTo>
                  <a:lnTo>
                    <a:pt x="3133" y="2580"/>
                  </a:lnTo>
                  <a:lnTo>
                    <a:pt x="2800" y="2604"/>
                  </a:lnTo>
                  <a:lnTo>
                    <a:pt x="2774" y="2225"/>
                  </a:lnTo>
                  <a:lnTo>
                    <a:pt x="2420" y="2249"/>
                  </a:lnTo>
                  <a:lnTo>
                    <a:pt x="2066" y="2274"/>
                  </a:lnTo>
                  <a:lnTo>
                    <a:pt x="1740" y="2679"/>
                  </a:lnTo>
                  <a:lnTo>
                    <a:pt x="1762" y="3012"/>
                  </a:lnTo>
                  <a:lnTo>
                    <a:pt x="1787" y="3366"/>
                  </a:lnTo>
                  <a:lnTo>
                    <a:pt x="1813" y="3719"/>
                  </a:lnTo>
                  <a:lnTo>
                    <a:pt x="2190" y="4022"/>
                  </a:lnTo>
                  <a:lnTo>
                    <a:pt x="2214" y="4376"/>
                  </a:lnTo>
                  <a:lnTo>
                    <a:pt x="1528" y="4424"/>
                  </a:lnTo>
                  <a:lnTo>
                    <a:pt x="1552" y="4777"/>
                  </a:lnTo>
                  <a:lnTo>
                    <a:pt x="1578" y="5131"/>
                  </a:lnTo>
                  <a:lnTo>
                    <a:pt x="1203" y="5158"/>
                  </a:lnTo>
                  <a:lnTo>
                    <a:pt x="896" y="5535"/>
                  </a:lnTo>
                  <a:lnTo>
                    <a:pt x="921" y="5889"/>
                  </a:lnTo>
                  <a:lnTo>
                    <a:pt x="946" y="6243"/>
                  </a:lnTo>
                  <a:lnTo>
                    <a:pt x="262" y="6625"/>
                  </a:lnTo>
                  <a:lnTo>
                    <a:pt x="379" y="6727"/>
                  </a:lnTo>
                  <a:lnTo>
                    <a:pt x="390" y="6736"/>
                  </a:lnTo>
                  <a:lnTo>
                    <a:pt x="641" y="6953"/>
                  </a:lnTo>
                  <a:lnTo>
                    <a:pt x="1019" y="7283"/>
                  </a:lnTo>
                  <a:lnTo>
                    <a:pt x="1302" y="6552"/>
                  </a:lnTo>
                  <a:lnTo>
                    <a:pt x="1677" y="6526"/>
                  </a:lnTo>
                  <a:lnTo>
                    <a:pt x="1986" y="6169"/>
                  </a:lnTo>
                  <a:lnTo>
                    <a:pt x="2340" y="6144"/>
                  </a:lnTo>
                  <a:lnTo>
                    <a:pt x="2009" y="6502"/>
                  </a:lnTo>
                  <a:lnTo>
                    <a:pt x="1702" y="6879"/>
                  </a:lnTo>
                  <a:lnTo>
                    <a:pt x="1351" y="7259"/>
                  </a:lnTo>
                  <a:lnTo>
                    <a:pt x="1351" y="7259"/>
                  </a:lnTo>
                  <a:lnTo>
                    <a:pt x="1727" y="7232"/>
                  </a:lnTo>
                  <a:lnTo>
                    <a:pt x="1751" y="7586"/>
                  </a:lnTo>
                  <a:lnTo>
                    <a:pt x="1376" y="7613"/>
                  </a:lnTo>
                  <a:lnTo>
                    <a:pt x="1044" y="7637"/>
                  </a:lnTo>
                  <a:lnTo>
                    <a:pt x="714" y="7989"/>
                  </a:lnTo>
                  <a:lnTo>
                    <a:pt x="408" y="8701"/>
                  </a:lnTo>
                  <a:lnTo>
                    <a:pt x="435" y="9074"/>
                  </a:lnTo>
                  <a:lnTo>
                    <a:pt x="459" y="9407"/>
                  </a:lnTo>
                  <a:lnTo>
                    <a:pt x="789" y="9049"/>
                  </a:lnTo>
                  <a:lnTo>
                    <a:pt x="1095" y="8343"/>
                  </a:lnTo>
                  <a:lnTo>
                    <a:pt x="1427" y="8320"/>
                  </a:lnTo>
                  <a:lnTo>
                    <a:pt x="1823" y="8600"/>
                  </a:lnTo>
                  <a:lnTo>
                    <a:pt x="1850" y="8975"/>
                  </a:lnTo>
                  <a:lnTo>
                    <a:pt x="1498" y="9334"/>
                  </a:lnTo>
                  <a:lnTo>
                    <a:pt x="1166" y="9357"/>
                  </a:lnTo>
                  <a:lnTo>
                    <a:pt x="1191" y="9711"/>
                  </a:lnTo>
                  <a:lnTo>
                    <a:pt x="1523" y="9687"/>
                  </a:lnTo>
                  <a:lnTo>
                    <a:pt x="1899" y="9661"/>
                  </a:lnTo>
                  <a:lnTo>
                    <a:pt x="2258" y="10017"/>
                  </a:lnTo>
                  <a:lnTo>
                    <a:pt x="2611" y="9992"/>
                  </a:lnTo>
                  <a:lnTo>
                    <a:pt x="2635" y="10320"/>
                  </a:lnTo>
                  <a:lnTo>
                    <a:pt x="2280" y="10345"/>
                  </a:lnTo>
                  <a:lnTo>
                    <a:pt x="2306" y="10699"/>
                  </a:lnTo>
                  <a:lnTo>
                    <a:pt x="1997" y="11054"/>
                  </a:lnTo>
                  <a:lnTo>
                    <a:pt x="1647" y="11435"/>
                  </a:lnTo>
                  <a:lnTo>
                    <a:pt x="1339" y="11813"/>
                  </a:lnTo>
                  <a:lnTo>
                    <a:pt x="986" y="11838"/>
                  </a:lnTo>
                  <a:lnTo>
                    <a:pt x="1011" y="12191"/>
                  </a:lnTo>
                  <a:lnTo>
                    <a:pt x="680" y="12544"/>
                  </a:lnTo>
                  <a:lnTo>
                    <a:pt x="326" y="12569"/>
                  </a:lnTo>
                  <a:lnTo>
                    <a:pt x="353" y="12948"/>
                  </a:lnTo>
                  <a:lnTo>
                    <a:pt x="0" y="12973"/>
                  </a:lnTo>
                  <a:lnTo>
                    <a:pt x="23" y="13301"/>
                  </a:lnTo>
                  <a:lnTo>
                    <a:pt x="73" y="14008"/>
                  </a:lnTo>
                  <a:lnTo>
                    <a:pt x="98" y="14362"/>
                  </a:lnTo>
                  <a:lnTo>
                    <a:pt x="451" y="14337"/>
                  </a:lnTo>
                  <a:lnTo>
                    <a:pt x="427" y="13983"/>
                  </a:lnTo>
                  <a:lnTo>
                    <a:pt x="402" y="13630"/>
                  </a:lnTo>
                  <a:lnTo>
                    <a:pt x="755" y="13605"/>
                  </a:lnTo>
                  <a:lnTo>
                    <a:pt x="1134" y="13934"/>
                  </a:lnTo>
                  <a:lnTo>
                    <a:pt x="1159" y="14286"/>
                  </a:lnTo>
                  <a:lnTo>
                    <a:pt x="1537" y="14615"/>
                  </a:lnTo>
                  <a:lnTo>
                    <a:pt x="1512" y="14261"/>
                  </a:lnTo>
                  <a:lnTo>
                    <a:pt x="1488" y="13909"/>
                  </a:lnTo>
                  <a:lnTo>
                    <a:pt x="1795" y="13531"/>
                  </a:lnTo>
                  <a:lnTo>
                    <a:pt x="2195" y="13859"/>
                  </a:lnTo>
                  <a:lnTo>
                    <a:pt x="2220" y="14212"/>
                  </a:lnTo>
                  <a:lnTo>
                    <a:pt x="2882" y="13810"/>
                  </a:lnTo>
                  <a:lnTo>
                    <a:pt x="2907" y="14163"/>
                  </a:lnTo>
                  <a:lnTo>
                    <a:pt x="3260" y="14138"/>
                  </a:lnTo>
                  <a:lnTo>
                    <a:pt x="3235" y="13785"/>
                  </a:lnTo>
                  <a:lnTo>
                    <a:pt x="3588" y="13759"/>
                  </a:lnTo>
                  <a:lnTo>
                    <a:pt x="3946" y="14089"/>
                  </a:lnTo>
                  <a:lnTo>
                    <a:pt x="4301" y="14064"/>
                  </a:lnTo>
                  <a:lnTo>
                    <a:pt x="4630" y="13686"/>
                  </a:lnTo>
                  <a:lnTo>
                    <a:pt x="4646" y="13921"/>
                  </a:lnTo>
                  <a:lnTo>
                    <a:pt x="4654" y="14040"/>
                  </a:lnTo>
                  <a:lnTo>
                    <a:pt x="4679" y="14393"/>
                  </a:lnTo>
                  <a:lnTo>
                    <a:pt x="5032" y="14368"/>
                  </a:lnTo>
                  <a:lnTo>
                    <a:pt x="5382" y="13988"/>
                  </a:lnTo>
                  <a:lnTo>
                    <a:pt x="5689" y="13611"/>
                  </a:lnTo>
                  <a:lnTo>
                    <a:pt x="6065" y="13585"/>
                  </a:lnTo>
                  <a:lnTo>
                    <a:pt x="6041" y="13258"/>
                  </a:lnTo>
                  <a:lnTo>
                    <a:pt x="6040" y="13232"/>
                  </a:lnTo>
                  <a:lnTo>
                    <a:pt x="6346" y="13210"/>
                  </a:lnTo>
                  <a:lnTo>
                    <a:pt x="6338" y="13095"/>
                  </a:lnTo>
                  <a:lnTo>
                    <a:pt x="6321" y="12855"/>
                  </a:lnTo>
                  <a:lnTo>
                    <a:pt x="6347" y="12854"/>
                  </a:lnTo>
                  <a:lnTo>
                    <a:pt x="6675" y="12830"/>
                  </a:lnTo>
                  <a:lnTo>
                    <a:pt x="7053" y="13159"/>
                  </a:lnTo>
                  <a:lnTo>
                    <a:pt x="7382" y="12781"/>
                  </a:lnTo>
                  <a:lnTo>
                    <a:pt x="7333" y="12742"/>
                  </a:lnTo>
                  <a:lnTo>
                    <a:pt x="7005" y="12478"/>
                  </a:lnTo>
                  <a:lnTo>
                    <a:pt x="7158" y="12467"/>
                  </a:lnTo>
                  <a:lnTo>
                    <a:pt x="7358" y="12453"/>
                  </a:lnTo>
                  <a:lnTo>
                    <a:pt x="7689" y="11719"/>
                  </a:lnTo>
                  <a:lnTo>
                    <a:pt x="7654" y="11663"/>
                  </a:lnTo>
                  <a:lnTo>
                    <a:pt x="7259" y="11038"/>
                  </a:lnTo>
                  <a:lnTo>
                    <a:pt x="6880" y="10709"/>
                  </a:lnTo>
                  <a:lnTo>
                    <a:pt x="6503" y="10402"/>
                  </a:lnTo>
                  <a:lnTo>
                    <a:pt x="6149" y="10427"/>
                  </a:lnTo>
                  <a:lnTo>
                    <a:pt x="5468" y="10475"/>
                  </a:lnTo>
                  <a:lnTo>
                    <a:pt x="5136" y="10499"/>
                  </a:lnTo>
                  <a:lnTo>
                    <a:pt x="4736" y="10171"/>
                  </a:lnTo>
                  <a:lnTo>
                    <a:pt x="4383" y="10196"/>
                  </a:lnTo>
                  <a:lnTo>
                    <a:pt x="4359" y="9869"/>
                  </a:lnTo>
                  <a:lnTo>
                    <a:pt x="4713" y="9844"/>
                  </a:lnTo>
                  <a:lnTo>
                    <a:pt x="5110" y="10145"/>
                  </a:lnTo>
                  <a:lnTo>
                    <a:pt x="5443" y="10121"/>
                  </a:lnTo>
                  <a:lnTo>
                    <a:pt x="5818" y="10095"/>
                  </a:lnTo>
                  <a:lnTo>
                    <a:pt x="5794" y="9767"/>
                  </a:lnTo>
                  <a:lnTo>
                    <a:pt x="6455" y="9721"/>
                  </a:lnTo>
                  <a:lnTo>
                    <a:pt x="6782" y="9316"/>
                  </a:lnTo>
                  <a:lnTo>
                    <a:pt x="6428" y="9341"/>
                  </a:lnTo>
                  <a:lnTo>
                    <a:pt x="6050" y="9012"/>
                  </a:lnTo>
                  <a:lnTo>
                    <a:pt x="5742" y="9034"/>
                  </a:lnTo>
                  <a:lnTo>
                    <a:pt x="5720" y="8701"/>
                  </a:lnTo>
                  <a:lnTo>
                    <a:pt x="6380" y="8654"/>
                  </a:lnTo>
                  <a:lnTo>
                    <a:pt x="6733" y="8630"/>
                  </a:lnTo>
                  <a:lnTo>
                    <a:pt x="7110" y="8937"/>
                  </a:lnTo>
                  <a:lnTo>
                    <a:pt x="7466" y="8578"/>
                  </a:lnTo>
                  <a:lnTo>
                    <a:pt x="7794" y="8555"/>
                  </a:lnTo>
                  <a:lnTo>
                    <a:pt x="7768" y="8181"/>
                  </a:lnTo>
                  <a:lnTo>
                    <a:pt x="8432" y="7825"/>
                  </a:lnTo>
                  <a:lnTo>
                    <a:pt x="8781" y="7419"/>
                  </a:lnTo>
                  <a:lnTo>
                    <a:pt x="8757" y="7092"/>
                  </a:lnTo>
                  <a:lnTo>
                    <a:pt x="8358" y="6764"/>
                  </a:lnTo>
                  <a:lnTo>
                    <a:pt x="8707" y="6383"/>
                  </a:lnTo>
                  <a:lnTo>
                    <a:pt x="9040" y="6360"/>
                  </a:lnTo>
                  <a:lnTo>
                    <a:pt x="9015" y="6007"/>
                  </a:lnTo>
                  <a:lnTo>
                    <a:pt x="9394" y="5980"/>
                  </a:lnTo>
                  <a:lnTo>
                    <a:pt x="9698" y="5624"/>
                  </a:lnTo>
                  <a:lnTo>
                    <a:pt x="9673" y="5270"/>
                  </a:lnTo>
                  <a:lnTo>
                    <a:pt x="9648" y="4917"/>
                  </a:lnTo>
                  <a:lnTo>
                    <a:pt x="9320" y="4939"/>
                  </a:lnTo>
                  <a:lnTo>
                    <a:pt x="8942" y="4966"/>
                  </a:lnTo>
                  <a:lnTo>
                    <a:pt x="8609" y="4990"/>
                  </a:lnTo>
                  <a:lnTo>
                    <a:pt x="8584" y="4636"/>
                  </a:lnTo>
                  <a:lnTo>
                    <a:pt x="8185" y="4309"/>
                  </a:lnTo>
                  <a:lnTo>
                    <a:pt x="7852" y="4333"/>
                  </a:lnTo>
                  <a:lnTo>
                    <a:pt x="7170" y="4380"/>
                  </a:lnTo>
                  <a:lnTo>
                    <a:pt x="6789" y="4407"/>
                  </a:lnTo>
                  <a:lnTo>
                    <a:pt x="6083" y="4457"/>
                  </a:lnTo>
                  <a:lnTo>
                    <a:pt x="5729" y="4482"/>
                  </a:lnTo>
                  <a:lnTo>
                    <a:pt x="5073" y="4884"/>
                  </a:lnTo>
                  <a:lnTo>
                    <a:pt x="4740" y="4908"/>
                  </a:lnTo>
                  <a:lnTo>
                    <a:pt x="4715" y="4554"/>
                  </a:lnTo>
                  <a:lnTo>
                    <a:pt x="4690" y="4201"/>
                  </a:lnTo>
                  <a:lnTo>
                    <a:pt x="4665" y="3847"/>
                  </a:lnTo>
                  <a:lnTo>
                    <a:pt x="5350" y="3469"/>
                  </a:lnTo>
                  <a:lnTo>
                    <a:pt x="5656" y="3448"/>
                  </a:lnTo>
                  <a:lnTo>
                    <a:pt x="5631" y="3094"/>
                  </a:lnTo>
                  <a:lnTo>
                    <a:pt x="5960" y="2716"/>
                  </a:lnTo>
                  <a:lnTo>
                    <a:pt x="6314" y="2691"/>
                  </a:lnTo>
                  <a:lnTo>
                    <a:pt x="6667" y="2665"/>
                  </a:lnTo>
                  <a:lnTo>
                    <a:pt x="7023" y="2306"/>
                  </a:lnTo>
                  <a:lnTo>
                    <a:pt x="7324" y="1902"/>
                  </a:lnTo>
                  <a:lnTo>
                    <a:pt x="8011" y="1855"/>
                  </a:lnTo>
                  <a:lnTo>
                    <a:pt x="7986" y="1501"/>
                  </a:lnTo>
                  <a:lnTo>
                    <a:pt x="8338" y="1168"/>
                  </a:lnTo>
                  <a:lnTo>
                    <a:pt x="7938" y="820"/>
                  </a:lnTo>
                  <a:lnTo>
                    <a:pt x="7605" y="842"/>
                  </a:lnTo>
                  <a:lnTo>
                    <a:pt x="7251" y="867"/>
                  </a:lnTo>
                  <a:lnTo>
                    <a:pt x="7227" y="535"/>
                  </a:lnTo>
                  <a:lnTo>
                    <a:pt x="6543" y="918"/>
                  </a:lnTo>
                  <a:lnTo>
                    <a:pt x="5813" y="635"/>
                  </a:lnTo>
                  <a:lnTo>
                    <a:pt x="5787" y="260"/>
                  </a:lnTo>
                  <a:lnTo>
                    <a:pt x="5459" y="659"/>
                  </a:lnTo>
                  <a:lnTo>
                    <a:pt x="5126" y="307"/>
                  </a:lnTo>
                  <a:lnTo>
                    <a:pt x="5433" y="285"/>
                  </a:lnTo>
                  <a:lnTo>
                    <a:pt x="4728" y="1"/>
                  </a:lnTo>
                  <a:close/>
                </a:path>
              </a:pathLst>
            </a:custGeom>
            <a:solidFill>
              <a:schemeClr val="dk1"/>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8"/>
            <p:cNvSpPr/>
            <p:nvPr/>
          </p:nvSpPr>
          <p:spPr>
            <a:xfrm>
              <a:off x="5604840" y="3629362"/>
              <a:ext cx="740841" cy="725501"/>
            </a:xfrm>
            <a:custGeom>
              <a:avLst/>
              <a:gdLst/>
              <a:ahLst/>
              <a:cxnLst/>
              <a:rect l="l" t="t" r="r" b="b"/>
              <a:pathLst>
                <a:path w="34530" h="33815" extrusionOk="0">
                  <a:moveTo>
                    <a:pt x="14045" y="1"/>
                  </a:moveTo>
                  <a:lnTo>
                    <a:pt x="13690" y="25"/>
                  </a:lnTo>
                  <a:lnTo>
                    <a:pt x="13715" y="378"/>
                  </a:lnTo>
                  <a:lnTo>
                    <a:pt x="13059" y="780"/>
                  </a:lnTo>
                  <a:lnTo>
                    <a:pt x="12706" y="805"/>
                  </a:lnTo>
                  <a:lnTo>
                    <a:pt x="12352" y="830"/>
                  </a:lnTo>
                  <a:lnTo>
                    <a:pt x="12349" y="784"/>
                  </a:lnTo>
                  <a:lnTo>
                    <a:pt x="12301" y="787"/>
                  </a:lnTo>
                  <a:lnTo>
                    <a:pt x="12276" y="433"/>
                  </a:lnTo>
                  <a:lnTo>
                    <a:pt x="12255" y="127"/>
                  </a:lnTo>
                  <a:lnTo>
                    <a:pt x="11948" y="149"/>
                  </a:lnTo>
                  <a:lnTo>
                    <a:pt x="11543" y="177"/>
                  </a:lnTo>
                  <a:lnTo>
                    <a:pt x="11546" y="223"/>
                  </a:lnTo>
                  <a:lnTo>
                    <a:pt x="11619" y="218"/>
                  </a:lnTo>
                  <a:lnTo>
                    <a:pt x="11619" y="218"/>
                  </a:lnTo>
                  <a:lnTo>
                    <a:pt x="11642" y="546"/>
                  </a:lnTo>
                  <a:lnTo>
                    <a:pt x="11669" y="925"/>
                  </a:lnTo>
                  <a:lnTo>
                    <a:pt x="11692" y="1253"/>
                  </a:lnTo>
                  <a:lnTo>
                    <a:pt x="11338" y="1278"/>
                  </a:lnTo>
                  <a:lnTo>
                    <a:pt x="10961" y="975"/>
                  </a:lnTo>
                  <a:lnTo>
                    <a:pt x="10652" y="1327"/>
                  </a:lnTo>
                  <a:lnTo>
                    <a:pt x="10322" y="1685"/>
                  </a:lnTo>
                  <a:lnTo>
                    <a:pt x="10629" y="1971"/>
                  </a:lnTo>
                  <a:lnTo>
                    <a:pt x="10627" y="1973"/>
                  </a:lnTo>
                  <a:lnTo>
                    <a:pt x="10702" y="2034"/>
                  </a:lnTo>
                  <a:lnTo>
                    <a:pt x="10351" y="2393"/>
                  </a:lnTo>
                  <a:lnTo>
                    <a:pt x="9994" y="2084"/>
                  </a:lnTo>
                  <a:lnTo>
                    <a:pt x="9641" y="2109"/>
                  </a:lnTo>
                  <a:lnTo>
                    <a:pt x="9287" y="2133"/>
                  </a:lnTo>
                  <a:lnTo>
                    <a:pt x="8933" y="2158"/>
                  </a:lnTo>
                  <a:lnTo>
                    <a:pt x="8929" y="2091"/>
                  </a:lnTo>
                  <a:lnTo>
                    <a:pt x="8881" y="2094"/>
                  </a:lnTo>
                  <a:lnTo>
                    <a:pt x="8858" y="1757"/>
                  </a:lnTo>
                  <a:lnTo>
                    <a:pt x="8556" y="1475"/>
                  </a:lnTo>
                  <a:lnTo>
                    <a:pt x="8201" y="1500"/>
                  </a:lnTo>
                  <a:lnTo>
                    <a:pt x="8227" y="1853"/>
                  </a:lnTo>
                  <a:lnTo>
                    <a:pt x="8275" y="2540"/>
                  </a:lnTo>
                  <a:lnTo>
                    <a:pt x="7896" y="2567"/>
                  </a:lnTo>
                  <a:lnTo>
                    <a:pt x="7594" y="2964"/>
                  </a:lnTo>
                  <a:lnTo>
                    <a:pt x="7238" y="3324"/>
                  </a:lnTo>
                  <a:lnTo>
                    <a:pt x="7263" y="3678"/>
                  </a:lnTo>
                  <a:lnTo>
                    <a:pt x="6911" y="3347"/>
                  </a:lnTo>
                  <a:lnTo>
                    <a:pt x="6534" y="3040"/>
                  </a:lnTo>
                  <a:lnTo>
                    <a:pt x="6174" y="2688"/>
                  </a:lnTo>
                  <a:lnTo>
                    <a:pt x="6174" y="2684"/>
                  </a:lnTo>
                  <a:lnTo>
                    <a:pt x="6102" y="2620"/>
                  </a:lnTo>
                  <a:lnTo>
                    <a:pt x="6078" y="2293"/>
                  </a:lnTo>
                  <a:lnTo>
                    <a:pt x="6053" y="1939"/>
                  </a:lnTo>
                  <a:lnTo>
                    <a:pt x="5747" y="1674"/>
                  </a:lnTo>
                  <a:lnTo>
                    <a:pt x="5393" y="1699"/>
                  </a:lnTo>
                  <a:lnTo>
                    <a:pt x="5065" y="2077"/>
                  </a:lnTo>
                  <a:lnTo>
                    <a:pt x="5089" y="2431"/>
                  </a:lnTo>
                  <a:lnTo>
                    <a:pt x="4761" y="3165"/>
                  </a:lnTo>
                  <a:lnTo>
                    <a:pt x="4433" y="3188"/>
                  </a:lnTo>
                  <a:lnTo>
                    <a:pt x="3746" y="3237"/>
                  </a:lnTo>
                  <a:lnTo>
                    <a:pt x="3345" y="2888"/>
                  </a:lnTo>
                  <a:lnTo>
                    <a:pt x="1978" y="3362"/>
                  </a:lnTo>
                  <a:lnTo>
                    <a:pt x="1883" y="3274"/>
                  </a:lnTo>
                  <a:lnTo>
                    <a:pt x="1664" y="3290"/>
                  </a:lnTo>
                  <a:lnTo>
                    <a:pt x="1571" y="3296"/>
                  </a:lnTo>
                  <a:lnTo>
                    <a:pt x="1596" y="3650"/>
                  </a:lnTo>
                  <a:lnTo>
                    <a:pt x="1242" y="3675"/>
                  </a:lnTo>
                  <a:lnTo>
                    <a:pt x="1265" y="4007"/>
                  </a:lnTo>
                  <a:lnTo>
                    <a:pt x="1646" y="4357"/>
                  </a:lnTo>
                  <a:lnTo>
                    <a:pt x="1669" y="4690"/>
                  </a:lnTo>
                  <a:lnTo>
                    <a:pt x="2027" y="5020"/>
                  </a:lnTo>
                  <a:lnTo>
                    <a:pt x="1719" y="5398"/>
                  </a:lnTo>
                  <a:lnTo>
                    <a:pt x="1388" y="5750"/>
                  </a:lnTo>
                  <a:lnTo>
                    <a:pt x="1062" y="6155"/>
                  </a:lnTo>
                  <a:lnTo>
                    <a:pt x="708" y="6180"/>
                  </a:lnTo>
                  <a:lnTo>
                    <a:pt x="354" y="6204"/>
                  </a:lnTo>
                  <a:lnTo>
                    <a:pt x="1" y="6229"/>
                  </a:lnTo>
                  <a:lnTo>
                    <a:pt x="23" y="6557"/>
                  </a:lnTo>
                  <a:lnTo>
                    <a:pt x="124" y="6645"/>
                  </a:lnTo>
                  <a:lnTo>
                    <a:pt x="200" y="6710"/>
                  </a:lnTo>
                  <a:lnTo>
                    <a:pt x="403" y="6886"/>
                  </a:lnTo>
                  <a:lnTo>
                    <a:pt x="418" y="6885"/>
                  </a:lnTo>
                  <a:lnTo>
                    <a:pt x="757" y="6861"/>
                  </a:lnTo>
                  <a:lnTo>
                    <a:pt x="834" y="6928"/>
                  </a:lnTo>
                  <a:lnTo>
                    <a:pt x="1135" y="7190"/>
                  </a:lnTo>
                  <a:lnTo>
                    <a:pt x="1158" y="7523"/>
                  </a:lnTo>
                  <a:lnTo>
                    <a:pt x="1185" y="7901"/>
                  </a:lnTo>
                  <a:lnTo>
                    <a:pt x="855" y="8254"/>
                  </a:lnTo>
                  <a:lnTo>
                    <a:pt x="880" y="8609"/>
                  </a:lnTo>
                  <a:lnTo>
                    <a:pt x="930" y="9316"/>
                  </a:lnTo>
                  <a:lnTo>
                    <a:pt x="953" y="9648"/>
                  </a:lnTo>
                  <a:lnTo>
                    <a:pt x="1357" y="10331"/>
                  </a:lnTo>
                  <a:lnTo>
                    <a:pt x="1419" y="10326"/>
                  </a:lnTo>
                  <a:lnTo>
                    <a:pt x="1711" y="10306"/>
                  </a:lnTo>
                  <a:lnTo>
                    <a:pt x="2397" y="10257"/>
                  </a:lnTo>
                  <a:lnTo>
                    <a:pt x="2470" y="10320"/>
                  </a:lnTo>
                  <a:lnTo>
                    <a:pt x="2776" y="10586"/>
                  </a:lnTo>
                  <a:lnTo>
                    <a:pt x="2447" y="10964"/>
                  </a:lnTo>
                  <a:lnTo>
                    <a:pt x="2471" y="11292"/>
                  </a:lnTo>
                  <a:lnTo>
                    <a:pt x="2165" y="11696"/>
                  </a:lnTo>
                  <a:lnTo>
                    <a:pt x="1832" y="12027"/>
                  </a:lnTo>
                  <a:lnTo>
                    <a:pt x="2193" y="11834"/>
                  </a:lnTo>
                  <a:lnTo>
                    <a:pt x="2198" y="11832"/>
                  </a:lnTo>
                  <a:lnTo>
                    <a:pt x="2497" y="11672"/>
                  </a:lnTo>
                  <a:lnTo>
                    <a:pt x="2825" y="11267"/>
                  </a:lnTo>
                  <a:lnTo>
                    <a:pt x="3178" y="11242"/>
                  </a:lnTo>
                  <a:lnTo>
                    <a:pt x="3531" y="11217"/>
                  </a:lnTo>
                  <a:lnTo>
                    <a:pt x="4215" y="10840"/>
                  </a:lnTo>
                  <a:lnTo>
                    <a:pt x="4544" y="10461"/>
                  </a:lnTo>
                  <a:lnTo>
                    <a:pt x="4519" y="10107"/>
                  </a:lnTo>
                  <a:lnTo>
                    <a:pt x="4822" y="9730"/>
                  </a:lnTo>
                  <a:lnTo>
                    <a:pt x="5151" y="9352"/>
                  </a:lnTo>
                  <a:lnTo>
                    <a:pt x="5857" y="9301"/>
                  </a:lnTo>
                  <a:lnTo>
                    <a:pt x="6216" y="9276"/>
                  </a:lnTo>
                  <a:lnTo>
                    <a:pt x="6973" y="9934"/>
                  </a:lnTo>
                  <a:lnTo>
                    <a:pt x="7277" y="9556"/>
                  </a:lnTo>
                  <a:lnTo>
                    <a:pt x="8388" y="10189"/>
                  </a:lnTo>
                  <a:lnTo>
                    <a:pt x="8363" y="9835"/>
                  </a:lnTo>
                  <a:lnTo>
                    <a:pt x="8691" y="9457"/>
                  </a:lnTo>
                  <a:lnTo>
                    <a:pt x="9045" y="9432"/>
                  </a:lnTo>
                  <a:lnTo>
                    <a:pt x="9398" y="9407"/>
                  </a:lnTo>
                  <a:lnTo>
                    <a:pt x="9070" y="9785"/>
                  </a:lnTo>
                  <a:lnTo>
                    <a:pt x="9094" y="10139"/>
                  </a:lnTo>
                  <a:lnTo>
                    <a:pt x="9474" y="10468"/>
                  </a:lnTo>
                  <a:lnTo>
                    <a:pt x="9143" y="10821"/>
                  </a:lnTo>
                  <a:lnTo>
                    <a:pt x="9879" y="11459"/>
                  </a:lnTo>
                  <a:lnTo>
                    <a:pt x="10354" y="12867"/>
                  </a:lnTo>
                  <a:lnTo>
                    <a:pt x="10783" y="14212"/>
                  </a:lnTo>
                  <a:lnTo>
                    <a:pt x="11162" y="14545"/>
                  </a:lnTo>
                  <a:lnTo>
                    <a:pt x="11993" y="16238"/>
                  </a:lnTo>
                  <a:lnTo>
                    <a:pt x="12347" y="16213"/>
                  </a:lnTo>
                  <a:lnTo>
                    <a:pt x="13104" y="16870"/>
                  </a:lnTo>
                  <a:lnTo>
                    <a:pt x="13487" y="17554"/>
                  </a:lnTo>
                  <a:lnTo>
                    <a:pt x="13884" y="17835"/>
                  </a:lnTo>
                  <a:lnTo>
                    <a:pt x="14243" y="18190"/>
                  </a:lnTo>
                  <a:lnTo>
                    <a:pt x="15350" y="19152"/>
                  </a:lnTo>
                  <a:lnTo>
                    <a:pt x="17600" y="21105"/>
                  </a:lnTo>
                  <a:lnTo>
                    <a:pt x="17975" y="21078"/>
                  </a:lnTo>
                  <a:lnTo>
                    <a:pt x="18357" y="21762"/>
                  </a:lnTo>
                  <a:lnTo>
                    <a:pt x="19065" y="21712"/>
                  </a:lnTo>
                  <a:lnTo>
                    <a:pt x="19468" y="22374"/>
                  </a:lnTo>
                  <a:lnTo>
                    <a:pt x="19797" y="21994"/>
                  </a:lnTo>
                  <a:lnTo>
                    <a:pt x="20911" y="22983"/>
                  </a:lnTo>
                  <a:lnTo>
                    <a:pt x="21311" y="23309"/>
                  </a:lnTo>
                  <a:lnTo>
                    <a:pt x="21666" y="23614"/>
                  </a:lnTo>
                  <a:lnTo>
                    <a:pt x="21994" y="23591"/>
                  </a:lnTo>
                  <a:lnTo>
                    <a:pt x="22751" y="24248"/>
                  </a:lnTo>
                  <a:lnTo>
                    <a:pt x="23131" y="24221"/>
                  </a:lnTo>
                  <a:lnTo>
                    <a:pt x="23484" y="24552"/>
                  </a:lnTo>
                  <a:lnTo>
                    <a:pt x="23532" y="25239"/>
                  </a:lnTo>
                  <a:lnTo>
                    <a:pt x="23558" y="25612"/>
                  </a:lnTo>
                  <a:lnTo>
                    <a:pt x="23580" y="25919"/>
                  </a:lnTo>
                  <a:lnTo>
                    <a:pt x="24314" y="26249"/>
                  </a:lnTo>
                  <a:lnTo>
                    <a:pt x="24668" y="26224"/>
                  </a:lnTo>
                  <a:lnTo>
                    <a:pt x="25001" y="26200"/>
                  </a:lnTo>
                  <a:lnTo>
                    <a:pt x="25754" y="26502"/>
                  </a:lnTo>
                  <a:lnTo>
                    <a:pt x="26110" y="26807"/>
                  </a:lnTo>
                  <a:lnTo>
                    <a:pt x="26137" y="27186"/>
                  </a:lnTo>
                  <a:lnTo>
                    <a:pt x="26514" y="27489"/>
                  </a:lnTo>
                  <a:lnTo>
                    <a:pt x="26914" y="28506"/>
                  </a:lnTo>
                  <a:lnTo>
                    <a:pt x="27369" y="29540"/>
                  </a:lnTo>
                  <a:lnTo>
                    <a:pt x="27442" y="30581"/>
                  </a:lnTo>
                  <a:lnTo>
                    <a:pt x="27088" y="30960"/>
                  </a:lnTo>
                  <a:lnTo>
                    <a:pt x="26761" y="30984"/>
                  </a:lnTo>
                  <a:lnTo>
                    <a:pt x="26407" y="31009"/>
                  </a:lnTo>
                  <a:lnTo>
                    <a:pt x="26432" y="31363"/>
                  </a:lnTo>
                  <a:lnTo>
                    <a:pt x="26457" y="31717"/>
                  </a:lnTo>
                  <a:lnTo>
                    <a:pt x="26480" y="32044"/>
                  </a:lnTo>
                  <a:lnTo>
                    <a:pt x="26503" y="32377"/>
                  </a:lnTo>
                  <a:lnTo>
                    <a:pt x="26197" y="32774"/>
                  </a:lnTo>
                  <a:lnTo>
                    <a:pt x="25867" y="33132"/>
                  </a:lnTo>
                  <a:lnTo>
                    <a:pt x="25894" y="33508"/>
                  </a:lnTo>
                  <a:lnTo>
                    <a:pt x="26271" y="33815"/>
                  </a:lnTo>
                  <a:lnTo>
                    <a:pt x="26604" y="33791"/>
                  </a:lnTo>
                  <a:lnTo>
                    <a:pt x="26958" y="33766"/>
                  </a:lnTo>
                  <a:lnTo>
                    <a:pt x="27285" y="33743"/>
                  </a:lnTo>
                  <a:lnTo>
                    <a:pt x="27641" y="33384"/>
                  </a:lnTo>
                  <a:lnTo>
                    <a:pt x="27969" y="33360"/>
                  </a:lnTo>
                  <a:lnTo>
                    <a:pt x="27943" y="32985"/>
                  </a:lnTo>
                  <a:lnTo>
                    <a:pt x="28652" y="32601"/>
                  </a:lnTo>
                  <a:lnTo>
                    <a:pt x="28625" y="32227"/>
                  </a:lnTo>
                  <a:lnTo>
                    <a:pt x="28579" y="31566"/>
                  </a:lnTo>
                  <a:lnTo>
                    <a:pt x="28908" y="31188"/>
                  </a:lnTo>
                  <a:lnTo>
                    <a:pt x="29216" y="30810"/>
                  </a:lnTo>
                  <a:lnTo>
                    <a:pt x="29544" y="30433"/>
                  </a:lnTo>
                  <a:lnTo>
                    <a:pt x="29898" y="30407"/>
                  </a:lnTo>
                  <a:lnTo>
                    <a:pt x="30225" y="30384"/>
                  </a:lnTo>
                  <a:lnTo>
                    <a:pt x="30606" y="30357"/>
                  </a:lnTo>
                  <a:lnTo>
                    <a:pt x="30581" y="30003"/>
                  </a:lnTo>
                  <a:lnTo>
                    <a:pt x="30557" y="29670"/>
                  </a:lnTo>
                  <a:lnTo>
                    <a:pt x="30532" y="29316"/>
                  </a:lnTo>
                  <a:lnTo>
                    <a:pt x="30482" y="28610"/>
                  </a:lnTo>
                  <a:lnTo>
                    <a:pt x="30456" y="28257"/>
                  </a:lnTo>
                  <a:lnTo>
                    <a:pt x="30432" y="27902"/>
                  </a:lnTo>
                  <a:lnTo>
                    <a:pt x="30028" y="27601"/>
                  </a:lnTo>
                  <a:lnTo>
                    <a:pt x="29371" y="27978"/>
                  </a:lnTo>
                  <a:lnTo>
                    <a:pt x="28976" y="27414"/>
                  </a:lnTo>
                  <a:lnTo>
                    <a:pt x="28791" y="26502"/>
                  </a:lnTo>
                  <a:lnTo>
                    <a:pt x="28871" y="25927"/>
                  </a:lnTo>
                  <a:lnTo>
                    <a:pt x="29224" y="25902"/>
                  </a:lnTo>
                  <a:lnTo>
                    <a:pt x="29196" y="25522"/>
                  </a:lnTo>
                  <a:lnTo>
                    <a:pt x="29530" y="25190"/>
                  </a:lnTo>
                  <a:lnTo>
                    <a:pt x="29175" y="25215"/>
                  </a:lnTo>
                  <a:lnTo>
                    <a:pt x="29503" y="24816"/>
                  </a:lnTo>
                  <a:lnTo>
                    <a:pt x="29806" y="24460"/>
                  </a:lnTo>
                  <a:lnTo>
                    <a:pt x="30187" y="24433"/>
                  </a:lnTo>
                  <a:lnTo>
                    <a:pt x="30514" y="24410"/>
                  </a:lnTo>
                  <a:lnTo>
                    <a:pt x="30538" y="24744"/>
                  </a:lnTo>
                  <a:lnTo>
                    <a:pt x="31271" y="25067"/>
                  </a:lnTo>
                  <a:lnTo>
                    <a:pt x="31625" y="25042"/>
                  </a:lnTo>
                  <a:lnTo>
                    <a:pt x="31978" y="25017"/>
                  </a:lnTo>
                  <a:lnTo>
                    <a:pt x="32333" y="24992"/>
                  </a:lnTo>
                  <a:lnTo>
                    <a:pt x="32687" y="24968"/>
                  </a:lnTo>
                  <a:lnTo>
                    <a:pt x="32708" y="25274"/>
                  </a:lnTo>
                  <a:lnTo>
                    <a:pt x="32735" y="25654"/>
                  </a:lnTo>
                  <a:lnTo>
                    <a:pt x="33092" y="25983"/>
                  </a:lnTo>
                  <a:lnTo>
                    <a:pt x="33115" y="26312"/>
                  </a:lnTo>
                  <a:lnTo>
                    <a:pt x="33516" y="26664"/>
                  </a:lnTo>
                  <a:lnTo>
                    <a:pt x="33823" y="26643"/>
                  </a:lnTo>
                  <a:lnTo>
                    <a:pt x="34203" y="26616"/>
                  </a:lnTo>
                  <a:lnTo>
                    <a:pt x="34530" y="26212"/>
                  </a:lnTo>
                  <a:lnTo>
                    <a:pt x="34482" y="25531"/>
                  </a:lnTo>
                  <a:lnTo>
                    <a:pt x="34433" y="24844"/>
                  </a:lnTo>
                  <a:lnTo>
                    <a:pt x="34406" y="24470"/>
                  </a:lnTo>
                  <a:lnTo>
                    <a:pt x="33650" y="24189"/>
                  </a:lnTo>
                  <a:lnTo>
                    <a:pt x="33293" y="23503"/>
                  </a:lnTo>
                  <a:lnTo>
                    <a:pt x="32893" y="23175"/>
                  </a:lnTo>
                  <a:lnTo>
                    <a:pt x="32183" y="22870"/>
                  </a:lnTo>
                  <a:lnTo>
                    <a:pt x="31475" y="22921"/>
                  </a:lnTo>
                  <a:lnTo>
                    <a:pt x="31098" y="22617"/>
                  </a:lnTo>
                  <a:lnTo>
                    <a:pt x="30745" y="22287"/>
                  </a:lnTo>
                  <a:lnTo>
                    <a:pt x="29633" y="22010"/>
                  </a:lnTo>
                  <a:lnTo>
                    <a:pt x="29281" y="21680"/>
                  </a:lnTo>
                  <a:lnTo>
                    <a:pt x="28902" y="21351"/>
                  </a:lnTo>
                  <a:lnTo>
                    <a:pt x="28549" y="21376"/>
                  </a:lnTo>
                  <a:lnTo>
                    <a:pt x="27862" y="21424"/>
                  </a:lnTo>
                  <a:lnTo>
                    <a:pt x="27484" y="21117"/>
                  </a:lnTo>
                  <a:lnTo>
                    <a:pt x="26752" y="20814"/>
                  </a:lnTo>
                  <a:lnTo>
                    <a:pt x="26372" y="20840"/>
                  </a:lnTo>
                  <a:lnTo>
                    <a:pt x="26727" y="20460"/>
                  </a:lnTo>
                  <a:lnTo>
                    <a:pt x="27056" y="20437"/>
                  </a:lnTo>
                  <a:lnTo>
                    <a:pt x="27410" y="20056"/>
                  </a:lnTo>
                  <a:lnTo>
                    <a:pt x="27360" y="19349"/>
                  </a:lnTo>
                  <a:lnTo>
                    <a:pt x="26249" y="19092"/>
                  </a:lnTo>
                  <a:lnTo>
                    <a:pt x="25921" y="19116"/>
                  </a:lnTo>
                  <a:lnTo>
                    <a:pt x="24882" y="19190"/>
                  </a:lnTo>
                  <a:lnTo>
                    <a:pt x="24175" y="19240"/>
                  </a:lnTo>
                  <a:lnTo>
                    <a:pt x="23468" y="18933"/>
                  </a:lnTo>
                  <a:lnTo>
                    <a:pt x="23040" y="18279"/>
                  </a:lnTo>
                  <a:lnTo>
                    <a:pt x="22687" y="17923"/>
                  </a:lnTo>
                  <a:lnTo>
                    <a:pt x="21928" y="17266"/>
                  </a:lnTo>
                  <a:lnTo>
                    <a:pt x="21502" y="16632"/>
                  </a:lnTo>
                  <a:lnTo>
                    <a:pt x="20792" y="15972"/>
                  </a:lnTo>
                  <a:lnTo>
                    <a:pt x="20742" y="15264"/>
                  </a:lnTo>
                  <a:lnTo>
                    <a:pt x="21049" y="14886"/>
                  </a:lnTo>
                  <a:lnTo>
                    <a:pt x="20668" y="14229"/>
                  </a:lnTo>
                  <a:lnTo>
                    <a:pt x="20244" y="13543"/>
                  </a:lnTo>
                  <a:lnTo>
                    <a:pt x="20218" y="13189"/>
                  </a:lnTo>
                  <a:lnTo>
                    <a:pt x="19860" y="12859"/>
                  </a:lnTo>
                  <a:lnTo>
                    <a:pt x="19814" y="12198"/>
                  </a:lnTo>
                  <a:lnTo>
                    <a:pt x="19434" y="12226"/>
                  </a:lnTo>
                  <a:lnTo>
                    <a:pt x="18727" y="11900"/>
                  </a:lnTo>
                  <a:lnTo>
                    <a:pt x="17995" y="11596"/>
                  </a:lnTo>
                  <a:lnTo>
                    <a:pt x="17641" y="11621"/>
                  </a:lnTo>
                  <a:lnTo>
                    <a:pt x="16910" y="11338"/>
                  </a:lnTo>
                  <a:lnTo>
                    <a:pt x="16884" y="10963"/>
                  </a:lnTo>
                  <a:lnTo>
                    <a:pt x="16529" y="10680"/>
                  </a:lnTo>
                  <a:lnTo>
                    <a:pt x="16502" y="10300"/>
                  </a:lnTo>
                  <a:lnTo>
                    <a:pt x="16100" y="9644"/>
                  </a:lnTo>
                  <a:lnTo>
                    <a:pt x="16429" y="9265"/>
                  </a:lnTo>
                  <a:lnTo>
                    <a:pt x="16404" y="8912"/>
                  </a:lnTo>
                  <a:lnTo>
                    <a:pt x="16379" y="8558"/>
                  </a:lnTo>
                  <a:lnTo>
                    <a:pt x="16688" y="8202"/>
                  </a:lnTo>
                  <a:lnTo>
                    <a:pt x="17039" y="7821"/>
                  </a:lnTo>
                  <a:lnTo>
                    <a:pt x="17014" y="7468"/>
                  </a:lnTo>
                  <a:lnTo>
                    <a:pt x="16638" y="7495"/>
                  </a:lnTo>
                  <a:lnTo>
                    <a:pt x="16280" y="7164"/>
                  </a:lnTo>
                  <a:lnTo>
                    <a:pt x="16258" y="6836"/>
                  </a:lnTo>
                  <a:lnTo>
                    <a:pt x="15903" y="6862"/>
                  </a:lnTo>
                  <a:lnTo>
                    <a:pt x="15903" y="6862"/>
                  </a:lnTo>
                  <a:lnTo>
                    <a:pt x="16231" y="6458"/>
                  </a:lnTo>
                  <a:lnTo>
                    <a:pt x="16564" y="6434"/>
                  </a:lnTo>
                  <a:lnTo>
                    <a:pt x="16515" y="5747"/>
                  </a:lnTo>
                  <a:lnTo>
                    <a:pt x="17221" y="5697"/>
                  </a:lnTo>
                  <a:lnTo>
                    <a:pt x="17576" y="5672"/>
                  </a:lnTo>
                  <a:lnTo>
                    <a:pt x="17930" y="5647"/>
                  </a:lnTo>
                  <a:lnTo>
                    <a:pt x="18283" y="5621"/>
                  </a:lnTo>
                  <a:lnTo>
                    <a:pt x="18612" y="5243"/>
                  </a:lnTo>
                  <a:lnTo>
                    <a:pt x="18940" y="5220"/>
                  </a:lnTo>
                  <a:lnTo>
                    <a:pt x="18916" y="4892"/>
                  </a:lnTo>
                  <a:lnTo>
                    <a:pt x="19296" y="4865"/>
                  </a:lnTo>
                  <a:lnTo>
                    <a:pt x="19629" y="4842"/>
                  </a:lnTo>
                  <a:lnTo>
                    <a:pt x="19652" y="5169"/>
                  </a:lnTo>
                  <a:lnTo>
                    <a:pt x="20052" y="5497"/>
                  </a:lnTo>
                  <a:lnTo>
                    <a:pt x="20003" y="4816"/>
                  </a:lnTo>
                  <a:lnTo>
                    <a:pt x="20335" y="4792"/>
                  </a:lnTo>
                  <a:lnTo>
                    <a:pt x="20408" y="4697"/>
                  </a:lnTo>
                  <a:lnTo>
                    <a:pt x="20328" y="4673"/>
                  </a:lnTo>
                  <a:lnTo>
                    <a:pt x="20291" y="4153"/>
                  </a:lnTo>
                  <a:lnTo>
                    <a:pt x="19765" y="3813"/>
                  </a:lnTo>
                  <a:lnTo>
                    <a:pt x="20242" y="3471"/>
                  </a:lnTo>
                  <a:lnTo>
                    <a:pt x="20350" y="3370"/>
                  </a:lnTo>
                  <a:lnTo>
                    <a:pt x="20329" y="3062"/>
                  </a:lnTo>
                  <a:lnTo>
                    <a:pt x="20192" y="2764"/>
                  </a:lnTo>
                  <a:lnTo>
                    <a:pt x="20073" y="2485"/>
                  </a:lnTo>
                  <a:lnTo>
                    <a:pt x="20144" y="2077"/>
                  </a:lnTo>
                  <a:lnTo>
                    <a:pt x="20140" y="2031"/>
                  </a:lnTo>
                  <a:lnTo>
                    <a:pt x="19834" y="2052"/>
                  </a:lnTo>
                  <a:lnTo>
                    <a:pt x="19622" y="1858"/>
                  </a:lnTo>
                  <a:lnTo>
                    <a:pt x="19435" y="1704"/>
                  </a:lnTo>
                  <a:lnTo>
                    <a:pt x="18746" y="1753"/>
                  </a:lnTo>
                  <a:lnTo>
                    <a:pt x="18393" y="1778"/>
                  </a:lnTo>
                  <a:lnTo>
                    <a:pt x="18060" y="1801"/>
                  </a:lnTo>
                  <a:lnTo>
                    <a:pt x="17707" y="1826"/>
                  </a:lnTo>
                  <a:lnTo>
                    <a:pt x="17675" y="1802"/>
                  </a:lnTo>
                  <a:lnTo>
                    <a:pt x="17658" y="1804"/>
                  </a:lnTo>
                  <a:lnTo>
                    <a:pt x="17387" y="1586"/>
                  </a:lnTo>
                  <a:lnTo>
                    <a:pt x="17332" y="1544"/>
                  </a:lnTo>
                  <a:lnTo>
                    <a:pt x="17310" y="1524"/>
                  </a:lnTo>
                  <a:lnTo>
                    <a:pt x="17281" y="1501"/>
                  </a:lnTo>
                  <a:lnTo>
                    <a:pt x="16900" y="1146"/>
                  </a:lnTo>
                  <a:lnTo>
                    <a:pt x="16877" y="818"/>
                  </a:lnTo>
                  <a:lnTo>
                    <a:pt x="16549" y="534"/>
                  </a:lnTo>
                  <a:lnTo>
                    <a:pt x="16170" y="205"/>
                  </a:lnTo>
                  <a:lnTo>
                    <a:pt x="15483" y="254"/>
                  </a:lnTo>
                  <a:lnTo>
                    <a:pt x="15130" y="278"/>
                  </a:lnTo>
                  <a:lnTo>
                    <a:pt x="14776" y="303"/>
                  </a:lnTo>
                  <a:lnTo>
                    <a:pt x="14422" y="328"/>
                  </a:lnTo>
                  <a:lnTo>
                    <a:pt x="14045"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8"/>
            <p:cNvSpPr/>
            <p:nvPr/>
          </p:nvSpPr>
          <p:spPr>
            <a:xfrm>
              <a:off x="5591495" y="3570210"/>
              <a:ext cx="270226" cy="138063"/>
            </a:xfrm>
            <a:custGeom>
              <a:avLst/>
              <a:gdLst/>
              <a:ahLst/>
              <a:cxnLst/>
              <a:rect l="l" t="t" r="r" b="b"/>
              <a:pathLst>
                <a:path w="12595" h="6435" extrusionOk="0">
                  <a:moveTo>
                    <a:pt x="12594" y="2950"/>
                  </a:moveTo>
                  <a:lnTo>
                    <a:pt x="12241" y="2975"/>
                  </a:lnTo>
                  <a:lnTo>
                    <a:pt x="12241" y="2975"/>
                  </a:lnTo>
                  <a:lnTo>
                    <a:pt x="12241" y="2975"/>
                  </a:lnTo>
                  <a:lnTo>
                    <a:pt x="12594" y="2950"/>
                  </a:lnTo>
                  <a:close/>
                  <a:moveTo>
                    <a:pt x="4634" y="1"/>
                  </a:moveTo>
                  <a:lnTo>
                    <a:pt x="4656" y="308"/>
                  </a:lnTo>
                  <a:lnTo>
                    <a:pt x="4659" y="354"/>
                  </a:lnTo>
                  <a:lnTo>
                    <a:pt x="4659" y="354"/>
                  </a:lnTo>
                  <a:lnTo>
                    <a:pt x="4315" y="56"/>
                  </a:lnTo>
                  <a:lnTo>
                    <a:pt x="4280" y="25"/>
                  </a:lnTo>
                  <a:lnTo>
                    <a:pt x="4011" y="721"/>
                  </a:lnTo>
                  <a:lnTo>
                    <a:pt x="3998" y="756"/>
                  </a:lnTo>
                  <a:lnTo>
                    <a:pt x="3598" y="429"/>
                  </a:lnTo>
                  <a:lnTo>
                    <a:pt x="3254" y="111"/>
                  </a:lnTo>
                  <a:lnTo>
                    <a:pt x="3241" y="99"/>
                  </a:lnTo>
                  <a:lnTo>
                    <a:pt x="2891" y="479"/>
                  </a:lnTo>
                  <a:lnTo>
                    <a:pt x="2917" y="832"/>
                  </a:lnTo>
                  <a:lnTo>
                    <a:pt x="2632" y="1543"/>
                  </a:lnTo>
                  <a:lnTo>
                    <a:pt x="1950" y="1946"/>
                  </a:lnTo>
                  <a:lnTo>
                    <a:pt x="1242" y="1996"/>
                  </a:lnTo>
                  <a:lnTo>
                    <a:pt x="940" y="2374"/>
                  </a:lnTo>
                  <a:lnTo>
                    <a:pt x="964" y="2726"/>
                  </a:lnTo>
                  <a:lnTo>
                    <a:pt x="306" y="3463"/>
                  </a:lnTo>
                  <a:lnTo>
                    <a:pt x="1" y="4169"/>
                  </a:lnTo>
                  <a:lnTo>
                    <a:pt x="404" y="4853"/>
                  </a:lnTo>
                  <a:lnTo>
                    <a:pt x="420" y="4843"/>
                  </a:lnTo>
                  <a:lnTo>
                    <a:pt x="1088" y="4474"/>
                  </a:lnTo>
                  <a:lnTo>
                    <a:pt x="1366" y="3744"/>
                  </a:lnTo>
                  <a:lnTo>
                    <a:pt x="1429" y="3740"/>
                  </a:lnTo>
                  <a:lnTo>
                    <a:pt x="1745" y="3717"/>
                  </a:lnTo>
                  <a:lnTo>
                    <a:pt x="1720" y="3363"/>
                  </a:lnTo>
                  <a:lnTo>
                    <a:pt x="1767" y="3360"/>
                  </a:lnTo>
                  <a:lnTo>
                    <a:pt x="1896" y="3350"/>
                  </a:lnTo>
                  <a:lnTo>
                    <a:pt x="2048" y="3339"/>
                  </a:lnTo>
                  <a:lnTo>
                    <a:pt x="2449" y="3996"/>
                  </a:lnTo>
                  <a:lnTo>
                    <a:pt x="2476" y="4376"/>
                  </a:lnTo>
                  <a:lnTo>
                    <a:pt x="2132" y="4400"/>
                  </a:lnTo>
                  <a:lnTo>
                    <a:pt x="2124" y="4400"/>
                  </a:lnTo>
                  <a:lnTo>
                    <a:pt x="1970" y="4411"/>
                  </a:lnTo>
                  <a:lnTo>
                    <a:pt x="1843" y="4421"/>
                  </a:lnTo>
                  <a:lnTo>
                    <a:pt x="1795" y="4424"/>
                  </a:lnTo>
                  <a:lnTo>
                    <a:pt x="1818" y="4752"/>
                  </a:lnTo>
                  <a:lnTo>
                    <a:pt x="2171" y="5082"/>
                  </a:lnTo>
                  <a:lnTo>
                    <a:pt x="1843" y="5106"/>
                  </a:lnTo>
                  <a:lnTo>
                    <a:pt x="1869" y="5459"/>
                  </a:lnTo>
                  <a:lnTo>
                    <a:pt x="2220" y="5769"/>
                  </a:lnTo>
                  <a:lnTo>
                    <a:pt x="2270" y="5815"/>
                  </a:lnTo>
                  <a:lnTo>
                    <a:pt x="2505" y="6031"/>
                  </a:lnTo>
                  <a:lnTo>
                    <a:pt x="2600" y="6119"/>
                  </a:lnTo>
                  <a:lnTo>
                    <a:pt x="3967" y="5645"/>
                  </a:lnTo>
                  <a:lnTo>
                    <a:pt x="4368" y="5994"/>
                  </a:lnTo>
                  <a:lnTo>
                    <a:pt x="5055" y="5945"/>
                  </a:lnTo>
                  <a:lnTo>
                    <a:pt x="5383" y="5922"/>
                  </a:lnTo>
                  <a:lnTo>
                    <a:pt x="5711" y="5188"/>
                  </a:lnTo>
                  <a:lnTo>
                    <a:pt x="5687" y="4834"/>
                  </a:lnTo>
                  <a:lnTo>
                    <a:pt x="6015" y="4456"/>
                  </a:lnTo>
                  <a:lnTo>
                    <a:pt x="6369" y="4431"/>
                  </a:lnTo>
                  <a:lnTo>
                    <a:pt x="6675" y="4696"/>
                  </a:lnTo>
                  <a:lnTo>
                    <a:pt x="6749" y="4758"/>
                  </a:lnTo>
                  <a:lnTo>
                    <a:pt x="6773" y="5112"/>
                  </a:lnTo>
                  <a:lnTo>
                    <a:pt x="6796" y="5441"/>
                  </a:lnTo>
                  <a:lnTo>
                    <a:pt x="6796" y="5445"/>
                  </a:lnTo>
                  <a:lnTo>
                    <a:pt x="7156" y="5797"/>
                  </a:lnTo>
                  <a:lnTo>
                    <a:pt x="7533" y="6104"/>
                  </a:lnTo>
                  <a:lnTo>
                    <a:pt x="7885" y="6435"/>
                  </a:lnTo>
                  <a:lnTo>
                    <a:pt x="7860" y="6081"/>
                  </a:lnTo>
                  <a:lnTo>
                    <a:pt x="8216" y="5721"/>
                  </a:lnTo>
                  <a:lnTo>
                    <a:pt x="8518" y="5324"/>
                  </a:lnTo>
                  <a:lnTo>
                    <a:pt x="8897" y="5297"/>
                  </a:lnTo>
                  <a:lnTo>
                    <a:pt x="8849" y="4610"/>
                  </a:lnTo>
                  <a:lnTo>
                    <a:pt x="8823" y="4257"/>
                  </a:lnTo>
                  <a:lnTo>
                    <a:pt x="9178" y="4232"/>
                  </a:lnTo>
                  <a:lnTo>
                    <a:pt x="9480" y="4514"/>
                  </a:lnTo>
                  <a:lnTo>
                    <a:pt x="9530" y="4562"/>
                  </a:lnTo>
                  <a:lnTo>
                    <a:pt x="9551" y="4848"/>
                  </a:lnTo>
                  <a:lnTo>
                    <a:pt x="9555" y="4915"/>
                  </a:lnTo>
                  <a:lnTo>
                    <a:pt x="9909" y="4890"/>
                  </a:lnTo>
                  <a:lnTo>
                    <a:pt x="10263" y="4866"/>
                  </a:lnTo>
                  <a:lnTo>
                    <a:pt x="10616" y="4841"/>
                  </a:lnTo>
                  <a:lnTo>
                    <a:pt x="10973" y="5150"/>
                  </a:lnTo>
                  <a:lnTo>
                    <a:pt x="11324" y="4791"/>
                  </a:lnTo>
                  <a:lnTo>
                    <a:pt x="11249" y="4730"/>
                  </a:lnTo>
                  <a:lnTo>
                    <a:pt x="10925" y="4463"/>
                  </a:lnTo>
                  <a:lnTo>
                    <a:pt x="10944" y="4442"/>
                  </a:lnTo>
                  <a:lnTo>
                    <a:pt x="11274" y="4084"/>
                  </a:lnTo>
                  <a:lnTo>
                    <a:pt x="11583" y="3732"/>
                  </a:lnTo>
                  <a:lnTo>
                    <a:pt x="11960" y="4035"/>
                  </a:lnTo>
                  <a:lnTo>
                    <a:pt x="12314" y="4010"/>
                  </a:lnTo>
                  <a:lnTo>
                    <a:pt x="12291" y="3682"/>
                  </a:lnTo>
                  <a:lnTo>
                    <a:pt x="12264" y="3303"/>
                  </a:lnTo>
                  <a:lnTo>
                    <a:pt x="12241" y="2975"/>
                  </a:lnTo>
                  <a:lnTo>
                    <a:pt x="12241" y="2975"/>
                  </a:lnTo>
                  <a:lnTo>
                    <a:pt x="12168" y="2980"/>
                  </a:lnTo>
                  <a:lnTo>
                    <a:pt x="11200" y="3048"/>
                  </a:lnTo>
                  <a:lnTo>
                    <a:pt x="10801" y="2721"/>
                  </a:lnTo>
                  <a:lnTo>
                    <a:pt x="10540" y="2480"/>
                  </a:lnTo>
                  <a:lnTo>
                    <a:pt x="10200" y="2570"/>
                  </a:lnTo>
                  <a:lnTo>
                    <a:pt x="9940" y="2589"/>
                  </a:lnTo>
                  <a:lnTo>
                    <a:pt x="9705" y="2297"/>
                  </a:lnTo>
                  <a:lnTo>
                    <a:pt x="9688" y="2063"/>
                  </a:lnTo>
                  <a:lnTo>
                    <a:pt x="9663" y="1709"/>
                  </a:lnTo>
                  <a:lnTo>
                    <a:pt x="9992" y="1331"/>
                  </a:lnTo>
                  <a:lnTo>
                    <a:pt x="9971" y="1024"/>
                  </a:lnTo>
                  <a:lnTo>
                    <a:pt x="9602" y="871"/>
                  </a:lnTo>
                  <a:lnTo>
                    <a:pt x="9260" y="739"/>
                  </a:lnTo>
                  <a:lnTo>
                    <a:pt x="9239" y="439"/>
                  </a:lnTo>
                  <a:lnTo>
                    <a:pt x="8958" y="458"/>
                  </a:lnTo>
                  <a:lnTo>
                    <a:pt x="8625" y="482"/>
                  </a:lnTo>
                  <a:lnTo>
                    <a:pt x="8622" y="429"/>
                  </a:lnTo>
                  <a:lnTo>
                    <a:pt x="8554" y="434"/>
                  </a:lnTo>
                  <a:lnTo>
                    <a:pt x="8530" y="107"/>
                  </a:lnTo>
                  <a:lnTo>
                    <a:pt x="7870" y="153"/>
                  </a:lnTo>
                  <a:lnTo>
                    <a:pt x="7517" y="178"/>
                  </a:lnTo>
                  <a:lnTo>
                    <a:pt x="7163" y="203"/>
                  </a:lnTo>
                  <a:lnTo>
                    <a:pt x="6830" y="227"/>
                  </a:lnTo>
                  <a:lnTo>
                    <a:pt x="6476" y="252"/>
                  </a:lnTo>
                  <a:lnTo>
                    <a:pt x="6148" y="274"/>
                  </a:lnTo>
                  <a:lnTo>
                    <a:pt x="5769" y="301"/>
                  </a:lnTo>
                  <a:lnTo>
                    <a:pt x="5038" y="19"/>
                  </a:lnTo>
                  <a:lnTo>
                    <a:pt x="5061" y="351"/>
                  </a:lnTo>
                  <a:lnTo>
                    <a:pt x="4983" y="288"/>
                  </a:lnTo>
                  <a:lnTo>
                    <a:pt x="4987" y="330"/>
                  </a:lnTo>
                  <a:lnTo>
                    <a:pt x="4685" y="47"/>
                  </a:lnTo>
                  <a:lnTo>
                    <a:pt x="4634"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8"/>
            <p:cNvSpPr/>
            <p:nvPr/>
          </p:nvSpPr>
          <p:spPr>
            <a:xfrm>
              <a:off x="5798815" y="3478576"/>
              <a:ext cx="434078" cy="204252"/>
            </a:xfrm>
            <a:custGeom>
              <a:avLst/>
              <a:gdLst/>
              <a:ahLst/>
              <a:cxnLst/>
              <a:rect l="l" t="t" r="r" b="b"/>
              <a:pathLst>
                <a:path w="20232" h="9520" extrusionOk="0">
                  <a:moveTo>
                    <a:pt x="19967" y="4449"/>
                  </a:moveTo>
                  <a:lnTo>
                    <a:pt x="19967" y="4449"/>
                  </a:lnTo>
                  <a:lnTo>
                    <a:pt x="19968" y="4449"/>
                  </a:lnTo>
                  <a:lnTo>
                    <a:pt x="19967" y="4449"/>
                  </a:lnTo>
                  <a:close/>
                  <a:moveTo>
                    <a:pt x="16203" y="0"/>
                  </a:moveTo>
                  <a:lnTo>
                    <a:pt x="15887" y="23"/>
                  </a:lnTo>
                  <a:lnTo>
                    <a:pt x="15512" y="49"/>
                  </a:lnTo>
                  <a:lnTo>
                    <a:pt x="14825" y="98"/>
                  </a:lnTo>
                  <a:lnTo>
                    <a:pt x="14625" y="300"/>
                  </a:lnTo>
                  <a:lnTo>
                    <a:pt x="14523" y="475"/>
                  </a:lnTo>
                  <a:lnTo>
                    <a:pt x="14548" y="828"/>
                  </a:lnTo>
                  <a:lnTo>
                    <a:pt x="14220" y="1206"/>
                  </a:lnTo>
                  <a:lnTo>
                    <a:pt x="13511" y="1257"/>
                  </a:lnTo>
                  <a:lnTo>
                    <a:pt x="12826" y="1305"/>
                  </a:lnTo>
                  <a:lnTo>
                    <a:pt x="12719" y="1218"/>
                  </a:lnTo>
                  <a:lnTo>
                    <a:pt x="12699" y="1220"/>
                  </a:lnTo>
                  <a:lnTo>
                    <a:pt x="12405" y="979"/>
                  </a:lnTo>
                  <a:lnTo>
                    <a:pt x="12067" y="1003"/>
                  </a:lnTo>
                  <a:lnTo>
                    <a:pt x="12092" y="1357"/>
                  </a:lnTo>
                  <a:lnTo>
                    <a:pt x="11718" y="1384"/>
                  </a:lnTo>
                  <a:lnTo>
                    <a:pt x="11385" y="1408"/>
                  </a:lnTo>
                  <a:lnTo>
                    <a:pt x="11011" y="1434"/>
                  </a:lnTo>
                  <a:lnTo>
                    <a:pt x="11034" y="1761"/>
                  </a:lnTo>
                  <a:lnTo>
                    <a:pt x="10725" y="2139"/>
                  </a:lnTo>
                  <a:lnTo>
                    <a:pt x="10422" y="2515"/>
                  </a:lnTo>
                  <a:lnTo>
                    <a:pt x="9337" y="2592"/>
                  </a:lnTo>
                  <a:lnTo>
                    <a:pt x="9386" y="3299"/>
                  </a:lnTo>
                  <a:lnTo>
                    <a:pt x="9409" y="3627"/>
                  </a:lnTo>
                  <a:lnTo>
                    <a:pt x="9716" y="3893"/>
                  </a:lnTo>
                  <a:lnTo>
                    <a:pt x="9716" y="3898"/>
                  </a:lnTo>
                  <a:lnTo>
                    <a:pt x="9817" y="3985"/>
                  </a:lnTo>
                  <a:lnTo>
                    <a:pt x="9839" y="4313"/>
                  </a:lnTo>
                  <a:lnTo>
                    <a:pt x="9864" y="4666"/>
                  </a:lnTo>
                  <a:lnTo>
                    <a:pt x="9867" y="4669"/>
                  </a:lnTo>
                  <a:lnTo>
                    <a:pt x="10142" y="4909"/>
                  </a:lnTo>
                  <a:lnTo>
                    <a:pt x="10143" y="4928"/>
                  </a:lnTo>
                  <a:lnTo>
                    <a:pt x="10217" y="4997"/>
                  </a:lnTo>
                  <a:lnTo>
                    <a:pt x="10241" y="5329"/>
                  </a:lnTo>
                  <a:lnTo>
                    <a:pt x="10267" y="5705"/>
                  </a:lnTo>
                  <a:lnTo>
                    <a:pt x="9940" y="5727"/>
                  </a:lnTo>
                  <a:lnTo>
                    <a:pt x="9963" y="6061"/>
                  </a:lnTo>
                  <a:lnTo>
                    <a:pt x="9863" y="5985"/>
                  </a:lnTo>
                  <a:lnTo>
                    <a:pt x="9864" y="5995"/>
                  </a:lnTo>
                  <a:lnTo>
                    <a:pt x="9784" y="5924"/>
                  </a:lnTo>
                  <a:lnTo>
                    <a:pt x="9559" y="5754"/>
                  </a:lnTo>
                  <a:lnTo>
                    <a:pt x="9557" y="5728"/>
                  </a:lnTo>
                  <a:lnTo>
                    <a:pt x="9486" y="5666"/>
                  </a:lnTo>
                  <a:lnTo>
                    <a:pt x="9460" y="5311"/>
                  </a:lnTo>
                  <a:lnTo>
                    <a:pt x="9439" y="5017"/>
                  </a:lnTo>
                  <a:lnTo>
                    <a:pt x="8803" y="4742"/>
                  </a:lnTo>
                  <a:lnTo>
                    <a:pt x="8470" y="4765"/>
                  </a:lnTo>
                  <a:lnTo>
                    <a:pt x="8495" y="5118"/>
                  </a:lnTo>
                  <a:lnTo>
                    <a:pt x="8495" y="5118"/>
                  </a:lnTo>
                  <a:lnTo>
                    <a:pt x="8096" y="4792"/>
                  </a:lnTo>
                  <a:lnTo>
                    <a:pt x="7742" y="4817"/>
                  </a:lnTo>
                  <a:lnTo>
                    <a:pt x="7030" y="4868"/>
                  </a:lnTo>
                  <a:lnTo>
                    <a:pt x="6702" y="4890"/>
                  </a:lnTo>
                  <a:lnTo>
                    <a:pt x="6374" y="5269"/>
                  </a:lnTo>
                  <a:lnTo>
                    <a:pt x="6041" y="5292"/>
                  </a:lnTo>
                  <a:lnTo>
                    <a:pt x="5666" y="5319"/>
                  </a:lnTo>
                  <a:lnTo>
                    <a:pt x="5309" y="4989"/>
                  </a:lnTo>
                  <a:lnTo>
                    <a:pt x="4959" y="5368"/>
                  </a:lnTo>
                  <a:lnTo>
                    <a:pt x="4606" y="5393"/>
                  </a:lnTo>
                  <a:lnTo>
                    <a:pt x="4252" y="5418"/>
                  </a:lnTo>
                  <a:lnTo>
                    <a:pt x="4245" y="5325"/>
                  </a:lnTo>
                  <a:lnTo>
                    <a:pt x="4172" y="5330"/>
                  </a:lnTo>
                  <a:lnTo>
                    <a:pt x="4150" y="5031"/>
                  </a:lnTo>
                  <a:lnTo>
                    <a:pt x="3541" y="4758"/>
                  </a:lnTo>
                  <a:lnTo>
                    <a:pt x="3212" y="5492"/>
                  </a:lnTo>
                  <a:lnTo>
                    <a:pt x="2884" y="5515"/>
                  </a:lnTo>
                  <a:lnTo>
                    <a:pt x="2528" y="5874"/>
                  </a:lnTo>
                  <a:lnTo>
                    <a:pt x="2316" y="5688"/>
                  </a:lnTo>
                  <a:lnTo>
                    <a:pt x="2172" y="5565"/>
                  </a:lnTo>
                  <a:lnTo>
                    <a:pt x="1823" y="5590"/>
                  </a:lnTo>
                  <a:lnTo>
                    <a:pt x="1723" y="5504"/>
                  </a:lnTo>
                  <a:lnTo>
                    <a:pt x="1718" y="5505"/>
                  </a:lnTo>
                  <a:lnTo>
                    <a:pt x="1647" y="5438"/>
                  </a:lnTo>
                  <a:lnTo>
                    <a:pt x="1444" y="5262"/>
                  </a:lnTo>
                  <a:lnTo>
                    <a:pt x="1066" y="4934"/>
                  </a:lnTo>
                  <a:lnTo>
                    <a:pt x="712" y="4958"/>
                  </a:lnTo>
                  <a:lnTo>
                    <a:pt x="404" y="5336"/>
                  </a:lnTo>
                  <a:lnTo>
                    <a:pt x="308" y="5295"/>
                  </a:lnTo>
                  <a:lnTo>
                    <a:pt x="329" y="5602"/>
                  </a:lnTo>
                  <a:lnTo>
                    <a:pt x="0" y="5980"/>
                  </a:lnTo>
                  <a:lnTo>
                    <a:pt x="358" y="5720"/>
                  </a:lnTo>
                  <a:lnTo>
                    <a:pt x="453" y="5640"/>
                  </a:lnTo>
                  <a:lnTo>
                    <a:pt x="924" y="5962"/>
                  </a:lnTo>
                  <a:lnTo>
                    <a:pt x="962" y="6503"/>
                  </a:lnTo>
                  <a:lnTo>
                    <a:pt x="887" y="6743"/>
                  </a:lnTo>
                  <a:lnTo>
                    <a:pt x="1135" y="6945"/>
                  </a:lnTo>
                  <a:lnTo>
                    <a:pt x="1512" y="7275"/>
                  </a:lnTo>
                  <a:lnTo>
                    <a:pt x="2502" y="7205"/>
                  </a:lnTo>
                  <a:lnTo>
                    <a:pt x="2907" y="7177"/>
                  </a:lnTo>
                  <a:lnTo>
                    <a:pt x="3214" y="7155"/>
                  </a:lnTo>
                  <a:lnTo>
                    <a:pt x="3261" y="7151"/>
                  </a:lnTo>
                  <a:lnTo>
                    <a:pt x="3286" y="7504"/>
                  </a:lnTo>
                  <a:lnTo>
                    <a:pt x="3308" y="7812"/>
                  </a:lnTo>
                  <a:lnTo>
                    <a:pt x="3311" y="7858"/>
                  </a:lnTo>
                  <a:lnTo>
                    <a:pt x="3665" y="7833"/>
                  </a:lnTo>
                  <a:lnTo>
                    <a:pt x="4018" y="7808"/>
                  </a:lnTo>
                  <a:lnTo>
                    <a:pt x="4674" y="7406"/>
                  </a:lnTo>
                  <a:lnTo>
                    <a:pt x="4649" y="7053"/>
                  </a:lnTo>
                  <a:lnTo>
                    <a:pt x="5004" y="7029"/>
                  </a:lnTo>
                  <a:lnTo>
                    <a:pt x="5381" y="7356"/>
                  </a:lnTo>
                  <a:lnTo>
                    <a:pt x="5735" y="7331"/>
                  </a:lnTo>
                  <a:lnTo>
                    <a:pt x="6089" y="7306"/>
                  </a:lnTo>
                  <a:lnTo>
                    <a:pt x="6442" y="7282"/>
                  </a:lnTo>
                  <a:lnTo>
                    <a:pt x="7129" y="7233"/>
                  </a:lnTo>
                  <a:lnTo>
                    <a:pt x="7508" y="7562"/>
                  </a:lnTo>
                  <a:lnTo>
                    <a:pt x="7836" y="7846"/>
                  </a:lnTo>
                  <a:lnTo>
                    <a:pt x="7886" y="7891"/>
                  </a:lnTo>
                  <a:lnTo>
                    <a:pt x="7910" y="8218"/>
                  </a:lnTo>
                  <a:lnTo>
                    <a:pt x="8269" y="8552"/>
                  </a:lnTo>
                  <a:lnTo>
                    <a:pt x="8291" y="8572"/>
                  </a:lnTo>
                  <a:lnTo>
                    <a:pt x="8346" y="8614"/>
                  </a:lnTo>
                  <a:lnTo>
                    <a:pt x="8634" y="8830"/>
                  </a:lnTo>
                  <a:lnTo>
                    <a:pt x="8666" y="8854"/>
                  </a:lnTo>
                  <a:lnTo>
                    <a:pt x="9019" y="8829"/>
                  </a:lnTo>
                  <a:lnTo>
                    <a:pt x="9352" y="8806"/>
                  </a:lnTo>
                  <a:lnTo>
                    <a:pt x="9705" y="8781"/>
                  </a:lnTo>
                  <a:lnTo>
                    <a:pt x="10394" y="8732"/>
                  </a:lnTo>
                  <a:lnTo>
                    <a:pt x="10413" y="8731"/>
                  </a:lnTo>
                  <a:lnTo>
                    <a:pt x="10581" y="8886"/>
                  </a:lnTo>
                  <a:lnTo>
                    <a:pt x="10793" y="9080"/>
                  </a:lnTo>
                  <a:lnTo>
                    <a:pt x="11099" y="9059"/>
                  </a:lnTo>
                  <a:lnTo>
                    <a:pt x="11147" y="9055"/>
                  </a:lnTo>
                  <a:lnTo>
                    <a:pt x="11190" y="9073"/>
                  </a:lnTo>
                  <a:lnTo>
                    <a:pt x="11796" y="8848"/>
                  </a:lnTo>
                  <a:lnTo>
                    <a:pt x="12102" y="8825"/>
                  </a:lnTo>
                  <a:lnTo>
                    <a:pt x="12538" y="9291"/>
                  </a:lnTo>
                  <a:lnTo>
                    <a:pt x="12645" y="9284"/>
                  </a:lnTo>
                  <a:lnTo>
                    <a:pt x="12912" y="9265"/>
                  </a:lnTo>
                  <a:lnTo>
                    <a:pt x="13245" y="9241"/>
                  </a:lnTo>
                  <a:lnTo>
                    <a:pt x="13667" y="9519"/>
                  </a:lnTo>
                  <a:lnTo>
                    <a:pt x="13739" y="9207"/>
                  </a:lnTo>
                  <a:lnTo>
                    <a:pt x="14220" y="8980"/>
                  </a:lnTo>
                  <a:lnTo>
                    <a:pt x="14654" y="9048"/>
                  </a:lnTo>
                  <a:lnTo>
                    <a:pt x="14646" y="8949"/>
                  </a:lnTo>
                  <a:lnTo>
                    <a:pt x="14890" y="8414"/>
                  </a:lnTo>
                  <a:lnTo>
                    <a:pt x="14964" y="8410"/>
                  </a:lnTo>
                  <a:lnTo>
                    <a:pt x="15257" y="8388"/>
                  </a:lnTo>
                  <a:lnTo>
                    <a:pt x="15745" y="8355"/>
                  </a:lnTo>
                  <a:lnTo>
                    <a:pt x="16003" y="8336"/>
                  </a:lnTo>
                  <a:lnTo>
                    <a:pt x="16375" y="8309"/>
                  </a:lnTo>
                  <a:lnTo>
                    <a:pt x="16415" y="8307"/>
                  </a:lnTo>
                  <a:lnTo>
                    <a:pt x="16685" y="8287"/>
                  </a:lnTo>
                  <a:lnTo>
                    <a:pt x="16985" y="8173"/>
                  </a:lnTo>
                  <a:lnTo>
                    <a:pt x="17285" y="8052"/>
                  </a:lnTo>
                  <a:lnTo>
                    <a:pt x="17693" y="8122"/>
                  </a:lnTo>
                  <a:lnTo>
                    <a:pt x="18132" y="7727"/>
                  </a:lnTo>
                  <a:lnTo>
                    <a:pt x="18362" y="7170"/>
                  </a:lnTo>
                  <a:lnTo>
                    <a:pt x="18399" y="7168"/>
                  </a:lnTo>
                  <a:lnTo>
                    <a:pt x="18408" y="7146"/>
                  </a:lnTo>
                  <a:lnTo>
                    <a:pt x="18725" y="7124"/>
                  </a:lnTo>
                  <a:lnTo>
                    <a:pt x="18993" y="6415"/>
                  </a:lnTo>
                  <a:lnTo>
                    <a:pt x="18945" y="5734"/>
                  </a:lnTo>
                  <a:lnTo>
                    <a:pt x="18993" y="5731"/>
                  </a:lnTo>
                  <a:lnTo>
                    <a:pt x="18990" y="5684"/>
                  </a:lnTo>
                  <a:lnTo>
                    <a:pt x="19322" y="5660"/>
                  </a:lnTo>
                  <a:lnTo>
                    <a:pt x="19300" y="5353"/>
                  </a:lnTo>
                  <a:lnTo>
                    <a:pt x="19277" y="5020"/>
                  </a:lnTo>
                  <a:lnTo>
                    <a:pt x="18872" y="4693"/>
                  </a:lnTo>
                  <a:lnTo>
                    <a:pt x="18847" y="4340"/>
                  </a:lnTo>
                  <a:lnTo>
                    <a:pt x="18894" y="4336"/>
                  </a:lnTo>
                  <a:lnTo>
                    <a:pt x="18891" y="4290"/>
                  </a:lnTo>
                  <a:lnTo>
                    <a:pt x="19245" y="4265"/>
                  </a:lnTo>
                  <a:lnTo>
                    <a:pt x="19315" y="4261"/>
                  </a:lnTo>
                  <a:lnTo>
                    <a:pt x="19633" y="4070"/>
                  </a:lnTo>
                  <a:lnTo>
                    <a:pt x="19578" y="4241"/>
                  </a:lnTo>
                  <a:lnTo>
                    <a:pt x="19597" y="4240"/>
                  </a:lnTo>
                  <a:lnTo>
                    <a:pt x="19607" y="4378"/>
                  </a:lnTo>
                  <a:lnTo>
                    <a:pt x="19967" y="4449"/>
                  </a:lnTo>
                  <a:lnTo>
                    <a:pt x="19967" y="4449"/>
                  </a:lnTo>
                  <a:lnTo>
                    <a:pt x="19934" y="4263"/>
                  </a:lnTo>
                  <a:lnTo>
                    <a:pt x="19953" y="4239"/>
                  </a:lnTo>
                  <a:lnTo>
                    <a:pt x="19951" y="4215"/>
                  </a:lnTo>
                  <a:lnTo>
                    <a:pt x="20231" y="3873"/>
                  </a:lnTo>
                  <a:lnTo>
                    <a:pt x="19977" y="3241"/>
                  </a:lnTo>
                  <a:lnTo>
                    <a:pt x="19793" y="2820"/>
                  </a:lnTo>
                  <a:lnTo>
                    <a:pt x="19627" y="2576"/>
                  </a:lnTo>
                  <a:lnTo>
                    <a:pt x="19832" y="2475"/>
                  </a:lnTo>
                  <a:lnTo>
                    <a:pt x="19828" y="2468"/>
                  </a:lnTo>
                  <a:lnTo>
                    <a:pt x="19852" y="2465"/>
                  </a:lnTo>
                  <a:lnTo>
                    <a:pt x="20104" y="2342"/>
                  </a:lnTo>
                  <a:lnTo>
                    <a:pt x="20059" y="2262"/>
                  </a:lnTo>
                  <a:lnTo>
                    <a:pt x="19670" y="1862"/>
                  </a:lnTo>
                  <a:lnTo>
                    <a:pt x="19763" y="1547"/>
                  </a:lnTo>
                  <a:lnTo>
                    <a:pt x="19532" y="1254"/>
                  </a:lnTo>
                  <a:lnTo>
                    <a:pt x="19127" y="1283"/>
                  </a:lnTo>
                  <a:lnTo>
                    <a:pt x="18768" y="1214"/>
                  </a:lnTo>
                  <a:lnTo>
                    <a:pt x="18206" y="973"/>
                  </a:lnTo>
                  <a:lnTo>
                    <a:pt x="18097" y="765"/>
                  </a:lnTo>
                  <a:lnTo>
                    <a:pt x="17870" y="567"/>
                  </a:lnTo>
                  <a:lnTo>
                    <a:pt x="17668" y="267"/>
                  </a:lnTo>
                  <a:lnTo>
                    <a:pt x="17654" y="254"/>
                  </a:lnTo>
                  <a:lnTo>
                    <a:pt x="16972" y="302"/>
                  </a:lnTo>
                  <a:lnTo>
                    <a:pt x="16620" y="327"/>
                  </a:lnTo>
                  <a:lnTo>
                    <a:pt x="16514" y="241"/>
                  </a:lnTo>
                  <a:lnTo>
                    <a:pt x="16498" y="242"/>
                  </a:lnTo>
                  <a:lnTo>
                    <a:pt x="16203"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8"/>
            <p:cNvSpPr/>
            <p:nvPr/>
          </p:nvSpPr>
          <p:spPr>
            <a:xfrm>
              <a:off x="5798815" y="3606877"/>
              <a:ext cx="558" cy="7617"/>
            </a:xfrm>
            <a:custGeom>
              <a:avLst/>
              <a:gdLst/>
              <a:ahLst/>
              <a:cxnLst/>
              <a:rect l="l" t="t" r="r" b="b"/>
              <a:pathLst>
                <a:path w="26" h="355" extrusionOk="0">
                  <a:moveTo>
                    <a:pt x="25" y="354"/>
                  </a:moveTo>
                  <a:lnTo>
                    <a:pt x="0"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8"/>
            <p:cNvSpPr/>
            <p:nvPr/>
          </p:nvSpPr>
          <p:spPr>
            <a:xfrm>
              <a:off x="5629213" y="2982386"/>
              <a:ext cx="487071" cy="626229"/>
            </a:xfrm>
            <a:custGeom>
              <a:avLst/>
              <a:gdLst/>
              <a:ahLst/>
              <a:cxnLst/>
              <a:rect l="l" t="t" r="r" b="b"/>
              <a:pathLst>
                <a:path w="22702" h="29188" extrusionOk="0">
                  <a:moveTo>
                    <a:pt x="9389" y="4181"/>
                  </a:moveTo>
                  <a:lnTo>
                    <a:pt x="10122" y="4484"/>
                  </a:lnTo>
                  <a:lnTo>
                    <a:pt x="10171" y="5192"/>
                  </a:lnTo>
                  <a:lnTo>
                    <a:pt x="9794" y="4507"/>
                  </a:lnTo>
                  <a:lnTo>
                    <a:pt x="9389" y="4181"/>
                  </a:lnTo>
                  <a:close/>
                  <a:moveTo>
                    <a:pt x="2926" y="27442"/>
                  </a:moveTo>
                  <a:lnTo>
                    <a:pt x="2927" y="27445"/>
                  </a:lnTo>
                  <a:lnTo>
                    <a:pt x="2927" y="27443"/>
                  </a:lnTo>
                  <a:lnTo>
                    <a:pt x="2927" y="27443"/>
                  </a:lnTo>
                  <a:lnTo>
                    <a:pt x="2926" y="27442"/>
                  </a:lnTo>
                  <a:close/>
                  <a:moveTo>
                    <a:pt x="8858" y="0"/>
                  </a:moveTo>
                  <a:lnTo>
                    <a:pt x="8765" y="7"/>
                  </a:lnTo>
                  <a:lnTo>
                    <a:pt x="8815" y="714"/>
                  </a:lnTo>
                  <a:lnTo>
                    <a:pt x="8840" y="1068"/>
                  </a:lnTo>
                  <a:lnTo>
                    <a:pt x="9191" y="1377"/>
                  </a:lnTo>
                  <a:lnTo>
                    <a:pt x="9216" y="1732"/>
                  </a:lnTo>
                  <a:lnTo>
                    <a:pt x="8534" y="2134"/>
                  </a:lnTo>
                  <a:lnTo>
                    <a:pt x="8206" y="2158"/>
                  </a:lnTo>
                  <a:lnTo>
                    <a:pt x="8231" y="2512"/>
                  </a:lnTo>
                  <a:lnTo>
                    <a:pt x="8559" y="2488"/>
                  </a:lnTo>
                  <a:lnTo>
                    <a:pt x="8581" y="2816"/>
                  </a:lnTo>
                  <a:lnTo>
                    <a:pt x="8608" y="3196"/>
                  </a:lnTo>
                  <a:lnTo>
                    <a:pt x="9341" y="3499"/>
                  </a:lnTo>
                  <a:lnTo>
                    <a:pt x="9037" y="3851"/>
                  </a:lnTo>
                  <a:lnTo>
                    <a:pt x="9389" y="4181"/>
                  </a:lnTo>
                  <a:lnTo>
                    <a:pt x="8682" y="4230"/>
                  </a:lnTo>
                  <a:lnTo>
                    <a:pt x="8001" y="4279"/>
                  </a:lnTo>
                  <a:lnTo>
                    <a:pt x="8025" y="4633"/>
                  </a:lnTo>
                  <a:lnTo>
                    <a:pt x="8075" y="5340"/>
                  </a:lnTo>
                  <a:lnTo>
                    <a:pt x="8101" y="5699"/>
                  </a:lnTo>
                  <a:lnTo>
                    <a:pt x="7770" y="6051"/>
                  </a:lnTo>
                  <a:lnTo>
                    <a:pt x="7793" y="6379"/>
                  </a:lnTo>
                  <a:lnTo>
                    <a:pt x="7394" y="5749"/>
                  </a:lnTo>
                  <a:lnTo>
                    <a:pt x="7368" y="5390"/>
                  </a:lnTo>
                  <a:lnTo>
                    <a:pt x="7343" y="5036"/>
                  </a:lnTo>
                  <a:lnTo>
                    <a:pt x="6989" y="5061"/>
                  </a:lnTo>
                  <a:lnTo>
                    <a:pt x="7014" y="5415"/>
                  </a:lnTo>
                  <a:lnTo>
                    <a:pt x="6681" y="5438"/>
                  </a:lnTo>
                  <a:lnTo>
                    <a:pt x="6656" y="5085"/>
                  </a:lnTo>
                  <a:lnTo>
                    <a:pt x="6964" y="4707"/>
                  </a:lnTo>
                  <a:lnTo>
                    <a:pt x="6227" y="4404"/>
                  </a:lnTo>
                  <a:lnTo>
                    <a:pt x="5545" y="4452"/>
                  </a:lnTo>
                  <a:lnTo>
                    <a:pt x="4838" y="4502"/>
                  </a:lnTo>
                  <a:lnTo>
                    <a:pt x="4484" y="4527"/>
                  </a:lnTo>
                  <a:lnTo>
                    <a:pt x="4509" y="4880"/>
                  </a:lnTo>
                  <a:lnTo>
                    <a:pt x="4182" y="5260"/>
                  </a:lnTo>
                  <a:lnTo>
                    <a:pt x="4206" y="5614"/>
                  </a:lnTo>
                  <a:lnTo>
                    <a:pt x="4559" y="5589"/>
                  </a:lnTo>
                  <a:lnTo>
                    <a:pt x="4585" y="5947"/>
                  </a:lnTo>
                  <a:lnTo>
                    <a:pt x="4961" y="6250"/>
                  </a:lnTo>
                  <a:lnTo>
                    <a:pt x="4916" y="6298"/>
                  </a:lnTo>
                  <a:lnTo>
                    <a:pt x="4918" y="6300"/>
                  </a:lnTo>
                  <a:lnTo>
                    <a:pt x="4635" y="6649"/>
                  </a:lnTo>
                  <a:lnTo>
                    <a:pt x="4659" y="6982"/>
                  </a:lnTo>
                  <a:lnTo>
                    <a:pt x="4681" y="7315"/>
                  </a:lnTo>
                  <a:lnTo>
                    <a:pt x="4706" y="7669"/>
                  </a:lnTo>
                  <a:lnTo>
                    <a:pt x="4681" y="7671"/>
                  </a:lnTo>
                  <a:lnTo>
                    <a:pt x="4685" y="7717"/>
                  </a:lnTo>
                  <a:lnTo>
                    <a:pt x="4357" y="7740"/>
                  </a:lnTo>
                  <a:lnTo>
                    <a:pt x="4380" y="8068"/>
                  </a:lnTo>
                  <a:lnTo>
                    <a:pt x="4428" y="8754"/>
                  </a:lnTo>
                  <a:lnTo>
                    <a:pt x="4452" y="9082"/>
                  </a:lnTo>
                  <a:lnTo>
                    <a:pt x="4408" y="9132"/>
                  </a:lnTo>
                  <a:lnTo>
                    <a:pt x="4410" y="9158"/>
                  </a:lnTo>
                  <a:lnTo>
                    <a:pt x="4146" y="9481"/>
                  </a:lnTo>
                  <a:lnTo>
                    <a:pt x="4502" y="9790"/>
                  </a:lnTo>
                  <a:lnTo>
                    <a:pt x="4527" y="10143"/>
                  </a:lnTo>
                  <a:lnTo>
                    <a:pt x="4246" y="11209"/>
                  </a:lnTo>
                  <a:lnTo>
                    <a:pt x="4235" y="11210"/>
                  </a:lnTo>
                  <a:lnTo>
                    <a:pt x="4223" y="11257"/>
                  </a:lnTo>
                  <a:lnTo>
                    <a:pt x="3869" y="11282"/>
                  </a:lnTo>
                  <a:lnTo>
                    <a:pt x="3516" y="11307"/>
                  </a:lnTo>
                  <a:lnTo>
                    <a:pt x="3188" y="11330"/>
                  </a:lnTo>
                  <a:lnTo>
                    <a:pt x="2809" y="11357"/>
                  </a:lnTo>
                  <a:lnTo>
                    <a:pt x="2458" y="11047"/>
                  </a:lnTo>
                  <a:lnTo>
                    <a:pt x="1420" y="11455"/>
                  </a:lnTo>
                  <a:lnTo>
                    <a:pt x="784" y="11849"/>
                  </a:lnTo>
                  <a:lnTo>
                    <a:pt x="807" y="12163"/>
                  </a:lnTo>
                  <a:lnTo>
                    <a:pt x="830" y="12490"/>
                  </a:lnTo>
                  <a:lnTo>
                    <a:pt x="880" y="13198"/>
                  </a:lnTo>
                  <a:lnTo>
                    <a:pt x="904" y="13551"/>
                  </a:lnTo>
                  <a:lnTo>
                    <a:pt x="855" y="13580"/>
                  </a:lnTo>
                  <a:lnTo>
                    <a:pt x="858" y="13627"/>
                  </a:lnTo>
                  <a:lnTo>
                    <a:pt x="219" y="13985"/>
                  </a:lnTo>
                  <a:lnTo>
                    <a:pt x="240" y="14288"/>
                  </a:lnTo>
                  <a:lnTo>
                    <a:pt x="267" y="14667"/>
                  </a:lnTo>
                  <a:lnTo>
                    <a:pt x="290" y="14995"/>
                  </a:lnTo>
                  <a:lnTo>
                    <a:pt x="293" y="15043"/>
                  </a:lnTo>
                  <a:lnTo>
                    <a:pt x="0" y="15726"/>
                  </a:lnTo>
                  <a:lnTo>
                    <a:pt x="340" y="15702"/>
                  </a:lnTo>
                  <a:lnTo>
                    <a:pt x="364" y="16035"/>
                  </a:lnTo>
                  <a:lnTo>
                    <a:pt x="391" y="16410"/>
                  </a:lnTo>
                  <a:lnTo>
                    <a:pt x="392" y="16436"/>
                  </a:lnTo>
                  <a:lnTo>
                    <a:pt x="39" y="16461"/>
                  </a:lnTo>
                  <a:lnTo>
                    <a:pt x="61" y="16768"/>
                  </a:lnTo>
                  <a:lnTo>
                    <a:pt x="62" y="16789"/>
                  </a:lnTo>
                  <a:lnTo>
                    <a:pt x="64" y="16814"/>
                  </a:lnTo>
                  <a:lnTo>
                    <a:pt x="72" y="16925"/>
                  </a:lnTo>
                  <a:lnTo>
                    <a:pt x="86" y="17122"/>
                  </a:lnTo>
                  <a:lnTo>
                    <a:pt x="111" y="17474"/>
                  </a:lnTo>
                  <a:lnTo>
                    <a:pt x="133" y="17797"/>
                  </a:lnTo>
                  <a:lnTo>
                    <a:pt x="134" y="17803"/>
                  </a:lnTo>
                  <a:lnTo>
                    <a:pt x="512" y="18131"/>
                  </a:lnTo>
                  <a:lnTo>
                    <a:pt x="890" y="18459"/>
                  </a:lnTo>
                  <a:lnTo>
                    <a:pt x="899" y="18573"/>
                  </a:lnTo>
                  <a:lnTo>
                    <a:pt x="917" y="18840"/>
                  </a:lnTo>
                  <a:lnTo>
                    <a:pt x="922" y="18895"/>
                  </a:lnTo>
                  <a:lnTo>
                    <a:pt x="941" y="19167"/>
                  </a:lnTo>
                  <a:lnTo>
                    <a:pt x="964" y="19489"/>
                  </a:lnTo>
                  <a:lnTo>
                    <a:pt x="967" y="19546"/>
                  </a:lnTo>
                  <a:lnTo>
                    <a:pt x="993" y="19900"/>
                  </a:lnTo>
                  <a:lnTo>
                    <a:pt x="663" y="19924"/>
                  </a:lnTo>
                  <a:lnTo>
                    <a:pt x="713" y="20005"/>
                  </a:lnTo>
                  <a:lnTo>
                    <a:pt x="1037" y="20535"/>
                  </a:lnTo>
                  <a:lnTo>
                    <a:pt x="1443" y="21216"/>
                  </a:lnTo>
                  <a:lnTo>
                    <a:pt x="1447" y="21222"/>
                  </a:lnTo>
                  <a:lnTo>
                    <a:pt x="1825" y="21551"/>
                  </a:lnTo>
                  <a:lnTo>
                    <a:pt x="2531" y="21856"/>
                  </a:lnTo>
                  <a:lnTo>
                    <a:pt x="3264" y="21805"/>
                  </a:lnTo>
                  <a:lnTo>
                    <a:pt x="3616" y="22109"/>
                  </a:lnTo>
                  <a:lnTo>
                    <a:pt x="3996" y="22082"/>
                  </a:lnTo>
                  <a:lnTo>
                    <a:pt x="4323" y="22059"/>
                  </a:lnTo>
                  <a:lnTo>
                    <a:pt x="4324" y="22059"/>
                  </a:lnTo>
                  <a:lnTo>
                    <a:pt x="4668" y="22381"/>
                  </a:lnTo>
                  <a:lnTo>
                    <a:pt x="4704" y="22414"/>
                  </a:lnTo>
                  <a:lnTo>
                    <a:pt x="4070" y="23143"/>
                  </a:lnTo>
                  <a:lnTo>
                    <a:pt x="3715" y="23523"/>
                  </a:lnTo>
                  <a:lnTo>
                    <a:pt x="3437" y="24253"/>
                  </a:lnTo>
                  <a:lnTo>
                    <a:pt x="3461" y="24587"/>
                  </a:lnTo>
                  <a:lnTo>
                    <a:pt x="3107" y="24967"/>
                  </a:lnTo>
                  <a:lnTo>
                    <a:pt x="3131" y="25321"/>
                  </a:lnTo>
                  <a:lnTo>
                    <a:pt x="3180" y="26002"/>
                  </a:lnTo>
                  <a:lnTo>
                    <a:pt x="3205" y="26356"/>
                  </a:lnTo>
                  <a:lnTo>
                    <a:pt x="2876" y="26735"/>
                  </a:lnTo>
                  <a:lnTo>
                    <a:pt x="2901" y="27081"/>
                  </a:lnTo>
                  <a:lnTo>
                    <a:pt x="2927" y="27443"/>
                  </a:lnTo>
                  <a:lnTo>
                    <a:pt x="2927" y="27443"/>
                  </a:lnTo>
                  <a:lnTo>
                    <a:pt x="3225" y="27686"/>
                  </a:lnTo>
                  <a:lnTo>
                    <a:pt x="3303" y="27749"/>
                  </a:lnTo>
                  <a:lnTo>
                    <a:pt x="3280" y="27417"/>
                  </a:lnTo>
                  <a:lnTo>
                    <a:pt x="4011" y="27699"/>
                  </a:lnTo>
                  <a:lnTo>
                    <a:pt x="4390" y="27672"/>
                  </a:lnTo>
                  <a:lnTo>
                    <a:pt x="4718" y="27650"/>
                  </a:lnTo>
                  <a:lnTo>
                    <a:pt x="5072" y="27625"/>
                  </a:lnTo>
                  <a:lnTo>
                    <a:pt x="5405" y="27601"/>
                  </a:lnTo>
                  <a:lnTo>
                    <a:pt x="5759" y="27576"/>
                  </a:lnTo>
                  <a:lnTo>
                    <a:pt x="6112" y="27551"/>
                  </a:lnTo>
                  <a:lnTo>
                    <a:pt x="6772" y="27505"/>
                  </a:lnTo>
                  <a:lnTo>
                    <a:pt x="6840" y="27499"/>
                  </a:lnTo>
                  <a:lnTo>
                    <a:pt x="6864" y="27827"/>
                  </a:lnTo>
                  <a:lnTo>
                    <a:pt x="6867" y="27880"/>
                  </a:lnTo>
                  <a:lnTo>
                    <a:pt x="7200" y="27856"/>
                  </a:lnTo>
                  <a:lnTo>
                    <a:pt x="7481" y="27837"/>
                  </a:lnTo>
                  <a:lnTo>
                    <a:pt x="7553" y="27831"/>
                  </a:lnTo>
                  <a:lnTo>
                    <a:pt x="7577" y="28159"/>
                  </a:lnTo>
                  <a:lnTo>
                    <a:pt x="7844" y="28269"/>
                  </a:lnTo>
                  <a:lnTo>
                    <a:pt x="8213" y="28422"/>
                  </a:lnTo>
                  <a:lnTo>
                    <a:pt x="8309" y="28463"/>
                  </a:lnTo>
                  <a:lnTo>
                    <a:pt x="8617" y="28085"/>
                  </a:lnTo>
                  <a:lnTo>
                    <a:pt x="8971" y="28061"/>
                  </a:lnTo>
                  <a:lnTo>
                    <a:pt x="9349" y="28389"/>
                  </a:lnTo>
                  <a:lnTo>
                    <a:pt x="9552" y="28565"/>
                  </a:lnTo>
                  <a:lnTo>
                    <a:pt x="9628" y="28631"/>
                  </a:lnTo>
                  <a:lnTo>
                    <a:pt x="9728" y="28717"/>
                  </a:lnTo>
                  <a:lnTo>
                    <a:pt x="10077" y="28692"/>
                  </a:lnTo>
                  <a:lnTo>
                    <a:pt x="10082" y="28692"/>
                  </a:lnTo>
                  <a:lnTo>
                    <a:pt x="10221" y="28815"/>
                  </a:lnTo>
                  <a:lnTo>
                    <a:pt x="10433" y="29001"/>
                  </a:lnTo>
                  <a:lnTo>
                    <a:pt x="10789" y="28642"/>
                  </a:lnTo>
                  <a:lnTo>
                    <a:pt x="11117" y="28619"/>
                  </a:lnTo>
                  <a:lnTo>
                    <a:pt x="11446" y="27885"/>
                  </a:lnTo>
                  <a:lnTo>
                    <a:pt x="12055" y="28158"/>
                  </a:lnTo>
                  <a:lnTo>
                    <a:pt x="12131" y="28192"/>
                  </a:lnTo>
                  <a:lnTo>
                    <a:pt x="12150" y="28452"/>
                  </a:lnTo>
                  <a:lnTo>
                    <a:pt x="12157" y="28545"/>
                  </a:lnTo>
                  <a:lnTo>
                    <a:pt x="12511" y="28520"/>
                  </a:lnTo>
                  <a:lnTo>
                    <a:pt x="12864" y="28495"/>
                  </a:lnTo>
                  <a:lnTo>
                    <a:pt x="13214" y="28116"/>
                  </a:lnTo>
                  <a:lnTo>
                    <a:pt x="13571" y="28446"/>
                  </a:lnTo>
                  <a:lnTo>
                    <a:pt x="13946" y="28419"/>
                  </a:lnTo>
                  <a:lnTo>
                    <a:pt x="14279" y="28396"/>
                  </a:lnTo>
                  <a:lnTo>
                    <a:pt x="14607" y="28017"/>
                  </a:lnTo>
                  <a:lnTo>
                    <a:pt x="14935" y="27995"/>
                  </a:lnTo>
                  <a:lnTo>
                    <a:pt x="15647" y="27944"/>
                  </a:lnTo>
                  <a:lnTo>
                    <a:pt x="16001" y="27919"/>
                  </a:lnTo>
                  <a:lnTo>
                    <a:pt x="16400" y="28245"/>
                  </a:lnTo>
                  <a:lnTo>
                    <a:pt x="16400" y="28245"/>
                  </a:lnTo>
                  <a:lnTo>
                    <a:pt x="16375" y="27892"/>
                  </a:lnTo>
                  <a:lnTo>
                    <a:pt x="16708" y="27869"/>
                  </a:lnTo>
                  <a:lnTo>
                    <a:pt x="17344" y="28144"/>
                  </a:lnTo>
                  <a:lnTo>
                    <a:pt x="17415" y="28174"/>
                  </a:lnTo>
                  <a:lnTo>
                    <a:pt x="17438" y="28506"/>
                  </a:lnTo>
                  <a:lnTo>
                    <a:pt x="17462" y="28855"/>
                  </a:lnTo>
                  <a:lnTo>
                    <a:pt x="17464" y="28881"/>
                  </a:lnTo>
                  <a:lnTo>
                    <a:pt x="17689" y="29051"/>
                  </a:lnTo>
                  <a:lnTo>
                    <a:pt x="17768" y="29112"/>
                  </a:lnTo>
                  <a:lnTo>
                    <a:pt x="17868" y="29188"/>
                  </a:lnTo>
                  <a:lnTo>
                    <a:pt x="17845" y="28854"/>
                  </a:lnTo>
                  <a:lnTo>
                    <a:pt x="18172" y="28832"/>
                  </a:lnTo>
                  <a:lnTo>
                    <a:pt x="18146" y="28456"/>
                  </a:lnTo>
                  <a:lnTo>
                    <a:pt x="18122" y="28124"/>
                  </a:lnTo>
                  <a:lnTo>
                    <a:pt x="18048" y="28055"/>
                  </a:lnTo>
                  <a:lnTo>
                    <a:pt x="17772" y="27796"/>
                  </a:lnTo>
                  <a:lnTo>
                    <a:pt x="17769" y="27793"/>
                  </a:lnTo>
                  <a:lnTo>
                    <a:pt x="17744" y="27440"/>
                  </a:lnTo>
                  <a:lnTo>
                    <a:pt x="17722" y="27112"/>
                  </a:lnTo>
                  <a:lnTo>
                    <a:pt x="17621" y="27025"/>
                  </a:lnTo>
                  <a:lnTo>
                    <a:pt x="17314" y="26759"/>
                  </a:lnTo>
                  <a:lnTo>
                    <a:pt x="17314" y="26754"/>
                  </a:lnTo>
                  <a:lnTo>
                    <a:pt x="17291" y="26426"/>
                  </a:lnTo>
                  <a:lnTo>
                    <a:pt x="17242" y="25719"/>
                  </a:lnTo>
                  <a:lnTo>
                    <a:pt x="18327" y="25642"/>
                  </a:lnTo>
                  <a:lnTo>
                    <a:pt x="18630" y="25266"/>
                  </a:lnTo>
                  <a:lnTo>
                    <a:pt x="18939" y="24888"/>
                  </a:lnTo>
                  <a:lnTo>
                    <a:pt x="18916" y="24561"/>
                  </a:lnTo>
                  <a:lnTo>
                    <a:pt x="19290" y="24535"/>
                  </a:lnTo>
                  <a:lnTo>
                    <a:pt x="19623" y="24511"/>
                  </a:lnTo>
                  <a:lnTo>
                    <a:pt x="19997" y="24484"/>
                  </a:lnTo>
                  <a:lnTo>
                    <a:pt x="19972" y="24130"/>
                  </a:lnTo>
                  <a:lnTo>
                    <a:pt x="19743" y="23838"/>
                  </a:lnTo>
                  <a:lnTo>
                    <a:pt x="19406" y="23434"/>
                  </a:lnTo>
                  <a:lnTo>
                    <a:pt x="19079" y="23175"/>
                  </a:lnTo>
                  <a:lnTo>
                    <a:pt x="18847" y="22858"/>
                  </a:lnTo>
                  <a:lnTo>
                    <a:pt x="18791" y="22813"/>
                  </a:lnTo>
                  <a:lnTo>
                    <a:pt x="18458" y="22837"/>
                  </a:lnTo>
                  <a:lnTo>
                    <a:pt x="18106" y="22506"/>
                  </a:lnTo>
                  <a:lnTo>
                    <a:pt x="17677" y="21826"/>
                  </a:lnTo>
                  <a:lnTo>
                    <a:pt x="17299" y="21142"/>
                  </a:lnTo>
                  <a:lnTo>
                    <a:pt x="16897" y="20841"/>
                  </a:lnTo>
                  <a:lnTo>
                    <a:pt x="16872" y="20487"/>
                  </a:lnTo>
                  <a:lnTo>
                    <a:pt x="16823" y="19801"/>
                  </a:lnTo>
                  <a:lnTo>
                    <a:pt x="16468" y="19444"/>
                  </a:lnTo>
                  <a:lnTo>
                    <a:pt x="16092" y="19142"/>
                  </a:lnTo>
                  <a:lnTo>
                    <a:pt x="16043" y="18455"/>
                  </a:lnTo>
                  <a:lnTo>
                    <a:pt x="15710" y="18479"/>
                  </a:lnTo>
                  <a:lnTo>
                    <a:pt x="15286" y="17797"/>
                  </a:lnTo>
                  <a:lnTo>
                    <a:pt x="15236" y="17090"/>
                  </a:lnTo>
                  <a:lnTo>
                    <a:pt x="15258" y="17109"/>
                  </a:lnTo>
                  <a:lnTo>
                    <a:pt x="15257" y="17089"/>
                  </a:lnTo>
                  <a:lnTo>
                    <a:pt x="15634" y="17418"/>
                  </a:lnTo>
                  <a:lnTo>
                    <a:pt x="15660" y="17772"/>
                  </a:lnTo>
                  <a:lnTo>
                    <a:pt x="16321" y="17369"/>
                  </a:lnTo>
                  <a:lnTo>
                    <a:pt x="16329" y="17376"/>
                  </a:lnTo>
                  <a:lnTo>
                    <a:pt x="16343" y="17367"/>
                  </a:lnTo>
                  <a:lnTo>
                    <a:pt x="16701" y="17698"/>
                  </a:lnTo>
                  <a:lnTo>
                    <a:pt x="17382" y="17649"/>
                  </a:lnTo>
                  <a:lnTo>
                    <a:pt x="18064" y="17246"/>
                  </a:lnTo>
                  <a:lnTo>
                    <a:pt x="18089" y="17244"/>
                  </a:lnTo>
                  <a:lnTo>
                    <a:pt x="18397" y="17222"/>
                  </a:lnTo>
                  <a:lnTo>
                    <a:pt x="18746" y="16842"/>
                  </a:lnTo>
                  <a:lnTo>
                    <a:pt x="19079" y="16819"/>
                  </a:lnTo>
                  <a:lnTo>
                    <a:pt x="20113" y="16060"/>
                  </a:lnTo>
                  <a:lnTo>
                    <a:pt x="20420" y="15684"/>
                  </a:lnTo>
                  <a:lnTo>
                    <a:pt x="20749" y="15306"/>
                  </a:lnTo>
                  <a:lnTo>
                    <a:pt x="21433" y="14923"/>
                  </a:lnTo>
                  <a:lnTo>
                    <a:pt x="21442" y="14930"/>
                  </a:lnTo>
                  <a:lnTo>
                    <a:pt x="21460" y="14921"/>
                  </a:lnTo>
                  <a:lnTo>
                    <a:pt x="21836" y="15229"/>
                  </a:lnTo>
                  <a:lnTo>
                    <a:pt x="21861" y="15582"/>
                  </a:lnTo>
                  <a:lnTo>
                    <a:pt x="22168" y="15561"/>
                  </a:lnTo>
                  <a:lnTo>
                    <a:pt x="22517" y="15180"/>
                  </a:lnTo>
                  <a:lnTo>
                    <a:pt x="22515" y="15152"/>
                  </a:lnTo>
                  <a:lnTo>
                    <a:pt x="22497" y="15182"/>
                  </a:lnTo>
                  <a:lnTo>
                    <a:pt x="22473" y="14849"/>
                  </a:lnTo>
                  <a:lnTo>
                    <a:pt x="22398" y="13788"/>
                  </a:lnTo>
                  <a:lnTo>
                    <a:pt x="22701" y="13411"/>
                  </a:lnTo>
                  <a:lnTo>
                    <a:pt x="22374" y="13434"/>
                  </a:lnTo>
                  <a:lnTo>
                    <a:pt x="22350" y="13107"/>
                  </a:lnTo>
                  <a:lnTo>
                    <a:pt x="22324" y="12727"/>
                  </a:lnTo>
                  <a:lnTo>
                    <a:pt x="22250" y="11687"/>
                  </a:lnTo>
                  <a:lnTo>
                    <a:pt x="22226" y="11359"/>
                  </a:lnTo>
                  <a:lnTo>
                    <a:pt x="21797" y="10679"/>
                  </a:lnTo>
                  <a:lnTo>
                    <a:pt x="21771" y="10325"/>
                  </a:lnTo>
                  <a:lnTo>
                    <a:pt x="21746" y="9971"/>
                  </a:lnTo>
                  <a:lnTo>
                    <a:pt x="22102" y="9591"/>
                  </a:lnTo>
                  <a:lnTo>
                    <a:pt x="21748" y="9615"/>
                  </a:lnTo>
                  <a:lnTo>
                    <a:pt x="21721" y="9618"/>
                  </a:lnTo>
                  <a:lnTo>
                    <a:pt x="21369" y="9287"/>
                  </a:lnTo>
                  <a:lnTo>
                    <a:pt x="21346" y="8953"/>
                  </a:lnTo>
                  <a:lnTo>
                    <a:pt x="20966" y="8625"/>
                  </a:lnTo>
                  <a:lnTo>
                    <a:pt x="20559" y="7943"/>
                  </a:lnTo>
                  <a:lnTo>
                    <a:pt x="20894" y="7591"/>
                  </a:lnTo>
                  <a:lnTo>
                    <a:pt x="21221" y="7185"/>
                  </a:lnTo>
                  <a:lnTo>
                    <a:pt x="21199" y="6879"/>
                  </a:lnTo>
                  <a:lnTo>
                    <a:pt x="21173" y="6505"/>
                  </a:lnTo>
                  <a:lnTo>
                    <a:pt x="21147" y="6151"/>
                  </a:lnTo>
                  <a:lnTo>
                    <a:pt x="21124" y="5818"/>
                  </a:lnTo>
                  <a:lnTo>
                    <a:pt x="21128" y="5575"/>
                  </a:lnTo>
                  <a:lnTo>
                    <a:pt x="21071" y="4782"/>
                  </a:lnTo>
                  <a:lnTo>
                    <a:pt x="20010" y="4857"/>
                  </a:lnTo>
                  <a:lnTo>
                    <a:pt x="19961" y="4145"/>
                  </a:lnTo>
                  <a:lnTo>
                    <a:pt x="19911" y="3436"/>
                  </a:lnTo>
                  <a:lnTo>
                    <a:pt x="19224" y="3485"/>
                  </a:lnTo>
                  <a:lnTo>
                    <a:pt x="18849" y="3512"/>
                  </a:lnTo>
                  <a:lnTo>
                    <a:pt x="18824" y="3158"/>
                  </a:lnTo>
                  <a:lnTo>
                    <a:pt x="18468" y="2855"/>
                  </a:lnTo>
                  <a:lnTo>
                    <a:pt x="18443" y="2501"/>
                  </a:lnTo>
                  <a:lnTo>
                    <a:pt x="18069" y="2527"/>
                  </a:lnTo>
                  <a:lnTo>
                    <a:pt x="17761" y="2904"/>
                  </a:lnTo>
                  <a:lnTo>
                    <a:pt x="17386" y="2930"/>
                  </a:lnTo>
                  <a:lnTo>
                    <a:pt x="17053" y="2954"/>
                  </a:lnTo>
                  <a:lnTo>
                    <a:pt x="16370" y="3333"/>
                  </a:lnTo>
                  <a:lnTo>
                    <a:pt x="15687" y="3735"/>
                  </a:lnTo>
                  <a:lnTo>
                    <a:pt x="15335" y="3405"/>
                  </a:lnTo>
                  <a:lnTo>
                    <a:pt x="15360" y="3759"/>
                  </a:lnTo>
                  <a:lnTo>
                    <a:pt x="15006" y="3784"/>
                  </a:lnTo>
                  <a:lnTo>
                    <a:pt x="14299" y="3833"/>
                  </a:lnTo>
                  <a:lnTo>
                    <a:pt x="13945" y="3858"/>
                  </a:lnTo>
                  <a:lnTo>
                    <a:pt x="13207" y="3555"/>
                  </a:lnTo>
                  <a:lnTo>
                    <a:pt x="13587" y="3528"/>
                  </a:lnTo>
                  <a:lnTo>
                    <a:pt x="13564" y="3201"/>
                  </a:lnTo>
                  <a:lnTo>
                    <a:pt x="13896" y="3177"/>
                  </a:lnTo>
                  <a:lnTo>
                    <a:pt x="13871" y="2824"/>
                  </a:lnTo>
                  <a:lnTo>
                    <a:pt x="13845" y="2444"/>
                  </a:lnTo>
                  <a:lnTo>
                    <a:pt x="13512" y="2467"/>
                  </a:lnTo>
                  <a:lnTo>
                    <a:pt x="13133" y="2494"/>
                  </a:lnTo>
                  <a:lnTo>
                    <a:pt x="12831" y="2898"/>
                  </a:lnTo>
                  <a:lnTo>
                    <a:pt x="12429" y="2214"/>
                  </a:lnTo>
                  <a:lnTo>
                    <a:pt x="12095" y="2238"/>
                  </a:lnTo>
                  <a:lnTo>
                    <a:pt x="11720" y="2265"/>
                  </a:lnTo>
                  <a:lnTo>
                    <a:pt x="11695" y="1911"/>
                  </a:lnTo>
                  <a:lnTo>
                    <a:pt x="11363" y="1934"/>
                  </a:lnTo>
                  <a:lnTo>
                    <a:pt x="10989" y="1961"/>
                  </a:lnTo>
                  <a:lnTo>
                    <a:pt x="10964" y="1607"/>
                  </a:lnTo>
                  <a:lnTo>
                    <a:pt x="11312" y="1228"/>
                  </a:lnTo>
                  <a:lnTo>
                    <a:pt x="10915" y="921"/>
                  </a:lnTo>
                  <a:lnTo>
                    <a:pt x="10536" y="592"/>
                  </a:lnTo>
                  <a:lnTo>
                    <a:pt x="10429" y="505"/>
                  </a:lnTo>
                  <a:lnTo>
                    <a:pt x="10279" y="658"/>
                  </a:lnTo>
                  <a:lnTo>
                    <a:pt x="10423" y="501"/>
                  </a:lnTo>
                  <a:lnTo>
                    <a:pt x="10183" y="308"/>
                  </a:lnTo>
                  <a:lnTo>
                    <a:pt x="9594" y="351"/>
                  </a:lnTo>
                  <a:lnTo>
                    <a:pt x="9569" y="331"/>
                  </a:lnTo>
                  <a:lnTo>
                    <a:pt x="9499" y="337"/>
                  </a:lnTo>
                  <a:lnTo>
                    <a:pt x="9171" y="51"/>
                  </a:lnTo>
                  <a:lnTo>
                    <a:pt x="8864" y="74"/>
                  </a:lnTo>
                  <a:lnTo>
                    <a:pt x="8862" y="47"/>
                  </a:lnTo>
                  <a:lnTo>
                    <a:pt x="8858"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8"/>
            <p:cNvSpPr/>
            <p:nvPr/>
          </p:nvSpPr>
          <p:spPr>
            <a:xfrm>
              <a:off x="5792335" y="2819693"/>
              <a:ext cx="132528" cy="172841"/>
            </a:xfrm>
            <a:custGeom>
              <a:avLst/>
              <a:gdLst/>
              <a:ahLst/>
              <a:cxnLst/>
              <a:rect l="l" t="t" r="r" b="b"/>
              <a:pathLst>
                <a:path w="6177" h="8056" extrusionOk="0">
                  <a:moveTo>
                    <a:pt x="4937" y="0"/>
                  </a:moveTo>
                  <a:lnTo>
                    <a:pt x="4584" y="25"/>
                  </a:lnTo>
                  <a:lnTo>
                    <a:pt x="4256" y="49"/>
                  </a:lnTo>
                  <a:lnTo>
                    <a:pt x="4283" y="422"/>
                  </a:lnTo>
                  <a:lnTo>
                    <a:pt x="3549" y="474"/>
                  </a:lnTo>
                  <a:lnTo>
                    <a:pt x="3222" y="498"/>
                  </a:lnTo>
                  <a:lnTo>
                    <a:pt x="2886" y="856"/>
                  </a:lnTo>
                  <a:lnTo>
                    <a:pt x="3270" y="1185"/>
                  </a:lnTo>
                  <a:lnTo>
                    <a:pt x="3295" y="1538"/>
                  </a:lnTo>
                  <a:lnTo>
                    <a:pt x="3295" y="1538"/>
                  </a:lnTo>
                  <a:lnTo>
                    <a:pt x="2911" y="1210"/>
                  </a:lnTo>
                  <a:lnTo>
                    <a:pt x="2582" y="1588"/>
                  </a:lnTo>
                  <a:lnTo>
                    <a:pt x="2558" y="1234"/>
                  </a:lnTo>
                  <a:lnTo>
                    <a:pt x="2533" y="881"/>
                  </a:lnTo>
                  <a:lnTo>
                    <a:pt x="2158" y="908"/>
                  </a:lnTo>
                  <a:lnTo>
                    <a:pt x="1876" y="1283"/>
                  </a:lnTo>
                  <a:lnTo>
                    <a:pt x="1902" y="1637"/>
                  </a:lnTo>
                  <a:lnTo>
                    <a:pt x="1547" y="1662"/>
                  </a:lnTo>
                  <a:lnTo>
                    <a:pt x="1143" y="1335"/>
                  </a:lnTo>
                  <a:lnTo>
                    <a:pt x="815" y="1358"/>
                  </a:lnTo>
                  <a:lnTo>
                    <a:pt x="790" y="1004"/>
                  </a:lnTo>
                  <a:lnTo>
                    <a:pt x="437" y="1029"/>
                  </a:lnTo>
                  <a:lnTo>
                    <a:pt x="461" y="1383"/>
                  </a:lnTo>
                  <a:lnTo>
                    <a:pt x="133" y="1761"/>
                  </a:lnTo>
                  <a:lnTo>
                    <a:pt x="159" y="2115"/>
                  </a:lnTo>
                  <a:lnTo>
                    <a:pt x="206" y="2796"/>
                  </a:lnTo>
                  <a:lnTo>
                    <a:pt x="231" y="3150"/>
                  </a:lnTo>
                  <a:lnTo>
                    <a:pt x="256" y="3504"/>
                  </a:lnTo>
                  <a:lnTo>
                    <a:pt x="281" y="3857"/>
                  </a:lnTo>
                  <a:lnTo>
                    <a:pt x="305" y="4190"/>
                  </a:lnTo>
                  <a:lnTo>
                    <a:pt x="329" y="4544"/>
                  </a:lnTo>
                  <a:lnTo>
                    <a:pt x="1" y="4923"/>
                  </a:lnTo>
                  <a:lnTo>
                    <a:pt x="380" y="5251"/>
                  </a:lnTo>
                  <a:lnTo>
                    <a:pt x="734" y="5227"/>
                  </a:lnTo>
                  <a:lnTo>
                    <a:pt x="759" y="5580"/>
                  </a:lnTo>
                  <a:lnTo>
                    <a:pt x="1135" y="5887"/>
                  </a:lnTo>
                  <a:lnTo>
                    <a:pt x="1162" y="6262"/>
                  </a:lnTo>
                  <a:lnTo>
                    <a:pt x="1185" y="6595"/>
                  </a:lnTo>
                  <a:lnTo>
                    <a:pt x="1234" y="7276"/>
                  </a:lnTo>
                  <a:lnTo>
                    <a:pt x="1255" y="7583"/>
                  </a:lnTo>
                  <a:lnTo>
                    <a:pt x="1259" y="7630"/>
                  </a:lnTo>
                  <a:lnTo>
                    <a:pt x="1261" y="7657"/>
                  </a:lnTo>
                  <a:lnTo>
                    <a:pt x="1568" y="7634"/>
                  </a:lnTo>
                  <a:lnTo>
                    <a:pt x="1588" y="7633"/>
                  </a:lnTo>
                  <a:lnTo>
                    <a:pt x="1966" y="7914"/>
                  </a:lnTo>
                  <a:lnTo>
                    <a:pt x="1991" y="7934"/>
                  </a:lnTo>
                  <a:lnTo>
                    <a:pt x="2580" y="7891"/>
                  </a:lnTo>
                  <a:lnTo>
                    <a:pt x="2698" y="7884"/>
                  </a:lnTo>
                  <a:lnTo>
                    <a:pt x="2847" y="8056"/>
                  </a:lnTo>
                  <a:lnTo>
                    <a:pt x="3026" y="7860"/>
                  </a:lnTo>
                  <a:lnTo>
                    <a:pt x="3379" y="7835"/>
                  </a:lnTo>
                  <a:lnTo>
                    <a:pt x="3001" y="7506"/>
                  </a:lnTo>
                  <a:lnTo>
                    <a:pt x="2602" y="7180"/>
                  </a:lnTo>
                  <a:lnTo>
                    <a:pt x="2953" y="6825"/>
                  </a:lnTo>
                  <a:lnTo>
                    <a:pt x="3306" y="6800"/>
                  </a:lnTo>
                  <a:lnTo>
                    <a:pt x="2928" y="6471"/>
                  </a:lnTo>
                  <a:lnTo>
                    <a:pt x="2905" y="6138"/>
                  </a:lnTo>
                  <a:lnTo>
                    <a:pt x="3257" y="6113"/>
                  </a:lnTo>
                  <a:lnTo>
                    <a:pt x="3231" y="5739"/>
                  </a:lnTo>
                  <a:lnTo>
                    <a:pt x="3208" y="5407"/>
                  </a:lnTo>
                  <a:lnTo>
                    <a:pt x="3567" y="5381"/>
                  </a:lnTo>
                  <a:lnTo>
                    <a:pt x="3869" y="5005"/>
                  </a:lnTo>
                  <a:lnTo>
                    <a:pt x="4249" y="4978"/>
                  </a:lnTo>
                  <a:lnTo>
                    <a:pt x="4224" y="4624"/>
                  </a:lnTo>
                  <a:lnTo>
                    <a:pt x="4881" y="4223"/>
                  </a:lnTo>
                  <a:lnTo>
                    <a:pt x="5186" y="3511"/>
                  </a:lnTo>
                  <a:lnTo>
                    <a:pt x="4807" y="3182"/>
                  </a:lnTo>
                  <a:lnTo>
                    <a:pt x="5135" y="2803"/>
                  </a:lnTo>
                  <a:lnTo>
                    <a:pt x="5490" y="2778"/>
                  </a:lnTo>
                  <a:lnTo>
                    <a:pt x="5515" y="3133"/>
                  </a:lnTo>
                  <a:lnTo>
                    <a:pt x="5868" y="3107"/>
                  </a:lnTo>
                  <a:lnTo>
                    <a:pt x="6176" y="2729"/>
                  </a:lnTo>
                  <a:lnTo>
                    <a:pt x="6150" y="2377"/>
                  </a:lnTo>
                  <a:lnTo>
                    <a:pt x="6126" y="2023"/>
                  </a:lnTo>
                  <a:lnTo>
                    <a:pt x="5770" y="1719"/>
                  </a:lnTo>
                  <a:lnTo>
                    <a:pt x="5416" y="1744"/>
                  </a:lnTo>
                  <a:lnTo>
                    <a:pt x="5062" y="1769"/>
                  </a:lnTo>
                  <a:lnTo>
                    <a:pt x="5038" y="1415"/>
                  </a:lnTo>
                  <a:lnTo>
                    <a:pt x="4684" y="1440"/>
                  </a:lnTo>
                  <a:lnTo>
                    <a:pt x="4659" y="1086"/>
                  </a:lnTo>
                  <a:lnTo>
                    <a:pt x="4987" y="708"/>
                  </a:lnTo>
                  <a:lnTo>
                    <a:pt x="5341" y="682"/>
                  </a:lnTo>
                  <a:lnTo>
                    <a:pt x="4964" y="375"/>
                  </a:lnTo>
                  <a:lnTo>
                    <a:pt x="4937"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8"/>
            <p:cNvSpPr/>
            <p:nvPr/>
          </p:nvSpPr>
          <p:spPr>
            <a:xfrm>
              <a:off x="5849749" y="2992513"/>
              <a:ext cx="3776" cy="3991"/>
            </a:xfrm>
            <a:custGeom>
              <a:avLst/>
              <a:gdLst/>
              <a:ahLst/>
              <a:cxnLst/>
              <a:rect l="l" t="t" r="r" b="b"/>
              <a:pathLst>
                <a:path w="176" h="186" extrusionOk="0">
                  <a:moveTo>
                    <a:pt x="171" y="1"/>
                  </a:moveTo>
                  <a:lnTo>
                    <a:pt x="144" y="29"/>
                  </a:lnTo>
                  <a:lnTo>
                    <a:pt x="0" y="186"/>
                  </a:lnTo>
                  <a:lnTo>
                    <a:pt x="150" y="33"/>
                  </a:lnTo>
                  <a:lnTo>
                    <a:pt x="176" y="6"/>
                  </a:lnTo>
                  <a:lnTo>
                    <a:pt x="171"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8"/>
            <p:cNvSpPr/>
            <p:nvPr/>
          </p:nvSpPr>
          <p:spPr>
            <a:xfrm>
              <a:off x="5819369" y="2983952"/>
              <a:ext cx="515" cy="7037"/>
            </a:xfrm>
            <a:custGeom>
              <a:avLst/>
              <a:gdLst/>
              <a:ahLst/>
              <a:cxnLst/>
              <a:rect l="l" t="t" r="r" b="b"/>
              <a:pathLst>
                <a:path w="24" h="328" extrusionOk="0">
                  <a:moveTo>
                    <a:pt x="23" y="327"/>
                  </a:moveTo>
                  <a:lnTo>
                    <a:pt x="1" y="1"/>
                  </a:lnTo>
                  <a:lnTo>
                    <a:pt x="1"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8"/>
            <p:cNvSpPr/>
            <p:nvPr/>
          </p:nvSpPr>
          <p:spPr>
            <a:xfrm>
              <a:off x="5458753" y="3239224"/>
              <a:ext cx="178870" cy="173871"/>
            </a:xfrm>
            <a:custGeom>
              <a:avLst/>
              <a:gdLst/>
              <a:ahLst/>
              <a:cxnLst/>
              <a:rect l="l" t="t" r="r" b="b"/>
              <a:pathLst>
                <a:path w="8337" h="8104" extrusionOk="0">
                  <a:moveTo>
                    <a:pt x="1693" y="0"/>
                  </a:moveTo>
                  <a:lnTo>
                    <a:pt x="1339" y="26"/>
                  </a:lnTo>
                  <a:lnTo>
                    <a:pt x="1011" y="429"/>
                  </a:lnTo>
                  <a:lnTo>
                    <a:pt x="632" y="76"/>
                  </a:lnTo>
                  <a:lnTo>
                    <a:pt x="632" y="76"/>
                  </a:lnTo>
                  <a:lnTo>
                    <a:pt x="659" y="455"/>
                  </a:lnTo>
                  <a:lnTo>
                    <a:pt x="0" y="831"/>
                  </a:lnTo>
                  <a:lnTo>
                    <a:pt x="25" y="1184"/>
                  </a:lnTo>
                  <a:lnTo>
                    <a:pt x="52" y="1564"/>
                  </a:lnTo>
                  <a:lnTo>
                    <a:pt x="70" y="1825"/>
                  </a:lnTo>
                  <a:lnTo>
                    <a:pt x="74" y="1871"/>
                  </a:lnTo>
                  <a:lnTo>
                    <a:pt x="426" y="2200"/>
                  </a:lnTo>
                  <a:lnTo>
                    <a:pt x="453" y="2226"/>
                  </a:lnTo>
                  <a:lnTo>
                    <a:pt x="472" y="2480"/>
                  </a:lnTo>
                  <a:lnTo>
                    <a:pt x="477" y="2553"/>
                  </a:lnTo>
                  <a:lnTo>
                    <a:pt x="805" y="2530"/>
                  </a:lnTo>
                  <a:lnTo>
                    <a:pt x="1138" y="2506"/>
                  </a:lnTo>
                  <a:lnTo>
                    <a:pt x="1158" y="2505"/>
                  </a:lnTo>
                  <a:lnTo>
                    <a:pt x="1183" y="2859"/>
                  </a:lnTo>
                  <a:lnTo>
                    <a:pt x="1204" y="3144"/>
                  </a:lnTo>
                  <a:lnTo>
                    <a:pt x="1208" y="3212"/>
                  </a:lnTo>
                  <a:lnTo>
                    <a:pt x="1562" y="3187"/>
                  </a:lnTo>
                  <a:lnTo>
                    <a:pt x="1895" y="3164"/>
                  </a:lnTo>
                  <a:lnTo>
                    <a:pt x="1916" y="3163"/>
                  </a:lnTo>
                  <a:lnTo>
                    <a:pt x="1939" y="3489"/>
                  </a:lnTo>
                  <a:lnTo>
                    <a:pt x="1940" y="3516"/>
                  </a:lnTo>
                  <a:lnTo>
                    <a:pt x="2348" y="4177"/>
                  </a:lnTo>
                  <a:lnTo>
                    <a:pt x="2702" y="4152"/>
                  </a:lnTo>
                  <a:lnTo>
                    <a:pt x="3030" y="4128"/>
                  </a:lnTo>
                  <a:lnTo>
                    <a:pt x="3363" y="4106"/>
                  </a:lnTo>
                  <a:lnTo>
                    <a:pt x="3383" y="4104"/>
                  </a:lnTo>
                  <a:lnTo>
                    <a:pt x="3433" y="4812"/>
                  </a:lnTo>
                  <a:lnTo>
                    <a:pt x="3458" y="5165"/>
                  </a:lnTo>
                  <a:lnTo>
                    <a:pt x="3150" y="5494"/>
                  </a:lnTo>
                  <a:lnTo>
                    <a:pt x="3128" y="5518"/>
                  </a:lnTo>
                  <a:lnTo>
                    <a:pt x="3508" y="5872"/>
                  </a:lnTo>
                  <a:lnTo>
                    <a:pt x="3862" y="5847"/>
                  </a:lnTo>
                  <a:lnTo>
                    <a:pt x="4216" y="5822"/>
                  </a:lnTo>
                  <a:lnTo>
                    <a:pt x="4189" y="5443"/>
                  </a:lnTo>
                  <a:lnTo>
                    <a:pt x="4542" y="5418"/>
                  </a:lnTo>
                  <a:lnTo>
                    <a:pt x="4569" y="5797"/>
                  </a:lnTo>
                  <a:lnTo>
                    <a:pt x="4923" y="6082"/>
                  </a:lnTo>
                  <a:lnTo>
                    <a:pt x="4946" y="6100"/>
                  </a:lnTo>
                  <a:lnTo>
                    <a:pt x="4968" y="6405"/>
                  </a:lnTo>
                  <a:lnTo>
                    <a:pt x="4971" y="6454"/>
                  </a:lnTo>
                  <a:lnTo>
                    <a:pt x="5327" y="6763"/>
                  </a:lnTo>
                  <a:lnTo>
                    <a:pt x="5349" y="6783"/>
                  </a:lnTo>
                  <a:lnTo>
                    <a:pt x="5368" y="7042"/>
                  </a:lnTo>
                  <a:lnTo>
                    <a:pt x="5373" y="7116"/>
                  </a:lnTo>
                  <a:lnTo>
                    <a:pt x="5706" y="7092"/>
                  </a:lnTo>
                  <a:lnTo>
                    <a:pt x="6086" y="7441"/>
                  </a:lnTo>
                  <a:lnTo>
                    <a:pt x="6464" y="7748"/>
                  </a:lnTo>
                  <a:lnTo>
                    <a:pt x="6488" y="8103"/>
                  </a:lnTo>
                  <a:lnTo>
                    <a:pt x="6817" y="7724"/>
                  </a:lnTo>
                  <a:lnTo>
                    <a:pt x="7171" y="7699"/>
                  </a:lnTo>
                  <a:lnTo>
                    <a:pt x="7243" y="7655"/>
                  </a:lnTo>
                  <a:lnTo>
                    <a:pt x="7214" y="7649"/>
                  </a:lnTo>
                  <a:lnTo>
                    <a:pt x="7313" y="7047"/>
                  </a:lnTo>
                  <a:lnTo>
                    <a:pt x="7097" y="6659"/>
                  </a:lnTo>
                  <a:lnTo>
                    <a:pt x="7072" y="6306"/>
                  </a:lnTo>
                  <a:lnTo>
                    <a:pt x="7048" y="5951"/>
                  </a:lnTo>
                  <a:lnTo>
                    <a:pt x="7377" y="5598"/>
                  </a:lnTo>
                  <a:lnTo>
                    <a:pt x="7678" y="5196"/>
                  </a:lnTo>
                  <a:lnTo>
                    <a:pt x="7704" y="5221"/>
                  </a:lnTo>
                  <a:lnTo>
                    <a:pt x="7725" y="5193"/>
                  </a:lnTo>
                  <a:lnTo>
                    <a:pt x="8032" y="5171"/>
                  </a:lnTo>
                  <a:lnTo>
                    <a:pt x="8017" y="4954"/>
                  </a:lnTo>
                  <a:lnTo>
                    <a:pt x="8009" y="4843"/>
                  </a:lnTo>
                  <a:lnTo>
                    <a:pt x="8007" y="4818"/>
                  </a:lnTo>
                  <a:lnTo>
                    <a:pt x="7984" y="4490"/>
                  </a:lnTo>
                  <a:lnTo>
                    <a:pt x="8337" y="4465"/>
                  </a:lnTo>
                  <a:lnTo>
                    <a:pt x="8336" y="4439"/>
                  </a:lnTo>
                  <a:lnTo>
                    <a:pt x="8312" y="4111"/>
                  </a:lnTo>
                  <a:lnTo>
                    <a:pt x="8287" y="3757"/>
                  </a:lnTo>
                  <a:lnTo>
                    <a:pt x="7934" y="3782"/>
                  </a:lnTo>
                  <a:lnTo>
                    <a:pt x="7945" y="3755"/>
                  </a:lnTo>
                  <a:lnTo>
                    <a:pt x="8238" y="3072"/>
                  </a:lnTo>
                  <a:lnTo>
                    <a:pt x="8235" y="3024"/>
                  </a:lnTo>
                  <a:lnTo>
                    <a:pt x="8213" y="2717"/>
                  </a:lnTo>
                  <a:lnTo>
                    <a:pt x="8189" y="2363"/>
                  </a:lnTo>
                  <a:lnTo>
                    <a:pt x="8164" y="2014"/>
                  </a:lnTo>
                  <a:lnTo>
                    <a:pt x="8119" y="2039"/>
                  </a:lnTo>
                  <a:lnTo>
                    <a:pt x="8096" y="1707"/>
                  </a:lnTo>
                  <a:lnTo>
                    <a:pt x="7364" y="1047"/>
                  </a:lnTo>
                  <a:lnTo>
                    <a:pt x="6985" y="718"/>
                  </a:lnTo>
                  <a:lnTo>
                    <a:pt x="6628" y="388"/>
                  </a:lnTo>
                  <a:lnTo>
                    <a:pt x="6274" y="413"/>
                  </a:lnTo>
                  <a:lnTo>
                    <a:pt x="5969" y="765"/>
                  </a:lnTo>
                  <a:lnTo>
                    <a:pt x="5968" y="765"/>
                  </a:lnTo>
                  <a:lnTo>
                    <a:pt x="5945" y="792"/>
                  </a:lnTo>
                  <a:lnTo>
                    <a:pt x="5571" y="818"/>
                  </a:lnTo>
                  <a:lnTo>
                    <a:pt x="5546" y="465"/>
                  </a:lnTo>
                  <a:lnTo>
                    <a:pt x="4482" y="206"/>
                  </a:lnTo>
                  <a:lnTo>
                    <a:pt x="4463" y="186"/>
                  </a:lnTo>
                  <a:lnTo>
                    <a:pt x="4174" y="207"/>
                  </a:lnTo>
                  <a:lnTo>
                    <a:pt x="3844" y="559"/>
                  </a:lnTo>
                  <a:lnTo>
                    <a:pt x="3869" y="913"/>
                  </a:lnTo>
                  <a:lnTo>
                    <a:pt x="3161" y="963"/>
                  </a:lnTo>
                  <a:lnTo>
                    <a:pt x="2807" y="988"/>
                  </a:lnTo>
                  <a:lnTo>
                    <a:pt x="2480" y="1011"/>
                  </a:lnTo>
                  <a:lnTo>
                    <a:pt x="2454" y="657"/>
                  </a:lnTo>
                  <a:lnTo>
                    <a:pt x="2078" y="355"/>
                  </a:lnTo>
                  <a:lnTo>
                    <a:pt x="1719" y="380"/>
                  </a:lnTo>
                  <a:lnTo>
                    <a:pt x="1693"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8"/>
            <p:cNvSpPr/>
            <p:nvPr/>
          </p:nvSpPr>
          <p:spPr>
            <a:xfrm>
              <a:off x="5609946" y="3350683"/>
              <a:ext cx="40593" cy="59237"/>
            </a:xfrm>
            <a:custGeom>
              <a:avLst/>
              <a:gdLst/>
              <a:ahLst/>
              <a:cxnLst/>
              <a:rect l="l" t="t" r="r" b="b"/>
              <a:pathLst>
                <a:path w="1892" h="2761" extrusionOk="0">
                  <a:moveTo>
                    <a:pt x="631" y="1"/>
                  </a:moveTo>
                  <a:lnTo>
                    <a:pt x="330" y="403"/>
                  </a:lnTo>
                  <a:lnTo>
                    <a:pt x="1" y="756"/>
                  </a:lnTo>
                  <a:lnTo>
                    <a:pt x="25" y="1111"/>
                  </a:lnTo>
                  <a:lnTo>
                    <a:pt x="50" y="1464"/>
                  </a:lnTo>
                  <a:lnTo>
                    <a:pt x="266" y="1852"/>
                  </a:lnTo>
                  <a:lnTo>
                    <a:pt x="167" y="2454"/>
                  </a:lnTo>
                  <a:lnTo>
                    <a:pt x="196" y="2460"/>
                  </a:lnTo>
                  <a:lnTo>
                    <a:pt x="629" y="2557"/>
                  </a:lnTo>
                  <a:lnTo>
                    <a:pt x="1216" y="2688"/>
                  </a:lnTo>
                  <a:lnTo>
                    <a:pt x="1536" y="2760"/>
                  </a:lnTo>
                  <a:lnTo>
                    <a:pt x="1561" y="2758"/>
                  </a:lnTo>
                  <a:lnTo>
                    <a:pt x="1891" y="2734"/>
                  </a:lnTo>
                  <a:lnTo>
                    <a:pt x="1865" y="2380"/>
                  </a:lnTo>
                  <a:lnTo>
                    <a:pt x="1862" y="2323"/>
                  </a:lnTo>
                  <a:lnTo>
                    <a:pt x="1842" y="2047"/>
                  </a:lnTo>
                  <a:lnTo>
                    <a:pt x="1820" y="1729"/>
                  </a:lnTo>
                  <a:lnTo>
                    <a:pt x="1815" y="1674"/>
                  </a:lnTo>
                  <a:lnTo>
                    <a:pt x="1797" y="1407"/>
                  </a:lnTo>
                  <a:lnTo>
                    <a:pt x="1792" y="1341"/>
                  </a:lnTo>
                  <a:lnTo>
                    <a:pt x="1413" y="1012"/>
                  </a:lnTo>
                  <a:lnTo>
                    <a:pt x="1036" y="683"/>
                  </a:lnTo>
                  <a:lnTo>
                    <a:pt x="1032" y="637"/>
                  </a:lnTo>
                  <a:lnTo>
                    <a:pt x="1031" y="631"/>
                  </a:lnTo>
                  <a:lnTo>
                    <a:pt x="1012" y="356"/>
                  </a:lnTo>
                  <a:lnTo>
                    <a:pt x="657" y="26"/>
                  </a:lnTo>
                  <a:lnTo>
                    <a:pt x="631"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8"/>
            <p:cNvSpPr/>
            <p:nvPr/>
          </p:nvSpPr>
          <p:spPr>
            <a:xfrm>
              <a:off x="5591967" y="3120578"/>
              <a:ext cx="515" cy="7037"/>
            </a:xfrm>
            <a:custGeom>
              <a:avLst/>
              <a:gdLst/>
              <a:ahLst/>
              <a:cxnLst/>
              <a:rect l="l" t="t" r="r" b="b"/>
              <a:pathLst>
                <a:path w="24" h="328" fill="none" extrusionOk="0">
                  <a:moveTo>
                    <a:pt x="23" y="328"/>
                  </a:moveTo>
                  <a:lnTo>
                    <a:pt x="0" y="0"/>
                  </a:lnTo>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8"/>
            <p:cNvSpPr/>
            <p:nvPr/>
          </p:nvSpPr>
          <p:spPr>
            <a:xfrm>
              <a:off x="5537085" y="3089211"/>
              <a:ext cx="197665" cy="193760"/>
            </a:xfrm>
            <a:custGeom>
              <a:avLst/>
              <a:gdLst/>
              <a:ahLst/>
              <a:cxnLst/>
              <a:rect l="l" t="t" r="r" b="b"/>
              <a:pathLst>
                <a:path w="9213" h="9031" extrusionOk="0">
                  <a:moveTo>
                    <a:pt x="8073" y="1"/>
                  </a:moveTo>
                  <a:lnTo>
                    <a:pt x="7720" y="26"/>
                  </a:lnTo>
                  <a:lnTo>
                    <a:pt x="7367" y="51"/>
                  </a:lnTo>
                  <a:lnTo>
                    <a:pt x="7065" y="454"/>
                  </a:lnTo>
                  <a:lnTo>
                    <a:pt x="6382" y="837"/>
                  </a:lnTo>
                  <a:lnTo>
                    <a:pt x="6358" y="504"/>
                  </a:lnTo>
                  <a:lnTo>
                    <a:pt x="6332" y="124"/>
                  </a:lnTo>
                  <a:lnTo>
                    <a:pt x="5979" y="531"/>
                  </a:lnTo>
                  <a:lnTo>
                    <a:pt x="5652" y="553"/>
                  </a:lnTo>
                  <a:lnTo>
                    <a:pt x="5298" y="578"/>
                  </a:lnTo>
                  <a:lnTo>
                    <a:pt x="4609" y="961"/>
                  </a:lnTo>
                  <a:lnTo>
                    <a:pt x="4280" y="1341"/>
                  </a:lnTo>
                  <a:lnTo>
                    <a:pt x="4303" y="1669"/>
                  </a:lnTo>
                  <a:lnTo>
                    <a:pt x="4328" y="2022"/>
                  </a:lnTo>
                  <a:lnTo>
                    <a:pt x="4353" y="2375"/>
                  </a:lnTo>
                  <a:lnTo>
                    <a:pt x="4378" y="2729"/>
                  </a:lnTo>
                  <a:lnTo>
                    <a:pt x="4428" y="3436"/>
                  </a:lnTo>
                  <a:lnTo>
                    <a:pt x="3796" y="4170"/>
                  </a:lnTo>
                  <a:lnTo>
                    <a:pt x="3441" y="4195"/>
                  </a:lnTo>
                  <a:lnTo>
                    <a:pt x="3087" y="4221"/>
                  </a:lnTo>
                  <a:lnTo>
                    <a:pt x="3040" y="3534"/>
                  </a:lnTo>
                  <a:lnTo>
                    <a:pt x="3366" y="3135"/>
                  </a:lnTo>
                  <a:lnTo>
                    <a:pt x="3366" y="3135"/>
                  </a:lnTo>
                  <a:lnTo>
                    <a:pt x="3013" y="3160"/>
                  </a:lnTo>
                  <a:lnTo>
                    <a:pt x="3013" y="3160"/>
                  </a:lnTo>
                  <a:lnTo>
                    <a:pt x="3342" y="2802"/>
                  </a:lnTo>
                  <a:lnTo>
                    <a:pt x="3671" y="2424"/>
                  </a:lnTo>
                  <a:lnTo>
                    <a:pt x="3646" y="2070"/>
                  </a:lnTo>
                  <a:lnTo>
                    <a:pt x="3268" y="1741"/>
                  </a:lnTo>
                  <a:lnTo>
                    <a:pt x="2581" y="1790"/>
                  </a:lnTo>
                  <a:lnTo>
                    <a:pt x="2258" y="2523"/>
                  </a:lnTo>
                  <a:lnTo>
                    <a:pt x="2306" y="3210"/>
                  </a:lnTo>
                  <a:lnTo>
                    <a:pt x="1999" y="3608"/>
                  </a:lnTo>
                  <a:lnTo>
                    <a:pt x="2023" y="3941"/>
                  </a:lnTo>
                  <a:lnTo>
                    <a:pt x="1648" y="3967"/>
                  </a:lnTo>
                  <a:lnTo>
                    <a:pt x="1674" y="4321"/>
                  </a:lnTo>
                  <a:lnTo>
                    <a:pt x="1365" y="4698"/>
                  </a:lnTo>
                  <a:lnTo>
                    <a:pt x="658" y="4748"/>
                  </a:lnTo>
                  <a:lnTo>
                    <a:pt x="709" y="5455"/>
                  </a:lnTo>
                  <a:lnTo>
                    <a:pt x="1061" y="5430"/>
                  </a:lnTo>
                  <a:lnTo>
                    <a:pt x="1084" y="5758"/>
                  </a:lnTo>
                  <a:lnTo>
                    <a:pt x="429" y="6159"/>
                  </a:lnTo>
                  <a:lnTo>
                    <a:pt x="381" y="5479"/>
                  </a:lnTo>
                  <a:lnTo>
                    <a:pt x="0" y="5506"/>
                  </a:lnTo>
                  <a:lnTo>
                    <a:pt x="24" y="5833"/>
                  </a:lnTo>
                  <a:lnTo>
                    <a:pt x="49" y="6186"/>
                  </a:lnTo>
                  <a:lnTo>
                    <a:pt x="98" y="6873"/>
                  </a:lnTo>
                  <a:lnTo>
                    <a:pt x="477" y="6846"/>
                  </a:lnTo>
                  <a:lnTo>
                    <a:pt x="812" y="7178"/>
                  </a:lnTo>
                  <a:lnTo>
                    <a:pt x="831" y="7198"/>
                  </a:lnTo>
                  <a:lnTo>
                    <a:pt x="1895" y="7457"/>
                  </a:lnTo>
                  <a:lnTo>
                    <a:pt x="1920" y="7810"/>
                  </a:lnTo>
                  <a:lnTo>
                    <a:pt x="2294" y="7784"/>
                  </a:lnTo>
                  <a:lnTo>
                    <a:pt x="2317" y="7757"/>
                  </a:lnTo>
                  <a:lnTo>
                    <a:pt x="2603" y="7407"/>
                  </a:lnTo>
                  <a:lnTo>
                    <a:pt x="2623" y="7405"/>
                  </a:lnTo>
                  <a:lnTo>
                    <a:pt x="2977" y="7380"/>
                  </a:lnTo>
                  <a:lnTo>
                    <a:pt x="3334" y="7710"/>
                  </a:lnTo>
                  <a:lnTo>
                    <a:pt x="3713" y="8039"/>
                  </a:lnTo>
                  <a:lnTo>
                    <a:pt x="4445" y="8699"/>
                  </a:lnTo>
                  <a:lnTo>
                    <a:pt x="4468" y="9031"/>
                  </a:lnTo>
                  <a:lnTo>
                    <a:pt x="4513" y="9006"/>
                  </a:lnTo>
                  <a:lnTo>
                    <a:pt x="5152" y="8648"/>
                  </a:lnTo>
                  <a:lnTo>
                    <a:pt x="5149" y="8601"/>
                  </a:lnTo>
                  <a:lnTo>
                    <a:pt x="5126" y="8274"/>
                  </a:lnTo>
                  <a:lnTo>
                    <a:pt x="5077" y="7587"/>
                  </a:lnTo>
                  <a:lnTo>
                    <a:pt x="5052" y="7234"/>
                  </a:lnTo>
                  <a:lnTo>
                    <a:pt x="5029" y="6901"/>
                  </a:lnTo>
                  <a:lnTo>
                    <a:pt x="5078" y="6870"/>
                  </a:lnTo>
                  <a:lnTo>
                    <a:pt x="5714" y="6476"/>
                  </a:lnTo>
                  <a:lnTo>
                    <a:pt x="6752" y="6068"/>
                  </a:lnTo>
                  <a:lnTo>
                    <a:pt x="7103" y="6378"/>
                  </a:lnTo>
                  <a:lnTo>
                    <a:pt x="7482" y="6351"/>
                  </a:lnTo>
                  <a:lnTo>
                    <a:pt x="7810" y="6328"/>
                  </a:lnTo>
                  <a:lnTo>
                    <a:pt x="8163" y="6303"/>
                  </a:lnTo>
                  <a:lnTo>
                    <a:pt x="8517" y="6278"/>
                  </a:lnTo>
                  <a:lnTo>
                    <a:pt x="8529" y="6231"/>
                  </a:lnTo>
                  <a:lnTo>
                    <a:pt x="8776" y="5214"/>
                  </a:lnTo>
                  <a:lnTo>
                    <a:pt x="8754" y="4887"/>
                  </a:lnTo>
                  <a:lnTo>
                    <a:pt x="8396" y="4556"/>
                  </a:lnTo>
                  <a:lnTo>
                    <a:pt x="8440" y="4502"/>
                  </a:lnTo>
                  <a:lnTo>
                    <a:pt x="8704" y="4179"/>
                  </a:lnTo>
                  <a:lnTo>
                    <a:pt x="8702" y="4153"/>
                  </a:lnTo>
                  <a:lnTo>
                    <a:pt x="8679" y="3825"/>
                  </a:lnTo>
                  <a:lnTo>
                    <a:pt x="8630" y="3140"/>
                  </a:lnTo>
                  <a:lnTo>
                    <a:pt x="8603" y="2764"/>
                  </a:lnTo>
                  <a:lnTo>
                    <a:pt x="8651" y="2761"/>
                  </a:lnTo>
                  <a:lnTo>
                    <a:pt x="8979" y="2738"/>
                  </a:lnTo>
                  <a:lnTo>
                    <a:pt x="8975" y="2692"/>
                  </a:lnTo>
                  <a:lnTo>
                    <a:pt x="8955" y="2405"/>
                  </a:lnTo>
                  <a:lnTo>
                    <a:pt x="8930" y="2051"/>
                  </a:lnTo>
                  <a:lnTo>
                    <a:pt x="8905" y="1698"/>
                  </a:lnTo>
                  <a:lnTo>
                    <a:pt x="8929" y="1670"/>
                  </a:lnTo>
                  <a:lnTo>
                    <a:pt x="9212" y="1321"/>
                  </a:lnTo>
                  <a:lnTo>
                    <a:pt x="9210" y="1319"/>
                  </a:lnTo>
                  <a:lnTo>
                    <a:pt x="8856" y="1016"/>
                  </a:lnTo>
                  <a:lnTo>
                    <a:pt x="8505" y="1371"/>
                  </a:lnTo>
                  <a:lnTo>
                    <a:pt x="8172" y="1395"/>
                  </a:lnTo>
                  <a:lnTo>
                    <a:pt x="8073"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8"/>
            <p:cNvSpPr/>
            <p:nvPr/>
          </p:nvSpPr>
          <p:spPr>
            <a:xfrm>
              <a:off x="5815035" y="2754191"/>
              <a:ext cx="116737" cy="82366"/>
            </a:xfrm>
            <a:custGeom>
              <a:avLst/>
              <a:gdLst/>
              <a:ahLst/>
              <a:cxnLst/>
              <a:rect l="l" t="t" r="r" b="b"/>
              <a:pathLst>
                <a:path w="5441" h="3839" extrusionOk="0">
                  <a:moveTo>
                    <a:pt x="5441" y="0"/>
                  </a:moveTo>
                  <a:lnTo>
                    <a:pt x="5113" y="23"/>
                  </a:lnTo>
                  <a:lnTo>
                    <a:pt x="4757" y="383"/>
                  </a:lnTo>
                  <a:lnTo>
                    <a:pt x="4429" y="407"/>
                  </a:lnTo>
                  <a:lnTo>
                    <a:pt x="4076" y="432"/>
                  </a:lnTo>
                  <a:lnTo>
                    <a:pt x="3747" y="810"/>
                  </a:lnTo>
                  <a:lnTo>
                    <a:pt x="3393" y="835"/>
                  </a:lnTo>
                  <a:lnTo>
                    <a:pt x="3085" y="1213"/>
                  </a:lnTo>
                  <a:lnTo>
                    <a:pt x="2756" y="1590"/>
                  </a:lnTo>
                  <a:lnTo>
                    <a:pt x="2781" y="1945"/>
                  </a:lnTo>
                  <a:lnTo>
                    <a:pt x="2431" y="2298"/>
                  </a:lnTo>
                  <a:lnTo>
                    <a:pt x="2098" y="2322"/>
                  </a:lnTo>
                  <a:lnTo>
                    <a:pt x="1718" y="2348"/>
                  </a:lnTo>
                  <a:lnTo>
                    <a:pt x="705" y="2421"/>
                  </a:lnTo>
                  <a:lnTo>
                    <a:pt x="350" y="2446"/>
                  </a:lnTo>
                  <a:lnTo>
                    <a:pt x="0" y="2825"/>
                  </a:lnTo>
                  <a:lnTo>
                    <a:pt x="24" y="3158"/>
                  </a:lnTo>
                  <a:lnTo>
                    <a:pt x="449" y="3839"/>
                  </a:lnTo>
                  <a:lnTo>
                    <a:pt x="449" y="3839"/>
                  </a:lnTo>
                  <a:lnTo>
                    <a:pt x="426" y="3505"/>
                  </a:lnTo>
                  <a:lnTo>
                    <a:pt x="398" y="3132"/>
                  </a:lnTo>
                  <a:lnTo>
                    <a:pt x="729" y="2774"/>
                  </a:lnTo>
                  <a:lnTo>
                    <a:pt x="1036" y="2753"/>
                  </a:lnTo>
                  <a:lnTo>
                    <a:pt x="1415" y="2726"/>
                  </a:lnTo>
                  <a:lnTo>
                    <a:pt x="1743" y="2703"/>
                  </a:lnTo>
                  <a:lnTo>
                    <a:pt x="2122" y="2676"/>
                  </a:lnTo>
                  <a:lnTo>
                    <a:pt x="2456" y="2652"/>
                  </a:lnTo>
                  <a:lnTo>
                    <a:pt x="2805" y="2271"/>
                  </a:lnTo>
                  <a:lnTo>
                    <a:pt x="3159" y="2247"/>
                  </a:lnTo>
                  <a:lnTo>
                    <a:pt x="3845" y="2198"/>
                  </a:lnTo>
                  <a:lnTo>
                    <a:pt x="4224" y="2527"/>
                  </a:lnTo>
                  <a:lnTo>
                    <a:pt x="4600" y="2835"/>
                  </a:lnTo>
                  <a:lnTo>
                    <a:pt x="4600" y="2835"/>
                  </a:lnTo>
                  <a:lnTo>
                    <a:pt x="4578" y="2502"/>
                  </a:lnTo>
                  <a:lnTo>
                    <a:pt x="4880" y="2125"/>
                  </a:lnTo>
                  <a:lnTo>
                    <a:pt x="5236" y="1771"/>
                  </a:lnTo>
                  <a:lnTo>
                    <a:pt x="5187" y="1064"/>
                  </a:lnTo>
                  <a:lnTo>
                    <a:pt x="4807" y="1090"/>
                  </a:lnTo>
                  <a:lnTo>
                    <a:pt x="4782" y="737"/>
                  </a:lnTo>
                  <a:lnTo>
                    <a:pt x="5137" y="356"/>
                  </a:lnTo>
                  <a:lnTo>
                    <a:pt x="5441"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28"/>
            <p:cNvSpPr/>
            <p:nvPr/>
          </p:nvSpPr>
          <p:spPr>
            <a:xfrm>
              <a:off x="5877276" y="2936580"/>
              <a:ext cx="40014" cy="37890"/>
            </a:xfrm>
            <a:custGeom>
              <a:avLst/>
              <a:gdLst/>
              <a:ahLst/>
              <a:cxnLst/>
              <a:rect l="l" t="t" r="r" b="b"/>
              <a:pathLst>
                <a:path w="1865" h="1766" extrusionOk="0">
                  <a:moveTo>
                    <a:pt x="1034" y="0"/>
                  </a:moveTo>
                  <a:lnTo>
                    <a:pt x="728" y="397"/>
                  </a:lnTo>
                  <a:lnTo>
                    <a:pt x="347" y="48"/>
                  </a:lnTo>
                  <a:lnTo>
                    <a:pt x="374" y="422"/>
                  </a:lnTo>
                  <a:lnTo>
                    <a:pt x="0" y="449"/>
                  </a:lnTo>
                  <a:lnTo>
                    <a:pt x="23" y="782"/>
                  </a:lnTo>
                  <a:lnTo>
                    <a:pt x="74" y="1490"/>
                  </a:lnTo>
                  <a:lnTo>
                    <a:pt x="802" y="1438"/>
                  </a:lnTo>
                  <a:lnTo>
                    <a:pt x="824" y="1765"/>
                  </a:lnTo>
                  <a:lnTo>
                    <a:pt x="1511" y="1717"/>
                  </a:lnTo>
                  <a:lnTo>
                    <a:pt x="1865" y="1692"/>
                  </a:lnTo>
                  <a:lnTo>
                    <a:pt x="1842" y="1364"/>
                  </a:lnTo>
                  <a:lnTo>
                    <a:pt x="1817" y="1010"/>
                  </a:lnTo>
                  <a:lnTo>
                    <a:pt x="1792" y="657"/>
                  </a:lnTo>
                  <a:lnTo>
                    <a:pt x="1769" y="324"/>
                  </a:lnTo>
                  <a:lnTo>
                    <a:pt x="1414" y="348"/>
                  </a:lnTo>
                  <a:lnTo>
                    <a:pt x="1034"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28"/>
            <p:cNvSpPr/>
            <p:nvPr/>
          </p:nvSpPr>
          <p:spPr>
            <a:xfrm>
              <a:off x="5926193" y="2891867"/>
              <a:ext cx="74964" cy="92256"/>
            </a:xfrm>
            <a:custGeom>
              <a:avLst/>
              <a:gdLst/>
              <a:ahLst/>
              <a:cxnLst/>
              <a:rect l="l" t="t" r="r" b="b"/>
              <a:pathLst>
                <a:path w="3494" h="4300" extrusionOk="0">
                  <a:moveTo>
                    <a:pt x="3394" y="0"/>
                  </a:moveTo>
                  <a:lnTo>
                    <a:pt x="2688" y="50"/>
                  </a:lnTo>
                  <a:lnTo>
                    <a:pt x="2334" y="75"/>
                  </a:lnTo>
                  <a:lnTo>
                    <a:pt x="2026" y="452"/>
                  </a:lnTo>
                  <a:lnTo>
                    <a:pt x="2359" y="428"/>
                  </a:lnTo>
                  <a:lnTo>
                    <a:pt x="2737" y="737"/>
                  </a:lnTo>
                  <a:lnTo>
                    <a:pt x="2408" y="1114"/>
                  </a:lnTo>
                  <a:lnTo>
                    <a:pt x="2075" y="1138"/>
                  </a:lnTo>
                  <a:lnTo>
                    <a:pt x="1721" y="1163"/>
                  </a:lnTo>
                  <a:lnTo>
                    <a:pt x="1746" y="1517"/>
                  </a:lnTo>
                  <a:lnTo>
                    <a:pt x="1769" y="1844"/>
                  </a:lnTo>
                  <a:lnTo>
                    <a:pt x="1415" y="1869"/>
                  </a:lnTo>
                  <a:lnTo>
                    <a:pt x="1038" y="1567"/>
                  </a:lnTo>
                  <a:lnTo>
                    <a:pt x="1367" y="1188"/>
                  </a:lnTo>
                  <a:lnTo>
                    <a:pt x="1342" y="835"/>
                  </a:lnTo>
                  <a:lnTo>
                    <a:pt x="989" y="860"/>
                  </a:lnTo>
                  <a:lnTo>
                    <a:pt x="1014" y="1212"/>
                  </a:lnTo>
                  <a:lnTo>
                    <a:pt x="685" y="1592"/>
                  </a:lnTo>
                  <a:lnTo>
                    <a:pt x="331" y="1617"/>
                  </a:lnTo>
                  <a:lnTo>
                    <a:pt x="0" y="1970"/>
                  </a:lnTo>
                  <a:lnTo>
                    <a:pt x="27" y="2349"/>
                  </a:lnTo>
                  <a:lnTo>
                    <a:pt x="406" y="2678"/>
                  </a:lnTo>
                  <a:lnTo>
                    <a:pt x="76" y="3031"/>
                  </a:lnTo>
                  <a:lnTo>
                    <a:pt x="101" y="3384"/>
                  </a:lnTo>
                  <a:lnTo>
                    <a:pt x="478" y="3691"/>
                  </a:lnTo>
                  <a:lnTo>
                    <a:pt x="1186" y="3642"/>
                  </a:lnTo>
                  <a:lnTo>
                    <a:pt x="1538" y="3617"/>
                  </a:lnTo>
                  <a:lnTo>
                    <a:pt x="1565" y="3992"/>
                  </a:lnTo>
                  <a:lnTo>
                    <a:pt x="1212" y="4017"/>
                  </a:lnTo>
                  <a:lnTo>
                    <a:pt x="1943" y="4299"/>
                  </a:lnTo>
                  <a:lnTo>
                    <a:pt x="2296" y="4274"/>
                  </a:lnTo>
                  <a:lnTo>
                    <a:pt x="1919" y="3966"/>
                  </a:lnTo>
                  <a:lnTo>
                    <a:pt x="2247" y="3567"/>
                  </a:lnTo>
                  <a:lnTo>
                    <a:pt x="2579" y="3543"/>
                  </a:lnTo>
                  <a:lnTo>
                    <a:pt x="2885" y="2833"/>
                  </a:lnTo>
                  <a:lnTo>
                    <a:pt x="2507" y="2529"/>
                  </a:lnTo>
                  <a:lnTo>
                    <a:pt x="3163" y="1746"/>
                  </a:lnTo>
                  <a:lnTo>
                    <a:pt x="3494" y="1393"/>
                  </a:lnTo>
                  <a:lnTo>
                    <a:pt x="3089" y="712"/>
                  </a:lnTo>
                  <a:lnTo>
                    <a:pt x="3420" y="354"/>
                  </a:lnTo>
                  <a:lnTo>
                    <a:pt x="3420" y="354"/>
                  </a:lnTo>
                  <a:lnTo>
                    <a:pt x="3066" y="379"/>
                  </a:lnTo>
                  <a:lnTo>
                    <a:pt x="3394"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28"/>
            <p:cNvSpPr/>
            <p:nvPr/>
          </p:nvSpPr>
          <p:spPr>
            <a:xfrm>
              <a:off x="5922868" y="2993843"/>
              <a:ext cx="31946" cy="22313"/>
            </a:xfrm>
            <a:custGeom>
              <a:avLst/>
              <a:gdLst/>
              <a:ahLst/>
              <a:cxnLst/>
              <a:rect l="l" t="t" r="r" b="b"/>
              <a:pathLst>
                <a:path w="1489" h="1040" extrusionOk="0">
                  <a:moveTo>
                    <a:pt x="708" y="1"/>
                  </a:moveTo>
                  <a:lnTo>
                    <a:pt x="354" y="25"/>
                  </a:lnTo>
                  <a:lnTo>
                    <a:pt x="1" y="50"/>
                  </a:lnTo>
                  <a:lnTo>
                    <a:pt x="25" y="404"/>
                  </a:lnTo>
                  <a:lnTo>
                    <a:pt x="402" y="706"/>
                  </a:lnTo>
                  <a:lnTo>
                    <a:pt x="781" y="1040"/>
                  </a:lnTo>
                  <a:lnTo>
                    <a:pt x="1135" y="1015"/>
                  </a:lnTo>
                  <a:lnTo>
                    <a:pt x="1489" y="990"/>
                  </a:lnTo>
                  <a:lnTo>
                    <a:pt x="1464" y="631"/>
                  </a:lnTo>
                  <a:lnTo>
                    <a:pt x="1086" y="328"/>
                  </a:lnTo>
                  <a:lnTo>
                    <a:pt x="733" y="353"/>
                  </a:lnTo>
                  <a:lnTo>
                    <a:pt x="708"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28"/>
            <p:cNvSpPr/>
            <p:nvPr/>
          </p:nvSpPr>
          <p:spPr>
            <a:xfrm>
              <a:off x="5960800" y="2992234"/>
              <a:ext cx="16220" cy="21798"/>
            </a:xfrm>
            <a:custGeom>
              <a:avLst/>
              <a:gdLst/>
              <a:ahLst/>
              <a:cxnLst/>
              <a:rect l="l" t="t" r="r" b="b"/>
              <a:pathLst>
                <a:path w="756" h="1016" extrusionOk="0">
                  <a:moveTo>
                    <a:pt x="1" y="1"/>
                  </a:moveTo>
                  <a:lnTo>
                    <a:pt x="26" y="354"/>
                  </a:lnTo>
                  <a:lnTo>
                    <a:pt x="48" y="681"/>
                  </a:lnTo>
                  <a:lnTo>
                    <a:pt x="428" y="1015"/>
                  </a:lnTo>
                  <a:lnTo>
                    <a:pt x="402" y="656"/>
                  </a:lnTo>
                  <a:lnTo>
                    <a:pt x="756" y="631"/>
                  </a:lnTo>
                  <a:lnTo>
                    <a:pt x="733" y="304"/>
                  </a:lnTo>
                  <a:lnTo>
                    <a:pt x="379" y="329"/>
                  </a:lnTo>
                  <a:lnTo>
                    <a:pt x="1"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28"/>
            <p:cNvSpPr/>
            <p:nvPr/>
          </p:nvSpPr>
          <p:spPr>
            <a:xfrm>
              <a:off x="5956530" y="3299384"/>
              <a:ext cx="587288" cy="267479"/>
            </a:xfrm>
            <a:custGeom>
              <a:avLst/>
              <a:gdLst/>
              <a:ahLst/>
              <a:cxnLst/>
              <a:rect l="l" t="t" r="r" b="b"/>
              <a:pathLst>
                <a:path w="27373" h="12467" extrusionOk="0">
                  <a:moveTo>
                    <a:pt x="8252" y="1"/>
                  </a:moveTo>
                  <a:lnTo>
                    <a:pt x="7914" y="24"/>
                  </a:lnTo>
                  <a:lnTo>
                    <a:pt x="7898" y="25"/>
                  </a:lnTo>
                  <a:lnTo>
                    <a:pt x="7410" y="134"/>
                  </a:lnTo>
                  <a:lnTo>
                    <a:pt x="7283" y="338"/>
                  </a:lnTo>
                  <a:lnTo>
                    <a:pt x="7287" y="403"/>
                  </a:lnTo>
                  <a:lnTo>
                    <a:pt x="6933" y="784"/>
                  </a:lnTo>
                  <a:lnTo>
                    <a:pt x="6912" y="786"/>
                  </a:lnTo>
                  <a:lnTo>
                    <a:pt x="6605" y="807"/>
                  </a:lnTo>
                  <a:lnTo>
                    <a:pt x="6580" y="454"/>
                  </a:lnTo>
                  <a:lnTo>
                    <a:pt x="6204" y="146"/>
                  </a:lnTo>
                  <a:lnTo>
                    <a:pt x="6186" y="155"/>
                  </a:lnTo>
                  <a:lnTo>
                    <a:pt x="5519" y="528"/>
                  </a:lnTo>
                  <a:lnTo>
                    <a:pt x="5186" y="907"/>
                  </a:lnTo>
                  <a:lnTo>
                    <a:pt x="4883" y="1283"/>
                  </a:lnTo>
                  <a:lnTo>
                    <a:pt x="3844" y="2042"/>
                  </a:lnTo>
                  <a:lnTo>
                    <a:pt x="3516" y="2065"/>
                  </a:lnTo>
                  <a:lnTo>
                    <a:pt x="3161" y="2446"/>
                  </a:lnTo>
                  <a:lnTo>
                    <a:pt x="3141" y="2447"/>
                  </a:lnTo>
                  <a:lnTo>
                    <a:pt x="2833" y="2469"/>
                  </a:lnTo>
                  <a:lnTo>
                    <a:pt x="2151" y="2873"/>
                  </a:lnTo>
                  <a:lnTo>
                    <a:pt x="2126" y="2874"/>
                  </a:lnTo>
                  <a:lnTo>
                    <a:pt x="1445" y="2923"/>
                  </a:lnTo>
                  <a:lnTo>
                    <a:pt x="1087" y="2592"/>
                  </a:lnTo>
                  <a:lnTo>
                    <a:pt x="1073" y="2601"/>
                  </a:lnTo>
                  <a:lnTo>
                    <a:pt x="404" y="2997"/>
                  </a:lnTo>
                  <a:lnTo>
                    <a:pt x="378" y="2643"/>
                  </a:lnTo>
                  <a:lnTo>
                    <a:pt x="1" y="2314"/>
                  </a:lnTo>
                  <a:lnTo>
                    <a:pt x="2" y="2334"/>
                  </a:lnTo>
                  <a:lnTo>
                    <a:pt x="51" y="3021"/>
                  </a:lnTo>
                  <a:lnTo>
                    <a:pt x="454" y="3704"/>
                  </a:lnTo>
                  <a:lnTo>
                    <a:pt x="808" y="3679"/>
                  </a:lnTo>
                  <a:lnTo>
                    <a:pt x="856" y="4365"/>
                  </a:lnTo>
                  <a:lnTo>
                    <a:pt x="1233" y="4668"/>
                  </a:lnTo>
                  <a:lnTo>
                    <a:pt x="1593" y="5024"/>
                  </a:lnTo>
                  <a:lnTo>
                    <a:pt x="1642" y="5710"/>
                  </a:lnTo>
                  <a:lnTo>
                    <a:pt x="1666" y="6064"/>
                  </a:lnTo>
                  <a:lnTo>
                    <a:pt x="2063" y="6365"/>
                  </a:lnTo>
                  <a:lnTo>
                    <a:pt x="2446" y="7049"/>
                  </a:lnTo>
                  <a:lnTo>
                    <a:pt x="2871" y="7729"/>
                  </a:lnTo>
                  <a:lnTo>
                    <a:pt x="3229" y="8059"/>
                  </a:lnTo>
                  <a:lnTo>
                    <a:pt x="3557" y="8037"/>
                  </a:lnTo>
                  <a:lnTo>
                    <a:pt x="3591" y="8083"/>
                  </a:lnTo>
                  <a:lnTo>
                    <a:pt x="3823" y="8400"/>
                  </a:lnTo>
                  <a:lnTo>
                    <a:pt x="4150" y="8659"/>
                  </a:lnTo>
                  <a:lnTo>
                    <a:pt x="4487" y="9063"/>
                  </a:lnTo>
                  <a:lnTo>
                    <a:pt x="4716" y="9355"/>
                  </a:lnTo>
                  <a:lnTo>
                    <a:pt x="5054" y="9331"/>
                  </a:lnTo>
                  <a:lnTo>
                    <a:pt x="5070" y="9330"/>
                  </a:lnTo>
                  <a:lnTo>
                    <a:pt x="5368" y="9570"/>
                  </a:lnTo>
                  <a:lnTo>
                    <a:pt x="5475" y="9657"/>
                  </a:lnTo>
                  <a:lnTo>
                    <a:pt x="6160" y="9609"/>
                  </a:lnTo>
                  <a:lnTo>
                    <a:pt x="6869" y="9558"/>
                  </a:lnTo>
                  <a:lnTo>
                    <a:pt x="7197" y="9180"/>
                  </a:lnTo>
                  <a:lnTo>
                    <a:pt x="7172" y="8827"/>
                  </a:lnTo>
                  <a:lnTo>
                    <a:pt x="7274" y="8652"/>
                  </a:lnTo>
                  <a:lnTo>
                    <a:pt x="7474" y="8450"/>
                  </a:lnTo>
                  <a:lnTo>
                    <a:pt x="8161" y="8401"/>
                  </a:lnTo>
                  <a:lnTo>
                    <a:pt x="8536" y="8375"/>
                  </a:lnTo>
                  <a:lnTo>
                    <a:pt x="8852" y="8352"/>
                  </a:lnTo>
                  <a:lnTo>
                    <a:pt x="8869" y="8351"/>
                  </a:lnTo>
                  <a:lnTo>
                    <a:pt x="9163" y="8593"/>
                  </a:lnTo>
                  <a:lnTo>
                    <a:pt x="9269" y="8679"/>
                  </a:lnTo>
                  <a:lnTo>
                    <a:pt x="9621" y="8654"/>
                  </a:lnTo>
                  <a:lnTo>
                    <a:pt x="10303" y="8606"/>
                  </a:lnTo>
                  <a:lnTo>
                    <a:pt x="10308" y="8606"/>
                  </a:lnTo>
                  <a:lnTo>
                    <a:pt x="10317" y="8619"/>
                  </a:lnTo>
                  <a:lnTo>
                    <a:pt x="10519" y="8919"/>
                  </a:lnTo>
                  <a:lnTo>
                    <a:pt x="10746" y="9117"/>
                  </a:lnTo>
                  <a:lnTo>
                    <a:pt x="10855" y="9325"/>
                  </a:lnTo>
                  <a:lnTo>
                    <a:pt x="11417" y="9566"/>
                  </a:lnTo>
                  <a:lnTo>
                    <a:pt x="11776" y="9635"/>
                  </a:lnTo>
                  <a:lnTo>
                    <a:pt x="12181" y="9606"/>
                  </a:lnTo>
                  <a:lnTo>
                    <a:pt x="12412" y="9899"/>
                  </a:lnTo>
                  <a:lnTo>
                    <a:pt x="12319" y="10214"/>
                  </a:lnTo>
                  <a:lnTo>
                    <a:pt x="12708" y="10614"/>
                  </a:lnTo>
                  <a:lnTo>
                    <a:pt x="12775" y="10683"/>
                  </a:lnTo>
                  <a:lnTo>
                    <a:pt x="12753" y="10694"/>
                  </a:lnTo>
                  <a:lnTo>
                    <a:pt x="12501" y="10817"/>
                  </a:lnTo>
                  <a:lnTo>
                    <a:pt x="12481" y="10827"/>
                  </a:lnTo>
                  <a:lnTo>
                    <a:pt x="12276" y="10928"/>
                  </a:lnTo>
                  <a:lnTo>
                    <a:pt x="12442" y="11172"/>
                  </a:lnTo>
                  <a:lnTo>
                    <a:pt x="12442" y="11172"/>
                  </a:lnTo>
                  <a:lnTo>
                    <a:pt x="12376" y="11020"/>
                  </a:lnTo>
                  <a:lnTo>
                    <a:pt x="13191" y="11527"/>
                  </a:lnTo>
                  <a:lnTo>
                    <a:pt x="13242" y="11571"/>
                  </a:lnTo>
                  <a:lnTo>
                    <a:pt x="13340" y="11569"/>
                  </a:lnTo>
                  <a:lnTo>
                    <a:pt x="13686" y="11847"/>
                  </a:lnTo>
                  <a:lnTo>
                    <a:pt x="13923" y="11830"/>
                  </a:lnTo>
                  <a:lnTo>
                    <a:pt x="14300" y="12138"/>
                  </a:lnTo>
                  <a:lnTo>
                    <a:pt x="14638" y="12451"/>
                  </a:lnTo>
                  <a:lnTo>
                    <a:pt x="14686" y="12467"/>
                  </a:lnTo>
                  <a:lnTo>
                    <a:pt x="15340" y="12420"/>
                  </a:lnTo>
                  <a:lnTo>
                    <a:pt x="15719" y="12393"/>
                  </a:lnTo>
                  <a:lnTo>
                    <a:pt x="16072" y="12368"/>
                  </a:lnTo>
                  <a:lnTo>
                    <a:pt x="16214" y="12359"/>
                  </a:lnTo>
                  <a:lnTo>
                    <a:pt x="17091" y="11989"/>
                  </a:lnTo>
                  <a:lnTo>
                    <a:pt x="17398" y="11967"/>
                  </a:lnTo>
                  <a:lnTo>
                    <a:pt x="17163" y="11674"/>
                  </a:lnTo>
                  <a:lnTo>
                    <a:pt x="17370" y="11566"/>
                  </a:lnTo>
                  <a:lnTo>
                    <a:pt x="17394" y="11229"/>
                  </a:lnTo>
                  <a:lnTo>
                    <a:pt x="17929" y="11123"/>
                  </a:lnTo>
                  <a:lnTo>
                    <a:pt x="18428" y="11156"/>
                  </a:lnTo>
                  <a:lnTo>
                    <a:pt x="18808" y="11130"/>
                  </a:lnTo>
                  <a:lnTo>
                    <a:pt x="19161" y="11104"/>
                  </a:lnTo>
                  <a:lnTo>
                    <a:pt x="19817" y="10703"/>
                  </a:lnTo>
                  <a:lnTo>
                    <a:pt x="20146" y="10324"/>
                  </a:lnTo>
                  <a:lnTo>
                    <a:pt x="20829" y="9921"/>
                  </a:lnTo>
                  <a:lnTo>
                    <a:pt x="21156" y="9542"/>
                  </a:lnTo>
                  <a:lnTo>
                    <a:pt x="21465" y="9165"/>
                  </a:lnTo>
                  <a:lnTo>
                    <a:pt x="21442" y="8838"/>
                  </a:lnTo>
                  <a:lnTo>
                    <a:pt x="21797" y="8457"/>
                  </a:lnTo>
                  <a:lnTo>
                    <a:pt x="22124" y="8434"/>
                  </a:lnTo>
                  <a:lnTo>
                    <a:pt x="22478" y="8409"/>
                  </a:lnTo>
                  <a:lnTo>
                    <a:pt x="23185" y="8359"/>
                  </a:lnTo>
                  <a:lnTo>
                    <a:pt x="23539" y="8334"/>
                  </a:lnTo>
                  <a:lnTo>
                    <a:pt x="23893" y="8309"/>
                  </a:lnTo>
                  <a:lnTo>
                    <a:pt x="24226" y="8285"/>
                  </a:lnTo>
                  <a:lnTo>
                    <a:pt x="24251" y="8639"/>
                  </a:lnTo>
                  <a:lnTo>
                    <a:pt x="24603" y="8614"/>
                  </a:lnTo>
                  <a:lnTo>
                    <a:pt x="24627" y="8633"/>
                  </a:lnTo>
                  <a:lnTo>
                    <a:pt x="24746" y="8624"/>
                  </a:lnTo>
                  <a:lnTo>
                    <a:pt x="25043" y="8882"/>
                  </a:lnTo>
                  <a:lnTo>
                    <a:pt x="25665" y="8540"/>
                  </a:lnTo>
                  <a:lnTo>
                    <a:pt x="25753" y="8572"/>
                  </a:lnTo>
                  <a:lnTo>
                    <a:pt x="25810" y="8537"/>
                  </a:lnTo>
                  <a:lnTo>
                    <a:pt x="25876" y="8497"/>
                  </a:lnTo>
                  <a:lnTo>
                    <a:pt x="26050" y="8686"/>
                  </a:lnTo>
                  <a:lnTo>
                    <a:pt x="26395" y="8816"/>
                  </a:lnTo>
                  <a:lnTo>
                    <a:pt x="26454" y="8952"/>
                  </a:lnTo>
                  <a:lnTo>
                    <a:pt x="26511" y="8453"/>
                  </a:lnTo>
                  <a:lnTo>
                    <a:pt x="26375" y="8228"/>
                  </a:lnTo>
                  <a:lnTo>
                    <a:pt x="26466" y="7818"/>
                  </a:lnTo>
                  <a:lnTo>
                    <a:pt x="26631" y="7498"/>
                  </a:lnTo>
                  <a:lnTo>
                    <a:pt x="26938" y="7476"/>
                  </a:lnTo>
                  <a:lnTo>
                    <a:pt x="26814" y="7057"/>
                  </a:lnTo>
                  <a:lnTo>
                    <a:pt x="27009" y="6781"/>
                  </a:lnTo>
                  <a:lnTo>
                    <a:pt x="27372" y="6520"/>
                  </a:lnTo>
                  <a:lnTo>
                    <a:pt x="27297" y="6276"/>
                  </a:lnTo>
                  <a:lnTo>
                    <a:pt x="27133" y="6538"/>
                  </a:lnTo>
                  <a:lnTo>
                    <a:pt x="26983" y="6025"/>
                  </a:lnTo>
                  <a:lnTo>
                    <a:pt x="26881" y="6033"/>
                  </a:lnTo>
                  <a:lnTo>
                    <a:pt x="26624" y="6051"/>
                  </a:lnTo>
                  <a:lnTo>
                    <a:pt x="26295" y="6074"/>
                  </a:lnTo>
                  <a:lnTo>
                    <a:pt x="26138" y="6084"/>
                  </a:lnTo>
                  <a:lnTo>
                    <a:pt x="25968" y="6097"/>
                  </a:lnTo>
                  <a:lnTo>
                    <a:pt x="25941" y="6098"/>
                  </a:lnTo>
                  <a:lnTo>
                    <a:pt x="25564" y="5771"/>
                  </a:lnTo>
                  <a:lnTo>
                    <a:pt x="25185" y="5442"/>
                  </a:lnTo>
                  <a:lnTo>
                    <a:pt x="24808" y="5139"/>
                  </a:lnTo>
                  <a:lnTo>
                    <a:pt x="24501" y="5161"/>
                  </a:lnTo>
                  <a:lnTo>
                    <a:pt x="24475" y="5163"/>
                  </a:lnTo>
                  <a:lnTo>
                    <a:pt x="24051" y="4482"/>
                  </a:lnTo>
                  <a:lnTo>
                    <a:pt x="23740" y="4833"/>
                  </a:lnTo>
                  <a:lnTo>
                    <a:pt x="23553" y="5066"/>
                  </a:lnTo>
                  <a:lnTo>
                    <a:pt x="23460" y="5234"/>
                  </a:lnTo>
                  <a:lnTo>
                    <a:pt x="22423" y="5637"/>
                  </a:lnTo>
                  <a:lnTo>
                    <a:pt x="22425" y="5622"/>
                  </a:lnTo>
                  <a:lnTo>
                    <a:pt x="22376" y="5640"/>
                  </a:lnTo>
                  <a:lnTo>
                    <a:pt x="22354" y="5313"/>
                  </a:lnTo>
                  <a:lnTo>
                    <a:pt x="22303" y="4605"/>
                  </a:lnTo>
                  <a:lnTo>
                    <a:pt x="21973" y="4957"/>
                  </a:lnTo>
                  <a:lnTo>
                    <a:pt x="21645" y="4981"/>
                  </a:lnTo>
                  <a:lnTo>
                    <a:pt x="21285" y="4691"/>
                  </a:lnTo>
                  <a:lnTo>
                    <a:pt x="20631" y="5053"/>
                  </a:lnTo>
                  <a:lnTo>
                    <a:pt x="20658" y="5433"/>
                  </a:lnTo>
                  <a:lnTo>
                    <a:pt x="20327" y="5785"/>
                  </a:lnTo>
                  <a:lnTo>
                    <a:pt x="20324" y="5743"/>
                  </a:lnTo>
                  <a:lnTo>
                    <a:pt x="20280" y="5788"/>
                  </a:lnTo>
                  <a:lnTo>
                    <a:pt x="20231" y="5081"/>
                  </a:lnTo>
                  <a:lnTo>
                    <a:pt x="19888" y="4789"/>
                  </a:lnTo>
                  <a:lnTo>
                    <a:pt x="19570" y="5127"/>
                  </a:lnTo>
                  <a:lnTo>
                    <a:pt x="19237" y="5151"/>
                  </a:lnTo>
                  <a:lnTo>
                    <a:pt x="18910" y="5557"/>
                  </a:lnTo>
                  <a:lnTo>
                    <a:pt x="18885" y="5533"/>
                  </a:lnTo>
                  <a:lnTo>
                    <a:pt x="18863" y="5560"/>
                  </a:lnTo>
                  <a:lnTo>
                    <a:pt x="18483" y="5204"/>
                  </a:lnTo>
                  <a:lnTo>
                    <a:pt x="17823" y="5251"/>
                  </a:lnTo>
                  <a:lnTo>
                    <a:pt x="17775" y="5255"/>
                  </a:lnTo>
                  <a:lnTo>
                    <a:pt x="17420" y="4950"/>
                  </a:lnTo>
                  <a:lnTo>
                    <a:pt x="17020" y="4623"/>
                  </a:lnTo>
                  <a:lnTo>
                    <a:pt x="16662" y="4293"/>
                  </a:lnTo>
                  <a:lnTo>
                    <a:pt x="15955" y="4343"/>
                  </a:lnTo>
                  <a:lnTo>
                    <a:pt x="15224" y="4061"/>
                  </a:lnTo>
                  <a:lnTo>
                    <a:pt x="14843" y="3705"/>
                  </a:lnTo>
                  <a:lnTo>
                    <a:pt x="14100" y="2752"/>
                  </a:lnTo>
                  <a:lnTo>
                    <a:pt x="13807" y="3094"/>
                  </a:lnTo>
                  <a:lnTo>
                    <a:pt x="13782" y="3073"/>
                  </a:lnTo>
                  <a:lnTo>
                    <a:pt x="13761" y="3097"/>
                  </a:lnTo>
                  <a:lnTo>
                    <a:pt x="13383" y="2790"/>
                  </a:lnTo>
                  <a:lnTo>
                    <a:pt x="12670" y="2841"/>
                  </a:lnTo>
                  <a:lnTo>
                    <a:pt x="12499" y="2853"/>
                  </a:lnTo>
                  <a:lnTo>
                    <a:pt x="12369" y="2861"/>
                  </a:lnTo>
                  <a:lnTo>
                    <a:pt x="12746" y="3169"/>
                  </a:lnTo>
                  <a:lnTo>
                    <a:pt x="12694" y="3173"/>
                  </a:lnTo>
                  <a:lnTo>
                    <a:pt x="12392" y="3194"/>
                  </a:lnTo>
                  <a:lnTo>
                    <a:pt x="12084" y="3571"/>
                  </a:lnTo>
                  <a:lnTo>
                    <a:pt x="12108" y="3899"/>
                  </a:lnTo>
                  <a:lnTo>
                    <a:pt x="12055" y="3819"/>
                  </a:lnTo>
                  <a:lnTo>
                    <a:pt x="12055" y="3819"/>
                  </a:lnTo>
                  <a:lnTo>
                    <a:pt x="12061" y="3902"/>
                  </a:lnTo>
                  <a:lnTo>
                    <a:pt x="12061" y="3902"/>
                  </a:lnTo>
                  <a:lnTo>
                    <a:pt x="11659" y="3245"/>
                  </a:lnTo>
                  <a:lnTo>
                    <a:pt x="11283" y="2938"/>
                  </a:lnTo>
                  <a:lnTo>
                    <a:pt x="11277" y="2939"/>
                  </a:lnTo>
                  <a:lnTo>
                    <a:pt x="10622" y="2986"/>
                  </a:lnTo>
                  <a:lnTo>
                    <a:pt x="10574" y="2989"/>
                  </a:lnTo>
                  <a:lnTo>
                    <a:pt x="10574" y="2989"/>
                  </a:lnTo>
                  <a:lnTo>
                    <a:pt x="10904" y="2609"/>
                  </a:lnTo>
                  <a:lnTo>
                    <a:pt x="11232" y="2231"/>
                  </a:lnTo>
                  <a:lnTo>
                    <a:pt x="10853" y="1902"/>
                  </a:lnTo>
                  <a:lnTo>
                    <a:pt x="10194" y="1948"/>
                  </a:lnTo>
                  <a:lnTo>
                    <a:pt x="10146" y="1952"/>
                  </a:lnTo>
                  <a:lnTo>
                    <a:pt x="9434" y="1647"/>
                  </a:lnTo>
                  <a:lnTo>
                    <a:pt x="9081" y="1672"/>
                  </a:lnTo>
                  <a:lnTo>
                    <a:pt x="8702" y="1344"/>
                  </a:lnTo>
                  <a:lnTo>
                    <a:pt x="8348" y="1369"/>
                  </a:lnTo>
                  <a:lnTo>
                    <a:pt x="8326" y="1040"/>
                  </a:lnTo>
                  <a:lnTo>
                    <a:pt x="8301" y="687"/>
                  </a:lnTo>
                  <a:lnTo>
                    <a:pt x="8252"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8"/>
            <p:cNvSpPr/>
            <p:nvPr/>
          </p:nvSpPr>
          <p:spPr>
            <a:xfrm>
              <a:off x="6187815" y="3477138"/>
              <a:ext cx="366473" cy="247569"/>
            </a:xfrm>
            <a:custGeom>
              <a:avLst/>
              <a:gdLst/>
              <a:ahLst/>
              <a:cxnLst/>
              <a:rect l="l" t="t" r="r" b="b"/>
              <a:pathLst>
                <a:path w="17081" h="11539" extrusionOk="0">
                  <a:moveTo>
                    <a:pt x="13446" y="0"/>
                  </a:moveTo>
                  <a:lnTo>
                    <a:pt x="13113" y="24"/>
                  </a:lnTo>
                  <a:lnTo>
                    <a:pt x="12759" y="49"/>
                  </a:lnTo>
                  <a:lnTo>
                    <a:pt x="12405" y="74"/>
                  </a:lnTo>
                  <a:lnTo>
                    <a:pt x="11698" y="124"/>
                  </a:lnTo>
                  <a:lnTo>
                    <a:pt x="11344" y="149"/>
                  </a:lnTo>
                  <a:lnTo>
                    <a:pt x="11017" y="172"/>
                  </a:lnTo>
                  <a:lnTo>
                    <a:pt x="10662" y="553"/>
                  </a:lnTo>
                  <a:lnTo>
                    <a:pt x="10685" y="880"/>
                  </a:lnTo>
                  <a:lnTo>
                    <a:pt x="10376" y="1257"/>
                  </a:lnTo>
                  <a:lnTo>
                    <a:pt x="10049" y="1636"/>
                  </a:lnTo>
                  <a:lnTo>
                    <a:pt x="9366" y="2039"/>
                  </a:lnTo>
                  <a:lnTo>
                    <a:pt x="9037" y="2418"/>
                  </a:lnTo>
                  <a:lnTo>
                    <a:pt x="8381" y="2819"/>
                  </a:lnTo>
                  <a:lnTo>
                    <a:pt x="8028" y="2845"/>
                  </a:lnTo>
                  <a:lnTo>
                    <a:pt x="7648" y="2871"/>
                  </a:lnTo>
                  <a:lnTo>
                    <a:pt x="7149" y="2838"/>
                  </a:lnTo>
                  <a:lnTo>
                    <a:pt x="6614" y="2944"/>
                  </a:lnTo>
                  <a:lnTo>
                    <a:pt x="6590" y="3281"/>
                  </a:lnTo>
                  <a:lnTo>
                    <a:pt x="6383" y="3389"/>
                  </a:lnTo>
                  <a:lnTo>
                    <a:pt x="6618" y="3682"/>
                  </a:lnTo>
                  <a:lnTo>
                    <a:pt x="6311" y="3704"/>
                  </a:lnTo>
                  <a:lnTo>
                    <a:pt x="5434" y="4074"/>
                  </a:lnTo>
                  <a:lnTo>
                    <a:pt x="5292" y="4083"/>
                  </a:lnTo>
                  <a:lnTo>
                    <a:pt x="4939" y="4108"/>
                  </a:lnTo>
                  <a:lnTo>
                    <a:pt x="4560" y="4135"/>
                  </a:lnTo>
                  <a:lnTo>
                    <a:pt x="3906" y="4182"/>
                  </a:lnTo>
                  <a:lnTo>
                    <a:pt x="3878" y="4184"/>
                  </a:lnTo>
                  <a:lnTo>
                    <a:pt x="3858" y="4166"/>
                  </a:lnTo>
                  <a:lnTo>
                    <a:pt x="3520" y="3853"/>
                  </a:lnTo>
                  <a:lnTo>
                    <a:pt x="3143" y="3545"/>
                  </a:lnTo>
                  <a:lnTo>
                    <a:pt x="2906" y="3562"/>
                  </a:lnTo>
                  <a:lnTo>
                    <a:pt x="2789" y="3570"/>
                  </a:lnTo>
                  <a:lnTo>
                    <a:pt x="2462" y="3286"/>
                  </a:lnTo>
                  <a:lnTo>
                    <a:pt x="2411" y="3242"/>
                  </a:lnTo>
                  <a:lnTo>
                    <a:pt x="1596" y="2735"/>
                  </a:lnTo>
                  <a:lnTo>
                    <a:pt x="1662" y="2887"/>
                  </a:lnTo>
                  <a:lnTo>
                    <a:pt x="1846" y="3308"/>
                  </a:lnTo>
                  <a:lnTo>
                    <a:pt x="2100" y="3940"/>
                  </a:lnTo>
                  <a:lnTo>
                    <a:pt x="2106" y="3954"/>
                  </a:lnTo>
                  <a:lnTo>
                    <a:pt x="1822" y="4306"/>
                  </a:lnTo>
                  <a:lnTo>
                    <a:pt x="1803" y="4330"/>
                  </a:lnTo>
                  <a:lnTo>
                    <a:pt x="1836" y="4516"/>
                  </a:lnTo>
                  <a:lnTo>
                    <a:pt x="1836" y="4516"/>
                  </a:lnTo>
                  <a:lnTo>
                    <a:pt x="1476" y="4445"/>
                  </a:lnTo>
                  <a:lnTo>
                    <a:pt x="1408" y="4432"/>
                  </a:lnTo>
                  <a:lnTo>
                    <a:pt x="1447" y="4308"/>
                  </a:lnTo>
                  <a:lnTo>
                    <a:pt x="1502" y="4137"/>
                  </a:lnTo>
                  <a:lnTo>
                    <a:pt x="1184" y="4328"/>
                  </a:lnTo>
                  <a:lnTo>
                    <a:pt x="1095" y="4381"/>
                  </a:lnTo>
                  <a:lnTo>
                    <a:pt x="763" y="4403"/>
                  </a:lnTo>
                  <a:lnTo>
                    <a:pt x="716" y="4407"/>
                  </a:lnTo>
                  <a:lnTo>
                    <a:pt x="741" y="4760"/>
                  </a:lnTo>
                  <a:lnTo>
                    <a:pt x="1146" y="5087"/>
                  </a:lnTo>
                  <a:lnTo>
                    <a:pt x="1169" y="5420"/>
                  </a:lnTo>
                  <a:lnTo>
                    <a:pt x="1191" y="5727"/>
                  </a:lnTo>
                  <a:lnTo>
                    <a:pt x="1195" y="5774"/>
                  </a:lnTo>
                  <a:lnTo>
                    <a:pt x="862" y="5798"/>
                  </a:lnTo>
                  <a:lnTo>
                    <a:pt x="814" y="5801"/>
                  </a:lnTo>
                  <a:lnTo>
                    <a:pt x="862" y="6482"/>
                  </a:lnTo>
                  <a:lnTo>
                    <a:pt x="594" y="7191"/>
                  </a:lnTo>
                  <a:lnTo>
                    <a:pt x="585" y="7212"/>
                  </a:lnTo>
                  <a:lnTo>
                    <a:pt x="268" y="7235"/>
                  </a:lnTo>
                  <a:lnTo>
                    <a:pt x="231" y="7237"/>
                  </a:lnTo>
                  <a:lnTo>
                    <a:pt x="1" y="7794"/>
                  </a:lnTo>
                  <a:lnTo>
                    <a:pt x="1" y="7794"/>
                  </a:lnTo>
                  <a:lnTo>
                    <a:pt x="53" y="7747"/>
                  </a:lnTo>
                  <a:lnTo>
                    <a:pt x="868" y="7903"/>
                  </a:lnTo>
                  <a:lnTo>
                    <a:pt x="1009" y="8181"/>
                  </a:lnTo>
                  <a:lnTo>
                    <a:pt x="1390" y="8531"/>
                  </a:lnTo>
                  <a:lnTo>
                    <a:pt x="1766" y="8838"/>
                  </a:lnTo>
                  <a:lnTo>
                    <a:pt x="1791" y="9192"/>
                  </a:lnTo>
                  <a:lnTo>
                    <a:pt x="1817" y="9567"/>
                  </a:lnTo>
                  <a:lnTo>
                    <a:pt x="2194" y="9874"/>
                  </a:lnTo>
                  <a:lnTo>
                    <a:pt x="2574" y="10203"/>
                  </a:lnTo>
                  <a:lnTo>
                    <a:pt x="2924" y="10507"/>
                  </a:lnTo>
                  <a:lnTo>
                    <a:pt x="3303" y="10836"/>
                  </a:lnTo>
                  <a:lnTo>
                    <a:pt x="3657" y="10811"/>
                  </a:lnTo>
                  <a:lnTo>
                    <a:pt x="3681" y="11164"/>
                  </a:lnTo>
                  <a:lnTo>
                    <a:pt x="4061" y="11137"/>
                  </a:lnTo>
                  <a:lnTo>
                    <a:pt x="4414" y="11468"/>
                  </a:lnTo>
                  <a:lnTo>
                    <a:pt x="4767" y="11443"/>
                  </a:lnTo>
                  <a:lnTo>
                    <a:pt x="5126" y="11419"/>
                  </a:lnTo>
                  <a:lnTo>
                    <a:pt x="5454" y="11395"/>
                  </a:lnTo>
                  <a:lnTo>
                    <a:pt x="6154" y="11539"/>
                  </a:lnTo>
                  <a:lnTo>
                    <a:pt x="6355" y="11430"/>
                  </a:lnTo>
                  <a:lnTo>
                    <a:pt x="6727" y="11001"/>
                  </a:lnTo>
                  <a:lnTo>
                    <a:pt x="7105" y="10567"/>
                  </a:lnTo>
                  <a:lnTo>
                    <a:pt x="7397" y="10338"/>
                  </a:lnTo>
                  <a:lnTo>
                    <a:pt x="7985" y="10296"/>
                  </a:lnTo>
                  <a:lnTo>
                    <a:pt x="8285" y="10176"/>
                  </a:lnTo>
                  <a:lnTo>
                    <a:pt x="8752" y="9766"/>
                  </a:lnTo>
                  <a:lnTo>
                    <a:pt x="9538" y="9497"/>
                  </a:lnTo>
                  <a:lnTo>
                    <a:pt x="9966" y="9869"/>
                  </a:lnTo>
                  <a:lnTo>
                    <a:pt x="10058" y="9768"/>
                  </a:lnTo>
                  <a:lnTo>
                    <a:pt x="10567" y="9638"/>
                  </a:lnTo>
                  <a:lnTo>
                    <a:pt x="10545" y="9331"/>
                  </a:lnTo>
                  <a:lnTo>
                    <a:pt x="10593" y="9328"/>
                  </a:lnTo>
                  <a:lnTo>
                    <a:pt x="10945" y="9303"/>
                  </a:lnTo>
                  <a:lnTo>
                    <a:pt x="11351" y="9274"/>
                  </a:lnTo>
                  <a:lnTo>
                    <a:pt x="11859" y="9426"/>
                  </a:lnTo>
                  <a:lnTo>
                    <a:pt x="12306" y="9502"/>
                  </a:lnTo>
                  <a:lnTo>
                    <a:pt x="12620" y="8803"/>
                  </a:lnTo>
                  <a:lnTo>
                    <a:pt x="12948" y="8425"/>
                  </a:lnTo>
                  <a:lnTo>
                    <a:pt x="13277" y="8045"/>
                  </a:lnTo>
                  <a:lnTo>
                    <a:pt x="13607" y="7693"/>
                  </a:lnTo>
                  <a:lnTo>
                    <a:pt x="13934" y="7288"/>
                  </a:lnTo>
                  <a:lnTo>
                    <a:pt x="13912" y="6981"/>
                  </a:lnTo>
                  <a:lnTo>
                    <a:pt x="14245" y="6958"/>
                  </a:lnTo>
                  <a:lnTo>
                    <a:pt x="14573" y="6559"/>
                  </a:lnTo>
                  <a:lnTo>
                    <a:pt x="14902" y="6179"/>
                  </a:lnTo>
                  <a:lnTo>
                    <a:pt x="14828" y="5139"/>
                  </a:lnTo>
                  <a:lnTo>
                    <a:pt x="15131" y="4763"/>
                  </a:lnTo>
                  <a:lnTo>
                    <a:pt x="15082" y="4082"/>
                  </a:lnTo>
                  <a:lnTo>
                    <a:pt x="15437" y="3702"/>
                  </a:lnTo>
                  <a:lnTo>
                    <a:pt x="15739" y="3319"/>
                  </a:lnTo>
                  <a:lnTo>
                    <a:pt x="16119" y="3292"/>
                  </a:lnTo>
                  <a:lnTo>
                    <a:pt x="16401" y="2917"/>
                  </a:lnTo>
                  <a:lnTo>
                    <a:pt x="16751" y="2563"/>
                  </a:lnTo>
                  <a:lnTo>
                    <a:pt x="17081" y="2184"/>
                  </a:lnTo>
                  <a:lnTo>
                    <a:pt x="17056" y="1830"/>
                  </a:lnTo>
                  <a:lnTo>
                    <a:pt x="16407" y="1025"/>
                  </a:lnTo>
                  <a:lnTo>
                    <a:pt x="16516" y="991"/>
                  </a:lnTo>
                  <a:lnTo>
                    <a:pt x="16397" y="879"/>
                  </a:lnTo>
                  <a:lnTo>
                    <a:pt x="16010" y="791"/>
                  </a:lnTo>
                  <a:lnTo>
                    <a:pt x="15841" y="888"/>
                  </a:lnTo>
                  <a:lnTo>
                    <a:pt x="15784" y="922"/>
                  </a:lnTo>
                  <a:lnTo>
                    <a:pt x="15755" y="855"/>
                  </a:lnTo>
                  <a:lnTo>
                    <a:pt x="15674" y="667"/>
                  </a:lnTo>
                  <a:lnTo>
                    <a:pt x="15615" y="531"/>
                  </a:lnTo>
                  <a:lnTo>
                    <a:pt x="15270" y="401"/>
                  </a:lnTo>
                  <a:lnTo>
                    <a:pt x="15140" y="351"/>
                  </a:lnTo>
                  <a:lnTo>
                    <a:pt x="14973" y="287"/>
                  </a:lnTo>
                  <a:lnTo>
                    <a:pt x="14885" y="255"/>
                  </a:lnTo>
                  <a:lnTo>
                    <a:pt x="14263" y="597"/>
                  </a:lnTo>
                  <a:lnTo>
                    <a:pt x="14201" y="632"/>
                  </a:lnTo>
                  <a:lnTo>
                    <a:pt x="13847" y="348"/>
                  </a:lnTo>
                  <a:lnTo>
                    <a:pt x="13823" y="329"/>
                  </a:lnTo>
                  <a:lnTo>
                    <a:pt x="13471" y="354"/>
                  </a:lnTo>
                  <a:lnTo>
                    <a:pt x="13446"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28"/>
            <p:cNvSpPr/>
            <p:nvPr/>
          </p:nvSpPr>
          <p:spPr>
            <a:xfrm>
              <a:off x="6070285" y="2941965"/>
              <a:ext cx="545129" cy="497692"/>
            </a:xfrm>
            <a:custGeom>
              <a:avLst/>
              <a:gdLst/>
              <a:ahLst/>
              <a:cxnLst/>
              <a:rect l="l" t="t" r="r" b="b"/>
              <a:pathLst>
                <a:path w="25408" h="23197" extrusionOk="0">
                  <a:moveTo>
                    <a:pt x="19313" y="0"/>
                  </a:moveTo>
                  <a:lnTo>
                    <a:pt x="18765" y="227"/>
                  </a:lnTo>
                  <a:lnTo>
                    <a:pt x="18489" y="582"/>
                  </a:lnTo>
                  <a:lnTo>
                    <a:pt x="18372" y="731"/>
                  </a:lnTo>
                  <a:lnTo>
                    <a:pt x="17685" y="779"/>
                  </a:lnTo>
                  <a:lnTo>
                    <a:pt x="17264" y="809"/>
                  </a:lnTo>
                  <a:lnTo>
                    <a:pt x="17171" y="816"/>
                  </a:lnTo>
                  <a:lnTo>
                    <a:pt x="17052" y="542"/>
                  </a:lnTo>
                  <a:lnTo>
                    <a:pt x="16742" y="156"/>
                  </a:lnTo>
                  <a:lnTo>
                    <a:pt x="16229" y="292"/>
                  </a:lnTo>
                  <a:lnTo>
                    <a:pt x="15876" y="317"/>
                  </a:lnTo>
                  <a:lnTo>
                    <a:pt x="15899" y="644"/>
                  </a:lnTo>
                  <a:lnTo>
                    <a:pt x="16252" y="619"/>
                  </a:lnTo>
                  <a:lnTo>
                    <a:pt x="15947" y="1330"/>
                  </a:lnTo>
                  <a:lnTo>
                    <a:pt x="15620" y="1710"/>
                  </a:lnTo>
                  <a:lnTo>
                    <a:pt x="14938" y="1758"/>
                  </a:lnTo>
                  <a:lnTo>
                    <a:pt x="14912" y="1404"/>
                  </a:lnTo>
                  <a:lnTo>
                    <a:pt x="14890" y="1071"/>
                  </a:lnTo>
                  <a:lnTo>
                    <a:pt x="14865" y="717"/>
                  </a:lnTo>
                  <a:lnTo>
                    <a:pt x="13851" y="1479"/>
                  </a:lnTo>
                  <a:lnTo>
                    <a:pt x="13876" y="1833"/>
                  </a:lnTo>
                  <a:lnTo>
                    <a:pt x="13298" y="2370"/>
                  </a:lnTo>
                  <a:lnTo>
                    <a:pt x="13926" y="2540"/>
                  </a:lnTo>
                  <a:lnTo>
                    <a:pt x="13950" y="2867"/>
                  </a:lnTo>
                  <a:lnTo>
                    <a:pt x="13623" y="3272"/>
                  </a:lnTo>
                  <a:lnTo>
                    <a:pt x="13290" y="3296"/>
                  </a:lnTo>
                  <a:lnTo>
                    <a:pt x="13315" y="3649"/>
                  </a:lnTo>
                  <a:lnTo>
                    <a:pt x="13339" y="3977"/>
                  </a:lnTo>
                  <a:lnTo>
                    <a:pt x="13363" y="4331"/>
                  </a:lnTo>
                  <a:lnTo>
                    <a:pt x="12656" y="4381"/>
                  </a:lnTo>
                  <a:lnTo>
                    <a:pt x="12302" y="4405"/>
                  </a:lnTo>
                  <a:lnTo>
                    <a:pt x="12278" y="4052"/>
                  </a:lnTo>
                  <a:lnTo>
                    <a:pt x="11923" y="4078"/>
                  </a:lnTo>
                  <a:lnTo>
                    <a:pt x="10908" y="4504"/>
                  </a:lnTo>
                  <a:lnTo>
                    <a:pt x="10509" y="4177"/>
                  </a:lnTo>
                  <a:lnTo>
                    <a:pt x="10487" y="3849"/>
                  </a:lnTo>
                  <a:lnTo>
                    <a:pt x="10462" y="3496"/>
                  </a:lnTo>
                  <a:lnTo>
                    <a:pt x="10435" y="3116"/>
                  </a:lnTo>
                  <a:lnTo>
                    <a:pt x="10078" y="2812"/>
                  </a:lnTo>
                  <a:lnTo>
                    <a:pt x="10053" y="2457"/>
                  </a:lnTo>
                  <a:lnTo>
                    <a:pt x="8992" y="2533"/>
                  </a:lnTo>
                  <a:lnTo>
                    <a:pt x="8664" y="2912"/>
                  </a:lnTo>
                  <a:lnTo>
                    <a:pt x="8310" y="2937"/>
                  </a:lnTo>
                  <a:lnTo>
                    <a:pt x="7603" y="2632"/>
                  </a:lnTo>
                  <a:lnTo>
                    <a:pt x="7274" y="3010"/>
                  </a:lnTo>
                  <a:lnTo>
                    <a:pt x="6921" y="3035"/>
                  </a:lnTo>
                  <a:lnTo>
                    <a:pt x="6944" y="3363"/>
                  </a:lnTo>
                  <a:lnTo>
                    <a:pt x="6591" y="3388"/>
                  </a:lnTo>
                  <a:lnTo>
                    <a:pt x="6259" y="3793"/>
                  </a:lnTo>
                  <a:lnTo>
                    <a:pt x="5878" y="3437"/>
                  </a:lnTo>
                  <a:lnTo>
                    <a:pt x="5577" y="3841"/>
                  </a:lnTo>
                  <a:lnTo>
                    <a:pt x="5248" y="4219"/>
                  </a:lnTo>
                  <a:lnTo>
                    <a:pt x="4919" y="4572"/>
                  </a:lnTo>
                  <a:lnTo>
                    <a:pt x="4565" y="4598"/>
                  </a:lnTo>
                  <a:lnTo>
                    <a:pt x="4236" y="4975"/>
                  </a:lnTo>
                  <a:lnTo>
                    <a:pt x="3882" y="5000"/>
                  </a:lnTo>
                  <a:lnTo>
                    <a:pt x="3907" y="5354"/>
                  </a:lnTo>
                  <a:lnTo>
                    <a:pt x="3574" y="5378"/>
                  </a:lnTo>
                  <a:lnTo>
                    <a:pt x="2867" y="5427"/>
                  </a:lnTo>
                  <a:lnTo>
                    <a:pt x="2513" y="5452"/>
                  </a:lnTo>
                  <a:lnTo>
                    <a:pt x="1832" y="5857"/>
                  </a:lnTo>
                  <a:lnTo>
                    <a:pt x="1528" y="6594"/>
                  </a:lnTo>
                  <a:lnTo>
                    <a:pt x="1224" y="6945"/>
                  </a:lnTo>
                  <a:lnTo>
                    <a:pt x="1574" y="7250"/>
                  </a:lnTo>
                  <a:lnTo>
                    <a:pt x="1601" y="7630"/>
                  </a:lnTo>
                  <a:lnTo>
                    <a:pt x="1601" y="7630"/>
                  </a:lnTo>
                  <a:lnTo>
                    <a:pt x="1504" y="7588"/>
                  </a:lnTo>
                  <a:lnTo>
                    <a:pt x="984" y="7625"/>
                  </a:lnTo>
                  <a:lnTo>
                    <a:pt x="574" y="7158"/>
                  </a:lnTo>
                  <a:lnTo>
                    <a:pt x="570" y="7459"/>
                  </a:lnTo>
                  <a:lnTo>
                    <a:pt x="566" y="7702"/>
                  </a:lnTo>
                  <a:lnTo>
                    <a:pt x="589" y="8035"/>
                  </a:lnTo>
                  <a:lnTo>
                    <a:pt x="615" y="8389"/>
                  </a:lnTo>
                  <a:lnTo>
                    <a:pt x="641" y="8763"/>
                  </a:lnTo>
                  <a:lnTo>
                    <a:pt x="663" y="9069"/>
                  </a:lnTo>
                  <a:lnTo>
                    <a:pt x="336" y="9475"/>
                  </a:lnTo>
                  <a:lnTo>
                    <a:pt x="1" y="9827"/>
                  </a:lnTo>
                  <a:lnTo>
                    <a:pt x="408" y="10509"/>
                  </a:lnTo>
                  <a:lnTo>
                    <a:pt x="788" y="10837"/>
                  </a:lnTo>
                  <a:lnTo>
                    <a:pt x="811" y="11171"/>
                  </a:lnTo>
                  <a:lnTo>
                    <a:pt x="1163" y="11502"/>
                  </a:lnTo>
                  <a:lnTo>
                    <a:pt x="1190" y="11499"/>
                  </a:lnTo>
                  <a:lnTo>
                    <a:pt x="1544" y="11475"/>
                  </a:lnTo>
                  <a:lnTo>
                    <a:pt x="1188" y="11855"/>
                  </a:lnTo>
                  <a:lnTo>
                    <a:pt x="1213" y="12209"/>
                  </a:lnTo>
                  <a:lnTo>
                    <a:pt x="1239" y="12563"/>
                  </a:lnTo>
                  <a:lnTo>
                    <a:pt x="1668" y="13243"/>
                  </a:lnTo>
                  <a:lnTo>
                    <a:pt x="1692" y="13571"/>
                  </a:lnTo>
                  <a:lnTo>
                    <a:pt x="1766" y="14611"/>
                  </a:lnTo>
                  <a:lnTo>
                    <a:pt x="1792" y="14991"/>
                  </a:lnTo>
                  <a:lnTo>
                    <a:pt x="1816" y="15318"/>
                  </a:lnTo>
                  <a:lnTo>
                    <a:pt x="2143" y="15295"/>
                  </a:lnTo>
                  <a:lnTo>
                    <a:pt x="1840" y="15672"/>
                  </a:lnTo>
                  <a:lnTo>
                    <a:pt x="1915" y="16733"/>
                  </a:lnTo>
                  <a:lnTo>
                    <a:pt x="1939" y="17066"/>
                  </a:lnTo>
                  <a:lnTo>
                    <a:pt x="1957" y="17036"/>
                  </a:lnTo>
                  <a:lnTo>
                    <a:pt x="1981" y="16997"/>
                  </a:lnTo>
                  <a:lnTo>
                    <a:pt x="2108" y="16793"/>
                  </a:lnTo>
                  <a:lnTo>
                    <a:pt x="2596" y="16684"/>
                  </a:lnTo>
                  <a:lnTo>
                    <a:pt x="2612" y="16683"/>
                  </a:lnTo>
                  <a:lnTo>
                    <a:pt x="2950" y="16660"/>
                  </a:lnTo>
                  <a:lnTo>
                    <a:pt x="2999" y="17346"/>
                  </a:lnTo>
                  <a:lnTo>
                    <a:pt x="3024" y="17699"/>
                  </a:lnTo>
                  <a:lnTo>
                    <a:pt x="3046" y="18028"/>
                  </a:lnTo>
                  <a:lnTo>
                    <a:pt x="3400" y="18003"/>
                  </a:lnTo>
                  <a:lnTo>
                    <a:pt x="3779" y="18331"/>
                  </a:lnTo>
                  <a:lnTo>
                    <a:pt x="4132" y="18306"/>
                  </a:lnTo>
                  <a:lnTo>
                    <a:pt x="4844" y="18611"/>
                  </a:lnTo>
                  <a:lnTo>
                    <a:pt x="4892" y="18607"/>
                  </a:lnTo>
                  <a:lnTo>
                    <a:pt x="5551" y="18561"/>
                  </a:lnTo>
                  <a:lnTo>
                    <a:pt x="5930" y="18890"/>
                  </a:lnTo>
                  <a:lnTo>
                    <a:pt x="5602" y="19268"/>
                  </a:lnTo>
                  <a:lnTo>
                    <a:pt x="5272" y="19648"/>
                  </a:lnTo>
                  <a:lnTo>
                    <a:pt x="5272" y="19648"/>
                  </a:lnTo>
                  <a:lnTo>
                    <a:pt x="5320" y="19645"/>
                  </a:lnTo>
                  <a:lnTo>
                    <a:pt x="5975" y="19598"/>
                  </a:lnTo>
                  <a:lnTo>
                    <a:pt x="5981" y="19597"/>
                  </a:lnTo>
                  <a:lnTo>
                    <a:pt x="6357" y="19904"/>
                  </a:lnTo>
                  <a:lnTo>
                    <a:pt x="6759" y="20561"/>
                  </a:lnTo>
                  <a:lnTo>
                    <a:pt x="6759" y="20561"/>
                  </a:lnTo>
                  <a:lnTo>
                    <a:pt x="6753" y="20478"/>
                  </a:lnTo>
                  <a:lnTo>
                    <a:pt x="6736" y="20233"/>
                  </a:lnTo>
                  <a:lnTo>
                    <a:pt x="7038" y="19857"/>
                  </a:lnTo>
                  <a:lnTo>
                    <a:pt x="7090" y="19853"/>
                  </a:lnTo>
                  <a:lnTo>
                    <a:pt x="7392" y="19832"/>
                  </a:lnTo>
                  <a:lnTo>
                    <a:pt x="7015" y="19525"/>
                  </a:lnTo>
                  <a:lnTo>
                    <a:pt x="7197" y="19512"/>
                  </a:lnTo>
                  <a:lnTo>
                    <a:pt x="7368" y="19500"/>
                  </a:lnTo>
                  <a:lnTo>
                    <a:pt x="8081" y="19449"/>
                  </a:lnTo>
                  <a:lnTo>
                    <a:pt x="8459" y="19756"/>
                  </a:lnTo>
                  <a:lnTo>
                    <a:pt x="8480" y="19732"/>
                  </a:lnTo>
                  <a:lnTo>
                    <a:pt x="8788" y="19399"/>
                  </a:lnTo>
                  <a:lnTo>
                    <a:pt x="8798" y="19411"/>
                  </a:lnTo>
                  <a:lnTo>
                    <a:pt x="9541" y="20364"/>
                  </a:lnTo>
                  <a:lnTo>
                    <a:pt x="9922" y="20720"/>
                  </a:lnTo>
                  <a:lnTo>
                    <a:pt x="10653" y="21002"/>
                  </a:lnTo>
                  <a:lnTo>
                    <a:pt x="11360" y="20952"/>
                  </a:lnTo>
                  <a:lnTo>
                    <a:pt x="11718" y="21282"/>
                  </a:lnTo>
                  <a:lnTo>
                    <a:pt x="12118" y="21609"/>
                  </a:lnTo>
                  <a:lnTo>
                    <a:pt x="12473" y="21914"/>
                  </a:lnTo>
                  <a:lnTo>
                    <a:pt x="12521" y="21910"/>
                  </a:lnTo>
                  <a:lnTo>
                    <a:pt x="13181" y="21863"/>
                  </a:lnTo>
                  <a:lnTo>
                    <a:pt x="13561" y="22219"/>
                  </a:lnTo>
                  <a:lnTo>
                    <a:pt x="13583" y="22192"/>
                  </a:lnTo>
                  <a:lnTo>
                    <a:pt x="13888" y="21813"/>
                  </a:lnTo>
                  <a:lnTo>
                    <a:pt x="14216" y="21791"/>
                  </a:lnTo>
                  <a:lnTo>
                    <a:pt x="14573" y="21436"/>
                  </a:lnTo>
                  <a:lnTo>
                    <a:pt x="14586" y="21448"/>
                  </a:lnTo>
                  <a:lnTo>
                    <a:pt x="14929" y="21740"/>
                  </a:lnTo>
                  <a:lnTo>
                    <a:pt x="14978" y="22447"/>
                  </a:lnTo>
                  <a:lnTo>
                    <a:pt x="15022" y="22402"/>
                  </a:lnTo>
                  <a:lnTo>
                    <a:pt x="15308" y="22096"/>
                  </a:lnTo>
                  <a:lnTo>
                    <a:pt x="15281" y="21715"/>
                  </a:lnTo>
                  <a:lnTo>
                    <a:pt x="15966" y="21337"/>
                  </a:lnTo>
                  <a:lnTo>
                    <a:pt x="15983" y="21350"/>
                  </a:lnTo>
                  <a:lnTo>
                    <a:pt x="16343" y="21640"/>
                  </a:lnTo>
                  <a:lnTo>
                    <a:pt x="16671" y="21616"/>
                  </a:lnTo>
                  <a:lnTo>
                    <a:pt x="17001" y="21264"/>
                  </a:lnTo>
                  <a:lnTo>
                    <a:pt x="17052" y="21972"/>
                  </a:lnTo>
                  <a:lnTo>
                    <a:pt x="17074" y="22299"/>
                  </a:lnTo>
                  <a:lnTo>
                    <a:pt x="17123" y="22281"/>
                  </a:lnTo>
                  <a:lnTo>
                    <a:pt x="18112" y="21897"/>
                  </a:lnTo>
                  <a:lnTo>
                    <a:pt x="18251" y="21725"/>
                  </a:lnTo>
                  <a:lnTo>
                    <a:pt x="18438" y="21492"/>
                  </a:lnTo>
                  <a:lnTo>
                    <a:pt x="18749" y="21141"/>
                  </a:lnTo>
                  <a:lnTo>
                    <a:pt x="19173" y="21822"/>
                  </a:lnTo>
                  <a:lnTo>
                    <a:pt x="19199" y="21820"/>
                  </a:lnTo>
                  <a:lnTo>
                    <a:pt x="19506" y="21798"/>
                  </a:lnTo>
                  <a:lnTo>
                    <a:pt x="19883" y="22101"/>
                  </a:lnTo>
                  <a:lnTo>
                    <a:pt x="20262" y="22430"/>
                  </a:lnTo>
                  <a:lnTo>
                    <a:pt x="20639" y="22757"/>
                  </a:lnTo>
                  <a:lnTo>
                    <a:pt x="20666" y="22756"/>
                  </a:lnTo>
                  <a:lnTo>
                    <a:pt x="20836" y="22743"/>
                  </a:lnTo>
                  <a:lnTo>
                    <a:pt x="20993" y="22733"/>
                  </a:lnTo>
                  <a:lnTo>
                    <a:pt x="21322" y="22710"/>
                  </a:lnTo>
                  <a:lnTo>
                    <a:pt x="21579" y="22692"/>
                  </a:lnTo>
                  <a:lnTo>
                    <a:pt x="21681" y="22684"/>
                  </a:lnTo>
                  <a:lnTo>
                    <a:pt x="21831" y="23197"/>
                  </a:lnTo>
                  <a:lnTo>
                    <a:pt x="21995" y="22935"/>
                  </a:lnTo>
                  <a:lnTo>
                    <a:pt x="22174" y="22649"/>
                  </a:lnTo>
                  <a:lnTo>
                    <a:pt x="22121" y="22277"/>
                  </a:lnTo>
                  <a:lnTo>
                    <a:pt x="22196" y="21984"/>
                  </a:lnTo>
                  <a:lnTo>
                    <a:pt x="22167" y="21584"/>
                  </a:lnTo>
                  <a:lnTo>
                    <a:pt x="22146" y="21277"/>
                  </a:lnTo>
                  <a:lnTo>
                    <a:pt x="22258" y="20511"/>
                  </a:lnTo>
                  <a:lnTo>
                    <a:pt x="22368" y="20054"/>
                  </a:lnTo>
                  <a:lnTo>
                    <a:pt x="22645" y="19632"/>
                  </a:lnTo>
                  <a:lnTo>
                    <a:pt x="23019" y="19512"/>
                  </a:lnTo>
                  <a:lnTo>
                    <a:pt x="23283" y="18876"/>
                  </a:lnTo>
                  <a:lnTo>
                    <a:pt x="23469" y="18481"/>
                  </a:lnTo>
                  <a:lnTo>
                    <a:pt x="24133" y="17817"/>
                  </a:lnTo>
                  <a:lnTo>
                    <a:pt x="24821" y="17863"/>
                  </a:lnTo>
                  <a:lnTo>
                    <a:pt x="25201" y="17554"/>
                  </a:lnTo>
                  <a:lnTo>
                    <a:pt x="25408" y="16782"/>
                  </a:lnTo>
                  <a:lnTo>
                    <a:pt x="25113" y="16306"/>
                  </a:lnTo>
                  <a:lnTo>
                    <a:pt x="24844" y="16204"/>
                  </a:lnTo>
                  <a:lnTo>
                    <a:pt x="24812" y="15758"/>
                  </a:lnTo>
                  <a:lnTo>
                    <a:pt x="25064" y="15619"/>
                  </a:lnTo>
                  <a:lnTo>
                    <a:pt x="24393" y="14861"/>
                  </a:lnTo>
                  <a:lnTo>
                    <a:pt x="24102" y="14360"/>
                  </a:lnTo>
                  <a:lnTo>
                    <a:pt x="23578" y="14041"/>
                  </a:lnTo>
                  <a:lnTo>
                    <a:pt x="23751" y="13747"/>
                  </a:lnTo>
                  <a:lnTo>
                    <a:pt x="23538" y="13474"/>
                  </a:lnTo>
                  <a:lnTo>
                    <a:pt x="23705" y="12444"/>
                  </a:lnTo>
                  <a:lnTo>
                    <a:pt x="23637" y="12373"/>
                  </a:lnTo>
                  <a:lnTo>
                    <a:pt x="23576" y="12312"/>
                  </a:lnTo>
                  <a:lnTo>
                    <a:pt x="23559" y="12077"/>
                  </a:lnTo>
                  <a:lnTo>
                    <a:pt x="23718" y="10994"/>
                  </a:lnTo>
                  <a:lnTo>
                    <a:pt x="23094" y="10898"/>
                  </a:lnTo>
                  <a:lnTo>
                    <a:pt x="22784" y="10497"/>
                  </a:lnTo>
                  <a:lnTo>
                    <a:pt x="24017" y="9531"/>
                  </a:lnTo>
                  <a:lnTo>
                    <a:pt x="24121" y="9198"/>
                  </a:lnTo>
                  <a:lnTo>
                    <a:pt x="24136" y="9148"/>
                  </a:lnTo>
                  <a:lnTo>
                    <a:pt x="24213" y="8900"/>
                  </a:lnTo>
                  <a:lnTo>
                    <a:pt x="24133" y="7767"/>
                  </a:lnTo>
                  <a:lnTo>
                    <a:pt x="24018" y="7473"/>
                  </a:lnTo>
                  <a:lnTo>
                    <a:pt x="23872" y="7101"/>
                  </a:lnTo>
                  <a:lnTo>
                    <a:pt x="23666" y="6857"/>
                  </a:lnTo>
                  <a:lnTo>
                    <a:pt x="23227" y="6336"/>
                  </a:lnTo>
                  <a:lnTo>
                    <a:pt x="23016" y="6095"/>
                  </a:lnTo>
                  <a:lnTo>
                    <a:pt x="22944" y="5080"/>
                  </a:lnTo>
                  <a:lnTo>
                    <a:pt x="22667" y="4860"/>
                  </a:lnTo>
                  <a:lnTo>
                    <a:pt x="22516" y="4347"/>
                  </a:lnTo>
                  <a:lnTo>
                    <a:pt x="22475" y="3760"/>
                  </a:lnTo>
                  <a:lnTo>
                    <a:pt x="22463" y="3593"/>
                  </a:lnTo>
                  <a:lnTo>
                    <a:pt x="21668" y="3059"/>
                  </a:lnTo>
                  <a:lnTo>
                    <a:pt x="21138" y="2955"/>
                  </a:lnTo>
                  <a:lnTo>
                    <a:pt x="20516" y="2585"/>
                  </a:lnTo>
                  <a:lnTo>
                    <a:pt x="20493" y="2572"/>
                  </a:lnTo>
                  <a:lnTo>
                    <a:pt x="20513" y="2539"/>
                  </a:lnTo>
                  <a:lnTo>
                    <a:pt x="20725" y="2154"/>
                  </a:lnTo>
                  <a:lnTo>
                    <a:pt x="20725" y="2154"/>
                  </a:lnTo>
                  <a:lnTo>
                    <a:pt x="20346" y="2181"/>
                  </a:lnTo>
                  <a:lnTo>
                    <a:pt x="20462" y="2125"/>
                  </a:lnTo>
                  <a:lnTo>
                    <a:pt x="20546" y="1623"/>
                  </a:lnTo>
                  <a:lnTo>
                    <a:pt x="20412" y="1124"/>
                  </a:lnTo>
                  <a:lnTo>
                    <a:pt x="20399" y="1076"/>
                  </a:lnTo>
                  <a:lnTo>
                    <a:pt x="20384" y="1017"/>
                  </a:lnTo>
                  <a:lnTo>
                    <a:pt x="20244" y="739"/>
                  </a:lnTo>
                  <a:lnTo>
                    <a:pt x="19943" y="170"/>
                  </a:lnTo>
                  <a:lnTo>
                    <a:pt x="19313"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28"/>
            <p:cNvSpPr/>
            <p:nvPr/>
          </p:nvSpPr>
          <p:spPr>
            <a:xfrm>
              <a:off x="6651394" y="4234135"/>
              <a:ext cx="110043" cy="69686"/>
            </a:xfrm>
            <a:custGeom>
              <a:avLst/>
              <a:gdLst/>
              <a:ahLst/>
              <a:cxnLst/>
              <a:rect l="l" t="t" r="r" b="b"/>
              <a:pathLst>
                <a:path w="5129" h="3248" extrusionOk="0">
                  <a:moveTo>
                    <a:pt x="1038" y="0"/>
                  </a:moveTo>
                  <a:lnTo>
                    <a:pt x="684" y="25"/>
                  </a:lnTo>
                  <a:lnTo>
                    <a:pt x="0" y="408"/>
                  </a:lnTo>
                  <a:lnTo>
                    <a:pt x="379" y="737"/>
                  </a:lnTo>
                  <a:lnTo>
                    <a:pt x="733" y="712"/>
                  </a:lnTo>
                  <a:lnTo>
                    <a:pt x="1466" y="660"/>
                  </a:lnTo>
                  <a:lnTo>
                    <a:pt x="1799" y="992"/>
                  </a:lnTo>
                  <a:lnTo>
                    <a:pt x="2529" y="1276"/>
                  </a:lnTo>
                  <a:lnTo>
                    <a:pt x="2910" y="1625"/>
                  </a:lnTo>
                  <a:lnTo>
                    <a:pt x="3640" y="1907"/>
                  </a:lnTo>
                  <a:lnTo>
                    <a:pt x="4017" y="2210"/>
                  </a:lnTo>
                  <a:lnTo>
                    <a:pt x="4371" y="2567"/>
                  </a:lnTo>
                  <a:lnTo>
                    <a:pt x="4801" y="3247"/>
                  </a:lnTo>
                  <a:lnTo>
                    <a:pt x="5128" y="3224"/>
                  </a:lnTo>
                  <a:lnTo>
                    <a:pt x="5078" y="2517"/>
                  </a:lnTo>
                  <a:lnTo>
                    <a:pt x="4725" y="2160"/>
                  </a:lnTo>
                  <a:lnTo>
                    <a:pt x="4321" y="1860"/>
                  </a:lnTo>
                  <a:lnTo>
                    <a:pt x="4297" y="1527"/>
                  </a:lnTo>
                  <a:lnTo>
                    <a:pt x="3944" y="1176"/>
                  </a:lnTo>
                  <a:lnTo>
                    <a:pt x="3590" y="1201"/>
                  </a:lnTo>
                  <a:lnTo>
                    <a:pt x="3213" y="893"/>
                  </a:lnTo>
                  <a:lnTo>
                    <a:pt x="2480" y="589"/>
                  </a:lnTo>
                  <a:lnTo>
                    <a:pt x="1773" y="639"/>
                  </a:lnTo>
                  <a:lnTo>
                    <a:pt x="1441" y="307"/>
                  </a:lnTo>
                  <a:lnTo>
                    <a:pt x="1038"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8"/>
            <p:cNvSpPr/>
            <p:nvPr/>
          </p:nvSpPr>
          <p:spPr>
            <a:xfrm>
              <a:off x="6185155" y="1817337"/>
              <a:ext cx="36516" cy="46107"/>
            </a:xfrm>
            <a:custGeom>
              <a:avLst/>
              <a:gdLst/>
              <a:ahLst/>
              <a:cxnLst/>
              <a:rect l="l" t="t" r="r" b="b"/>
              <a:pathLst>
                <a:path w="1702" h="2149" extrusionOk="0">
                  <a:moveTo>
                    <a:pt x="1296" y="1"/>
                  </a:moveTo>
                  <a:lnTo>
                    <a:pt x="968" y="24"/>
                  </a:lnTo>
                  <a:lnTo>
                    <a:pt x="996" y="398"/>
                  </a:lnTo>
                  <a:lnTo>
                    <a:pt x="635" y="424"/>
                  </a:lnTo>
                  <a:lnTo>
                    <a:pt x="282" y="449"/>
                  </a:lnTo>
                  <a:lnTo>
                    <a:pt x="305" y="781"/>
                  </a:lnTo>
                  <a:lnTo>
                    <a:pt x="328" y="1108"/>
                  </a:lnTo>
                  <a:lnTo>
                    <a:pt x="0" y="1487"/>
                  </a:lnTo>
                  <a:lnTo>
                    <a:pt x="379" y="1817"/>
                  </a:lnTo>
                  <a:lnTo>
                    <a:pt x="402" y="2149"/>
                  </a:lnTo>
                  <a:lnTo>
                    <a:pt x="733" y="1791"/>
                  </a:lnTo>
                  <a:lnTo>
                    <a:pt x="708" y="1437"/>
                  </a:lnTo>
                  <a:lnTo>
                    <a:pt x="1067" y="1412"/>
                  </a:lnTo>
                  <a:lnTo>
                    <a:pt x="1395" y="1389"/>
                  </a:lnTo>
                  <a:lnTo>
                    <a:pt x="1702" y="348"/>
                  </a:lnTo>
                  <a:lnTo>
                    <a:pt x="1296"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28"/>
            <p:cNvSpPr/>
            <p:nvPr/>
          </p:nvSpPr>
          <p:spPr>
            <a:xfrm>
              <a:off x="5696067" y="1646727"/>
              <a:ext cx="898192" cy="1082791"/>
            </a:xfrm>
            <a:custGeom>
              <a:avLst/>
              <a:gdLst/>
              <a:ahLst/>
              <a:cxnLst/>
              <a:rect l="l" t="t" r="r" b="b"/>
              <a:pathLst>
                <a:path w="41864" h="50468" extrusionOk="0">
                  <a:moveTo>
                    <a:pt x="37282" y="0"/>
                  </a:moveTo>
                  <a:lnTo>
                    <a:pt x="36928" y="25"/>
                  </a:lnTo>
                  <a:lnTo>
                    <a:pt x="36265" y="783"/>
                  </a:lnTo>
                  <a:lnTo>
                    <a:pt x="36289" y="1116"/>
                  </a:lnTo>
                  <a:lnTo>
                    <a:pt x="35607" y="1520"/>
                  </a:lnTo>
                  <a:lnTo>
                    <a:pt x="35681" y="2581"/>
                  </a:lnTo>
                  <a:lnTo>
                    <a:pt x="35706" y="2934"/>
                  </a:lnTo>
                  <a:lnTo>
                    <a:pt x="35328" y="2606"/>
                  </a:lnTo>
                  <a:lnTo>
                    <a:pt x="35303" y="2252"/>
                  </a:lnTo>
                  <a:lnTo>
                    <a:pt x="34950" y="1921"/>
                  </a:lnTo>
                  <a:lnTo>
                    <a:pt x="34925" y="1567"/>
                  </a:lnTo>
                  <a:lnTo>
                    <a:pt x="34900" y="1215"/>
                  </a:lnTo>
                  <a:lnTo>
                    <a:pt x="34877" y="882"/>
                  </a:lnTo>
                  <a:lnTo>
                    <a:pt x="34523" y="906"/>
                  </a:lnTo>
                  <a:lnTo>
                    <a:pt x="34547" y="1240"/>
                  </a:lnTo>
                  <a:lnTo>
                    <a:pt x="34571" y="1592"/>
                  </a:lnTo>
                  <a:lnTo>
                    <a:pt x="34268" y="2325"/>
                  </a:lnTo>
                  <a:lnTo>
                    <a:pt x="33964" y="3058"/>
                  </a:lnTo>
                  <a:lnTo>
                    <a:pt x="33659" y="3768"/>
                  </a:lnTo>
                  <a:lnTo>
                    <a:pt x="33635" y="3436"/>
                  </a:lnTo>
                  <a:lnTo>
                    <a:pt x="33610" y="3083"/>
                  </a:lnTo>
                  <a:lnTo>
                    <a:pt x="33560" y="2375"/>
                  </a:lnTo>
                  <a:lnTo>
                    <a:pt x="34243" y="1972"/>
                  </a:lnTo>
                  <a:lnTo>
                    <a:pt x="34218" y="1617"/>
                  </a:lnTo>
                  <a:lnTo>
                    <a:pt x="34523" y="906"/>
                  </a:lnTo>
                  <a:lnTo>
                    <a:pt x="34852" y="528"/>
                  </a:lnTo>
                  <a:lnTo>
                    <a:pt x="34473" y="199"/>
                  </a:lnTo>
                  <a:lnTo>
                    <a:pt x="33462" y="981"/>
                  </a:lnTo>
                  <a:lnTo>
                    <a:pt x="33083" y="652"/>
                  </a:lnTo>
                  <a:lnTo>
                    <a:pt x="32776" y="1030"/>
                  </a:lnTo>
                  <a:lnTo>
                    <a:pt x="32800" y="1363"/>
                  </a:lnTo>
                  <a:lnTo>
                    <a:pt x="33510" y="1668"/>
                  </a:lnTo>
                  <a:lnTo>
                    <a:pt x="32496" y="2095"/>
                  </a:lnTo>
                  <a:lnTo>
                    <a:pt x="32116" y="1766"/>
                  </a:lnTo>
                  <a:lnTo>
                    <a:pt x="31788" y="2145"/>
                  </a:lnTo>
                  <a:lnTo>
                    <a:pt x="31838" y="2852"/>
                  </a:lnTo>
                  <a:lnTo>
                    <a:pt x="31484" y="2877"/>
                  </a:lnTo>
                  <a:lnTo>
                    <a:pt x="31863" y="3206"/>
                  </a:lnTo>
                  <a:lnTo>
                    <a:pt x="31205" y="3942"/>
                  </a:lnTo>
                  <a:lnTo>
                    <a:pt x="30802" y="3282"/>
                  </a:lnTo>
                  <a:lnTo>
                    <a:pt x="30499" y="3658"/>
                  </a:lnTo>
                  <a:lnTo>
                    <a:pt x="30523" y="3990"/>
                  </a:lnTo>
                  <a:lnTo>
                    <a:pt x="30548" y="4345"/>
                  </a:lnTo>
                  <a:lnTo>
                    <a:pt x="30214" y="4723"/>
                  </a:lnTo>
                  <a:lnTo>
                    <a:pt x="29835" y="4395"/>
                  </a:lnTo>
                  <a:lnTo>
                    <a:pt x="29482" y="4419"/>
                  </a:lnTo>
                  <a:lnTo>
                    <a:pt x="29508" y="4773"/>
                  </a:lnTo>
                  <a:lnTo>
                    <a:pt x="29128" y="4444"/>
                  </a:lnTo>
                  <a:lnTo>
                    <a:pt x="28774" y="4469"/>
                  </a:lnTo>
                  <a:lnTo>
                    <a:pt x="28471" y="4847"/>
                  </a:lnTo>
                  <a:lnTo>
                    <a:pt x="28495" y="5174"/>
                  </a:lnTo>
                  <a:lnTo>
                    <a:pt x="28142" y="5199"/>
                  </a:lnTo>
                  <a:lnTo>
                    <a:pt x="27814" y="5604"/>
                  </a:lnTo>
                  <a:lnTo>
                    <a:pt x="27863" y="6285"/>
                  </a:lnTo>
                  <a:lnTo>
                    <a:pt x="28240" y="6592"/>
                  </a:lnTo>
                  <a:lnTo>
                    <a:pt x="28291" y="7321"/>
                  </a:lnTo>
                  <a:lnTo>
                    <a:pt x="27911" y="6972"/>
                  </a:lnTo>
                  <a:lnTo>
                    <a:pt x="27533" y="6643"/>
                  </a:lnTo>
                  <a:lnTo>
                    <a:pt x="27179" y="6668"/>
                  </a:lnTo>
                  <a:lnTo>
                    <a:pt x="26898" y="7420"/>
                  </a:lnTo>
                  <a:lnTo>
                    <a:pt x="26472" y="6718"/>
                  </a:lnTo>
                  <a:lnTo>
                    <a:pt x="26163" y="7095"/>
                  </a:lnTo>
                  <a:lnTo>
                    <a:pt x="26213" y="7803"/>
                  </a:lnTo>
                  <a:lnTo>
                    <a:pt x="26596" y="8486"/>
                  </a:lnTo>
                  <a:lnTo>
                    <a:pt x="26620" y="8814"/>
                  </a:lnTo>
                  <a:lnTo>
                    <a:pt x="26263" y="8510"/>
                  </a:lnTo>
                  <a:lnTo>
                    <a:pt x="25861" y="7827"/>
                  </a:lnTo>
                  <a:lnTo>
                    <a:pt x="25910" y="8535"/>
                  </a:lnTo>
                  <a:lnTo>
                    <a:pt x="25604" y="9241"/>
                  </a:lnTo>
                  <a:lnTo>
                    <a:pt x="25226" y="8912"/>
                  </a:lnTo>
                  <a:lnTo>
                    <a:pt x="25179" y="8251"/>
                  </a:lnTo>
                  <a:lnTo>
                    <a:pt x="24849" y="8609"/>
                  </a:lnTo>
                  <a:lnTo>
                    <a:pt x="24922" y="9644"/>
                  </a:lnTo>
                  <a:lnTo>
                    <a:pt x="24594" y="9668"/>
                  </a:lnTo>
                  <a:lnTo>
                    <a:pt x="24215" y="9695"/>
                  </a:lnTo>
                  <a:lnTo>
                    <a:pt x="23912" y="10051"/>
                  </a:lnTo>
                  <a:lnTo>
                    <a:pt x="24265" y="10407"/>
                  </a:lnTo>
                  <a:lnTo>
                    <a:pt x="23963" y="10784"/>
                  </a:lnTo>
                  <a:lnTo>
                    <a:pt x="23627" y="11137"/>
                  </a:lnTo>
                  <a:lnTo>
                    <a:pt x="23652" y="11491"/>
                  </a:lnTo>
                  <a:lnTo>
                    <a:pt x="24035" y="11798"/>
                  </a:lnTo>
                  <a:lnTo>
                    <a:pt x="23702" y="12198"/>
                  </a:lnTo>
                  <a:lnTo>
                    <a:pt x="22641" y="12273"/>
                  </a:lnTo>
                  <a:lnTo>
                    <a:pt x="22615" y="11898"/>
                  </a:lnTo>
                  <a:lnTo>
                    <a:pt x="22287" y="12298"/>
                  </a:lnTo>
                  <a:lnTo>
                    <a:pt x="22311" y="12631"/>
                  </a:lnTo>
                  <a:lnTo>
                    <a:pt x="22361" y="13338"/>
                  </a:lnTo>
                  <a:lnTo>
                    <a:pt x="22384" y="13666"/>
                  </a:lnTo>
                  <a:lnTo>
                    <a:pt x="22106" y="14396"/>
                  </a:lnTo>
                  <a:lnTo>
                    <a:pt x="22057" y="13688"/>
                  </a:lnTo>
                  <a:lnTo>
                    <a:pt x="22010" y="13029"/>
                  </a:lnTo>
                  <a:lnTo>
                    <a:pt x="21983" y="12653"/>
                  </a:lnTo>
                  <a:lnTo>
                    <a:pt x="21655" y="13054"/>
                  </a:lnTo>
                  <a:lnTo>
                    <a:pt x="21302" y="13078"/>
                  </a:lnTo>
                  <a:lnTo>
                    <a:pt x="20949" y="13103"/>
                  </a:lnTo>
                  <a:lnTo>
                    <a:pt x="20619" y="13461"/>
                  </a:lnTo>
                  <a:lnTo>
                    <a:pt x="20973" y="13436"/>
                  </a:lnTo>
                  <a:lnTo>
                    <a:pt x="21348" y="13739"/>
                  </a:lnTo>
                  <a:lnTo>
                    <a:pt x="21375" y="14118"/>
                  </a:lnTo>
                  <a:lnTo>
                    <a:pt x="21375" y="14118"/>
                  </a:lnTo>
                  <a:lnTo>
                    <a:pt x="20996" y="13764"/>
                  </a:lnTo>
                  <a:lnTo>
                    <a:pt x="20669" y="14169"/>
                  </a:lnTo>
                  <a:lnTo>
                    <a:pt x="20288" y="13814"/>
                  </a:lnTo>
                  <a:lnTo>
                    <a:pt x="19935" y="13839"/>
                  </a:lnTo>
                  <a:lnTo>
                    <a:pt x="19984" y="14546"/>
                  </a:lnTo>
                  <a:lnTo>
                    <a:pt x="19678" y="14950"/>
                  </a:lnTo>
                  <a:lnTo>
                    <a:pt x="20692" y="14496"/>
                  </a:lnTo>
                  <a:lnTo>
                    <a:pt x="21072" y="14851"/>
                  </a:lnTo>
                  <a:lnTo>
                    <a:pt x="21096" y="15179"/>
                  </a:lnTo>
                  <a:lnTo>
                    <a:pt x="20388" y="15229"/>
                  </a:lnTo>
                  <a:lnTo>
                    <a:pt x="20034" y="15254"/>
                  </a:lnTo>
                  <a:lnTo>
                    <a:pt x="19726" y="15631"/>
                  </a:lnTo>
                  <a:lnTo>
                    <a:pt x="19751" y="15984"/>
                  </a:lnTo>
                  <a:lnTo>
                    <a:pt x="20438" y="15936"/>
                  </a:lnTo>
                  <a:lnTo>
                    <a:pt x="20486" y="16622"/>
                  </a:lnTo>
                  <a:lnTo>
                    <a:pt x="20133" y="16648"/>
                  </a:lnTo>
                  <a:lnTo>
                    <a:pt x="19799" y="16670"/>
                  </a:lnTo>
                  <a:lnTo>
                    <a:pt x="19472" y="17050"/>
                  </a:lnTo>
                  <a:lnTo>
                    <a:pt x="19143" y="17429"/>
                  </a:lnTo>
                  <a:lnTo>
                    <a:pt x="18411" y="17125"/>
                  </a:lnTo>
                  <a:lnTo>
                    <a:pt x="18082" y="17503"/>
                  </a:lnTo>
                  <a:lnTo>
                    <a:pt x="18107" y="17857"/>
                  </a:lnTo>
                  <a:lnTo>
                    <a:pt x="18131" y="18190"/>
                  </a:lnTo>
                  <a:lnTo>
                    <a:pt x="17803" y="18213"/>
                  </a:lnTo>
                  <a:lnTo>
                    <a:pt x="17468" y="18566"/>
                  </a:lnTo>
                  <a:lnTo>
                    <a:pt x="17853" y="18920"/>
                  </a:lnTo>
                  <a:lnTo>
                    <a:pt x="17519" y="19300"/>
                  </a:lnTo>
                  <a:lnTo>
                    <a:pt x="16811" y="19349"/>
                  </a:lnTo>
                  <a:lnTo>
                    <a:pt x="17191" y="19677"/>
                  </a:lnTo>
                  <a:lnTo>
                    <a:pt x="17569" y="20006"/>
                  </a:lnTo>
                  <a:lnTo>
                    <a:pt x="17903" y="19627"/>
                  </a:lnTo>
                  <a:lnTo>
                    <a:pt x="17951" y="20309"/>
                  </a:lnTo>
                  <a:lnTo>
                    <a:pt x="17238" y="20360"/>
                  </a:lnTo>
                  <a:lnTo>
                    <a:pt x="16885" y="20384"/>
                  </a:lnTo>
                  <a:lnTo>
                    <a:pt x="16909" y="20738"/>
                  </a:lnTo>
                  <a:lnTo>
                    <a:pt x="17287" y="21045"/>
                  </a:lnTo>
                  <a:lnTo>
                    <a:pt x="16958" y="21425"/>
                  </a:lnTo>
                  <a:lnTo>
                    <a:pt x="16604" y="21450"/>
                  </a:lnTo>
                  <a:lnTo>
                    <a:pt x="16278" y="21849"/>
                  </a:lnTo>
                  <a:lnTo>
                    <a:pt x="15947" y="22206"/>
                  </a:lnTo>
                  <a:lnTo>
                    <a:pt x="16328" y="22556"/>
                  </a:lnTo>
                  <a:lnTo>
                    <a:pt x="16349" y="22862"/>
                  </a:lnTo>
                  <a:lnTo>
                    <a:pt x="16020" y="23242"/>
                  </a:lnTo>
                  <a:lnTo>
                    <a:pt x="15668" y="22911"/>
                  </a:lnTo>
                  <a:lnTo>
                    <a:pt x="15646" y="22604"/>
                  </a:lnTo>
                  <a:lnTo>
                    <a:pt x="15313" y="23292"/>
                  </a:lnTo>
                  <a:lnTo>
                    <a:pt x="15339" y="23645"/>
                  </a:lnTo>
                  <a:lnTo>
                    <a:pt x="15718" y="23618"/>
                  </a:lnTo>
                  <a:lnTo>
                    <a:pt x="15767" y="24326"/>
                  </a:lnTo>
                  <a:lnTo>
                    <a:pt x="15414" y="24706"/>
                  </a:lnTo>
                  <a:lnTo>
                    <a:pt x="15085" y="24729"/>
                  </a:lnTo>
                  <a:lnTo>
                    <a:pt x="15134" y="25416"/>
                  </a:lnTo>
                  <a:lnTo>
                    <a:pt x="14806" y="25794"/>
                  </a:lnTo>
                  <a:lnTo>
                    <a:pt x="14452" y="25819"/>
                  </a:lnTo>
                  <a:lnTo>
                    <a:pt x="14476" y="26152"/>
                  </a:lnTo>
                  <a:lnTo>
                    <a:pt x="14830" y="26128"/>
                  </a:lnTo>
                  <a:lnTo>
                    <a:pt x="14856" y="26502"/>
                  </a:lnTo>
                  <a:lnTo>
                    <a:pt x="14880" y="26856"/>
                  </a:lnTo>
                  <a:lnTo>
                    <a:pt x="14551" y="27214"/>
                  </a:lnTo>
                  <a:lnTo>
                    <a:pt x="13840" y="26929"/>
                  </a:lnTo>
                  <a:lnTo>
                    <a:pt x="13815" y="26575"/>
                  </a:lnTo>
                  <a:lnTo>
                    <a:pt x="13434" y="26226"/>
                  </a:lnTo>
                  <a:lnTo>
                    <a:pt x="13108" y="26625"/>
                  </a:lnTo>
                  <a:lnTo>
                    <a:pt x="12779" y="27004"/>
                  </a:lnTo>
                  <a:lnTo>
                    <a:pt x="12405" y="27031"/>
                  </a:lnTo>
                  <a:lnTo>
                    <a:pt x="12072" y="27053"/>
                  </a:lnTo>
                  <a:lnTo>
                    <a:pt x="12120" y="27740"/>
                  </a:lnTo>
                  <a:lnTo>
                    <a:pt x="11764" y="28095"/>
                  </a:lnTo>
                  <a:lnTo>
                    <a:pt x="11507" y="28824"/>
                  </a:lnTo>
                  <a:lnTo>
                    <a:pt x="11153" y="28849"/>
                  </a:lnTo>
                  <a:lnTo>
                    <a:pt x="10800" y="28874"/>
                  </a:lnTo>
                  <a:lnTo>
                    <a:pt x="10827" y="29253"/>
                  </a:lnTo>
                  <a:lnTo>
                    <a:pt x="10873" y="29914"/>
                  </a:lnTo>
                  <a:lnTo>
                    <a:pt x="10496" y="29606"/>
                  </a:lnTo>
                  <a:lnTo>
                    <a:pt x="10166" y="29964"/>
                  </a:lnTo>
                  <a:lnTo>
                    <a:pt x="9839" y="30363"/>
                  </a:lnTo>
                  <a:lnTo>
                    <a:pt x="9459" y="30014"/>
                  </a:lnTo>
                  <a:lnTo>
                    <a:pt x="9158" y="30412"/>
                  </a:lnTo>
                  <a:lnTo>
                    <a:pt x="8802" y="30771"/>
                  </a:lnTo>
                  <a:lnTo>
                    <a:pt x="8473" y="30795"/>
                  </a:lnTo>
                  <a:lnTo>
                    <a:pt x="8524" y="31502"/>
                  </a:lnTo>
                  <a:lnTo>
                    <a:pt x="8146" y="31173"/>
                  </a:lnTo>
                  <a:lnTo>
                    <a:pt x="7792" y="31198"/>
                  </a:lnTo>
                  <a:lnTo>
                    <a:pt x="8170" y="31527"/>
                  </a:lnTo>
                  <a:lnTo>
                    <a:pt x="8195" y="31880"/>
                  </a:lnTo>
                  <a:lnTo>
                    <a:pt x="7842" y="31905"/>
                  </a:lnTo>
                  <a:lnTo>
                    <a:pt x="7463" y="31577"/>
                  </a:lnTo>
                  <a:lnTo>
                    <a:pt x="7155" y="31954"/>
                  </a:lnTo>
                  <a:lnTo>
                    <a:pt x="6801" y="31979"/>
                  </a:lnTo>
                  <a:lnTo>
                    <a:pt x="6427" y="32006"/>
                  </a:lnTo>
                  <a:lnTo>
                    <a:pt x="6094" y="32030"/>
                  </a:lnTo>
                  <a:lnTo>
                    <a:pt x="6119" y="32382"/>
                  </a:lnTo>
                  <a:lnTo>
                    <a:pt x="6500" y="33040"/>
                  </a:lnTo>
                  <a:lnTo>
                    <a:pt x="6167" y="33064"/>
                  </a:lnTo>
                  <a:lnTo>
                    <a:pt x="5787" y="33091"/>
                  </a:lnTo>
                  <a:lnTo>
                    <a:pt x="5056" y="32788"/>
                  </a:lnTo>
                  <a:lnTo>
                    <a:pt x="4748" y="32810"/>
                  </a:lnTo>
                  <a:lnTo>
                    <a:pt x="4420" y="33187"/>
                  </a:lnTo>
                  <a:lnTo>
                    <a:pt x="4799" y="33521"/>
                  </a:lnTo>
                  <a:lnTo>
                    <a:pt x="4824" y="33875"/>
                  </a:lnTo>
                  <a:lnTo>
                    <a:pt x="4470" y="33900"/>
                  </a:lnTo>
                  <a:lnTo>
                    <a:pt x="3763" y="33951"/>
                  </a:lnTo>
                  <a:lnTo>
                    <a:pt x="3439" y="34684"/>
                  </a:lnTo>
                  <a:lnTo>
                    <a:pt x="3389" y="33977"/>
                  </a:lnTo>
                  <a:lnTo>
                    <a:pt x="3056" y="34000"/>
                  </a:lnTo>
                  <a:lnTo>
                    <a:pt x="2727" y="34379"/>
                  </a:lnTo>
                  <a:lnTo>
                    <a:pt x="2374" y="34048"/>
                  </a:lnTo>
                  <a:lnTo>
                    <a:pt x="1995" y="34075"/>
                  </a:lnTo>
                  <a:lnTo>
                    <a:pt x="1667" y="34099"/>
                  </a:lnTo>
                  <a:lnTo>
                    <a:pt x="1692" y="34451"/>
                  </a:lnTo>
                  <a:lnTo>
                    <a:pt x="1717" y="34805"/>
                  </a:lnTo>
                  <a:lnTo>
                    <a:pt x="2068" y="35110"/>
                  </a:lnTo>
                  <a:lnTo>
                    <a:pt x="2448" y="35083"/>
                  </a:lnTo>
                  <a:lnTo>
                    <a:pt x="2473" y="35437"/>
                  </a:lnTo>
                  <a:lnTo>
                    <a:pt x="2093" y="35464"/>
                  </a:lnTo>
                  <a:lnTo>
                    <a:pt x="1790" y="35840"/>
                  </a:lnTo>
                  <a:lnTo>
                    <a:pt x="1057" y="35892"/>
                  </a:lnTo>
                  <a:lnTo>
                    <a:pt x="1080" y="36225"/>
                  </a:lnTo>
                  <a:lnTo>
                    <a:pt x="1486" y="36572"/>
                  </a:lnTo>
                  <a:lnTo>
                    <a:pt x="1510" y="36905"/>
                  </a:lnTo>
                  <a:lnTo>
                    <a:pt x="1510" y="36905"/>
                  </a:lnTo>
                  <a:lnTo>
                    <a:pt x="779" y="36622"/>
                  </a:lnTo>
                  <a:lnTo>
                    <a:pt x="803" y="36955"/>
                  </a:lnTo>
                  <a:lnTo>
                    <a:pt x="828" y="37309"/>
                  </a:lnTo>
                  <a:lnTo>
                    <a:pt x="1203" y="37968"/>
                  </a:lnTo>
                  <a:lnTo>
                    <a:pt x="1936" y="37916"/>
                  </a:lnTo>
                  <a:lnTo>
                    <a:pt x="1963" y="38295"/>
                  </a:lnTo>
                  <a:lnTo>
                    <a:pt x="1610" y="38320"/>
                  </a:lnTo>
                  <a:lnTo>
                    <a:pt x="875" y="37990"/>
                  </a:lnTo>
                  <a:lnTo>
                    <a:pt x="902" y="38370"/>
                  </a:lnTo>
                  <a:lnTo>
                    <a:pt x="926" y="38698"/>
                  </a:lnTo>
                  <a:lnTo>
                    <a:pt x="1301" y="39361"/>
                  </a:lnTo>
                  <a:lnTo>
                    <a:pt x="1707" y="39687"/>
                  </a:lnTo>
                  <a:lnTo>
                    <a:pt x="1352" y="40069"/>
                  </a:lnTo>
                  <a:lnTo>
                    <a:pt x="1000" y="39738"/>
                  </a:lnTo>
                  <a:lnTo>
                    <a:pt x="671" y="40117"/>
                  </a:lnTo>
                  <a:lnTo>
                    <a:pt x="696" y="40470"/>
                  </a:lnTo>
                  <a:lnTo>
                    <a:pt x="1402" y="40775"/>
                  </a:lnTo>
                  <a:lnTo>
                    <a:pt x="1074" y="40799"/>
                  </a:lnTo>
                  <a:lnTo>
                    <a:pt x="721" y="40824"/>
                  </a:lnTo>
                  <a:lnTo>
                    <a:pt x="745" y="41178"/>
                  </a:lnTo>
                  <a:lnTo>
                    <a:pt x="1124" y="41506"/>
                  </a:lnTo>
                  <a:lnTo>
                    <a:pt x="1476" y="41816"/>
                  </a:lnTo>
                  <a:lnTo>
                    <a:pt x="2209" y="41764"/>
                  </a:lnTo>
                  <a:lnTo>
                    <a:pt x="2892" y="41381"/>
                  </a:lnTo>
                  <a:lnTo>
                    <a:pt x="2234" y="42118"/>
                  </a:lnTo>
                  <a:lnTo>
                    <a:pt x="1904" y="42470"/>
                  </a:lnTo>
                  <a:lnTo>
                    <a:pt x="1550" y="42877"/>
                  </a:lnTo>
                  <a:lnTo>
                    <a:pt x="2333" y="43532"/>
                  </a:lnTo>
                  <a:lnTo>
                    <a:pt x="1981" y="43557"/>
                  </a:lnTo>
                  <a:lnTo>
                    <a:pt x="1600" y="43584"/>
                  </a:lnTo>
                  <a:lnTo>
                    <a:pt x="1296" y="43935"/>
                  </a:lnTo>
                  <a:lnTo>
                    <a:pt x="919" y="43633"/>
                  </a:lnTo>
                  <a:lnTo>
                    <a:pt x="586" y="43656"/>
                  </a:lnTo>
                  <a:lnTo>
                    <a:pt x="259" y="44343"/>
                  </a:lnTo>
                  <a:lnTo>
                    <a:pt x="285" y="44717"/>
                  </a:lnTo>
                  <a:lnTo>
                    <a:pt x="0" y="45427"/>
                  </a:lnTo>
                  <a:lnTo>
                    <a:pt x="360" y="45779"/>
                  </a:lnTo>
                  <a:lnTo>
                    <a:pt x="992" y="44667"/>
                  </a:lnTo>
                  <a:lnTo>
                    <a:pt x="1673" y="44619"/>
                  </a:lnTo>
                  <a:lnTo>
                    <a:pt x="1697" y="44951"/>
                  </a:lnTo>
                  <a:lnTo>
                    <a:pt x="1748" y="45680"/>
                  </a:lnTo>
                  <a:lnTo>
                    <a:pt x="1420" y="45704"/>
                  </a:lnTo>
                  <a:lnTo>
                    <a:pt x="1469" y="46390"/>
                  </a:lnTo>
                  <a:lnTo>
                    <a:pt x="1139" y="46742"/>
                  </a:lnTo>
                  <a:lnTo>
                    <a:pt x="1115" y="46415"/>
                  </a:lnTo>
                  <a:lnTo>
                    <a:pt x="806" y="46766"/>
                  </a:lnTo>
                  <a:lnTo>
                    <a:pt x="831" y="47120"/>
                  </a:lnTo>
                  <a:lnTo>
                    <a:pt x="881" y="47827"/>
                  </a:lnTo>
                  <a:lnTo>
                    <a:pt x="907" y="48185"/>
                  </a:lnTo>
                  <a:lnTo>
                    <a:pt x="1641" y="48818"/>
                  </a:lnTo>
                  <a:lnTo>
                    <a:pt x="2727" y="49097"/>
                  </a:lnTo>
                  <a:lnTo>
                    <a:pt x="2042" y="49836"/>
                  </a:lnTo>
                  <a:lnTo>
                    <a:pt x="2802" y="50158"/>
                  </a:lnTo>
                  <a:lnTo>
                    <a:pt x="3103" y="49761"/>
                  </a:lnTo>
                  <a:lnTo>
                    <a:pt x="3153" y="50467"/>
                  </a:lnTo>
                  <a:lnTo>
                    <a:pt x="4214" y="50393"/>
                  </a:lnTo>
                  <a:lnTo>
                    <a:pt x="4921" y="50343"/>
                  </a:lnTo>
                  <a:lnTo>
                    <a:pt x="5605" y="49960"/>
                  </a:lnTo>
                  <a:lnTo>
                    <a:pt x="5629" y="50292"/>
                  </a:lnTo>
                  <a:lnTo>
                    <a:pt x="6266" y="49914"/>
                  </a:lnTo>
                  <a:lnTo>
                    <a:pt x="6618" y="49512"/>
                  </a:lnTo>
                  <a:lnTo>
                    <a:pt x="6897" y="48803"/>
                  </a:lnTo>
                  <a:lnTo>
                    <a:pt x="7252" y="48422"/>
                  </a:lnTo>
                  <a:lnTo>
                    <a:pt x="8288" y="47993"/>
                  </a:lnTo>
                  <a:lnTo>
                    <a:pt x="8266" y="47665"/>
                  </a:lnTo>
                  <a:lnTo>
                    <a:pt x="8573" y="47283"/>
                  </a:lnTo>
                  <a:lnTo>
                    <a:pt x="9281" y="47233"/>
                  </a:lnTo>
                  <a:lnTo>
                    <a:pt x="9306" y="47591"/>
                  </a:lnTo>
                  <a:lnTo>
                    <a:pt x="9682" y="47894"/>
                  </a:lnTo>
                  <a:lnTo>
                    <a:pt x="10367" y="47517"/>
                  </a:lnTo>
                  <a:lnTo>
                    <a:pt x="10316" y="46805"/>
                  </a:lnTo>
                  <a:lnTo>
                    <a:pt x="10948" y="46049"/>
                  </a:lnTo>
                  <a:lnTo>
                    <a:pt x="10898" y="45342"/>
                  </a:lnTo>
                  <a:lnTo>
                    <a:pt x="10522" y="45061"/>
                  </a:lnTo>
                  <a:lnTo>
                    <a:pt x="11178" y="44282"/>
                  </a:lnTo>
                  <a:lnTo>
                    <a:pt x="11508" y="43924"/>
                  </a:lnTo>
                  <a:lnTo>
                    <a:pt x="11835" y="43525"/>
                  </a:lnTo>
                  <a:lnTo>
                    <a:pt x="12190" y="43500"/>
                  </a:lnTo>
                  <a:lnTo>
                    <a:pt x="12239" y="44207"/>
                  </a:lnTo>
                  <a:lnTo>
                    <a:pt x="11910" y="44586"/>
                  </a:lnTo>
                  <a:lnTo>
                    <a:pt x="11557" y="44611"/>
                  </a:lnTo>
                  <a:lnTo>
                    <a:pt x="11604" y="45292"/>
                  </a:lnTo>
                  <a:lnTo>
                    <a:pt x="11958" y="45267"/>
                  </a:lnTo>
                  <a:lnTo>
                    <a:pt x="13022" y="45903"/>
                  </a:lnTo>
                  <a:lnTo>
                    <a:pt x="13685" y="45145"/>
                  </a:lnTo>
                  <a:lnTo>
                    <a:pt x="13664" y="44838"/>
                  </a:lnTo>
                  <a:lnTo>
                    <a:pt x="13990" y="44439"/>
                  </a:lnTo>
                  <a:lnTo>
                    <a:pt x="13965" y="44085"/>
                  </a:lnTo>
                  <a:lnTo>
                    <a:pt x="14296" y="43727"/>
                  </a:lnTo>
                  <a:lnTo>
                    <a:pt x="14649" y="43702"/>
                  </a:lnTo>
                  <a:lnTo>
                    <a:pt x="14714" y="43697"/>
                  </a:lnTo>
                  <a:lnTo>
                    <a:pt x="15003" y="43676"/>
                  </a:lnTo>
                  <a:lnTo>
                    <a:pt x="15257" y="42619"/>
                  </a:lnTo>
                  <a:lnTo>
                    <a:pt x="15180" y="41532"/>
                  </a:lnTo>
                  <a:lnTo>
                    <a:pt x="15157" y="41205"/>
                  </a:lnTo>
                  <a:lnTo>
                    <a:pt x="15132" y="40851"/>
                  </a:lnTo>
                  <a:lnTo>
                    <a:pt x="14756" y="40187"/>
                  </a:lnTo>
                  <a:lnTo>
                    <a:pt x="14731" y="39833"/>
                  </a:lnTo>
                  <a:lnTo>
                    <a:pt x="15717" y="39053"/>
                  </a:lnTo>
                  <a:lnTo>
                    <a:pt x="15692" y="38700"/>
                  </a:lnTo>
                  <a:lnTo>
                    <a:pt x="15645" y="38039"/>
                  </a:lnTo>
                  <a:lnTo>
                    <a:pt x="15618" y="37659"/>
                  </a:lnTo>
                  <a:lnTo>
                    <a:pt x="15241" y="37356"/>
                  </a:lnTo>
                  <a:lnTo>
                    <a:pt x="14860" y="37002"/>
                  </a:lnTo>
                  <a:lnTo>
                    <a:pt x="14835" y="36648"/>
                  </a:lnTo>
                  <a:lnTo>
                    <a:pt x="14812" y="36320"/>
                  </a:lnTo>
                  <a:lnTo>
                    <a:pt x="15117" y="35609"/>
                  </a:lnTo>
                  <a:lnTo>
                    <a:pt x="15091" y="35234"/>
                  </a:lnTo>
                  <a:lnTo>
                    <a:pt x="15043" y="34548"/>
                  </a:lnTo>
                  <a:lnTo>
                    <a:pt x="14663" y="34219"/>
                  </a:lnTo>
                  <a:lnTo>
                    <a:pt x="14640" y="33892"/>
                  </a:lnTo>
                  <a:lnTo>
                    <a:pt x="14591" y="33185"/>
                  </a:lnTo>
                  <a:lnTo>
                    <a:pt x="14919" y="32806"/>
                  </a:lnTo>
                  <a:lnTo>
                    <a:pt x="14869" y="32094"/>
                  </a:lnTo>
                  <a:lnTo>
                    <a:pt x="14821" y="31412"/>
                  </a:lnTo>
                  <a:lnTo>
                    <a:pt x="14771" y="30705"/>
                  </a:lnTo>
                  <a:lnTo>
                    <a:pt x="15076" y="29993"/>
                  </a:lnTo>
                  <a:lnTo>
                    <a:pt x="15404" y="29594"/>
                  </a:lnTo>
                  <a:lnTo>
                    <a:pt x="16086" y="29211"/>
                  </a:lnTo>
                  <a:lnTo>
                    <a:pt x="16089" y="29233"/>
                  </a:lnTo>
                  <a:lnTo>
                    <a:pt x="16134" y="29208"/>
                  </a:lnTo>
                  <a:lnTo>
                    <a:pt x="16158" y="29541"/>
                  </a:lnTo>
                  <a:lnTo>
                    <a:pt x="16443" y="29521"/>
                  </a:lnTo>
                  <a:lnTo>
                    <a:pt x="16773" y="29163"/>
                  </a:lnTo>
                  <a:lnTo>
                    <a:pt x="17104" y="28810"/>
                  </a:lnTo>
                  <a:lnTo>
                    <a:pt x="17457" y="28785"/>
                  </a:lnTo>
                  <a:lnTo>
                    <a:pt x="18165" y="28735"/>
                  </a:lnTo>
                  <a:lnTo>
                    <a:pt x="18492" y="28330"/>
                  </a:lnTo>
                  <a:lnTo>
                    <a:pt x="18088" y="27648"/>
                  </a:lnTo>
                  <a:lnTo>
                    <a:pt x="18065" y="27321"/>
                  </a:lnTo>
                  <a:lnTo>
                    <a:pt x="18040" y="26967"/>
                  </a:lnTo>
                  <a:lnTo>
                    <a:pt x="17637" y="26305"/>
                  </a:lnTo>
                  <a:lnTo>
                    <a:pt x="17965" y="25906"/>
                  </a:lnTo>
                  <a:lnTo>
                    <a:pt x="18623" y="25525"/>
                  </a:lnTo>
                  <a:lnTo>
                    <a:pt x="18598" y="25172"/>
                  </a:lnTo>
                  <a:lnTo>
                    <a:pt x="18883" y="24105"/>
                  </a:lnTo>
                  <a:lnTo>
                    <a:pt x="18858" y="23752"/>
                  </a:lnTo>
                  <a:lnTo>
                    <a:pt x="18834" y="23398"/>
                  </a:lnTo>
                  <a:lnTo>
                    <a:pt x="18784" y="22690"/>
                  </a:lnTo>
                  <a:lnTo>
                    <a:pt x="19115" y="22358"/>
                  </a:lnTo>
                  <a:lnTo>
                    <a:pt x="19419" y="21627"/>
                  </a:lnTo>
                  <a:lnTo>
                    <a:pt x="19367" y="20898"/>
                  </a:lnTo>
                  <a:lnTo>
                    <a:pt x="20051" y="20515"/>
                  </a:lnTo>
                  <a:lnTo>
                    <a:pt x="20708" y="20114"/>
                  </a:lnTo>
                  <a:lnTo>
                    <a:pt x="21038" y="19761"/>
                  </a:lnTo>
                  <a:lnTo>
                    <a:pt x="21013" y="19408"/>
                  </a:lnTo>
                  <a:lnTo>
                    <a:pt x="20963" y="18700"/>
                  </a:lnTo>
                  <a:lnTo>
                    <a:pt x="21644" y="18271"/>
                  </a:lnTo>
                  <a:lnTo>
                    <a:pt x="22304" y="17559"/>
                  </a:lnTo>
                  <a:lnTo>
                    <a:pt x="22279" y="17207"/>
                  </a:lnTo>
                  <a:lnTo>
                    <a:pt x="22587" y="16829"/>
                  </a:lnTo>
                  <a:lnTo>
                    <a:pt x="22205" y="16145"/>
                  </a:lnTo>
                  <a:lnTo>
                    <a:pt x="21826" y="15838"/>
                  </a:lnTo>
                  <a:lnTo>
                    <a:pt x="22156" y="15459"/>
                  </a:lnTo>
                  <a:lnTo>
                    <a:pt x="22463" y="15082"/>
                  </a:lnTo>
                  <a:lnTo>
                    <a:pt x="23475" y="14300"/>
                  </a:lnTo>
                  <a:lnTo>
                    <a:pt x="23452" y="13972"/>
                  </a:lnTo>
                  <a:lnTo>
                    <a:pt x="23755" y="13240"/>
                  </a:lnTo>
                  <a:lnTo>
                    <a:pt x="23801" y="13236"/>
                  </a:lnTo>
                  <a:lnTo>
                    <a:pt x="24155" y="13212"/>
                  </a:lnTo>
                  <a:lnTo>
                    <a:pt x="24864" y="13491"/>
                  </a:lnTo>
                  <a:lnTo>
                    <a:pt x="25172" y="13469"/>
                  </a:lnTo>
                  <a:lnTo>
                    <a:pt x="25148" y="13141"/>
                  </a:lnTo>
                  <a:lnTo>
                    <a:pt x="25098" y="12434"/>
                  </a:lnTo>
                  <a:lnTo>
                    <a:pt x="25783" y="12051"/>
                  </a:lnTo>
                  <a:lnTo>
                    <a:pt x="25799" y="12064"/>
                  </a:lnTo>
                  <a:lnTo>
                    <a:pt x="25829" y="12048"/>
                  </a:lnTo>
                  <a:lnTo>
                    <a:pt x="26207" y="12355"/>
                  </a:lnTo>
                  <a:lnTo>
                    <a:pt x="26514" y="12333"/>
                  </a:lnTo>
                  <a:lnTo>
                    <a:pt x="26490" y="12000"/>
                  </a:lnTo>
                  <a:lnTo>
                    <a:pt x="26742" y="10916"/>
                  </a:lnTo>
                  <a:lnTo>
                    <a:pt x="26784" y="10934"/>
                  </a:lnTo>
                  <a:lnTo>
                    <a:pt x="26789" y="10913"/>
                  </a:lnTo>
                  <a:lnTo>
                    <a:pt x="27473" y="11197"/>
                  </a:lnTo>
                  <a:lnTo>
                    <a:pt x="27449" y="10867"/>
                  </a:lnTo>
                  <a:lnTo>
                    <a:pt x="27402" y="10185"/>
                  </a:lnTo>
                  <a:lnTo>
                    <a:pt x="27375" y="9806"/>
                  </a:lnTo>
                  <a:lnTo>
                    <a:pt x="27421" y="9802"/>
                  </a:lnTo>
                  <a:lnTo>
                    <a:pt x="28108" y="9754"/>
                  </a:lnTo>
                  <a:lnTo>
                    <a:pt x="28059" y="9067"/>
                  </a:lnTo>
                  <a:lnTo>
                    <a:pt x="28364" y="8361"/>
                  </a:lnTo>
                  <a:lnTo>
                    <a:pt x="28386" y="8360"/>
                  </a:lnTo>
                  <a:lnTo>
                    <a:pt x="28564" y="8347"/>
                  </a:lnTo>
                  <a:lnTo>
                    <a:pt x="28719" y="8336"/>
                  </a:lnTo>
                  <a:lnTo>
                    <a:pt x="28740" y="8335"/>
                  </a:lnTo>
                  <a:lnTo>
                    <a:pt x="29096" y="8639"/>
                  </a:lnTo>
                  <a:lnTo>
                    <a:pt x="29828" y="8943"/>
                  </a:lnTo>
                  <a:lnTo>
                    <a:pt x="29853" y="9296"/>
                  </a:lnTo>
                  <a:lnTo>
                    <a:pt x="30257" y="9984"/>
                  </a:lnTo>
                  <a:lnTo>
                    <a:pt x="30435" y="9971"/>
                  </a:lnTo>
                  <a:lnTo>
                    <a:pt x="30584" y="9960"/>
                  </a:lnTo>
                  <a:lnTo>
                    <a:pt x="30823" y="9944"/>
                  </a:lnTo>
                  <a:lnTo>
                    <a:pt x="30964" y="9933"/>
                  </a:lnTo>
                  <a:lnTo>
                    <a:pt x="31322" y="10264"/>
                  </a:lnTo>
                  <a:lnTo>
                    <a:pt x="32356" y="10191"/>
                  </a:lnTo>
                  <a:lnTo>
                    <a:pt x="32685" y="9812"/>
                  </a:lnTo>
                  <a:lnTo>
                    <a:pt x="32711" y="9810"/>
                  </a:lnTo>
                  <a:lnTo>
                    <a:pt x="33065" y="9785"/>
                  </a:lnTo>
                  <a:lnTo>
                    <a:pt x="33461" y="10432"/>
                  </a:lnTo>
                  <a:lnTo>
                    <a:pt x="34104" y="10067"/>
                  </a:lnTo>
                  <a:lnTo>
                    <a:pt x="34458" y="10043"/>
                  </a:lnTo>
                  <a:lnTo>
                    <a:pt x="34433" y="9689"/>
                  </a:lnTo>
                  <a:lnTo>
                    <a:pt x="34736" y="8951"/>
                  </a:lnTo>
                  <a:lnTo>
                    <a:pt x="35065" y="8573"/>
                  </a:lnTo>
                  <a:lnTo>
                    <a:pt x="35040" y="8219"/>
                  </a:lnTo>
                  <a:lnTo>
                    <a:pt x="35016" y="7891"/>
                  </a:lnTo>
                  <a:lnTo>
                    <a:pt x="34993" y="7558"/>
                  </a:lnTo>
                  <a:lnTo>
                    <a:pt x="35297" y="6826"/>
                  </a:lnTo>
                  <a:lnTo>
                    <a:pt x="35197" y="5411"/>
                  </a:lnTo>
                  <a:lnTo>
                    <a:pt x="35502" y="5061"/>
                  </a:lnTo>
                  <a:lnTo>
                    <a:pt x="35528" y="5059"/>
                  </a:lnTo>
                  <a:lnTo>
                    <a:pt x="35850" y="5036"/>
                  </a:lnTo>
                  <a:lnTo>
                    <a:pt x="36209" y="5010"/>
                  </a:lnTo>
                  <a:lnTo>
                    <a:pt x="36889" y="4581"/>
                  </a:lnTo>
                  <a:lnTo>
                    <a:pt x="37225" y="4228"/>
                  </a:lnTo>
                  <a:lnTo>
                    <a:pt x="37420" y="4214"/>
                  </a:lnTo>
                  <a:lnTo>
                    <a:pt x="37600" y="4201"/>
                  </a:lnTo>
                  <a:lnTo>
                    <a:pt x="37600" y="4201"/>
                  </a:lnTo>
                  <a:lnTo>
                    <a:pt x="37296" y="4933"/>
                  </a:lnTo>
                  <a:lnTo>
                    <a:pt x="38359" y="5188"/>
                  </a:lnTo>
                  <a:lnTo>
                    <a:pt x="38628" y="5169"/>
                  </a:lnTo>
                  <a:lnTo>
                    <a:pt x="38713" y="5164"/>
                  </a:lnTo>
                  <a:lnTo>
                    <a:pt x="39091" y="5491"/>
                  </a:lnTo>
                  <a:lnTo>
                    <a:pt x="39469" y="5799"/>
                  </a:lnTo>
                  <a:lnTo>
                    <a:pt x="39494" y="6153"/>
                  </a:lnTo>
                  <a:lnTo>
                    <a:pt x="39166" y="6552"/>
                  </a:lnTo>
                  <a:lnTo>
                    <a:pt x="39217" y="7260"/>
                  </a:lnTo>
                  <a:lnTo>
                    <a:pt x="39240" y="7593"/>
                  </a:lnTo>
                  <a:lnTo>
                    <a:pt x="39263" y="7920"/>
                  </a:lnTo>
                  <a:lnTo>
                    <a:pt x="39288" y="8274"/>
                  </a:lnTo>
                  <a:lnTo>
                    <a:pt x="39378" y="8268"/>
                  </a:lnTo>
                  <a:lnTo>
                    <a:pt x="39482" y="8260"/>
                  </a:lnTo>
                  <a:lnTo>
                    <a:pt x="39642" y="8249"/>
                  </a:lnTo>
                  <a:lnTo>
                    <a:pt x="39714" y="6989"/>
                  </a:lnTo>
                  <a:lnTo>
                    <a:pt x="40133" y="6176"/>
                  </a:lnTo>
                  <a:lnTo>
                    <a:pt x="40855" y="5675"/>
                  </a:lnTo>
                  <a:lnTo>
                    <a:pt x="41649" y="5452"/>
                  </a:lnTo>
                  <a:lnTo>
                    <a:pt x="41682" y="5262"/>
                  </a:lnTo>
                  <a:lnTo>
                    <a:pt x="41863" y="4183"/>
                  </a:lnTo>
                  <a:lnTo>
                    <a:pt x="41799" y="4233"/>
                  </a:lnTo>
                  <a:lnTo>
                    <a:pt x="41091" y="4284"/>
                  </a:lnTo>
                  <a:lnTo>
                    <a:pt x="40738" y="4309"/>
                  </a:lnTo>
                  <a:lnTo>
                    <a:pt x="41068" y="3957"/>
                  </a:lnTo>
                  <a:lnTo>
                    <a:pt x="41018" y="3249"/>
                  </a:lnTo>
                  <a:lnTo>
                    <a:pt x="40641" y="2941"/>
                  </a:lnTo>
                  <a:lnTo>
                    <a:pt x="40995" y="2916"/>
                  </a:lnTo>
                  <a:lnTo>
                    <a:pt x="41324" y="2537"/>
                  </a:lnTo>
                  <a:lnTo>
                    <a:pt x="41299" y="2184"/>
                  </a:lnTo>
                  <a:lnTo>
                    <a:pt x="41274" y="1830"/>
                  </a:lnTo>
                  <a:lnTo>
                    <a:pt x="40919" y="1855"/>
                  </a:lnTo>
                  <a:lnTo>
                    <a:pt x="40894" y="1501"/>
                  </a:lnTo>
                  <a:lnTo>
                    <a:pt x="40187" y="1551"/>
                  </a:lnTo>
                  <a:lnTo>
                    <a:pt x="39526" y="1953"/>
                  </a:lnTo>
                  <a:lnTo>
                    <a:pt x="39476" y="1246"/>
                  </a:lnTo>
                  <a:lnTo>
                    <a:pt x="38768" y="1296"/>
                  </a:lnTo>
                  <a:lnTo>
                    <a:pt x="38391" y="968"/>
                  </a:lnTo>
                  <a:lnTo>
                    <a:pt x="37733" y="1725"/>
                  </a:lnTo>
                  <a:lnTo>
                    <a:pt x="37758" y="2079"/>
                  </a:lnTo>
                  <a:lnTo>
                    <a:pt x="37455" y="2455"/>
                  </a:lnTo>
                  <a:lnTo>
                    <a:pt x="37052" y="1773"/>
                  </a:lnTo>
                  <a:lnTo>
                    <a:pt x="37027" y="1419"/>
                  </a:lnTo>
                  <a:lnTo>
                    <a:pt x="37355" y="1041"/>
                  </a:lnTo>
                  <a:lnTo>
                    <a:pt x="37332" y="707"/>
                  </a:lnTo>
                  <a:lnTo>
                    <a:pt x="37282"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8"/>
            <p:cNvSpPr/>
            <p:nvPr/>
          </p:nvSpPr>
          <p:spPr>
            <a:xfrm>
              <a:off x="5962924" y="2631575"/>
              <a:ext cx="21755" cy="30123"/>
            </a:xfrm>
            <a:custGeom>
              <a:avLst/>
              <a:gdLst/>
              <a:ahLst/>
              <a:cxnLst/>
              <a:rect l="l" t="t" r="r" b="b"/>
              <a:pathLst>
                <a:path w="1014" h="1404" extrusionOk="0">
                  <a:moveTo>
                    <a:pt x="584" y="0"/>
                  </a:moveTo>
                  <a:lnTo>
                    <a:pt x="0" y="752"/>
                  </a:lnTo>
                  <a:lnTo>
                    <a:pt x="115" y="743"/>
                  </a:lnTo>
                  <a:lnTo>
                    <a:pt x="307" y="730"/>
                  </a:lnTo>
                  <a:lnTo>
                    <a:pt x="354" y="727"/>
                  </a:lnTo>
                  <a:lnTo>
                    <a:pt x="379" y="1081"/>
                  </a:lnTo>
                  <a:lnTo>
                    <a:pt x="698" y="1404"/>
                  </a:lnTo>
                  <a:lnTo>
                    <a:pt x="1014" y="1035"/>
                  </a:lnTo>
                  <a:lnTo>
                    <a:pt x="989" y="681"/>
                  </a:lnTo>
                  <a:lnTo>
                    <a:pt x="964" y="328"/>
                  </a:lnTo>
                  <a:lnTo>
                    <a:pt x="584"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8"/>
            <p:cNvSpPr/>
            <p:nvPr/>
          </p:nvSpPr>
          <p:spPr>
            <a:xfrm>
              <a:off x="5961916" y="2647731"/>
              <a:ext cx="472" cy="43"/>
            </a:xfrm>
            <a:custGeom>
              <a:avLst/>
              <a:gdLst/>
              <a:ahLst/>
              <a:cxnLst/>
              <a:rect l="l" t="t" r="r" b="b"/>
              <a:pathLst>
                <a:path w="22" h="2" extrusionOk="0">
                  <a:moveTo>
                    <a:pt x="1" y="2"/>
                  </a:moveTo>
                  <a:lnTo>
                    <a:pt x="21" y="1"/>
                  </a:lnTo>
                  <a:lnTo>
                    <a:pt x="21"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28"/>
            <p:cNvSpPr/>
            <p:nvPr/>
          </p:nvSpPr>
          <p:spPr>
            <a:xfrm>
              <a:off x="5962366" y="1856020"/>
              <a:ext cx="480742" cy="1102873"/>
            </a:xfrm>
            <a:custGeom>
              <a:avLst/>
              <a:gdLst/>
              <a:ahLst/>
              <a:cxnLst/>
              <a:rect l="l" t="t" r="r" b="b"/>
              <a:pathLst>
                <a:path w="22407" h="51404" extrusionOk="0">
                  <a:moveTo>
                    <a:pt x="15670" y="1"/>
                  </a:moveTo>
                  <a:lnTo>
                    <a:pt x="15009" y="47"/>
                  </a:lnTo>
                  <a:lnTo>
                    <a:pt x="14963" y="51"/>
                  </a:lnTo>
                  <a:lnTo>
                    <a:pt x="14990" y="430"/>
                  </a:lnTo>
                  <a:lnTo>
                    <a:pt x="15037" y="1112"/>
                  </a:lnTo>
                  <a:lnTo>
                    <a:pt x="15061" y="1442"/>
                  </a:lnTo>
                  <a:lnTo>
                    <a:pt x="15062" y="1465"/>
                  </a:lnTo>
                  <a:lnTo>
                    <a:pt x="14372" y="1179"/>
                  </a:lnTo>
                  <a:lnTo>
                    <a:pt x="14330" y="1161"/>
                  </a:lnTo>
                  <a:lnTo>
                    <a:pt x="14078" y="2245"/>
                  </a:lnTo>
                  <a:lnTo>
                    <a:pt x="14102" y="2578"/>
                  </a:lnTo>
                  <a:lnTo>
                    <a:pt x="13748" y="2603"/>
                  </a:lnTo>
                  <a:lnTo>
                    <a:pt x="13387" y="2309"/>
                  </a:lnTo>
                  <a:lnTo>
                    <a:pt x="13371" y="2296"/>
                  </a:lnTo>
                  <a:lnTo>
                    <a:pt x="12686" y="2679"/>
                  </a:lnTo>
                  <a:lnTo>
                    <a:pt x="12736" y="3386"/>
                  </a:lnTo>
                  <a:lnTo>
                    <a:pt x="12760" y="3714"/>
                  </a:lnTo>
                  <a:lnTo>
                    <a:pt x="12426" y="3737"/>
                  </a:lnTo>
                  <a:lnTo>
                    <a:pt x="11722" y="3458"/>
                  </a:lnTo>
                  <a:lnTo>
                    <a:pt x="11389" y="3481"/>
                  </a:lnTo>
                  <a:lnTo>
                    <a:pt x="11343" y="3485"/>
                  </a:lnTo>
                  <a:lnTo>
                    <a:pt x="11040" y="4217"/>
                  </a:lnTo>
                  <a:lnTo>
                    <a:pt x="11063" y="4545"/>
                  </a:lnTo>
                  <a:lnTo>
                    <a:pt x="10051" y="5327"/>
                  </a:lnTo>
                  <a:lnTo>
                    <a:pt x="9744" y="5704"/>
                  </a:lnTo>
                  <a:lnTo>
                    <a:pt x="9414" y="6083"/>
                  </a:lnTo>
                  <a:lnTo>
                    <a:pt x="9793" y="6390"/>
                  </a:lnTo>
                  <a:lnTo>
                    <a:pt x="10175" y="7074"/>
                  </a:lnTo>
                  <a:lnTo>
                    <a:pt x="9867" y="7452"/>
                  </a:lnTo>
                  <a:lnTo>
                    <a:pt x="9892" y="7804"/>
                  </a:lnTo>
                  <a:lnTo>
                    <a:pt x="9232" y="8516"/>
                  </a:lnTo>
                  <a:lnTo>
                    <a:pt x="8551" y="8945"/>
                  </a:lnTo>
                  <a:lnTo>
                    <a:pt x="8601" y="9653"/>
                  </a:lnTo>
                  <a:lnTo>
                    <a:pt x="8626" y="10006"/>
                  </a:lnTo>
                  <a:lnTo>
                    <a:pt x="8296" y="10359"/>
                  </a:lnTo>
                  <a:lnTo>
                    <a:pt x="7639" y="10760"/>
                  </a:lnTo>
                  <a:lnTo>
                    <a:pt x="6955" y="11143"/>
                  </a:lnTo>
                  <a:lnTo>
                    <a:pt x="7007" y="11872"/>
                  </a:lnTo>
                  <a:lnTo>
                    <a:pt x="6703" y="12603"/>
                  </a:lnTo>
                  <a:lnTo>
                    <a:pt x="6372" y="12935"/>
                  </a:lnTo>
                  <a:lnTo>
                    <a:pt x="6422" y="13643"/>
                  </a:lnTo>
                  <a:lnTo>
                    <a:pt x="6446" y="13997"/>
                  </a:lnTo>
                  <a:lnTo>
                    <a:pt x="6471" y="14350"/>
                  </a:lnTo>
                  <a:lnTo>
                    <a:pt x="6186" y="15417"/>
                  </a:lnTo>
                  <a:lnTo>
                    <a:pt x="6211" y="15770"/>
                  </a:lnTo>
                  <a:lnTo>
                    <a:pt x="5553" y="16151"/>
                  </a:lnTo>
                  <a:lnTo>
                    <a:pt x="5225" y="16550"/>
                  </a:lnTo>
                  <a:lnTo>
                    <a:pt x="5628" y="17212"/>
                  </a:lnTo>
                  <a:lnTo>
                    <a:pt x="5653" y="17566"/>
                  </a:lnTo>
                  <a:lnTo>
                    <a:pt x="5676" y="17893"/>
                  </a:lnTo>
                  <a:lnTo>
                    <a:pt x="6080" y="18575"/>
                  </a:lnTo>
                  <a:lnTo>
                    <a:pt x="5753" y="18980"/>
                  </a:lnTo>
                  <a:lnTo>
                    <a:pt x="5045" y="19030"/>
                  </a:lnTo>
                  <a:lnTo>
                    <a:pt x="4692" y="19055"/>
                  </a:lnTo>
                  <a:lnTo>
                    <a:pt x="4361" y="19408"/>
                  </a:lnTo>
                  <a:lnTo>
                    <a:pt x="4031" y="19766"/>
                  </a:lnTo>
                  <a:lnTo>
                    <a:pt x="3698" y="19789"/>
                  </a:lnTo>
                  <a:lnTo>
                    <a:pt x="3677" y="19478"/>
                  </a:lnTo>
                  <a:lnTo>
                    <a:pt x="3674" y="19456"/>
                  </a:lnTo>
                  <a:lnTo>
                    <a:pt x="2992" y="19839"/>
                  </a:lnTo>
                  <a:lnTo>
                    <a:pt x="2664" y="20238"/>
                  </a:lnTo>
                  <a:lnTo>
                    <a:pt x="2359" y="20950"/>
                  </a:lnTo>
                  <a:lnTo>
                    <a:pt x="2409" y="21657"/>
                  </a:lnTo>
                  <a:lnTo>
                    <a:pt x="2457" y="22339"/>
                  </a:lnTo>
                  <a:lnTo>
                    <a:pt x="2507" y="23051"/>
                  </a:lnTo>
                  <a:lnTo>
                    <a:pt x="2179" y="23430"/>
                  </a:lnTo>
                  <a:lnTo>
                    <a:pt x="2228" y="24137"/>
                  </a:lnTo>
                  <a:lnTo>
                    <a:pt x="2251" y="24464"/>
                  </a:lnTo>
                  <a:lnTo>
                    <a:pt x="2631" y="24793"/>
                  </a:lnTo>
                  <a:lnTo>
                    <a:pt x="2679" y="25479"/>
                  </a:lnTo>
                  <a:lnTo>
                    <a:pt x="2705" y="25854"/>
                  </a:lnTo>
                  <a:lnTo>
                    <a:pt x="2400" y="26565"/>
                  </a:lnTo>
                  <a:lnTo>
                    <a:pt x="2423" y="26893"/>
                  </a:lnTo>
                  <a:lnTo>
                    <a:pt x="2448" y="27247"/>
                  </a:lnTo>
                  <a:lnTo>
                    <a:pt x="2829" y="27601"/>
                  </a:lnTo>
                  <a:lnTo>
                    <a:pt x="3206" y="27904"/>
                  </a:lnTo>
                  <a:lnTo>
                    <a:pt x="3233" y="28284"/>
                  </a:lnTo>
                  <a:lnTo>
                    <a:pt x="3280" y="28945"/>
                  </a:lnTo>
                  <a:lnTo>
                    <a:pt x="3305" y="29298"/>
                  </a:lnTo>
                  <a:lnTo>
                    <a:pt x="2319" y="30078"/>
                  </a:lnTo>
                  <a:lnTo>
                    <a:pt x="2344" y="30432"/>
                  </a:lnTo>
                  <a:lnTo>
                    <a:pt x="2720" y="31096"/>
                  </a:lnTo>
                  <a:lnTo>
                    <a:pt x="2745" y="31450"/>
                  </a:lnTo>
                  <a:lnTo>
                    <a:pt x="2768" y="31777"/>
                  </a:lnTo>
                  <a:lnTo>
                    <a:pt x="2845" y="32864"/>
                  </a:lnTo>
                  <a:lnTo>
                    <a:pt x="2591" y="33921"/>
                  </a:lnTo>
                  <a:lnTo>
                    <a:pt x="2302" y="33942"/>
                  </a:lnTo>
                  <a:lnTo>
                    <a:pt x="2237" y="33947"/>
                  </a:lnTo>
                  <a:lnTo>
                    <a:pt x="1884" y="33972"/>
                  </a:lnTo>
                  <a:lnTo>
                    <a:pt x="1553" y="34330"/>
                  </a:lnTo>
                  <a:lnTo>
                    <a:pt x="1578" y="34684"/>
                  </a:lnTo>
                  <a:lnTo>
                    <a:pt x="1252" y="35083"/>
                  </a:lnTo>
                  <a:lnTo>
                    <a:pt x="1273" y="35390"/>
                  </a:lnTo>
                  <a:lnTo>
                    <a:pt x="610" y="36148"/>
                  </a:lnTo>
                  <a:lnTo>
                    <a:pt x="990" y="36476"/>
                  </a:lnTo>
                  <a:lnTo>
                    <a:pt x="1015" y="36829"/>
                  </a:lnTo>
                  <a:lnTo>
                    <a:pt x="1040" y="37183"/>
                  </a:lnTo>
                  <a:lnTo>
                    <a:pt x="724" y="37552"/>
                  </a:lnTo>
                  <a:lnTo>
                    <a:pt x="711" y="37567"/>
                  </a:lnTo>
                  <a:lnTo>
                    <a:pt x="358" y="37232"/>
                  </a:lnTo>
                  <a:lnTo>
                    <a:pt x="333" y="36878"/>
                  </a:lnTo>
                  <a:lnTo>
                    <a:pt x="141" y="36891"/>
                  </a:lnTo>
                  <a:lnTo>
                    <a:pt x="0" y="36902"/>
                  </a:lnTo>
                  <a:lnTo>
                    <a:pt x="50" y="37614"/>
                  </a:lnTo>
                  <a:lnTo>
                    <a:pt x="74" y="37941"/>
                  </a:lnTo>
                  <a:lnTo>
                    <a:pt x="124" y="38649"/>
                  </a:lnTo>
                  <a:lnTo>
                    <a:pt x="149" y="39002"/>
                  </a:lnTo>
                  <a:lnTo>
                    <a:pt x="172" y="39335"/>
                  </a:lnTo>
                  <a:lnTo>
                    <a:pt x="198" y="39710"/>
                  </a:lnTo>
                  <a:lnTo>
                    <a:pt x="222" y="40043"/>
                  </a:lnTo>
                  <a:lnTo>
                    <a:pt x="576" y="40017"/>
                  </a:lnTo>
                  <a:lnTo>
                    <a:pt x="625" y="40725"/>
                  </a:lnTo>
                  <a:lnTo>
                    <a:pt x="908" y="40350"/>
                  </a:lnTo>
                  <a:lnTo>
                    <a:pt x="1312" y="40677"/>
                  </a:lnTo>
                  <a:lnTo>
                    <a:pt x="982" y="41410"/>
                  </a:lnTo>
                  <a:lnTo>
                    <a:pt x="1006" y="41739"/>
                  </a:lnTo>
                  <a:lnTo>
                    <a:pt x="1031" y="42091"/>
                  </a:lnTo>
                  <a:lnTo>
                    <a:pt x="1055" y="42424"/>
                  </a:lnTo>
                  <a:lnTo>
                    <a:pt x="1106" y="43153"/>
                  </a:lnTo>
                  <a:lnTo>
                    <a:pt x="1129" y="43487"/>
                  </a:lnTo>
                  <a:lnTo>
                    <a:pt x="1534" y="43812"/>
                  </a:lnTo>
                  <a:lnTo>
                    <a:pt x="1179" y="44193"/>
                  </a:lnTo>
                  <a:lnTo>
                    <a:pt x="1228" y="44880"/>
                  </a:lnTo>
                  <a:lnTo>
                    <a:pt x="1632" y="45207"/>
                  </a:lnTo>
                  <a:lnTo>
                    <a:pt x="1966" y="45184"/>
                  </a:lnTo>
                  <a:lnTo>
                    <a:pt x="2040" y="46245"/>
                  </a:lnTo>
                  <a:lnTo>
                    <a:pt x="2792" y="46520"/>
                  </a:lnTo>
                  <a:lnTo>
                    <a:pt x="2817" y="46874"/>
                  </a:lnTo>
                  <a:lnTo>
                    <a:pt x="2842" y="47227"/>
                  </a:lnTo>
                  <a:lnTo>
                    <a:pt x="2488" y="47251"/>
                  </a:lnTo>
                  <a:lnTo>
                    <a:pt x="2513" y="47606"/>
                  </a:lnTo>
                  <a:lnTo>
                    <a:pt x="2161" y="47965"/>
                  </a:lnTo>
                  <a:lnTo>
                    <a:pt x="2187" y="48319"/>
                  </a:lnTo>
                  <a:lnTo>
                    <a:pt x="2212" y="48673"/>
                  </a:lnTo>
                  <a:lnTo>
                    <a:pt x="2610" y="48973"/>
                  </a:lnTo>
                  <a:lnTo>
                    <a:pt x="2636" y="49353"/>
                  </a:lnTo>
                  <a:lnTo>
                    <a:pt x="3014" y="49656"/>
                  </a:lnTo>
                  <a:lnTo>
                    <a:pt x="3038" y="50009"/>
                  </a:lnTo>
                  <a:lnTo>
                    <a:pt x="3088" y="50717"/>
                  </a:lnTo>
                  <a:lnTo>
                    <a:pt x="2759" y="51095"/>
                  </a:lnTo>
                  <a:lnTo>
                    <a:pt x="3137" y="51404"/>
                  </a:lnTo>
                  <a:lnTo>
                    <a:pt x="3467" y="51046"/>
                  </a:lnTo>
                  <a:lnTo>
                    <a:pt x="3844" y="51353"/>
                  </a:lnTo>
                  <a:lnTo>
                    <a:pt x="4861" y="50947"/>
                  </a:lnTo>
                  <a:lnTo>
                    <a:pt x="5237" y="51254"/>
                  </a:lnTo>
                  <a:lnTo>
                    <a:pt x="5566" y="51232"/>
                  </a:lnTo>
                  <a:lnTo>
                    <a:pt x="5946" y="51205"/>
                  </a:lnTo>
                  <a:lnTo>
                    <a:pt x="5922" y="50871"/>
                  </a:lnTo>
                  <a:lnTo>
                    <a:pt x="5872" y="50165"/>
                  </a:lnTo>
                  <a:lnTo>
                    <a:pt x="5821" y="49457"/>
                  </a:lnTo>
                  <a:lnTo>
                    <a:pt x="6126" y="49106"/>
                  </a:lnTo>
                  <a:lnTo>
                    <a:pt x="6480" y="49081"/>
                  </a:lnTo>
                  <a:lnTo>
                    <a:pt x="6834" y="49057"/>
                  </a:lnTo>
                  <a:lnTo>
                    <a:pt x="7160" y="48652"/>
                  </a:lnTo>
                  <a:lnTo>
                    <a:pt x="6807" y="48677"/>
                  </a:lnTo>
                  <a:lnTo>
                    <a:pt x="7137" y="48324"/>
                  </a:lnTo>
                  <a:lnTo>
                    <a:pt x="7820" y="47921"/>
                  </a:lnTo>
                  <a:lnTo>
                    <a:pt x="8531" y="48226"/>
                  </a:lnTo>
                  <a:lnTo>
                    <a:pt x="8554" y="48554"/>
                  </a:lnTo>
                  <a:lnTo>
                    <a:pt x="8907" y="48529"/>
                  </a:lnTo>
                  <a:lnTo>
                    <a:pt x="9615" y="48479"/>
                  </a:lnTo>
                  <a:lnTo>
                    <a:pt x="9969" y="48453"/>
                  </a:lnTo>
                  <a:lnTo>
                    <a:pt x="9920" y="47773"/>
                  </a:lnTo>
                  <a:lnTo>
                    <a:pt x="9896" y="47419"/>
                  </a:lnTo>
                  <a:lnTo>
                    <a:pt x="10509" y="46330"/>
                  </a:lnTo>
                  <a:lnTo>
                    <a:pt x="10460" y="45649"/>
                  </a:lnTo>
                  <a:lnTo>
                    <a:pt x="10789" y="45270"/>
                  </a:lnTo>
                  <a:lnTo>
                    <a:pt x="11116" y="44866"/>
                  </a:lnTo>
                  <a:lnTo>
                    <a:pt x="11093" y="44538"/>
                  </a:lnTo>
                  <a:lnTo>
                    <a:pt x="10739" y="44563"/>
                  </a:lnTo>
                  <a:lnTo>
                    <a:pt x="11042" y="43825"/>
                  </a:lnTo>
                  <a:lnTo>
                    <a:pt x="11373" y="43472"/>
                  </a:lnTo>
                  <a:lnTo>
                    <a:pt x="10994" y="43144"/>
                  </a:lnTo>
                  <a:lnTo>
                    <a:pt x="10970" y="42791"/>
                  </a:lnTo>
                  <a:lnTo>
                    <a:pt x="10946" y="42458"/>
                  </a:lnTo>
                  <a:lnTo>
                    <a:pt x="11274" y="42058"/>
                  </a:lnTo>
                  <a:lnTo>
                    <a:pt x="11249" y="41704"/>
                  </a:lnTo>
                  <a:lnTo>
                    <a:pt x="11553" y="40993"/>
                  </a:lnTo>
                  <a:lnTo>
                    <a:pt x="11530" y="40665"/>
                  </a:lnTo>
                  <a:lnTo>
                    <a:pt x="11503" y="40285"/>
                  </a:lnTo>
                  <a:lnTo>
                    <a:pt x="11102" y="39630"/>
                  </a:lnTo>
                  <a:lnTo>
                    <a:pt x="11783" y="39225"/>
                  </a:lnTo>
                  <a:lnTo>
                    <a:pt x="10699" y="38968"/>
                  </a:lnTo>
                  <a:lnTo>
                    <a:pt x="11027" y="38569"/>
                  </a:lnTo>
                  <a:lnTo>
                    <a:pt x="11760" y="38892"/>
                  </a:lnTo>
                  <a:lnTo>
                    <a:pt x="12114" y="38867"/>
                  </a:lnTo>
                  <a:lnTo>
                    <a:pt x="12744" y="38112"/>
                  </a:lnTo>
                  <a:lnTo>
                    <a:pt x="12720" y="37759"/>
                  </a:lnTo>
                  <a:lnTo>
                    <a:pt x="12695" y="37405"/>
                  </a:lnTo>
                  <a:lnTo>
                    <a:pt x="13048" y="37380"/>
                  </a:lnTo>
                  <a:lnTo>
                    <a:pt x="13402" y="37355"/>
                  </a:lnTo>
                  <a:lnTo>
                    <a:pt x="13781" y="37684"/>
                  </a:lnTo>
                  <a:lnTo>
                    <a:pt x="14090" y="36951"/>
                  </a:lnTo>
                  <a:lnTo>
                    <a:pt x="14395" y="36600"/>
                  </a:lnTo>
                  <a:lnTo>
                    <a:pt x="15076" y="36191"/>
                  </a:lnTo>
                  <a:lnTo>
                    <a:pt x="14344" y="35887"/>
                  </a:lnTo>
                  <a:lnTo>
                    <a:pt x="14319" y="35534"/>
                  </a:lnTo>
                  <a:lnTo>
                    <a:pt x="14673" y="35154"/>
                  </a:lnTo>
                  <a:lnTo>
                    <a:pt x="15001" y="35130"/>
                  </a:lnTo>
                  <a:lnTo>
                    <a:pt x="15637" y="34066"/>
                  </a:lnTo>
                  <a:lnTo>
                    <a:pt x="15257" y="33717"/>
                  </a:lnTo>
                  <a:lnTo>
                    <a:pt x="15208" y="33030"/>
                  </a:lnTo>
                  <a:lnTo>
                    <a:pt x="14551" y="33411"/>
                  </a:lnTo>
                  <a:lnTo>
                    <a:pt x="14527" y="33077"/>
                  </a:lnTo>
                  <a:lnTo>
                    <a:pt x="14500" y="32704"/>
                  </a:lnTo>
                  <a:lnTo>
                    <a:pt x="14097" y="32398"/>
                  </a:lnTo>
                  <a:lnTo>
                    <a:pt x="13747" y="32093"/>
                  </a:lnTo>
                  <a:lnTo>
                    <a:pt x="13722" y="31740"/>
                  </a:lnTo>
                  <a:lnTo>
                    <a:pt x="13696" y="31386"/>
                  </a:lnTo>
                  <a:lnTo>
                    <a:pt x="13008" y="31790"/>
                  </a:lnTo>
                  <a:lnTo>
                    <a:pt x="12631" y="31462"/>
                  </a:lnTo>
                  <a:lnTo>
                    <a:pt x="12250" y="31107"/>
                  </a:lnTo>
                  <a:lnTo>
                    <a:pt x="12202" y="30425"/>
                  </a:lnTo>
                  <a:lnTo>
                    <a:pt x="11824" y="30117"/>
                  </a:lnTo>
                  <a:lnTo>
                    <a:pt x="11799" y="29764"/>
                  </a:lnTo>
                  <a:lnTo>
                    <a:pt x="11447" y="29434"/>
                  </a:lnTo>
                  <a:lnTo>
                    <a:pt x="11774" y="29410"/>
                  </a:lnTo>
                  <a:lnTo>
                    <a:pt x="12103" y="29031"/>
                  </a:lnTo>
                  <a:lnTo>
                    <a:pt x="12053" y="28324"/>
                  </a:lnTo>
                  <a:lnTo>
                    <a:pt x="12028" y="27970"/>
                  </a:lnTo>
                  <a:lnTo>
                    <a:pt x="11980" y="27285"/>
                  </a:lnTo>
                  <a:lnTo>
                    <a:pt x="12333" y="27260"/>
                  </a:lnTo>
                  <a:lnTo>
                    <a:pt x="11956" y="26956"/>
                  </a:lnTo>
                  <a:lnTo>
                    <a:pt x="12284" y="26551"/>
                  </a:lnTo>
                  <a:lnTo>
                    <a:pt x="12235" y="25870"/>
                  </a:lnTo>
                  <a:lnTo>
                    <a:pt x="12564" y="25491"/>
                  </a:lnTo>
                  <a:lnTo>
                    <a:pt x="12513" y="24785"/>
                  </a:lnTo>
                  <a:lnTo>
                    <a:pt x="11453" y="24860"/>
                  </a:lnTo>
                  <a:lnTo>
                    <a:pt x="11404" y="24173"/>
                  </a:lnTo>
                  <a:lnTo>
                    <a:pt x="11733" y="23794"/>
                  </a:lnTo>
                  <a:lnTo>
                    <a:pt x="12465" y="24098"/>
                  </a:lnTo>
                  <a:lnTo>
                    <a:pt x="12794" y="23719"/>
                  </a:lnTo>
                  <a:lnTo>
                    <a:pt x="13153" y="23694"/>
                  </a:lnTo>
                  <a:lnTo>
                    <a:pt x="13457" y="23343"/>
                  </a:lnTo>
                  <a:lnTo>
                    <a:pt x="13837" y="23316"/>
                  </a:lnTo>
                  <a:lnTo>
                    <a:pt x="14493" y="22914"/>
                  </a:lnTo>
                  <a:lnTo>
                    <a:pt x="14115" y="22586"/>
                  </a:lnTo>
                  <a:lnTo>
                    <a:pt x="14771" y="21824"/>
                  </a:lnTo>
                  <a:lnTo>
                    <a:pt x="14393" y="21495"/>
                  </a:lnTo>
                  <a:lnTo>
                    <a:pt x="15100" y="21445"/>
                  </a:lnTo>
                  <a:lnTo>
                    <a:pt x="15405" y="20739"/>
                  </a:lnTo>
                  <a:lnTo>
                    <a:pt x="15763" y="21069"/>
                  </a:lnTo>
                  <a:lnTo>
                    <a:pt x="16446" y="20665"/>
                  </a:lnTo>
                  <a:lnTo>
                    <a:pt x="16088" y="20335"/>
                  </a:lnTo>
                  <a:lnTo>
                    <a:pt x="16396" y="19958"/>
                  </a:lnTo>
                  <a:lnTo>
                    <a:pt x="16749" y="19932"/>
                  </a:lnTo>
                  <a:lnTo>
                    <a:pt x="17432" y="19529"/>
                  </a:lnTo>
                  <a:lnTo>
                    <a:pt x="17381" y="18821"/>
                  </a:lnTo>
                  <a:lnTo>
                    <a:pt x="17358" y="18489"/>
                  </a:lnTo>
                  <a:lnTo>
                    <a:pt x="17335" y="18162"/>
                  </a:lnTo>
                  <a:lnTo>
                    <a:pt x="17639" y="17429"/>
                  </a:lnTo>
                  <a:lnTo>
                    <a:pt x="17966" y="17406"/>
                  </a:lnTo>
                  <a:lnTo>
                    <a:pt x="18270" y="16673"/>
                  </a:lnTo>
                  <a:lnTo>
                    <a:pt x="18599" y="16295"/>
                  </a:lnTo>
                  <a:lnTo>
                    <a:pt x="18222" y="15987"/>
                  </a:lnTo>
                  <a:lnTo>
                    <a:pt x="18197" y="15633"/>
                  </a:lnTo>
                  <a:lnTo>
                    <a:pt x="18147" y="14927"/>
                  </a:lnTo>
                  <a:lnTo>
                    <a:pt x="18097" y="14218"/>
                  </a:lnTo>
                  <a:lnTo>
                    <a:pt x="18427" y="13861"/>
                  </a:lnTo>
                  <a:lnTo>
                    <a:pt x="18402" y="13506"/>
                  </a:lnTo>
                  <a:lnTo>
                    <a:pt x="18377" y="13154"/>
                  </a:lnTo>
                  <a:lnTo>
                    <a:pt x="18706" y="12775"/>
                  </a:lnTo>
                  <a:lnTo>
                    <a:pt x="19418" y="12724"/>
                  </a:lnTo>
                  <a:lnTo>
                    <a:pt x="19368" y="12017"/>
                  </a:lnTo>
                  <a:lnTo>
                    <a:pt x="19320" y="11336"/>
                  </a:lnTo>
                  <a:lnTo>
                    <a:pt x="19297" y="11004"/>
                  </a:lnTo>
                  <a:lnTo>
                    <a:pt x="19623" y="10980"/>
                  </a:lnTo>
                  <a:lnTo>
                    <a:pt x="20001" y="11287"/>
                  </a:lnTo>
                  <a:lnTo>
                    <a:pt x="20658" y="10531"/>
                  </a:lnTo>
                  <a:lnTo>
                    <a:pt x="21038" y="10880"/>
                  </a:lnTo>
                  <a:lnTo>
                    <a:pt x="21393" y="10856"/>
                  </a:lnTo>
                  <a:lnTo>
                    <a:pt x="21746" y="10831"/>
                  </a:lnTo>
                  <a:lnTo>
                    <a:pt x="22101" y="11139"/>
                  </a:lnTo>
                  <a:lnTo>
                    <a:pt x="22406" y="10783"/>
                  </a:lnTo>
                  <a:lnTo>
                    <a:pt x="22355" y="10055"/>
                  </a:lnTo>
                  <a:lnTo>
                    <a:pt x="21978" y="9747"/>
                  </a:lnTo>
                  <a:lnTo>
                    <a:pt x="21602" y="9089"/>
                  </a:lnTo>
                  <a:lnTo>
                    <a:pt x="21577" y="8736"/>
                  </a:lnTo>
                  <a:lnTo>
                    <a:pt x="21527" y="8028"/>
                  </a:lnTo>
                  <a:lnTo>
                    <a:pt x="21477" y="7321"/>
                  </a:lnTo>
                  <a:lnTo>
                    <a:pt x="21781" y="6964"/>
                  </a:lnTo>
                  <a:lnTo>
                    <a:pt x="21428" y="6634"/>
                  </a:lnTo>
                  <a:lnTo>
                    <a:pt x="21403" y="6280"/>
                  </a:lnTo>
                  <a:lnTo>
                    <a:pt x="21025" y="5952"/>
                  </a:lnTo>
                  <a:lnTo>
                    <a:pt x="20999" y="5598"/>
                  </a:lnTo>
                  <a:lnTo>
                    <a:pt x="20976" y="5265"/>
                  </a:lnTo>
                  <a:lnTo>
                    <a:pt x="20951" y="4912"/>
                  </a:lnTo>
                  <a:lnTo>
                    <a:pt x="20265" y="4961"/>
                  </a:lnTo>
                  <a:lnTo>
                    <a:pt x="20243" y="4962"/>
                  </a:lnTo>
                  <a:lnTo>
                    <a:pt x="20573" y="4584"/>
                  </a:lnTo>
                  <a:lnTo>
                    <a:pt x="20549" y="4256"/>
                  </a:lnTo>
                  <a:lnTo>
                    <a:pt x="20522" y="3875"/>
                  </a:lnTo>
                  <a:lnTo>
                    <a:pt x="20499" y="3548"/>
                  </a:lnTo>
                  <a:lnTo>
                    <a:pt x="20472" y="3169"/>
                  </a:lnTo>
                  <a:lnTo>
                    <a:pt x="20095" y="2866"/>
                  </a:lnTo>
                  <a:lnTo>
                    <a:pt x="20045" y="2159"/>
                  </a:lnTo>
                  <a:lnTo>
                    <a:pt x="19692" y="2183"/>
                  </a:lnTo>
                  <a:lnTo>
                    <a:pt x="18956" y="1901"/>
                  </a:lnTo>
                  <a:lnTo>
                    <a:pt x="18249" y="1575"/>
                  </a:lnTo>
                  <a:lnTo>
                    <a:pt x="17915" y="1598"/>
                  </a:lnTo>
                  <a:lnTo>
                    <a:pt x="17517" y="1292"/>
                  </a:lnTo>
                  <a:lnTo>
                    <a:pt x="17184" y="1316"/>
                  </a:lnTo>
                  <a:lnTo>
                    <a:pt x="17164" y="1317"/>
                  </a:lnTo>
                  <a:lnTo>
                    <a:pt x="17115" y="636"/>
                  </a:lnTo>
                  <a:lnTo>
                    <a:pt x="16403" y="331"/>
                  </a:lnTo>
                  <a:lnTo>
                    <a:pt x="15670"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8"/>
            <p:cNvSpPr/>
            <p:nvPr/>
          </p:nvSpPr>
          <p:spPr>
            <a:xfrm>
              <a:off x="6298073" y="1736902"/>
              <a:ext cx="476086" cy="822199"/>
            </a:xfrm>
            <a:custGeom>
              <a:avLst/>
              <a:gdLst/>
              <a:ahLst/>
              <a:cxnLst/>
              <a:rect l="l" t="t" r="r" b="b"/>
              <a:pathLst>
                <a:path w="22190" h="38322" extrusionOk="0">
                  <a:moveTo>
                    <a:pt x="9519" y="0"/>
                  </a:moveTo>
                  <a:lnTo>
                    <a:pt x="9361" y="11"/>
                  </a:lnTo>
                  <a:lnTo>
                    <a:pt x="9166" y="25"/>
                  </a:lnTo>
                  <a:lnTo>
                    <a:pt x="8830" y="378"/>
                  </a:lnTo>
                  <a:lnTo>
                    <a:pt x="8150" y="807"/>
                  </a:lnTo>
                  <a:lnTo>
                    <a:pt x="7791" y="833"/>
                  </a:lnTo>
                  <a:lnTo>
                    <a:pt x="7469" y="856"/>
                  </a:lnTo>
                  <a:lnTo>
                    <a:pt x="7443" y="858"/>
                  </a:lnTo>
                  <a:lnTo>
                    <a:pt x="7138" y="1208"/>
                  </a:lnTo>
                  <a:lnTo>
                    <a:pt x="7238" y="2623"/>
                  </a:lnTo>
                  <a:lnTo>
                    <a:pt x="6934" y="3355"/>
                  </a:lnTo>
                  <a:lnTo>
                    <a:pt x="6957" y="3688"/>
                  </a:lnTo>
                  <a:lnTo>
                    <a:pt x="6981" y="4016"/>
                  </a:lnTo>
                  <a:lnTo>
                    <a:pt x="7006" y="4370"/>
                  </a:lnTo>
                  <a:lnTo>
                    <a:pt x="6677" y="4748"/>
                  </a:lnTo>
                  <a:lnTo>
                    <a:pt x="6374" y="5486"/>
                  </a:lnTo>
                  <a:lnTo>
                    <a:pt x="6399" y="5840"/>
                  </a:lnTo>
                  <a:lnTo>
                    <a:pt x="6045" y="5864"/>
                  </a:lnTo>
                  <a:lnTo>
                    <a:pt x="5402" y="6229"/>
                  </a:lnTo>
                  <a:lnTo>
                    <a:pt x="5382" y="6240"/>
                  </a:lnTo>
                  <a:lnTo>
                    <a:pt x="4980" y="5584"/>
                  </a:lnTo>
                  <a:lnTo>
                    <a:pt x="4652" y="5607"/>
                  </a:lnTo>
                  <a:lnTo>
                    <a:pt x="4626" y="5609"/>
                  </a:lnTo>
                  <a:lnTo>
                    <a:pt x="4297" y="5988"/>
                  </a:lnTo>
                  <a:lnTo>
                    <a:pt x="3263" y="6061"/>
                  </a:lnTo>
                  <a:lnTo>
                    <a:pt x="3236" y="6062"/>
                  </a:lnTo>
                  <a:lnTo>
                    <a:pt x="2885" y="5732"/>
                  </a:lnTo>
                  <a:lnTo>
                    <a:pt x="2764" y="5741"/>
                  </a:lnTo>
                  <a:lnTo>
                    <a:pt x="2525" y="5757"/>
                  </a:lnTo>
                  <a:lnTo>
                    <a:pt x="2376" y="5768"/>
                  </a:lnTo>
                  <a:lnTo>
                    <a:pt x="2172" y="5782"/>
                  </a:lnTo>
                  <a:lnTo>
                    <a:pt x="1768" y="5095"/>
                  </a:lnTo>
                  <a:lnTo>
                    <a:pt x="1743" y="4742"/>
                  </a:lnTo>
                  <a:lnTo>
                    <a:pt x="1011" y="4438"/>
                  </a:lnTo>
                  <a:lnTo>
                    <a:pt x="660" y="4133"/>
                  </a:lnTo>
                  <a:lnTo>
                    <a:pt x="505" y="4144"/>
                  </a:lnTo>
                  <a:lnTo>
                    <a:pt x="327" y="4157"/>
                  </a:lnTo>
                  <a:lnTo>
                    <a:pt x="305" y="4158"/>
                  </a:lnTo>
                  <a:lnTo>
                    <a:pt x="0" y="4864"/>
                  </a:lnTo>
                  <a:lnTo>
                    <a:pt x="49" y="5551"/>
                  </a:lnTo>
                  <a:lnTo>
                    <a:pt x="783" y="5881"/>
                  </a:lnTo>
                  <a:lnTo>
                    <a:pt x="1490" y="6187"/>
                  </a:lnTo>
                  <a:lnTo>
                    <a:pt x="1537" y="6868"/>
                  </a:lnTo>
                  <a:lnTo>
                    <a:pt x="1870" y="6844"/>
                  </a:lnTo>
                  <a:lnTo>
                    <a:pt x="1891" y="6843"/>
                  </a:lnTo>
                  <a:lnTo>
                    <a:pt x="2268" y="7150"/>
                  </a:lnTo>
                  <a:lnTo>
                    <a:pt x="2622" y="7125"/>
                  </a:lnTo>
                  <a:lnTo>
                    <a:pt x="3335" y="7451"/>
                  </a:lnTo>
                  <a:lnTo>
                    <a:pt x="4065" y="7734"/>
                  </a:lnTo>
                  <a:lnTo>
                    <a:pt x="4420" y="7710"/>
                  </a:lnTo>
                  <a:lnTo>
                    <a:pt x="4469" y="8417"/>
                  </a:lnTo>
                  <a:lnTo>
                    <a:pt x="4846" y="8719"/>
                  </a:lnTo>
                  <a:lnTo>
                    <a:pt x="4873" y="9098"/>
                  </a:lnTo>
                  <a:lnTo>
                    <a:pt x="4896" y="9426"/>
                  </a:lnTo>
                  <a:lnTo>
                    <a:pt x="4923" y="9806"/>
                  </a:lnTo>
                  <a:lnTo>
                    <a:pt x="4946" y="10133"/>
                  </a:lnTo>
                  <a:lnTo>
                    <a:pt x="4618" y="10513"/>
                  </a:lnTo>
                  <a:lnTo>
                    <a:pt x="5304" y="10464"/>
                  </a:lnTo>
                  <a:lnTo>
                    <a:pt x="5325" y="10462"/>
                  </a:lnTo>
                  <a:lnTo>
                    <a:pt x="5350" y="10816"/>
                  </a:lnTo>
                  <a:lnTo>
                    <a:pt x="5374" y="11149"/>
                  </a:lnTo>
                  <a:lnTo>
                    <a:pt x="5398" y="11503"/>
                  </a:lnTo>
                  <a:lnTo>
                    <a:pt x="5777" y="11831"/>
                  </a:lnTo>
                  <a:lnTo>
                    <a:pt x="5803" y="12185"/>
                  </a:lnTo>
                  <a:lnTo>
                    <a:pt x="6159" y="12515"/>
                  </a:lnTo>
                  <a:lnTo>
                    <a:pt x="5851" y="12871"/>
                  </a:lnTo>
                  <a:lnTo>
                    <a:pt x="5901" y="13579"/>
                  </a:lnTo>
                  <a:lnTo>
                    <a:pt x="5951" y="14285"/>
                  </a:lnTo>
                  <a:lnTo>
                    <a:pt x="5976" y="14639"/>
                  </a:lnTo>
                  <a:lnTo>
                    <a:pt x="6356" y="15298"/>
                  </a:lnTo>
                  <a:lnTo>
                    <a:pt x="6733" y="15605"/>
                  </a:lnTo>
                  <a:lnTo>
                    <a:pt x="6785" y="16334"/>
                  </a:lnTo>
                  <a:lnTo>
                    <a:pt x="7139" y="16309"/>
                  </a:lnTo>
                  <a:lnTo>
                    <a:pt x="7516" y="16616"/>
                  </a:lnTo>
                  <a:lnTo>
                    <a:pt x="8224" y="16565"/>
                  </a:lnTo>
                  <a:lnTo>
                    <a:pt x="8249" y="16941"/>
                  </a:lnTo>
                  <a:lnTo>
                    <a:pt x="8599" y="17224"/>
                  </a:lnTo>
                  <a:lnTo>
                    <a:pt x="8625" y="17578"/>
                  </a:lnTo>
                  <a:lnTo>
                    <a:pt x="8650" y="17931"/>
                  </a:lnTo>
                  <a:lnTo>
                    <a:pt x="8699" y="18639"/>
                  </a:lnTo>
                  <a:lnTo>
                    <a:pt x="8724" y="18992"/>
                  </a:lnTo>
                  <a:lnTo>
                    <a:pt x="9101" y="19301"/>
                  </a:lnTo>
                  <a:lnTo>
                    <a:pt x="9126" y="19654"/>
                  </a:lnTo>
                  <a:lnTo>
                    <a:pt x="8773" y="19679"/>
                  </a:lnTo>
                  <a:lnTo>
                    <a:pt x="8445" y="19702"/>
                  </a:lnTo>
                  <a:lnTo>
                    <a:pt x="8092" y="19727"/>
                  </a:lnTo>
                  <a:lnTo>
                    <a:pt x="8116" y="20082"/>
                  </a:lnTo>
                  <a:lnTo>
                    <a:pt x="7484" y="21192"/>
                  </a:lnTo>
                  <a:lnTo>
                    <a:pt x="7508" y="21524"/>
                  </a:lnTo>
                  <a:lnTo>
                    <a:pt x="7201" y="22231"/>
                  </a:lnTo>
                  <a:lnTo>
                    <a:pt x="6875" y="22635"/>
                  </a:lnTo>
                  <a:lnTo>
                    <a:pt x="6239" y="23391"/>
                  </a:lnTo>
                  <a:lnTo>
                    <a:pt x="6262" y="23719"/>
                  </a:lnTo>
                  <a:lnTo>
                    <a:pt x="6285" y="24052"/>
                  </a:lnTo>
                  <a:lnTo>
                    <a:pt x="5604" y="24476"/>
                  </a:lnTo>
                  <a:lnTo>
                    <a:pt x="5274" y="24834"/>
                  </a:lnTo>
                  <a:lnTo>
                    <a:pt x="4946" y="25213"/>
                  </a:lnTo>
                  <a:lnTo>
                    <a:pt x="4971" y="25566"/>
                  </a:lnTo>
                  <a:lnTo>
                    <a:pt x="5021" y="26274"/>
                  </a:lnTo>
                  <a:lnTo>
                    <a:pt x="4363" y="26650"/>
                  </a:lnTo>
                  <a:lnTo>
                    <a:pt x="3981" y="26347"/>
                  </a:lnTo>
                  <a:lnTo>
                    <a:pt x="3627" y="26372"/>
                  </a:lnTo>
                  <a:lnTo>
                    <a:pt x="3676" y="27053"/>
                  </a:lnTo>
                  <a:lnTo>
                    <a:pt x="3018" y="27817"/>
                  </a:lnTo>
                  <a:lnTo>
                    <a:pt x="3069" y="28523"/>
                  </a:lnTo>
                  <a:lnTo>
                    <a:pt x="3092" y="28851"/>
                  </a:lnTo>
                  <a:lnTo>
                    <a:pt x="3470" y="29180"/>
                  </a:lnTo>
                  <a:lnTo>
                    <a:pt x="3519" y="29867"/>
                  </a:lnTo>
                  <a:lnTo>
                    <a:pt x="3191" y="30266"/>
                  </a:lnTo>
                  <a:lnTo>
                    <a:pt x="3215" y="30599"/>
                  </a:lnTo>
                  <a:lnTo>
                    <a:pt x="3947" y="30903"/>
                  </a:lnTo>
                  <a:lnTo>
                    <a:pt x="3971" y="31229"/>
                  </a:lnTo>
                  <a:lnTo>
                    <a:pt x="4023" y="31963"/>
                  </a:lnTo>
                  <a:lnTo>
                    <a:pt x="4094" y="32977"/>
                  </a:lnTo>
                  <a:lnTo>
                    <a:pt x="4144" y="33685"/>
                  </a:lnTo>
                  <a:lnTo>
                    <a:pt x="3461" y="34089"/>
                  </a:lnTo>
                  <a:lnTo>
                    <a:pt x="3511" y="34795"/>
                  </a:lnTo>
                  <a:lnTo>
                    <a:pt x="3537" y="35149"/>
                  </a:lnTo>
                  <a:lnTo>
                    <a:pt x="4316" y="36114"/>
                  </a:lnTo>
                  <a:lnTo>
                    <a:pt x="5355" y="36040"/>
                  </a:lnTo>
                  <a:lnTo>
                    <a:pt x="5736" y="36395"/>
                  </a:lnTo>
                  <a:lnTo>
                    <a:pt x="6443" y="36345"/>
                  </a:lnTo>
                  <a:lnTo>
                    <a:pt x="6797" y="36319"/>
                  </a:lnTo>
                  <a:lnTo>
                    <a:pt x="7200" y="37003"/>
                  </a:lnTo>
                  <a:lnTo>
                    <a:pt x="7248" y="37663"/>
                  </a:lnTo>
                  <a:lnTo>
                    <a:pt x="7628" y="38012"/>
                  </a:lnTo>
                  <a:lnTo>
                    <a:pt x="7983" y="38321"/>
                  </a:lnTo>
                  <a:lnTo>
                    <a:pt x="9046" y="38247"/>
                  </a:lnTo>
                  <a:lnTo>
                    <a:pt x="9398" y="38222"/>
                  </a:lnTo>
                  <a:lnTo>
                    <a:pt x="9702" y="37490"/>
                  </a:lnTo>
                  <a:lnTo>
                    <a:pt x="10007" y="37134"/>
                  </a:lnTo>
                  <a:lnTo>
                    <a:pt x="10409" y="37815"/>
                  </a:lnTo>
                  <a:lnTo>
                    <a:pt x="10737" y="37416"/>
                  </a:lnTo>
                  <a:lnTo>
                    <a:pt x="11068" y="37058"/>
                  </a:lnTo>
                  <a:lnTo>
                    <a:pt x="11757" y="36680"/>
                  </a:lnTo>
                  <a:lnTo>
                    <a:pt x="12767" y="36253"/>
                  </a:lnTo>
                  <a:lnTo>
                    <a:pt x="13121" y="36228"/>
                  </a:lnTo>
                  <a:lnTo>
                    <a:pt x="13473" y="36204"/>
                  </a:lnTo>
                  <a:lnTo>
                    <a:pt x="13449" y="35850"/>
                  </a:lnTo>
                  <a:lnTo>
                    <a:pt x="13422" y="35470"/>
                  </a:lnTo>
                  <a:lnTo>
                    <a:pt x="13753" y="35118"/>
                  </a:lnTo>
                  <a:lnTo>
                    <a:pt x="14156" y="35799"/>
                  </a:lnTo>
                  <a:lnTo>
                    <a:pt x="14462" y="35397"/>
                  </a:lnTo>
                  <a:lnTo>
                    <a:pt x="15147" y="35019"/>
                  </a:lnTo>
                  <a:lnTo>
                    <a:pt x="15452" y="34308"/>
                  </a:lnTo>
                  <a:lnTo>
                    <a:pt x="15829" y="34616"/>
                  </a:lnTo>
                  <a:lnTo>
                    <a:pt x="16557" y="34564"/>
                  </a:lnTo>
                  <a:lnTo>
                    <a:pt x="16863" y="34542"/>
                  </a:lnTo>
                  <a:lnTo>
                    <a:pt x="17194" y="34184"/>
                  </a:lnTo>
                  <a:lnTo>
                    <a:pt x="17542" y="33345"/>
                  </a:lnTo>
                  <a:lnTo>
                    <a:pt x="17801" y="32720"/>
                  </a:lnTo>
                  <a:lnTo>
                    <a:pt x="18135" y="32340"/>
                  </a:lnTo>
                  <a:lnTo>
                    <a:pt x="18441" y="31656"/>
                  </a:lnTo>
                  <a:lnTo>
                    <a:pt x="18769" y="31251"/>
                  </a:lnTo>
                  <a:lnTo>
                    <a:pt x="19073" y="30899"/>
                  </a:lnTo>
                  <a:lnTo>
                    <a:pt x="19400" y="30139"/>
                  </a:lnTo>
                  <a:lnTo>
                    <a:pt x="19576" y="29430"/>
                  </a:lnTo>
                  <a:lnTo>
                    <a:pt x="19657" y="29102"/>
                  </a:lnTo>
                  <a:lnTo>
                    <a:pt x="19675" y="29360"/>
                  </a:lnTo>
                  <a:lnTo>
                    <a:pt x="19681" y="29435"/>
                  </a:lnTo>
                  <a:lnTo>
                    <a:pt x="20034" y="29410"/>
                  </a:lnTo>
                  <a:lnTo>
                    <a:pt x="20364" y="29052"/>
                  </a:lnTo>
                  <a:lnTo>
                    <a:pt x="19983" y="28703"/>
                  </a:lnTo>
                  <a:lnTo>
                    <a:pt x="20314" y="28345"/>
                  </a:lnTo>
                  <a:lnTo>
                    <a:pt x="20265" y="27637"/>
                  </a:lnTo>
                  <a:lnTo>
                    <a:pt x="20596" y="27285"/>
                  </a:lnTo>
                  <a:lnTo>
                    <a:pt x="20923" y="26906"/>
                  </a:lnTo>
                  <a:lnTo>
                    <a:pt x="20898" y="26553"/>
                  </a:lnTo>
                  <a:lnTo>
                    <a:pt x="21181" y="25816"/>
                  </a:lnTo>
                  <a:lnTo>
                    <a:pt x="21863" y="25413"/>
                  </a:lnTo>
                  <a:lnTo>
                    <a:pt x="22190" y="24705"/>
                  </a:lnTo>
                  <a:lnTo>
                    <a:pt x="21765" y="24024"/>
                  </a:lnTo>
                  <a:lnTo>
                    <a:pt x="21407" y="23694"/>
                  </a:lnTo>
                  <a:lnTo>
                    <a:pt x="20323" y="23436"/>
                  </a:lnTo>
                  <a:lnTo>
                    <a:pt x="19235" y="23137"/>
                  </a:lnTo>
                  <a:lnTo>
                    <a:pt x="18883" y="22827"/>
                  </a:lnTo>
                  <a:lnTo>
                    <a:pt x="18481" y="22526"/>
                  </a:lnTo>
                  <a:lnTo>
                    <a:pt x="18153" y="22550"/>
                  </a:lnTo>
                  <a:lnTo>
                    <a:pt x="17751" y="21869"/>
                  </a:lnTo>
                  <a:lnTo>
                    <a:pt x="17750" y="21867"/>
                  </a:lnTo>
                  <a:lnTo>
                    <a:pt x="17754" y="21866"/>
                  </a:lnTo>
                  <a:lnTo>
                    <a:pt x="18104" y="21842"/>
                  </a:lnTo>
                  <a:lnTo>
                    <a:pt x="18431" y="21819"/>
                  </a:lnTo>
                  <a:lnTo>
                    <a:pt x="18784" y="21413"/>
                  </a:lnTo>
                  <a:lnTo>
                    <a:pt x="18760" y="21085"/>
                  </a:lnTo>
                  <a:lnTo>
                    <a:pt x="18735" y="20732"/>
                  </a:lnTo>
                  <a:lnTo>
                    <a:pt x="18333" y="20426"/>
                  </a:lnTo>
                  <a:lnTo>
                    <a:pt x="18308" y="20072"/>
                  </a:lnTo>
                  <a:lnTo>
                    <a:pt x="17627" y="20119"/>
                  </a:lnTo>
                  <a:lnTo>
                    <a:pt x="17600" y="19745"/>
                  </a:lnTo>
                  <a:lnTo>
                    <a:pt x="17576" y="19412"/>
                  </a:lnTo>
                  <a:lnTo>
                    <a:pt x="17047" y="19195"/>
                  </a:lnTo>
                  <a:lnTo>
                    <a:pt x="16991" y="19171"/>
                  </a:lnTo>
                  <a:lnTo>
                    <a:pt x="16839" y="19109"/>
                  </a:lnTo>
                  <a:lnTo>
                    <a:pt x="17526" y="18705"/>
                  </a:lnTo>
                  <a:lnTo>
                    <a:pt x="17149" y="18398"/>
                  </a:lnTo>
                  <a:lnTo>
                    <a:pt x="17124" y="18043"/>
                  </a:lnTo>
                  <a:lnTo>
                    <a:pt x="16791" y="18422"/>
                  </a:lnTo>
                  <a:lnTo>
                    <a:pt x="16412" y="18094"/>
                  </a:lnTo>
                  <a:lnTo>
                    <a:pt x="16387" y="17740"/>
                  </a:lnTo>
                  <a:lnTo>
                    <a:pt x="16362" y="17386"/>
                  </a:lnTo>
                  <a:lnTo>
                    <a:pt x="16337" y="17033"/>
                  </a:lnTo>
                  <a:lnTo>
                    <a:pt x="16051" y="16784"/>
                  </a:lnTo>
                  <a:lnTo>
                    <a:pt x="15958" y="16704"/>
                  </a:lnTo>
                  <a:lnTo>
                    <a:pt x="15936" y="16398"/>
                  </a:lnTo>
                  <a:lnTo>
                    <a:pt x="15984" y="16339"/>
                  </a:lnTo>
                  <a:lnTo>
                    <a:pt x="16264" y="15998"/>
                  </a:lnTo>
                  <a:lnTo>
                    <a:pt x="15860" y="15316"/>
                  </a:lnTo>
                  <a:lnTo>
                    <a:pt x="16189" y="14937"/>
                  </a:lnTo>
                  <a:lnTo>
                    <a:pt x="16176" y="14764"/>
                  </a:lnTo>
                  <a:lnTo>
                    <a:pt x="16165" y="14609"/>
                  </a:lnTo>
                  <a:lnTo>
                    <a:pt x="16165" y="14603"/>
                  </a:lnTo>
                  <a:lnTo>
                    <a:pt x="16141" y="14251"/>
                  </a:lnTo>
                  <a:lnTo>
                    <a:pt x="15738" y="13594"/>
                  </a:lnTo>
                  <a:lnTo>
                    <a:pt x="15334" y="12912"/>
                  </a:lnTo>
                  <a:lnTo>
                    <a:pt x="15001" y="12554"/>
                  </a:lnTo>
                  <a:lnTo>
                    <a:pt x="14250" y="12277"/>
                  </a:lnTo>
                  <a:lnTo>
                    <a:pt x="14226" y="11945"/>
                  </a:lnTo>
                  <a:lnTo>
                    <a:pt x="13848" y="11616"/>
                  </a:lnTo>
                  <a:lnTo>
                    <a:pt x="13444" y="10934"/>
                  </a:lnTo>
                  <a:lnTo>
                    <a:pt x="13396" y="10247"/>
                  </a:lnTo>
                  <a:lnTo>
                    <a:pt x="13371" y="9894"/>
                  </a:lnTo>
                  <a:lnTo>
                    <a:pt x="13322" y="9213"/>
                  </a:lnTo>
                  <a:lnTo>
                    <a:pt x="13649" y="8807"/>
                  </a:lnTo>
                  <a:lnTo>
                    <a:pt x="13626" y="8480"/>
                  </a:lnTo>
                  <a:lnTo>
                    <a:pt x="13576" y="7773"/>
                  </a:lnTo>
                  <a:lnTo>
                    <a:pt x="12818" y="7116"/>
                  </a:lnTo>
                  <a:lnTo>
                    <a:pt x="12173" y="6857"/>
                  </a:lnTo>
                  <a:lnTo>
                    <a:pt x="12109" y="6831"/>
                  </a:lnTo>
                  <a:lnTo>
                    <a:pt x="12104" y="6771"/>
                  </a:lnTo>
                  <a:lnTo>
                    <a:pt x="12083" y="6457"/>
                  </a:lnTo>
                  <a:lnTo>
                    <a:pt x="11705" y="6149"/>
                  </a:lnTo>
                  <a:lnTo>
                    <a:pt x="11325" y="5820"/>
                  </a:lnTo>
                  <a:lnTo>
                    <a:pt x="10950" y="5517"/>
                  </a:lnTo>
                  <a:lnTo>
                    <a:pt x="10925" y="5164"/>
                  </a:lnTo>
                  <a:lnTo>
                    <a:pt x="11251" y="4759"/>
                  </a:lnTo>
                  <a:lnTo>
                    <a:pt x="11227" y="4427"/>
                  </a:lnTo>
                  <a:lnTo>
                    <a:pt x="11557" y="4047"/>
                  </a:lnTo>
                  <a:lnTo>
                    <a:pt x="11423" y="4057"/>
                  </a:lnTo>
                  <a:lnTo>
                    <a:pt x="11319" y="4065"/>
                  </a:lnTo>
                  <a:lnTo>
                    <a:pt x="11229" y="4071"/>
                  </a:lnTo>
                  <a:lnTo>
                    <a:pt x="11202" y="4072"/>
                  </a:lnTo>
                  <a:lnTo>
                    <a:pt x="11177" y="3719"/>
                  </a:lnTo>
                  <a:lnTo>
                    <a:pt x="11155" y="3391"/>
                  </a:lnTo>
                  <a:lnTo>
                    <a:pt x="11131" y="3059"/>
                  </a:lnTo>
                  <a:lnTo>
                    <a:pt x="11081" y="2351"/>
                  </a:lnTo>
                  <a:lnTo>
                    <a:pt x="11409" y="1952"/>
                  </a:lnTo>
                  <a:lnTo>
                    <a:pt x="11383" y="1598"/>
                  </a:lnTo>
                  <a:lnTo>
                    <a:pt x="11005" y="1290"/>
                  </a:lnTo>
                  <a:lnTo>
                    <a:pt x="10628" y="962"/>
                  </a:lnTo>
                  <a:lnTo>
                    <a:pt x="10569" y="966"/>
                  </a:lnTo>
                  <a:lnTo>
                    <a:pt x="10300" y="985"/>
                  </a:lnTo>
                  <a:lnTo>
                    <a:pt x="10274" y="986"/>
                  </a:lnTo>
                  <a:lnTo>
                    <a:pt x="9215" y="732"/>
                  </a:lnTo>
                  <a:lnTo>
                    <a:pt x="9519"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28"/>
            <p:cNvSpPr/>
            <p:nvPr/>
          </p:nvSpPr>
          <p:spPr>
            <a:xfrm>
              <a:off x="6563407" y="3792935"/>
              <a:ext cx="386662" cy="254435"/>
            </a:xfrm>
            <a:custGeom>
              <a:avLst/>
              <a:gdLst/>
              <a:ahLst/>
              <a:cxnLst/>
              <a:rect l="l" t="t" r="r" b="b"/>
              <a:pathLst>
                <a:path w="18022" h="11859" extrusionOk="0">
                  <a:moveTo>
                    <a:pt x="12717" y="1"/>
                  </a:moveTo>
                  <a:lnTo>
                    <a:pt x="11376" y="476"/>
                  </a:lnTo>
                  <a:lnTo>
                    <a:pt x="11033" y="642"/>
                  </a:lnTo>
                  <a:lnTo>
                    <a:pt x="10572" y="1527"/>
                  </a:lnTo>
                  <a:lnTo>
                    <a:pt x="9757" y="2342"/>
                  </a:lnTo>
                  <a:lnTo>
                    <a:pt x="8995" y="2658"/>
                  </a:lnTo>
                  <a:lnTo>
                    <a:pt x="8783" y="3054"/>
                  </a:lnTo>
                  <a:lnTo>
                    <a:pt x="8037" y="3221"/>
                  </a:lnTo>
                  <a:lnTo>
                    <a:pt x="7397" y="2890"/>
                  </a:lnTo>
                  <a:lnTo>
                    <a:pt x="7023" y="2916"/>
                  </a:lnTo>
                  <a:lnTo>
                    <a:pt x="6268" y="2971"/>
                  </a:lnTo>
                  <a:lnTo>
                    <a:pt x="5888" y="2996"/>
                  </a:lnTo>
                  <a:lnTo>
                    <a:pt x="5275" y="3041"/>
                  </a:lnTo>
                  <a:lnTo>
                    <a:pt x="4521" y="3094"/>
                  </a:lnTo>
                  <a:lnTo>
                    <a:pt x="3982" y="2870"/>
                  </a:lnTo>
                  <a:lnTo>
                    <a:pt x="3488" y="2905"/>
                  </a:lnTo>
                  <a:lnTo>
                    <a:pt x="2734" y="2959"/>
                  </a:lnTo>
                  <a:lnTo>
                    <a:pt x="2121" y="3002"/>
                  </a:lnTo>
                  <a:lnTo>
                    <a:pt x="1703" y="2796"/>
                  </a:lnTo>
                  <a:lnTo>
                    <a:pt x="1610" y="2491"/>
                  </a:lnTo>
                  <a:lnTo>
                    <a:pt x="1536" y="2426"/>
                  </a:lnTo>
                  <a:lnTo>
                    <a:pt x="1520" y="2200"/>
                  </a:lnTo>
                  <a:lnTo>
                    <a:pt x="1400" y="1820"/>
                  </a:lnTo>
                  <a:lnTo>
                    <a:pt x="1271" y="1708"/>
                  </a:lnTo>
                  <a:lnTo>
                    <a:pt x="1261" y="1568"/>
                  </a:lnTo>
                  <a:lnTo>
                    <a:pt x="1197" y="1466"/>
                  </a:lnTo>
                  <a:lnTo>
                    <a:pt x="655" y="2086"/>
                  </a:lnTo>
                  <a:lnTo>
                    <a:pt x="327" y="2464"/>
                  </a:lnTo>
                  <a:lnTo>
                    <a:pt x="184" y="2475"/>
                  </a:lnTo>
                  <a:lnTo>
                    <a:pt x="143" y="2525"/>
                  </a:lnTo>
                  <a:lnTo>
                    <a:pt x="0" y="2536"/>
                  </a:lnTo>
                  <a:lnTo>
                    <a:pt x="376" y="3173"/>
                  </a:lnTo>
                  <a:lnTo>
                    <a:pt x="425" y="3858"/>
                  </a:lnTo>
                  <a:lnTo>
                    <a:pt x="804" y="4187"/>
                  </a:lnTo>
                  <a:lnTo>
                    <a:pt x="829" y="4541"/>
                  </a:lnTo>
                  <a:lnTo>
                    <a:pt x="1208" y="4515"/>
                  </a:lnTo>
                  <a:lnTo>
                    <a:pt x="1541" y="4491"/>
                  </a:lnTo>
                  <a:lnTo>
                    <a:pt x="1920" y="4820"/>
                  </a:lnTo>
                  <a:lnTo>
                    <a:pt x="1589" y="5173"/>
                  </a:lnTo>
                  <a:lnTo>
                    <a:pt x="1615" y="5526"/>
                  </a:lnTo>
                  <a:lnTo>
                    <a:pt x="927" y="5930"/>
                  </a:lnTo>
                  <a:lnTo>
                    <a:pt x="952" y="6283"/>
                  </a:lnTo>
                  <a:lnTo>
                    <a:pt x="1000" y="6970"/>
                  </a:lnTo>
                  <a:lnTo>
                    <a:pt x="792" y="6985"/>
                  </a:lnTo>
                  <a:lnTo>
                    <a:pt x="796" y="7032"/>
                  </a:lnTo>
                  <a:lnTo>
                    <a:pt x="650" y="7042"/>
                  </a:lnTo>
                  <a:lnTo>
                    <a:pt x="697" y="7702"/>
                  </a:lnTo>
                  <a:lnTo>
                    <a:pt x="720" y="8030"/>
                  </a:lnTo>
                  <a:lnTo>
                    <a:pt x="770" y="9163"/>
                  </a:lnTo>
                  <a:lnTo>
                    <a:pt x="3020" y="10690"/>
                  </a:lnTo>
                  <a:lnTo>
                    <a:pt x="3045" y="11043"/>
                  </a:lnTo>
                  <a:lnTo>
                    <a:pt x="2716" y="11422"/>
                  </a:lnTo>
                  <a:lnTo>
                    <a:pt x="3352" y="11686"/>
                  </a:lnTo>
                  <a:lnTo>
                    <a:pt x="3424" y="11680"/>
                  </a:lnTo>
                  <a:lnTo>
                    <a:pt x="4131" y="11631"/>
                  </a:lnTo>
                  <a:lnTo>
                    <a:pt x="4839" y="11581"/>
                  </a:lnTo>
                  <a:lnTo>
                    <a:pt x="5520" y="11532"/>
                  </a:lnTo>
                  <a:lnTo>
                    <a:pt x="5897" y="11859"/>
                  </a:lnTo>
                  <a:lnTo>
                    <a:pt x="5905" y="11853"/>
                  </a:lnTo>
                  <a:lnTo>
                    <a:pt x="6345" y="11448"/>
                  </a:lnTo>
                  <a:lnTo>
                    <a:pt x="6198" y="11081"/>
                  </a:lnTo>
                  <a:lnTo>
                    <a:pt x="6448" y="10923"/>
                  </a:lnTo>
                  <a:lnTo>
                    <a:pt x="7186" y="10630"/>
                  </a:lnTo>
                  <a:lnTo>
                    <a:pt x="7462" y="10778"/>
                  </a:lnTo>
                  <a:lnTo>
                    <a:pt x="7656" y="10764"/>
                  </a:lnTo>
                  <a:lnTo>
                    <a:pt x="7826" y="10585"/>
                  </a:lnTo>
                  <a:lnTo>
                    <a:pt x="7940" y="10577"/>
                  </a:lnTo>
                  <a:lnTo>
                    <a:pt x="8277" y="10982"/>
                  </a:lnTo>
                  <a:lnTo>
                    <a:pt x="8657" y="10955"/>
                  </a:lnTo>
                  <a:lnTo>
                    <a:pt x="8682" y="11309"/>
                  </a:lnTo>
                  <a:lnTo>
                    <a:pt x="8855" y="11207"/>
                  </a:lnTo>
                  <a:lnTo>
                    <a:pt x="9203" y="10989"/>
                  </a:lnTo>
                  <a:lnTo>
                    <a:pt x="9224" y="10988"/>
                  </a:lnTo>
                  <a:lnTo>
                    <a:pt x="9364" y="10905"/>
                  </a:lnTo>
                  <a:lnTo>
                    <a:pt x="9696" y="10881"/>
                  </a:lnTo>
                  <a:lnTo>
                    <a:pt x="10024" y="10858"/>
                  </a:lnTo>
                  <a:lnTo>
                    <a:pt x="10669" y="10813"/>
                  </a:lnTo>
                  <a:lnTo>
                    <a:pt x="10927" y="10533"/>
                  </a:lnTo>
                  <a:lnTo>
                    <a:pt x="10993" y="10529"/>
                  </a:lnTo>
                  <a:lnTo>
                    <a:pt x="11086" y="10428"/>
                  </a:lnTo>
                  <a:lnTo>
                    <a:pt x="11767" y="10379"/>
                  </a:lnTo>
                  <a:lnTo>
                    <a:pt x="12403" y="10335"/>
                  </a:lnTo>
                  <a:lnTo>
                    <a:pt x="12466" y="10264"/>
                  </a:lnTo>
                  <a:lnTo>
                    <a:pt x="12430" y="9999"/>
                  </a:lnTo>
                  <a:lnTo>
                    <a:pt x="12144" y="9643"/>
                  </a:lnTo>
                  <a:lnTo>
                    <a:pt x="12119" y="9289"/>
                  </a:lnTo>
                  <a:lnTo>
                    <a:pt x="12735" y="8984"/>
                  </a:lnTo>
                  <a:lnTo>
                    <a:pt x="12907" y="9059"/>
                  </a:lnTo>
                  <a:lnTo>
                    <a:pt x="12903" y="8998"/>
                  </a:lnTo>
                  <a:lnTo>
                    <a:pt x="13044" y="8980"/>
                  </a:lnTo>
                  <a:lnTo>
                    <a:pt x="13040" y="8935"/>
                  </a:lnTo>
                  <a:lnTo>
                    <a:pt x="13369" y="8558"/>
                  </a:lnTo>
                  <a:lnTo>
                    <a:pt x="13347" y="8229"/>
                  </a:lnTo>
                  <a:lnTo>
                    <a:pt x="13699" y="8204"/>
                  </a:lnTo>
                  <a:lnTo>
                    <a:pt x="13934" y="8188"/>
                  </a:lnTo>
                  <a:lnTo>
                    <a:pt x="14243" y="7832"/>
                  </a:lnTo>
                  <a:lnTo>
                    <a:pt x="14318" y="7827"/>
                  </a:lnTo>
                  <a:lnTo>
                    <a:pt x="14359" y="7776"/>
                  </a:lnTo>
                  <a:lnTo>
                    <a:pt x="14713" y="7751"/>
                  </a:lnTo>
                  <a:lnTo>
                    <a:pt x="15066" y="7726"/>
                  </a:lnTo>
                  <a:lnTo>
                    <a:pt x="15420" y="7701"/>
                  </a:lnTo>
                  <a:lnTo>
                    <a:pt x="15447" y="8081"/>
                  </a:lnTo>
                  <a:lnTo>
                    <a:pt x="15801" y="8056"/>
                  </a:lnTo>
                  <a:lnTo>
                    <a:pt x="16482" y="8007"/>
                  </a:lnTo>
                  <a:lnTo>
                    <a:pt x="17429" y="7940"/>
                  </a:lnTo>
                  <a:lnTo>
                    <a:pt x="17406" y="7608"/>
                  </a:lnTo>
                  <a:lnTo>
                    <a:pt x="17356" y="6901"/>
                  </a:lnTo>
                  <a:lnTo>
                    <a:pt x="17001" y="6926"/>
                  </a:lnTo>
                  <a:lnTo>
                    <a:pt x="16625" y="6624"/>
                  </a:lnTo>
                  <a:lnTo>
                    <a:pt x="16600" y="6269"/>
                  </a:lnTo>
                  <a:lnTo>
                    <a:pt x="15893" y="6320"/>
                  </a:lnTo>
                  <a:lnTo>
                    <a:pt x="15584" y="6698"/>
                  </a:lnTo>
                  <a:lnTo>
                    <a:pt x="15535" y="5989"/>
                  </a:lnTo>
                  <a:lnTo>
                    <a:pt x="15510" y="5637"/>
                  </a:lnTo>
                  <a:lnTo>
                    <a:pt x="15819" y="5280"/>
                  </a:lnTo>
                  <a:lnTo>
                    <a:pt x="16173" y="5255"/>
                  </a:lnTo>
                  <a:lnTo>
                    <a:pt x="16146" y="4881"/>
                  </a:lnTo>
                  <a:lnTo>
                    <a:pt x="16477" y="4523"/>
                  </a:lnTo>
                  <a:lnTo>
                    <a:pt x="16097" y="4194"/>
                  </a:lnTo>
                  <a:lnTo>
                    <a:pt x="16049" y="3512"/>
                  </a:lnTo>
                  <a:lnTo>
                    <a:pt x="16403" y="3488"/>
                  </a:lnTo>
                  <a:lnTo>
                    <a:pt x="16353" y="2780"/>
                  </a:lnTo>
                  <a:lnTo>
                    <a:pt x="16305" y="2093"/>
                  </a:lnTo>
                  <a:lnTo>
                    <a:pt x="17012" y="2044"/>
                  </a:lnTo>
                  <a:lnTo>
                    <a:pt x="17719" y="1994"/>
                  </a:lnTo>
                  <a:lnTo>
                    <a:pt x="18021" y="1616"/>
                  </a:lnTo>
                  <a:lnTo>
                    <a:pt x="17726" y="1014"/>
                  </a:lnTo>
                  <a:lnTo>
                    <a:pt x="17724" y="1022"/>
                  </a:lnTo>
                  <a:lnTo>
                    <a:pt x="16303" y="364"/>
                  </a:lnTo>
                  <a:lnTo>
                    <a:pt x="15923" y="391"/>
                  </a:lnTo>
                  <a:lnTo>
                    <a:pt x="15583" y="321"/>
                  </a:lnTo>
                  <a:lnTo>
                    <a:pt x="15275" y="315"/>
                  </a:lnTo>
                  <a:lnTo>
                    <a:pt x="14529" y="489"/>
                  </a:lnTo>
                  <a:lnTo>
                    <a:pt x="14159" y="280"/>
                  </a:lnTo>
                  <a:lnTo>
                    <a:pt x="13524" y="325"/>
                  </a:lnTo>
                  <a:lnTo>
                    <a:pt x="13144" y="351"/>
                  </a:lnTo>
                  <a:lnTo>
                    <a:pt x="12717"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28"/>
            <p:cNvSpPr/>
            <p:nvPr/>
          </p:nvSpPr>
          <p:spPr>
            <a:xfrm>
              <a:off x="6635302" y="4043529"/>
              <a:ext cx="1588" cy="451"/>
            </a:xfrm>
            <a:custGeom>
              <a:avLst/>
              <a:gdLst/>
              <a:ahLst/>
              <a:cxnLst/>
              <a:rect l="l" t="t" r="r" b="b"/>
              <a:pathLst>
                <a:path w="74" h="21" extrusionOk="0">
                  <a:moveTo>
                    <a:pt x="73" y="0"/>
                  </a:moveTo>
                  <a:lnTo>
                    <a:pt x="1" y="6"/>
                  </a:lnTo>
                  <a:lnTo>
                    <a:pt x="38" y="21"/>
                  </a:lnTo>
                  <a:lnTo>
                    <a:pt x="73"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28"/>
            <p:cNvSpPr/>
            <p:nvPr/>
          </p:nvSpPr>
          <p:spPr>
            <a:xfrm>
              <a:off x="6447013" y="3453946"/>
              <a:ext cx="542082" cy="408117"/>
            </a:xfrm>
            <a:custGeom>
              <a:avLst/>
              <a:gdLst/>
              <a:ahLst/>
              <a:cxnLst/>
              <a:rect l="l" t="t" r="r" b="b"/>
              <a:pathLst>
                <a:path w="25266" h="19022" extrusionOk="0">
                  <a:moveTo>
                    <a:pt x="14277" y="1"/>
                  </a:moveTo>
                  <a:lnTo>
                    <a:pt x="13287" y="427"/>
                  </a:lnTo>
                  <a:lnTo>
                    <a:pt x="13176" y="837"/>
                  </a:lnTo>
                  <a:lnTo>
                    <a:pt x="13072" y="1085"/>
                  </a:lnTo>
                  <a:lnTo>
                    <a:pt x="12415" y="1178"/>
                  </a:lnTo>
                  <a:lnTo>
                    <a:pt x="11827" y="1220"/>
                  </a:lnTo>
                  <a:lnTo>
                    <a:pt x="11585" y="1190"/>
                  </a:lnTo>
                  <a:lnTo>
                    <a:pt x="10875" y="1877"/>
                  </a:lnTo>
                  <a:lnTo>
                    <a:pt x="10517" y="2138"/>
                  </a:lnTo>
                  <a:lnTo>
                    <a:pt x="9491" y="1740"/>
                  </a:lnTo>
                  <a:lnTo>
                    <a:pt x="9090" y="1768"/>
                  </a:lnTo>
                  <a:lnTo>
                    <a:pt x="8486" y="1926"/>
                  </a:lnTo>
                  <a:lnTo>
                    <a:pt x="8144" y="2426"/>
                  </a:lnTo>
                  <a:lnTo>
                    <a:pt x="7522" y="2349"/>
                  </a:lnTo>
                  <a:lnTo>
                    <a:pt x="7105" y="2144"/>
                  </a:lnTo>
                  <a:lnTo>
                    <a:pt x="6589" y="1946"/>
                  </a:lnTo>
                  <a:lnTo>
                    <a:pt x="5944" y="1844"/>
                  </a:lnTo>
                  <a:lnTo>
                    <a:pt x="4951" y="1914"/>
                  </a:lnTo>
                  <a:lnTo>
                    <a:pt x="4435" y="2072"/>
                  </a:lnTo>
                  <a:lnTo>
                    <a:pt x="4326" y="2106"/>
                  </a:lnTo>
                  <a:lnTo>
                    <a:pt x="4975" y="2911"/>
                  </a:lnTo>
                  <a:lnTo>
                    <a:pt x="5000" y="3265"/>
                  </a:lnTo>
                  <a:lnTo>
                    <a:pt x="4670" y="3644"/>
                  </a:lnTo>
                  <a:lnTo>
                    <a:pt x="4320" y="3998"/>
                  </a:lnTo>
                  <a:lnTo>
                    <a:pt x="4038" y="4373"/>
                  </a:lnTo>
                  <a:lnTo>
                    <a:pt x="3658" y="4400"/>
                  </a:lnTo>
                  <a:lnTo>
                    <a:pt x="3356" y="4783"/>
                  </a:lnTo>
                  <a:lnTo>
                    <a:pt x="3001" y="5163"/>
                  </a:lnTo>
                  <a:lnTo>
                    <a:pt x="3050" y="5844"/>
                  </a:lnTo>
                  <a:lnTo>
                    <a:pt x="2747" y="6220"/>
                  </a:lnTo>
                  <a:lnTo>
                    <a:pt x="2821" y="7260"/>
                  </a:lnTo>
                  <a:lnTo>
                    <a:pt x="2492" y="7640"/>
                  </a:lnTo>
                  <a:lnTo>
                    <a:pt x="2164" y="8039"/>
                  </a:lnTo>
                  <a:lnTo>
                    <a:pt x="1831" y="8062"/>
                  </a:lnTo>
                  <a:lnTo>
                    <a:pt x="1853" y="8369"/>
                  </a:lnTo>
                  <a:lnTo>
                    <a:pt x="1526" y="8774"/>
                  </a:lnTo>
                  <a:lnTo>
                    <a:pt x="1196" y="9126"/>
                  </a:lnTo>
                  <a:lnTo>
                    <a:pt x="867" y="9506"/>
                  </a:lnTo>
                  <a:lnTo>
                    <a:pt x="539" y="9884"/>
                  </a:lnTo>
                  <a:lnTo>
                    <a:pt x="225" y="10583"/>
                  </a:lnTo>
                  <a:lnTo>
                    <a:pt x="280" y="10592"/>
                  </a:lnTo>
                  <a:lnTo>
                    <a:pt x="1" y="11297"/>
                  </a:lnTo>
                  <a:lnTo>
                    <a:pt x="329" y="11273"/>
                  </a:lnTo>
                  <a:lnTo>
                    <a:pt x="682" y="11248"/>
                  </a:lnTo>
                  <a:lnTo>
                    <a:pt x="707" y="11602"/>
                  </a:lnTo>
                  <a:lnTo>
                    <a:pt x="757" y="12309"/>
                  </a:lnTo>
                  <a:lnTo>
                    <a:pt x="783" y="12668"/>
                  </a:lnTo>
                  <a:lnTo>
                    <a:pt x="1159" y="12971"/>
                  </a:lnTo>
                  <a:lnTo>
                    <a:pt x="1209" y="13678"/>
                  </a:lnTo>
                  <a:lnTo>
                    <a:pt x="1496" y="13658"/>
                  </a:lnTo>
                  <a:lnTo>
                    <a:pt x="1848" y="13633"/>
                  </a:lnTo>
                  <a:lnTo>
                    <a:pt x="1916" y="13629"/>
                  </a:lnTo>
                  <a:lnTo>
                    <a:pt x="2321" y="13954"/>
                  </a:lnTo>
                  <a:lnTo>
                    <a:pt x="2653" y="14286"/>
                  </a:lnTo>
                  <a:lnTo>
                    <a:pt x="2677" y="14619"/>
                  </a:lnTo>
                  <a:lnTo>
                    <a:pt x="2394" y="14995"/>
                  </a:lnTo>
                  <a:lnTo>
                    <a:pt x="2419" y="15350"/>
                  </a:lnTo>
                  <a:lnTo>
                    <a:pt x="2442" y="15676"/>
                  </a:lnTo>
                  <a:lnTo>
                    <a:pt x="2749" y="15655"/>
                  </a:lnTo>
                  <a:lnTo>
                    <a:pt x="3271" y="15618"/>
                  </a:lnTo>
                  <a:lnTo>
                    <a:pt x="3384" y="15610"/>
                  </a:lnTo>
                  <a:lnTo>
                    <a:pt x="3518" y="15600"/>
                  </a:lnTo>
                  <a:lnTo>
                    <a:pt x="3810" y="15580"/>
                  </a:lnTo>
                  <a:lnTo>
                    <a:pt x="4191" y="15935"/>
                  </a:lnTo>
                  <a:lnTo>
                    <a:pt x="4870" y="16192"/>
                  </a:lnTo>
                  <a:lnTo>
                    <a:pt x="5159" y="15865"/>
                  </a:lnTo>
                  <a:lnTo>
                    <a:pt x="5838" y="15436"/>
                  </a:lnTo>
                  <a:lnTo>
                    <a:pt x="5863" y="15459"/>
                  </a:lnTo>
                  <a:lnTo>
                    <a:pt x="5906" y="15432"/>
                  </a:lnTo>
                  <a:lnTo>
                    <a:pt x="6313" y="15784"/>
                  </a:lnTo>
                  <a:lnTo>
                    <a:pt x="5956" y="16139"/>
                  </a:lnTo>
                  <a:lnTo>
                    <a:pt x="5982" y="16493"/>
                  </a:lnTo>
                  <a:lnTo>
                    <a:pt x="6361" y="16466"/>
                  </a:lnTo>
                  <a:lnTo>
                    <a:pt x="6742" y="17129"/>
                  </a:lnTo>
                  <a:lnTo>
                    <a:pt x="6622" y="17266"/>
                  </a:lnTo>
                  <a:lnTo>
                    <a:pt x="6686" y="17368"/>
                  </a:lnTo>
                  <a:lnTo>
                    <a:pt x="6696" y="17508"/>
                  </a:lnTo>
                  <a:lnTo>
                    <a:pt x="6825" y="17620"/>
                  </a:lnTo>
                  <a:lnTo>
                    <a:pt x="6945" y="18000"/>
                  </a:lnTo>
                  <a:lnTo>
                    <a:pt x="6972" y="18085"/>
                  </a:lnTo>
                  <a:lnTo>
                    <a:pt x="7035" y="18291"/>
                  </a:lnTo>
                  <a:lnTo>
                    <a:pt x="7128" y="18596"/>
                  </a:lnTo>
                  <a:lnTo>
                    <a:pt x="7546" y="18802"/>
                  </a:lnTo>
                  <a:lnTo>
                    <a:pt x="8159" y="18759"/>
                  </a:lnTo>
                  <a:lnTo>
                    <a:pt x="8913" y="18705"/>
                  </a:lnTo>
                  <a:lnTo>
                    <a:pt x="9407" y="18670"/>
                  </a:lnTo>
                  <a:lnTo>
                    <a:pt x="9946" y="18894"/>
                  </a:lnTo>
                  <a:lnTo>
                    <a:pt x="10700" y="18841"/>
                  </a:lnTo>
                  <a:lnTo>
                    <a:pt x="11313" y="18796"/>
                  </a:lnTo>
                  <a:lnTo>
                    <a:pt x="11693" y="18771"/>
                  </a:lnTo>
                  <a:lnTo>
                    <a:pt x="12448" y="18716"/>
                  </a:lnTo>
                  <a:lnTo>
                    <a:pt x="12822" y="18690"/>
                  </a:lnTo>
                  <a:lnTo>
                    <a:pt x="13462" y="19021"/>
                  </a:lnTo>
                  <a:lnTo>
                    <a:pt x="14208" y="18854"/>
                  </a:lnTo>
                  <a:lnTo>
                    <a:pt x="14420" y="18458"/>
                  </a:lnTo>
                  <a:lnTo>
                    <a:pt x="15182" y="18142"/>
                  </a:lnTo>
                  <a:lnTo>
                    <a:pt x="15997" y="17327"/>
                  </a:lnTo>
                  <a:lnTo>
                    <a:pt x="16458" y="16442"/>
                  </a:lnTo>
                  <a:lnTo>
                    <a:pt x="16801" y="16276"/>
                  </a:lnTo>
                  <a:lnTo>
                    <a:pt x="18142" y="15801"/>
                  </a:lnTo>
                  <a:lnTo>
                    <a:pt x="18569" y="16151"/>
                  </a:lnTo>
                  <a:lnTo>
                    <a:pt x="18949" y="16125"/>
                  </a:lnTo>
                  <a:lnTo>
                    <a:pt x="19584" y="16080"/>
                  </a:lnTo>
                  <a:lnTo>
                    <a:pt x="19954" y="16289"/>
                  </a:lnTo>
                  <a:lnTo>
                    <a:pt x="20700" y="16115"/>
                  </a:lnTo>
                  <a:lnTo>
                    <a:pt x="21008" y="16121"/>
                  </a:lnTo>
                  <a:lnTo>
                    <a:pt x="21348" y="16191"/>
                  </a:lnTo>
                  <a:lnTo>
                    <a:pt x="21728" y="16164"/>
                  </a:lnTo>
                  <a:lnTo>
                    <a:pt x="23149" y="16822"/>
                  </a:lnTo>
                  <a:lnTo>
                    <a:pt x="23151" y="16814"/>
                  </a:lnTo>
                  <a:lnTo>
                    <a:pt x="23185" y="16677"/>
                  </a:lnTo>
                  <a:lnTo>
                    <a:pt x="23162" y="16345"/>
                  </a:lnTo>
                  <a:lnTo>
                    <a:pt x="23442" y="15639"/>
                  </a:lnTo>
                  <a:lnTo>
                    <a:pt x="23086" y="15284"/>
                  </a:lnTo>
                  <a:lnTo>
                    <a:pt x="23038" y="14602"/>
                  </a:lnTo>
                  <a:lnTo>
                    <a:pt x="23011" y="14223"/>
                  </a:lnTo>
                  <a:lnTo>
                    <a:pt x="23316" y="13872"/>
                  </a:lnTo>
                  <a:lnTo>
                    <a:pt x="23645" y="13494"/>
                  </a:lnTo>
                  <a:lnTo>
                    <a:pt x="23291" y="13518"/>
                  </a:lnTo>
                  <a:lnTo>
                    <a:pt x="22964" y="13541"/>
                  </a:lnTo>
                  <a:lnTo>
                    <a:pt x="22938" y="13187"/>
                  </a:lnTo>
                  <a:lnTo>
                    <a:pt x="23218" y="12478"/>
                  </a:lnTo>
                  <a:lnTo>
                    <a:pt x="23193" y="12124"/>
                  </a:lnTo>
                  <a:lnTo>
                    <a:pt x="23522" y="11746"/>
                  </a:lnTo>
                  <a:lnTo>
                    <a:pt x="23926" y="12072"/>
                  </a:lnTo>
                  <a:lnTo>
                    <a:pt x="23976" y="12780"/>
                  </a:lnTo>
                  <a:lnTo>
                    <a:pt x="24304" y="12756"/>
                  </a:lnTo>
                  <a:lnTo>
                    <a:pt x="24633" y="12377"/>
                  </a:lnTo>
                  <a:lnTo>
                    <a:pt x="24608" y="12025"/>
                  </a:lnTo>
                  <a:lnTo>
                    <a:pt x="24961" y="12000"/>
                  </a:lnTo>
                  <a:lnTo>
                    <a:pt x="25265" y="11267"/>
                  </a:lnTo>
                  <a:lnTo>
                    <a:pt x="25167" y="9874"/>
                  </a:lnTo>
                  <a:lnTo>
                    <a:pt x="24945" y="10437"/>
                  </a:lnTo>
                  <a:lnTo>
                    <a:pt x="24431" y="9831"/>
                  </a:lnTo>
                  <a:lnTo>
                    <a:pt x="24335" y="9797"/>
                  </a:lnTo>
                  <a:lnTo>
                    <a:pt x="24163" y="9735"/>
                  </a:lnTo>
                  <a:lnTo>
                    <a:pt x="23916" y="9632"/>
                  </a:lnTo>
                  <a:lnTo>
                    <a:pt x="23269" y="9559"/>
                  </a:lnTo>
                  <a:lnTo>
                    <a:pt x="23232" y="9554"/>
                  </a:lnTo>
                  <a:lnTo>
                    <a:pt x="23152" y="9545"/>
                  </a:lnTo>
                  <a:lnTo>
                    <a:pt x="22897" y="9939"/>
                  </a:lnTo>
                  <a:lnTo>
                    <a:pt x="22672" y="10076"/>
                  </a:lnTo>
                  <a:lnTo>
                    <a:pt x="22424" y="9973"/>
                  </a:lnTo>
                  <a:lnTo>
                    <a:pt x="22008" y="9768"/>
                  </a:lnTo>
                  <a:lnTo>
                    <a:pt x="21313" y="10004"/>
                  </a:lnTo>
                  <a:lnTo>
                    <a:pt x="20894" y="9464"/>
                  </a:lnTo>
                  <a:lnTo>
                    <a:pt x="20845" y="8782"/>
                  </a:lnTo>
                  <a:lnTo>
                    <a:pt x="20795" y="8076"/>
                  </a:lnTo>
                  <a:lnTo>
                    <a:pt x="20770" y="7722"/>
                  </a:lnTo>
                  <a:lnTo>
                    <a:pt x="20393" y="7414"/>
                  </a:lnTo>
                  <a:lnTo>
                    <a:pt x="20366" y="7040"/>
                  </a:lnTo>
                  <a:lnTo>
                    <a:pt x="20344" y="6733"/>
                  </a:lnTo>
                  <a:lnTo>
                    <a:pt x="20699" y="6708"/>
                  </a:lnTo>
                  <a:lnTo>
                    <a:pt x="20648" y="6000"/>
                  </a:lnTo>
                  <a:lnTo>
                    <a:pt x="20623" y="5647"/>
                  </a:lnTo>
                  <a:lnTo>
                    <a:pt x="20220" y="4965"/>
                  </a:lnTo>
                  <a:lnTo>
                    <a:pt x="20195" y="4611"/>
                  </a:lnTo>
                  <a:lnTo>
                    <a:pt x="19490" y="4326"/>
                  </a:lnTo>
                  <a:lnTo>
                    <a:pt x="19111" y="3997"/>
                  </a:lnTo>
                  <a:lnTo>
                    <a:pt x="18733" y="3669"/>
                  </a:lnTo>
                  <a:lnTo>
                    <a:pt x="18683" y="2962"/>
                  </a:lnTo>
                  <a:lnTo>
                    <a:pt x="17952" y="2679"/>
                  </a:lnTo>
                  <a:lnTo>
                    <a:pt x="17091" y="2551"/>
                  </a:lnTo>
                  <a:lnTo>
                    <a:pt x="17168" y="1339"/>
                  </a:lnTo>
                  <a:lnTo>
                    <a:pt x="16056" y="706"/>
                  </a:lnTo>
                  <a:lnTo>
                    <a:pt x="15677" y="377"/>
                  </a:lnTo>
                  <a:lnTo>
                    <a:pt x="15387" y="318"/>
                  </a:lnTo>
                  <a:lnTo>
                    <a:pt x="15362" y="312"/>
                  </a:lnTo>
                  <a:lnTo>
                    <a:pt x="14908" y="218"/>
                  </a:lnTo>
                  <a:lnTo>
                    <a:pt x="14709" y="150"/>
                  </a:lnTo>
                  <a:lnTo>
                    <a:pt x="14592" y="110"/>
                  </a:lnTo>
                  <a:lnTo>
                    <a:pt x="14277"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28"/>
            <p:cNvSpPr/>
            <p:nvPr/>
          </p:nvSpPr>
          <p:spPr>
            <a:xfrm>
              <a:off x="6834340" y="3958160"/>
              <a:ext cx="177540" cy="153060"/>
            </a:xfrm>
            <a:custGeom>
              <a:avLst/>
              <a:gdLst/>
              <a:ahLst/>
              <a:cxnLst/>
              <a:rect l="l" t="t" r="r" b="b"/>
              <a:pathLst>
                <a:path w="8275" h="7134" extrusionOk="0">
                  <a:moveTo>
                    <a:pt x="2792" y="0"/>
                  </a:moveTo>
                  <a:lnTo>
                    <a:pt x="2438" y="25"/>
                  </a:lnTo>
                  <a:lnTo>
                    <a:pt x="2085" y="50"/>
                  </a:lnTo>
                  <a:lnTo>
                    <a:pt x="1731" y="75"/>
                  </a:lnTo>
                  <a:lnTo>
                    <a:pt x="1690" y="126"/>
                  </a:lnTo>
                  <a:lnTo>
                    <a:pt x="1404" y="479"/>
                  </a:lnTo>
                  <a:lnTo>
                    <a:pt x="1306" y="487"/>
                  </a:lnTo>
                  <a:lnTo>
                    <a:pt x="1071" y="503"/>
                  </a:lnTo>
                  <a:lnTo>
                    <a:pt x="719" y="528"/>
                  </a:lnTo>
                  <a:lnTo>
                    <a:pt x="741" y="857"/>
                  </a:lnTo>
                  <a:lnTo>
                    <a:pt x="412" y="1234"/>
                  </a:lnTo>
                  <a:lnTo>
                    <a:pt x="416" y="1279"/>
                  </a:lnTo>
                  <a:lnTo>
                    <a:pt x="425" y="1421"/>
                  </a:lnTo>
                  <a:lnTo>
                    <a:pt x="626" y="1508"/>
                  </a:lnTo>
                  <a:lnTo>
                    <a:pt x="858" y="1847"/>
                  </a:lnTo>
                  <a:lnTo>
                    <a:pt x="1191" y="1823"/>
                  </a:lnTo>
                  <a:lnTo>
                    <a:pt x="1218" y="2197"/>
                  </a:lnTo>
                  <a:lnTo>
                    <a:pt x="1241" y="2530"/>
                  </a:lnTo>
                  <a:lnTo>
                    <a:pt x="1217" y="2560"/>
                  </a:lnTo>
                  <a:lnTo>
                    <a:pt x="1218" y="2579"/>
                  </a:lnTo>
                  <a:lnTo>
                    <a:pt x="934" y="2906"/>
                  </a:lnTo>
                  <a:lnTo>
                    <a:pt x="934" y="2908"/>
                  </a:lnTo>
                  <a:lnTo>
                    <a:pt x="1148" y="3221"/>
                  </a:lnTo>
                  <a:lnTo>
                    <a:pt x="914" y="3294"/>
                  </a:lnTo>
                  <a:lnTo>
                    <a:pt x="915" y="3311"/>
                  </a:lnTo>
                  <a:lnTo>
                    <a:pt x="838" y="3316"/>
                  </a:lnTo>
                  <a:lnTo>
                    <a:pt x="637" y="3378"/>
                  </a:lnTo>
                  <a:lnTo>
                    <a:pt x="775" y="3629"/>
                  </a:lnTo>
                  <a:lnTo>
                    <a:pt x="657" y="4328"/>
                  </a:lnTo>
                  <a:lnTo>
                    <a:pt x="633" y="4357"/>
                  </a:lnTo>
                  <a:lnTo>
                    <a:pt x="634" y="4376"/>
                  </a:lnTo>
                  <a:lnTo>
                    <a:pt x="498" y="4522"/>
                  </a:lnTo>
                  <a:lnTo>
                    <a:pt x="349" y="4705"/>
                  </a:lnTo>
                  <a:lnTo>
                    <a:pt x="374" y="5059"/>
                  </a:lnTo>
                  <a:lnTo>
                    <a:pt x="46" y="5437"/>
                  </a:lnTo>
                  <a:lnTo>
                    <a:pt x="21" y="5438"/>
                  </a:lnTo>
                  <a:lnTo>
                    <a:pt x="0" y="5461"/>
                  </a:lnTo>
                  <a:lnTo>
                    <a:pt x="379" y="5790"/>
                  </a:lnTo>
                  <a:lnTo>
                    <a:pt x="1086" y="5740"/>
                  </a:lnTo>
                  <a:lnTo>
                    <a:pt x="1440" y="5715"/>
                  </a:lnTo>
                  <a:lnTo>
                    <a:pt x="1747" y="5338"/>
                  </a:lnTo>
                  <a:lnTo>
                    <a:pt x="1773" y="5692"/>
                  </a:lnTo>
                  <a:lnTo>
                    <a:pt x="1798" y="6045"/>
                  </a:lnTo>
                  <a:lnTo>
                    <a:pt x="1465" y="6069"/>
                  </a:lnTo>
                  <a:lnTo>
                    <a:pt x="807" y="6826"/>
                  </a:lnTo>
                  <a:lnTo>
                    <a:pt x="1186" y="7133"/>
                  </a:lnTo>
                  <a:lnTo>
                    <a:pt x="1515" y="6775"/>
                  </a:lnTo>
                  <a:lnTo>
                    <a:pt x="2529" y="6329"/>
                  </a:lnTo>
                  <a:lnTo>
                    <a:pt x="2859" y="5971"/>
                  </a:lnTo>
                  <a:lnTo>
                    <a:pt x="3541" y="5566"/>
                  </a:lnTo>
                  <a:lnTo>
                    <a:pt x="3517" y="5212"/>
                  </a:lnTo>
                  <a:lnTo>
                    <a:pt x="3821" y="4862"/>
                  </a:lnTo>
                  <a:lnTo>
                    <a:pt x="4506" y="4433"/>
                  </a:lnTo>
                  <a:lnTo>
                    <a:pt x="4837" y="4080"/>
                  </a:lnTo>
                  <a:lnTo>
                    <a:pt x="5164" y="3674"/>
                  </a:lnTo>
                  <a:lnTo>
                    <a:pt x="5848" y="3317"/>
                  </a:lnTo>
                  <a:lnTo>
                    <a:pt x="6177" y="3295"/>
                  </a:lnTo>
                  <a:lnTo>
                    <a:pt x="6911" y="3243"/>
                  </a:lnTo>
                  <a:lnTo>
                    <a:pt x="7592" y="3194"/>
                  </a:lnTo>
                  <a:lnTo>
                    <a:pt x="7946" y="3169"/>
                  </a:lnTo>
                  <a:lnTo>
                    <a:pt x="8274" y="2791"/>
                  </a:lnTo>
                  <a:lnTo>
                    <a:pt x="8225" y="2083"/>
                  </a:lnTo>
                  <a:lnTo>
                    <a:pt x="7870" y="2108"/>
                  </a:lnTo>
                  <a:lnTo>
                    <a:pt x="7138" y="1805"/>
                  </a:lnTo>
                  <a:lnTo>
                    <a:pt x="6810" y="1828"/>
                  </a:lnTo>
                  <a:lnTo>
                    <a:pt x="6027" y="1173"/>
                  </a:lnTo>
                  <a:lnTo>
                    <a:pt x="5346" y="1220"/>
                  </a:lnTo>
                  <a:lnTo>
                    <a:pt x="5322" y="888"/>
                  </a:lnTo>
                  <a:lnTo>
                    <a:pt x="5297" y="535"/>
                  </a:lnTo>
                  <a:lnTo>
                    <a:pt x="4920" y="232"/>
                  </a:lnTo>
                  <a:lnTo>
                    <a:pt x="4801" y="239"/>
                  </a:lnTo>
                  <a:lnTo>
                    <a:pt x="3854" y="306"/>
                  </a:lnTo>
                  <a:lnTo>
                    <a:pt x="3173" y="355"/>
                  </a:lnTo>
                  <a:lnTo>
                    <a:pt x="2819" y="380"/>
                  </a:lnTo>
                  <a:lnTo>
                    <a:pt x="2792"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8"/>
            <p:cNvSpPr/>
            <p:nvPr/>
          </p:nvSpPr>
          <p:spPr>
            <a:xfrm>
              <a:off x="6635302" y="4043529"/>
              <a:ext cx="1588" cy="129"/>
            </a:xfrm>
            <a:custGeom>
              <a:avLst/>
              <a:gdLst/>
              <a:ahLst/>
              <a:cxnLst/>
              <a:rect l="l" t="t" r="r" b="b"/>
              <a:pathLst>
                <a:path w="74" h="6" fill="none" extrusionOk="0">
                  <a:moveTo>
                    <a:pt x="1" y="6"/>
                  </a:moveTo>
                  <a:lnTo>
                    <a:pt x="73" y="0"/>
                  </a:lnTo>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28"/>
            <p:cNvSpPr/>
            <p:nvPr/>
          </p:nvSpPr>
          <p:spPr>
            <a:xfrm>
              <a:off x="6459114" y="3985686"/>
              <a:ext cx="401852" cy="456798"/>
            </a:xfrm>
            <a:custGeom>
              <a:avLst/>
              <a:gdLst/>
              <a:ahLst/>
              <a:cxnLst/>
              <a:rect l="l" t="t" r="r" b="b"/>
              <a:pathLst>
                <a:path w="18730" h="21291" extrusionOk="0">
                  <a:moveTo>
                    <a:pt x="17596" y="0"/>
                  </a:moveTo>
                  <a:lnTo>
                    <a:pt x="16980" y="305"/>
                  </a:lnTo>
                  <a:lnTo>
                    <a:pt x="17005" y="659"/>
                  </a:lnTo>
                  <a:lnTo>
                    <a:pt x="17291" y="1015"/>
                  </a:lnTo>
                  <a:lnTo>
                    <a:pt x="17327" y="1280"/>
                  </a:lnTo>
                  <a:lnTo>
                    <a:pt x="17337" y="1346"/>
                  </a:lnTo>
                  <a:lnTo>
                    <a:pt x="17264" y="1351"/>
                  </a:lnTo>
                  <a:lnTo>
                    <a:pt x="16628" y="1395"/>
                  </a:lnTo>
                  <a:lnTo>
                    <a:pt x="15947" y="1444"/>
                  </a:lnTo>
                  <a:lnTo>
                    <a:pt x="15854" y="1545"/>
                  </a:lnTo>
                  <a:lnTo>
                    <a:pt x="15593" y="1825"/>
                  </a:lnTo>
                  <a:lnTo>
                    <a:pt x="15530" y="1829"/>
                  </a:lnTo>
                  <a:lnTo>
                    <a:pt x="14885" y="1874"/>
                  </a:lnTo>
                  <a:lnTo>
                    <a:pt x="14557" y="1897"/>
                  </a:lnTo>
                  <a:lnTo>
                    <a:pt x="14225" y="1921"/>
                  </a:lnTo>
                  <a:lnTo>
                    <a:pt x="14085" y="2004"/>
                  </a:lnTo>
                  <a:lnTo>
                    <a:pt x="13716" y="2223"/>
                  </a:lnTo>
                  <a:lnTo>
                    <a:pt x="13543" y="2325"/>
                  </a:lnTo>
                  <a:lnTo>
                    <a:pt x="13518" y="1971"/>
                  </a:lnTo>
                  <a:lnTo>
                    <a:pt x="13138" y="1998"/>
                  </a:lnTo>
                  <a:lnTo>
                    <a:pt x="12801" y="1593"/>
                  </a:lnTo>
                  <a:lnTo>
                    <a:pt x="12687" y="1601"/>
                  </a:lnTo>
                  <a:lnTo>
                    <a:pt x="12517" y="1780"/>
                  </a:lnTo>
                  <a:lnTo>
                    <a:pt x="12444" y="1859"/>
                  </a:lnTo>
                  <a:lnTo>
                    <a:pt x="12323" y="1794"/>
                  </a:lnTo>
                  <a:lnTo>
                    <a:pt x="12047" y="1646"/>
                  </a:lnTo>
                  <a:lnTo>
                    <a:pt x="11309" y="1939"/>
                  </a:lnTo>
                  <a:lnTo>
                    <a:pt x="11059" y="2097"/>
                  </a:lnTo>
                  <a:lnTo>
                    <a:pt x="11206" y="2464"/>
                  </a:lnTo>
                  <a:lnTo>
                    <a:pt x="10766" y="2869"/>
                  </a:lnTo>
                  <a:lnTo>
                    <a:pt x="10759" y="2877"/>
                  </a:lnTo>
                  <a:lnTo>
                    <a:pt x="10758" y="2875"/>
                  </a:lnTo>
                  <a:lnTo>
                    <a:pt x="10381" y="2548"/>
                  </a:lnTo>
                  <a:lnTo>
                    <a:pt x="9700" y="2597"/>
                  </a:lnTo>
                  <a:lnTo>
                    <a:pt x="8992" y="2647"/>
                  </a:lnTo>
                  <a:lnTo>
                    <a:pt x="8285" y="2696"/>
                  </a:lnTo>
                  <a:lnTo>
                    <a:pt x="8250" y="2717"/>
                  </a:lnTo>
                  <a:lnTo>
                    <a:pt x="8309" y="2742"/>
                  </a:lnTo>
                  <a:lnTo>
                    <a:pt x="7627" y="3145"/>
                  </a:lnTo>
                  <a:lnTo>
                    <a:pt x="7322" y="3475"/>
                  </a:lnTo>
                  <a:lnTo>
                    <a:pt x="6994" y="3881"/>
                  </a:lnTo>
                  <a:lnTo>
                    <a:pt x="6661" y="3903"/>
                  </a:lnTo>
                  <a:lnTo>
                    <a:pt x="6281" y="3930"/>
                  </a:lnTo>
                  <a:lnTo>
                    <a:pt x="6235" y="3887"/>
                  </a:lnTo>
                  <a:lnTo>
                    <a:pt x="6231" y="3887"/>
                  </a:lnTo>
                  <a:lnTo>
                    <a:pt x="5900" y="3577"/>
                  </a:lnTo>
                  <a:lnTo>
                    <a:pt x="5574" y="3980"/>
                  </a:lnTo>
                  <a:lnTo>
                    <a:pt x="5270" y="4332"/>
                  </a:lnTo>
                  <a:lnTo>
                    <a:pt x="4563" y="4381"/>
                  </a:lnTo>
                  <a:lnTo>
                    <a:pt x="3882" y="4811"/>
                  </a:lnTo>
                  <a:lnTo>
                    <a:pt x="3549" y="4835"/>
                  </a:lnTo>
                  <a:lnTo>
                    <a:pt x="2868" y="4882"/>
                  </a:lnTo>
                  <a:lnTo>
                    <a:pt x="2814" y="4836"/>
                  </a:lnTo>
                  <a:lnTo>
                    <a:pt x="2463" y="4552"/>
                  </a:lnTo>
                  <a:lnTo>
                    <a:pt x="2488" y="4909"/>
                  </a:lnTo>
                  <a:lnTo>
                    <a:pt x="2160" y="4933"/>
                  </a:lnTo>
                  <a:lnTo>
                    <a:pt x="1827" y="5263"/>
                  </a:lnTo>
                  <a:lnTo>
                    <a:pt x="1828" y="5264"/>
                  </a:lnTo>
                  <a:lnTo>
                    <a:pt x="2206" y="5567"/>
                  </a:lnTo>
                  <a:lnTo>
                    <a:pt x="2583" y="5896"/>
                  </a:lnTo>
                  <a:lnTo>
                    <a:pt x="2608" y="6249"/>
                  </a:lnTo>
                  <a:lnTo>
                    <a:pt x="2634" y="6603"/>
                  </a:lnTo>
                  <a:lnTo>
                    <a:pt x="2305" y="6982"/>
                  </a:lnTo>
                  <a:lnTo>
                    <a:pt x="2001" y="7714"/>
                  </a:lnTo>
                  <a:lnTo>
                    <a:pt x="1669" y="8046"/>
                  </a:lnTo>
                  <a:lnTo>
                    <a:pt x="1316" y="8071"/>
                  </a:lnTo>
                  <a:lnTo>
                    <a:pt x="1696" y="8425"/>
                  </a:lnTo>
                  <a:lnTo>
                    <a:pt x="1034" y="8827"/>
                  </a:lnTo>
                  <a:lnTo>
                    <a:pt x="988" y="8830"/>
                  </a:lnTo>
                  <a:lnTo>
                    <a:pt x="964" y="8832"/>
                  </a:lnTo>
                  <a:lnTo>
                    <a:pt x="682" y="8852"/>
                  </a:lnTo>
                  <a:lnTo>
                    <a:pt x="351" y="9205"/>
                  </a:lnTo>
                  <a:lnTo>
                    <a:pt x="378" y="9585"/>
                  </a:lnTo>
                  <a:lnTo>
                    <a:pt x="401" y="9913"/>
                  </a:lnTo>
                  <a:lnTo>
                    <a:pt x="328" y="9918"/>
                  </a:lnTo>
                  <a:lnTo>
                    <a:pt x="0" y="9941"/>
                  </a:lnTo>
                  <a:lnTo>
                    <a:pt x="377" y="10604"/>
                  </a:lnTo>
                  <a:lnTo>
                    <a:pt x="754" y="10934"/>
                  </a:lnTo>
                  <a:lnTo>
                    <a:pt x="1441" y="10885"/>
                  </a:lnTo>
                  <a:lnTo>
                    <a:pt x="1466" y="11239"/>
                  </a:lnTo>
                  <a:lnTo>
                    <a:pt x="1517" y="11945"/>
                  </a:lnTo>
                  <a:lnTo>
                    <a:pt x="1921" y="12273"/>
                  </a:lnTo>
                  <a:lnTo>
                    <a:pt x="2224" y="11895"/>
                  </a:lnTo>
                  <a:lnTo>
                    <a:pt x="2604" y="11868"/>
                  </a:lnTo>
                  <a:lnTo>
                    <a:pt x="2932" y="11845"/>
                  </a:lnTo>
                  <a:lnTo>
                    <a:pt x="3311" y="11818"/>
                  </a:lnTo>
                  <a:lnTo>
                    <a:pt x="3336" y="12172"/>
                  </a:lnTo>
                  <a:lnTo>
                    <a:pt x="3360" y="12505"/>
                  </a:lnTo>
                  <a:lnTo>
                    <a:pt x="2652" y="12555"/>
                  </a:lnTo>
                  <a:lnTo>
                    <a:pt x="2273" y="12582"/>
                  </a:lnTo>
                  <a:lnTo>
                    <a:pt x="1969" y="12959"/>
                  </a:lnTo>
                  <a:lnTo>
                    <a:pt x="2323" y="13289"/>
                  </a:lnTo>
                  <a:lnTo>
                    <a:pt x="2347" y="13643"/>
                  </a:lnTo>
                  <a:lnTo>
                    <a:pt x="2372" y="13997"/>
                  </a:lnTo>
                  <a:lnTo>
                    <a:pt x="2752" y="13970"/>
                  </a:lnTo>
                  <a:lnTo>
                    <a:pt x="3483" y="14248"/>
                  </a:lnTo>
                  <a:lnTo>
                    <a:pt x="3787" y="13896"/>
                  </a:lnTo>
                  <a:lnTo>
                    <a:pt x="4141" y="13871"/>
                  </a:lnTo>
                  <a:lnTo>
                    <a:pt x="4474" y="13848"/>
                  </a:lnTo>
                  <a:lnTo>
                    <a:pt x="4498" y="14175"/>
                  </a:lnTo>
                  <a:lnTo>
                    <a:pt x="5181" y="13798"/>
                  </a:lnTo>
                  <a:lnTo>
                    <a:pt x="5535" y="13773"/>
                  </a:lnTo>
                  <a:lnTo>
                    <a:pt x="5909" y="13747"/>
                  </a:lnTo>
                  <a:lnTo>
                    <a:pt x="6596" y="13698"/>
                  </a:lnTo>
                  <a:lnTo>
                    <a:pt x="6946" y="14002"/>
                  </a:lnTo>
                  <a:lnTo>
                    <a:pt x="7350" y="14308"/>
                  </a:lnTo>
                  <a:lnTo>
                    <a:pt x="7350" y="14308"/>
                  </a:lnTo>
                  <a:lnTo>
                    <a:pt x="7326" y="13975"/>
                  </a:lnTo>
                  <a:lnTo>
                    <a:pt x="8007" y="13927"/>
                  </a:lnTo>
                  <a:lnTo>
                    <a:pt x="8364" y="14237"/>
                  </a:lnTo>
                  <a:lnTo>
                    <a:pt x="8744" y="14586"/>
                  </a:lnTo>
                  <a:lnTo>
                    <a:pt x="9475" y="14868"/>
                  </a:lnTo>
                  <a:lnTo>
                    <a:pt x="9173" y="15266"/>
                  </a:lnTo>
                  <a:lnTo>
                    <a:pt x="8794" y="15293"/>
                  </a:lnTo>
                  <a:lnTo>
                    <a:pt x="8464" y="15651"/>
                  </a:lnTo>
                  <a:lnTo>
                    <a:pt x="8108" y="15342"/>
                  </a:lnTo>
                  <a:lnTo>
                    <a:pt x="8081" y="14967"/>
                  </a:lnTo>
                  <a:lnTo>
                    <a:pt x="7703" y="14660"/>
                  </a:lnTo>
                  <a:lnTo>
                    <a:pt x="7020" y="15043"/>
                  </a:lnTo>
                  <a:lnTo>
                    <a:pt x="6997" y="14709"/>
                  </a:lnTo>
                  <a:lnTo>
                    <a:pt x="6668" y="14733"/>
                  </a:lnTo>
                  <a:lnTo>
                    <a:pt x="6289" y="14759"/>
                  </a:lnTo>
                  <a:lnTo>
                    <a:pt x="5982" y="14781"/>
                  </a:lnTo>
                  <a:lnTo>
                    <a:pt x="5607" y="14808"/>
                  </a:lnTo>
                  <a:lnTo>
                    <a:pt x="5277" y="15166"/>
                  </a:lnTo>
                  <a:lnTo>
                    <a:pt x="4924" y="15191"/>
                  </a:lnTo>
                  <a:lnTo>
                    <a:pt x="4571" y="15216"/>
                  </a:lnTo>
                  <a:lnTo>
                    <a:pt x="4238" y="15238"/>
                  </a:lnTo>
                  <a:lnTo>
                    <a:pt x="3883" y="15264"/>
                  </a:lnTo>
                  <a:lnTo>
                    <a:pt x="3583" y="15662"/>
                  </a:lnTo>
                  <a:lnTo>
                    <a:pt x="3606" y="15994"/>
                  </a:lnTo>
                  <a:lnTo>
                    <a:pt x="3984" y="16679"/>
                  </a:lnTo>
                  <a:lnTo>
                    <a:pt x="4338" y="16654"/>
                  </a:lnTo>
                  <a:lnTo>
                    <a:pt x="4693" y="16958"/>
                  </a:lnTo>
                  <a:lnTo>
                    <a:pt x="5073" y="17313"/>
                  </a:lnTo>
                  <a:lnTo>
                    <a:pt x="5097" y="17646"/>
                  </a:lnTo>
                  <a:lnTo>
                    <a:pt x="5148" y="18352"/>
                  </a:lnTo>
                  <a:lnTo>
                    <a:pt x="4819" y="18731"/>
                  </a:lnTo>
                  <a:lnTo>
                    <a:pt x="5195" y="19034"/>
                  </a:lnTo>
                  <a:lnTo>
                    <a:pt x="5220" y="19387"/>
                  </a:lnTo>
                  <a:lnTo>
                    <a:pt x="5245" y="19742"/>
                  </a:lnTo>
                  <a:lnTo>
                    <a:pt x="5649" y="20424"/>
                  </a:lnTo>
                  <a:lnTo>
                    <a:pt x="6003" y="20400"/>
                  </a:lnTo>
                  <a:lnTo>
                    <a:pt x="6377" y="20373"/>
                  </a:lnTo>
                  <a:lnTo>
                    <a:pt x="6660" y="19997"/>
                  </a:lnTo>
                  <a:lnTo>
                    <a:pt x="6328" y="19665"/>
                  </a:lnTo>
                  <a:lnTo>
                    <a:pt x="6302" y="19311"/>
                  </a:lnTo>
                  <a:lnTo>
                    <a:pt x="6584" y="18936"/>
                  </a:lnTo>
                  <a:lnTo>
                    <a:pt x="6988" y="19263"/>
                  </a:lnTo>
                  <a:lnTo>
                    <a:pt x="7013" y="19616"/>
                  </a:lnTo>
                  <a:lnTo>
                    <a:pt x="7038" y="19970"/>
                  </a:lnTo>
                  <a:lnTo>
                    <a:pt x="7064" y="20324"/>
                  </a:lnTo>
                  <a:lnTo>
                    <a:pt x="7416" y="20633"/>
                  </a:lnTo>
                  <a:lnTo>
                    <a:pt x="7795" y="20607"/>
                  </a:lnTo>
                  <a:lnTo>
                    <a:pt x="8173" y="21291"/>
                  </a:lnTo>
                  <a:lnTo>
                    <a:pt x="8526" y="21266"/>
                  </a:lnTo>
                  <a:lnTo>
                    <a:pt x="8477" y="20559"/>
                  </a:lnTo>
                  <a:lnTo>
                    <a:pt x="8453" y="20226"/>
                  </a:lnTo>
                  <a:lnTo>
                    <a:pt x="8428" y="19872"/>
                  </a:lnTo>
                  <a:lnTo>
                    <a:pt x="8735" y="19495"/>
                  </a:lnTo>
                  <a:lnTo>
                    <a:pt x="8786" y="20203"/>
                  </a:lnTo>
                  <a:lnTo>
                    <a:pt x="9139" y="20178"/>
                  </a:lnTo>
                  <a:lnTo>
                    <a:pt x="9187" y="20864"/>
                  </a:lnTo>
                  <a:lnTo>
                    <a:pt x="9567" y="20837"/>
                  </a:lnTo>
                  <a:lnTo>
                    <a:pt x="10982" y="20737"/>
                  </a:lnTo>
                  <a:lnTo>
                    <a:pt x="10957" y="20383"/>
                  </a:lnTo>
                  <a:lnTo>
                    <a:pt x="10226" y="20101"/>
                  </a:lnTo>
                  <a:lnTo>
                    <a:pt x="10201" y="19746"/>
                  </a:lnTo>
                  <a:lnTo>
                    <a:pt x="9796" y="19420"/>
                  </a:lnTo>
                  <a:lnTo>
                    <a:pt x="9746" y="18712"/>
                  </a:lnTo>
                  <a:lnTo>
                    <a:pt x="9419" y="18735"/>
                  </a:lnTo>
                  <a:lnTo>
                    <a:pt x="8990" y="18081"/>
                  </a:lnTo>
                  <a:lnTo>
                    <a:pt x="8613" y="17753"/>
                  </a:lnTo>
                  <a:lnTo>
                    <a:pt x="8564" y="17066"/>
                  </a:lnTo>
                  <a:lnTo>
                    <a:pt x="8917" y="17040"/>
                  </a:lnTo>
                  <a:lnTo>
                    <a:pt x="9320" y="17347"/>
                  </a:lnTo>
                  <a:lnTo>
                    <a:pt x="9345" y="17701"/>
                  </a:lnTo>
                  <a:lnTo>
                    <a:pt x="9698" y="18031"/>
                  </a:lnTo>
                  <a:lnTo>
                    <a:pt x="10077" y="18004"/>
                  </a:lnTo>
                  <a:lnTo>
                    <a:pt x="10760" y="17600"/>
                  </a:lnTo>
                  <a:lnTo>
                    <a:pt x="11416" y="17199"/>
                  </a:lnTo>
                  <a:lnTo>
                    <a:pt x="11366" y="16486"/>
                  </a:lnTo>
                  <a:lnTo>
                    <a:pt x="10711" y="16914"/>
                  </a:lnTo>
                  <a:lnTo>
                    <a:pt x="10332" y="16941"/>
                  </a:lnTo>
                  <a:lnTo>
                    <a:pt x="9977" y="16585"/>
                  </a:lnTo>
                  <a:lnTo>
                    <a:pt x="9954" y="16257"/>
                  </a:lnTo>
                  <a:lnTo>
                    <a:pt x="10257" y="15880"/>
                  </a:lnTo>
                  <a:lnTo>
                    <a:pt x="10916" y="15143"/>
                  </a:lnTo>
                  <a:lnTo>
                    <a:pt x="11269" y="15118"/>
                  </a:lnTo>
                  <a:lnTo>
                    <a:pt x="11672" y="15780"/>
                  </a:lnTo>
                  <a:lnTo>
                    <a:pt x="12404" y="16083"/>
                  </a:lnTo>
                  <a:lnTo>
                    <a:pt x="12379" y="15730"/>
                  </a:lnTo>
                  <a:lnTo>
                    <a:pt x="12354" y="15377"/>
                  </a:lnTo>
                  <a:lnTo>
                    <a:pt x="12303" y="14668"/>
                  </a:lnTo>
                  <a:lnTo>
                    <a:pt x="12254" y="13962"/>
                  </a:lnTo>
                  <a:lnTo>
                    <a:pt x="11879" y="13988"/>
                  </a:lnTo>
                  <a:lnTo>
                    <a:pt x="11170" y="13704"/>
                  </a:lnTo>
                  <a:lnTo>
                    <a:pt x="10767" y="13047"/>
                  </a:lnTo>
                  <a:lnTo>
                    <a:pt x="10440" y="13071"/>
                  </a:lnTo>
                  <a:lnTo>
                    <a:pt x="9708" y="12767"/>
                  </a:lnTo>
                  <a:lnTo>
                    <a:pt x="8975" y="12464"/>
                  </a:lnTo>
                  <a:lnTo>
                    <a:pt x="8242" y="12516"/>
                  </a:lnTo>
                  <a:lnTo>
                    <a:pt x="7884" y="12185"/>
                  </a:lnTo>
                  <a:lnTo>
                    <a:pt x="8193" y="11829"/>
                  </a:lnTo>
                  <a:lnTo>
                    <a:pt x="8522" y="11450"/>
                  </a:lnTo>
                  <a:lnTo>
                    <a:pt x="8497" y="11096"/>
                  </a:lnTo>
                  <a:lnTo>
                    <a:pt x="8144" y="11122"/>
                  </a:lnTo>
                  <a:lnTo>
                    <a:pt x="7761" y="10438"/>
                  </a:lnTo>
                  <a:lnTo>
                    <a:pt x="8069" y="10061"/>
                  </a:lnTo>
                  <a:lnTo>
                    <a:pt x="8422" y="10036"/>
                  </a:lnTo>
                  <a:lnTo>
                    <a:pt x="9129" y="9985"/>
                  </a:lnTo>
                  <a:lnTo>
                    <a:pt x="9533" y="10313"/>
                  </a:lnTo>
                  <a:lnTo>
                    <a:pt x="9558" y="10666"/>
                  </a:lnTo>
                  <a:lnTo>
                    <a:pt x="9584" y="11019"/>
                  </a:lnTo>
                  <a:lnTo>
                    <a:pt x="9912" y="10996"/>
                  </a:lnTo>
                  <a:lnTo>
                    <a:pt x="10242" y="10263"/>
                  </a:lnTo>
                  <a:lnTo>
                    <a:pt x="10242" y="10263"/>
                  </a:lnTo>
                  <a:lnTo>
                    <a:pt x="9862" y="10289"/>
                  </a:lnTo>
                  <a:lnTo>
                    <a:pt x="8754" y="9322"/>
                  </a:lnTo>
                  <a:lnTo>
                    <a:pt x="8323" y="8642"/>
                  </a:lnTo>
                  <a:lnTo>
                    <a:pt x="7614" y="8362"/>
                  </a:lnTo>
                  <a:lnTo>
                    <a:pt x="7235" y="8034"/>
                  </a:lnTo>
                  <a:lnTo>
                    <a:pt x="7187" y="7347"/>
                  </a:lnTo>
                  <a:lnTo>
                    <a:pt x="7160" y="6973"/>
                  </a:lnTo>
                  <a:lnTo>
                    <a:pt x="7137" y="6640"/>
                  </a:lnTo>
                  <a:lnTo>
                    <a:pt x="6784" y="6310"/>
                  </a:lnTo>
                  <a:lnTo>
                    <a:pt x="7087" y="5932"/>
                  </a:lnTo>
                  <a:lnTo>
                    <a:pt x="7749" y="5530"/>
                  </a:lnTo>
                  <a:lnTo>
                    <a:pt x="8101" y="5505"/>
                  </a:lnTo>
                  <a:lnTo>
                    <a:pt x="8152" y="6213"/>
                  </a:lnTo>
                  <a:lnTo>
                    <a:pt x="8557" y="6540"/>
                  </a:lnTo>
                  <a:lnTo>
                    <a:pt x="8934" y="7224"/>
                  </a:lnTo>
                  <a:lnTo>
                    <a:pt x="9363" y="7884"/>
                  </a:lnTo>
                  <a:lnTo>
                    <a:pt x="10095" y="8186"/>
                  </a:lnTo>
                  <a:lnTo>
                    <a:pt x="10799" y="8467"/>
                  </a:lnTo>
                  <a:lnTo>
                    <a:pt x="10776" y="8139"/>
                  </a:lnTo>
                  <a:lnTo>
                    <a:pt x="10070" y="7834"/>
                  </a:lnTo>
                  <a:lnTo>
                    <a:pt x="9663" y="7480"/>
                  </a:lnTo>
                  <a:lnTo>
                    <a:pt x="9642" y="7174"/>
                  </a:lnTo>
                  <a:lnTo>
                    <a:pt x="9616" y="6800"/>
                  </a:lnTo>
                  <a:lnTo>
                    <a:pt x="10021" y="7147"/>
                  </a:lnTo>
                  <a:lnTo>
                    <a:pt x="10371" y="7430"/>
                  </a:lnTo>
                  <a:lnTo>
                    <a:pt x="10751" y="7785"/>
                  </a:lnTo>
                  <a:lnTo>
                    <a:pt x="11837" y="8063"/>
                  </a:lnTo>
                  <a:lnTo>
                    <a:pt x="11837" y="8063"/>
                  </a:lnTo>
                  <a:lnTo>
                    <a:pt x="11812" y="7711"/>
                  </a:lnTo>
                  <a:lnTo>
                    <a:pt x="11437" y="7737"/>
                  </a:lnTo>
                  <a:lnTo>
                    <a:pt x="11056" y="7074"/>
                  </a:lnTo>
                  <a:lnTo>
                    <a:pt x="10677" y="6725"/>
                  </a:lnTo>
                  <a:lnTo>
                    <a:pt x="11029" y="6700"/>
                  </a:lnTo>
                  <a:lnTo>
                    <a:pt x="11362" y="6677"/>
                  </a:lnTo>
                  <a:lnTo>
                    <a:pt x="11410" y="7357"/>
                  </a:lnTo>
                  <a:lnTo>
                    <a:pt x="12118" y="7307"/>
                  </a:lnTo>
                  <a:lnTo>
                    <a:pt x="12803" y="6950"/>
                  </a:lnTo>
                  <a:lnTo>
                    <a:pt x="13131" y="6551"/>
                  </a:lnTo>
                  <a:lnTo>
                    <a:pt x="13131" y="6551"/>
                  </a:lnTo>
                  <a:lnTo>
                    <a:pt x="12777" y="6576"/>
                  </a:lnTo>
                  <a:lnTo>
                    <a:pt x="12046" y="6294"/>
                  </a:lnTo>
                  <a:lnTo>
                    <a:pt x="11314" y="5990"/>
                  </a:lnTo>
                  <a:lnTo>
                    <a:pt x="10956" y="5659"/>
                  </a:lnTo>
                  <a:lnTo>
                    <a:pt x="10577" y="5330"/>
                  </a:lnTo>
                  <a:lnTo>
                    <a:pt x="10552" y="4977"/>
                  </a:lnTo>
                  <a:lnTo>
                    <a:pt x="10906" y="4953"/>
                  </a:lnTo>
                  <a:lnTo>
                    <a:pt x="11946" y="4879"/>
                  </a:lnTo>
                  <a:lnTo>
                    <a:pt x="12300" y="4854"/>
                  </a:lnTo>
                  <a:lnTo>
                    <a:pt x="12277" y="4525"/>
                  </a:lnTo>
                  <a:lnTo>
                    <a:pt x="12252" y="4173"/>
                  </a:lnTo>
                  <a:lnTo>
                    <a:pt x="12580" y="3793"/>
                  </a:lnTo>
                  <a:lnTo>
                    <a:pt x="12959" y="4123"/>
                  </a:lnTo>
                  <a:lnTo>
                    <a:pt x="13311" y="4453"/>
                  </a:lnTo>
                  <a:lnTo>
                    <a:pt x="14045" y="4401"/>
                  </a:lnTo>
                  <a:lnTo>
                    <a:pt x="14373" y="4022"/>
                  </a:lnTo>
                  <a:lnTo>
                    <a:pt x="13995" y="3694"/>
                  </a:lnTo>
                  <a:lnTo>
                    <a:pt x="14349" y="3669"/>
                  </a:lnTo>
                  <a:lnTo>
                    <a:pt x="15009" y="3622"/>
                  </a:lnTo>
                  <a:lnTo>
                    <a:pt x="15742" y="3926"/>
                  </a:lnTo>
                  <a:lnTo>
                    <a:pt x="16803" y="3850"/>
                  </a:lnTo>
                  <a:lnTo>
                    <a:pt x="17181" y="4179"/>
                  </a:lnTo>
                  <a:lnTo>
                    <a:pt x="17510" y="4155"/>
                  </a:lnTo>
                  <a:lnTo>
                    <a:pt x="17535" y="4154"/>
                  </a:lnTo>
                  <a:lnTo>
                    <a:pt x="17863" y="3776"/>
                  </a:lnTo>
                  <a:lnTo>
                    <a:pt x="17838" y="3422"/>
                  </a:lnTo>
                  <a:lnTo>
                    <a:pt x="17987" y="3239"/>
                  </a:lnTo>
                  <a:lnTo>
                    <a:pt x="18122" y="3074"/>
                  </a:lnTo>
                  <a:lnTo>
                    <a:pt x="18146" y="3045"/>
                  </a:lnTo>
                  <a:lnTo>
                    <a:pt x="18264" y="2346"/>
                  </a:lnTo>
                  <a:lnTo>
                    <a:pt x="18126" y="2095"/>
                  </a:lnTo>
                  <a:lnTo>
                    <a:pt x="18327" y="2033"/>
                  </a:lnTo>
                  <a:lnTo>
                    <a:pt x="18403" y="2011"/>
                  </a:lnTo>
                  <a:lnTo>
                    <a:pt x="18637" y="1938"/>
                  </a:lnTo>
                  <a:lnTo>
                    <a:pt x="18423" y="1625"/>
                  </a:lnTo>
                  <a:lnTo>
                    <a:pt x="18423" y="1623"/>
                  </a:lnTo>
                  <a:lnTo>
                    <a:pt x="18706" y="1277"/>
                  </a:lnTo>
                  <a:lnTo>
                    <a:pt x="18730" y="1247"/>
                  </a:lnTo>
                  <a:lnTo>
                    <a:pt x="18707" y="914"/>
                  </a:lnTo>
                  <a:lnTo>
                    <a:pt x="18680" y="540"/>
                  </a:lnTo>
                  <a:lnTo>
                    <a:pt x="18347" y="564"/>
                  </a:lnTo>
                  <a:lnTo>
                    <a:pt x="18115" y="225"/>
                  </a:lnTo>
                  <a:lnTo>
                    <a:pt x="17914" y="138"/>
                  </a:lnTo>
                  <a:lnTo>
                    <a:pt x="17768" y="75"/>
                  </a:lnTo>
                  <a:lnTo>
                    <a:pt x="17596"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28"/>
            <p:cNvSpPr/>
            <p:nvPr/>
          </p:nvSpPr>
          <p:spPr>
            <a:xfrm>
              <a:off x="5284667" y="3926385"/>
              <a:ext cx="31646" cy="27741"/>
            </a:xfrm>
            <a:custGeom>
              <a:avLst/>
              <a:gdLst/>
              <a:ahLst/>
              <a:cxnLst/>
              <a:rect l="l" t="t" r="r" b="b"/>
              <a:pathLst>
                <a:path w="1475" h="1293" extrusionOk="0">
                  <a:moveTo>
                    <a:pt x="1099" y="1"/>
                  </a:moveTo>
                  <a:lnTo>
                    <a:pt x="839" y="19"/>
                  </a:lnTo>
                  <a:lnTo>
                    <a:pt x="420" y="142"/>
                  </a:lnTo>
                  <a:lnTo>
                    <a:pt x="166" y="255"/>
                  </a:lnTo>
                  <a:lnTo>
                    <a:pt x="25" y="526"/>
                  </a:lnTo>
                  <a:lnTo>
                    <a:pt x="0" y="575"/>
                  </a:lnTo>
                  <a:lnTo>
                    <a:pt x="207" y="1130"/>
                  </a:lnTo>
                  <a:lnTo>
                    <a:pt x="617" y="1242"/>
                  </a:lnTo>
                  <a:lnTo>
                    <a:pt x="950" y="1292"/>
                  </a:lnTo>
                  <a:lnTo>
                    <a:pt x="1189" y="1275"/>
                  </a:lnTo>
                  <a:lnTo>
                    <a:pt x="1300" y="1147"/>
                  </a:lnTo>
                  <a:lnTo>
                    <a:pt x="1474" y="946"/>
                  </a:lnTo>
                  <a:lnTo>
                    <a:pt x="1459" y="425"/>
                  </a:lnTo>
                  <a:lnTo>
                    <a:pt x="1099"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28"/>
            <p:cNvSpPr/>
            <p:nvPr/>
          </p:nvSpPr>
          <p:spPr>
            <a:xfrm>
              <a:off x="5798815" y="3599561"/>
              <a:ext cx="20640" cy="26197"/>
            </a:xfrm>
            <a:custGeom>
              <a:avLst/>
              <a:gdLst/>
              <a:ahLst/>
              <a:cxnLst/>
              <a:rect l="l" t="t" r="r" b="b"/>
              <a:pathLst>
                <a:path w="962" h="1221" extrusionOk="0">
                  <a:moveTo>
                    <a:pt x="453" y="1"/>
                  </a:moveTo>
                  <a:lnTo>
                    <a:pt x="358" y="81"/>
                  </a:lnTo>
                  <a:lnTo>
                    <a:pt x="0" y="341"/>
                  </a:lnTo>
                  <a:lnTo>
                    <a:pt x="25" y="695"/>
                  </a:lnTo>
                  <a:lnTo>
                    <a:pt x="42" y="929"/>
                  </a:lnTo>
                  <a:lnTo>
                    <a:pt x="277" y="1221"/>
                  </a:lnTo>
                  <a:lnTo>
                    <a:pt x="537" y="1202"/>
                  </a:lnTo>
                  <a:lnTo>
                    <a:pt x="877" y="1112"/>
                  </a:lnTo>
                  <a:lnTo>
                    <a:pt x="885" y="1109"/>
                  </a:lnTo>
                  <a:lnTo>
                    <a:pt x="887" y="1104"/>
                  </a:lnTo>
                  <a:lnTo>
                    <a:pt x="962" y="864"/>
                  </a:lnTo>
                  <a:lnTo>
                    <a:pt x="924" y="323"/>
                  </a:lnTo>
                  <a:lnTo>
                    <a:pt x="453"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28"/>
            <p:cNvSpPr/>
            <p:nvPr/>
          </p:nvSpPr>
          <p:spPr>
            <a:xfrm>
              <a:off x="6705868" y="4455744"/>
              <a:ext cx="215237" cy="76251"/>
            </a:xfrm>
            <a:custGeom>
              <a:avLst/>
              <a:gdLst/>
              <a:ahLst/>
              <a:cxnLst/>
              <a:rect l="l" t="t" r="r" b="b"/>
              <a:pathLst>
                <a:path w="10032" h="3554" extrusionOk="0">
                  <a:moveTo>
                    <a:pt x="820" y="0"/>
                  </a:moveTo>
                  <a:lnTo>
                    <a:pt x="42" y="368"/>
                  </a:lnTo>
                  <a:lnTo>
                    <a:pt x="26" y="1138"/>
                  </a:lnTo>
                  <a:lnTo>
                    <a:pt x="1" y="2292"/>
                  </a:lnTo>
                  <a:lnTo>
                    <a:pt x="1540" y="2326"/>
                  </a:lnTo>
                  <a:lnTo>
                    <a:pt x="3473" y="1982"/>
                  </a:lnTo>
                  <a:lnTo>
                    <a:pt x="5004" y="2399"/>
                  </a:lnTo>
                  <a:lnTo>
                    <a:pt x="4979" y="3553"/>
                  </a:lnTo>
                  <a:lnTo>
                    <a:pt x="7698" y="2457"/>
                  </a:lnTo>
                  <a:lnTo>
                    <a:pt x="10008" y="2505"/>
                  </a:lnTo>
                  <a:lnTo>
                    <a:pt x="10031" y="1351"/>
                  </a:lnTo>
                  <a:lnTo>
                    <a:pt x="8869" y="1711"/>
                  </a:lnTo>
                  <a:lnTo>
                    <a:pt x="8116" y="925"/>
                  </a:lnTo>
                  <a:lnTo>
                    <a:pt x="7338" y="1294"/>
                  </a:lnTo>
                  <a:lnTo>
                    <a:pt x="5413" y="1253"/>
                  </a:lnTo>
                  <a:lnTo>
                    <a:pt x="5422" y="868"/>
                  </a:lnTo>
                  <a:lnTo>
                    <a:pt x="4652" y="852"/>
                  </a:lnTo>
                  <a:lnTo>
                    <a:pt x="3489" y="1212"/>
                  </a:lnTo>
                  <a:lnTo>
                    <a:pt x="2335" y="1187"/>
                  </a:lnTo>
                  <a:lnTo>
                    <a:pt x="2351" y="418"/>
                  </a:lnTo>
                  <a:lnTo>
                    <a:pt x="1966" y="409"/>
                  </a:lnTo>
                  <a:lnTo>
                    <a:pt x="1957" y="794"/>
                  </a:lnTo>
                  <a:lnTo>
                    <a:pt x="1188" y="778"/>
                  </a:lnTo>
                  <a:lnTo>
                    <a:pt x="820" y="0"/>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28"/>
            <p:cNvSpPr/>
            <p:nvPr/>
          </p:nvSpPr>
          <p:spPr>
            <a:xfrm>
              <a:off x="6094314" y="4508437"/>
              <a:ext cx="24802" cy="17057"/>
            </a:xfrm>
            <a:custGeom>
              <a:avLst/>
              <a:gdLst/>
              <a:ahLst/>
              <a:cxnLst/>
              <a:rect l="l" t="t" r="r" b="b"/>
              <a:pathLst>
                <a:path w="1156" h="795" extrusionOk="0">
                  <a:moveTo>
                    <a:pt x="9" y="1"/>
                  </a:moveTo>
                  <a:lnTo>
                    <a:pt x="0" y="386"/>
                  </a:lnTo>
                  <a:lnTo>
                    <a:pt x="378" y="778"/>
                  </a:lnTo>
                  <a:lnTo>
                    <a:pt x="1147" y="795"/>
                  </a:lnTo>
                  <a:lnTo>
                    <a:pt x="1155" y="410"/>
                  </a:lnTo>
                  <a:lnTo>
                    <a:pt x="394" y="8"/>
                  </a:lnTo>
                  <a:lnTo>
                    <a:pt x="9"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28"/>
            <p:cNvSpPr/>
            <p:nvPr/>
          </p:nvSpPr>
          <p:spPr>
            <a:xfrm>
              <a:off x="6078030" y="4499705"/>
              <a:ext cx="8475" cy="8453"/>
            </a:xfrm>
            <a:custGeom>
              <a:avLst/>
              <a:gdLst/>
              <a:ahLst/>
              <a:cxnLst/>
              <a:rect l="l" t="t" r="r" b="b"/>
              <a:pathLst>
                <a:path w="395" h="394" extrusionOk="0">
                  <a:moveTo>
                    <a:pt x="10" y="1"/>
                  </a:moveTo>
                  <a:lnTo>
                    <a:pt x="1" y="386"/>
                  </a:lnTo>
                  <a:lnTo>
                    <a:pt x="386" y="394"/>
                  </a:lnTo>
                  <a:lnTo>
                    <a:pt x="395" y="9"/>
                  </a:lnTo>
                  <a:lnTo>
                    <a:pt x="10"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28"/>
            <p:cNvSpPr/>
            <p:nvPr/>
          </p:nvSpPr>
          <p:spPr>
            <a:xfrm>
              <a:off x="7267710" y="4404960"/>
              <a:ext cx="175523" cy="130017"/>
            </a:xfrm>
            <a:custGeom>
              <a:avLst/>
              <a:gdLst/>
              <a:ahLst/>
              <a:cxnLst/>
              <a:rect l="l" t="t" r="r" b="b"/>
              <a:pathLst>
                <a:path w="8181" h="6060" extrusionOk="0">
                  <a:moveTo>
                    <a:pt x="8181" y="1"/>
                  </a:moveTo>
                  <a:cubicBezTo>
                    <a:pt x="8180" y="1"/>
                    <a:pt x="7018" y="361"/>
                    <a:pt x="6232" y="1114"/>
                  </a:cubicBezTo>
                  <a:cubicBezTo>
                    <a:pt x="5446" y="1868"/>
                    <a:pt x="3505" y="2597"/>
                    <a:pt x="3505" y="2597"/>
                  </a:cubicBezTo>
                  <a:lnTo>
                    <a:pt x="1966" y="2563"/>
                  </a:lnTo>
                  <a:lnTo>
                    <a:pt x="1941" y="3718"/>
                  </a:lnTo>
                  <a:lnTo>
                    <a:pt x="1172" y="3702"/>
                  </a:lnTo>
                  <a:lnTo>
                    <a:pt x="1172" y="3702"/>
                  </a:lnTo>
                  <a:cubicBezTo>
                    <a:pt x="1172" y="3702"/>
                    <a:pt x="1548" y="4095"/>
                    <a:pt x="1155" y="4471"/>
                  </a:cubicBezTo>
                  <a:cubicBezTo>
                    <a:pt x="1029" y="4592"/>
                    <a:pt x="866" y="4633"/>
                    <a:pt x="702" y="4633"/>
                  </a:cubicBezTo>
                  <a:cubicBezTo>
                    <a:pt x="353" y="4633"/>
                    <a:pt x="1" y="4447"/>
                    <a:pt x="1" y="4447"/>
                  </a:cubicBezTo>
                  <a:lnTo>
                    <a:pt x="1" y="4447"/>
                  </a:lnTo>
                  <a:cubicBezTo>
                    <a:pt x="367" y="5630"/>
                    <a:pt x="952" y="5921"/>
                    <a:pt x="1438" y="5921"/>
                  </a:cubicBezTo>
                  <a:cubicBezTo>
                    <a:pt x="1908" y="5921"/>
                    <a:pt x="2285" y="5650"/>
                    <a:pt x="2285" y="5650"/>
                  </a:cubicBezTo>
                  <a:lnTo>
                    <a:pt x="3432" y="6060"/>
                  </a:lnTo>
                  <a:lnTo>
                    <a:pt x="5004" y="4553"/>
                  </a:lnTo>
                  <a:lnTo>
                    <a:pt x="5020" y="3783"/>
                  </a:lnTo>
                  <a:lnTo>
                    <a:pt x="6953" y="3439"/>
                  </a:lnTo>
                  <a:cubicBezTo>
                    <a:pt x="6953" y="3439"/>
                    <a:pt x="6183" y="3423"/>
                    <a:pt x="5814" y="2645"/>
                  </a:cubicBezTo>
                  <a:cubicBezTo>
                    <a:pt x="5446" y="1868"/>
                    <a:pt x="6617" y="1123"/>
                    <a:pt x="6617" y="1123"/>
                  </a:cubicBezTo>
                  <a:lnTo>
                    <a:pt x="8181" y="1"/>
                  </a:lnTo>
                  <a:close/>
                </a:path>
              </a:pathLst>
            </a:custGeom>
            <a:solidFill>
              <a:schemeClr val="accent3"/>
            </a:solidFill>
            <a:ln w="53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3"/>
        <p:cNvGrpSpPr/>
        <p:nvPr/>
      </p:nvGrpSpPr>
      <p:grpSpPr>
        <a:xfrm>
          <a:off x="0" y="0"/>
          <a:ext cx="0" cy="0"/>
          <a:chOff x="0" y="0"/>
          <a:chExt cx="0" cy="0"/>
        </a:xfrm>
      </p:grpSpPr>
      <p:sp>
        <p:nvSpPr>
          <p:cNvPr id="1144" name="Google Shape;1144;p29"/>
          <p:cNvSpPr/>
          <p:nvPr/>
        </p:nvSpPr>
        <p:spPr>
          <a:xfrm>
            <a:off x="1495542" y="3768592"/>
            <a:ext cx="990350" cy="453075"/>
          </a:xfrm>
          <a:custGeom>
            <a:avLst/>
            <a:gdLst/>
            <a:ahLst/>
            <a:cxnLst/>
            <a:rect l="l" t="t" r="r" b="b"/>
            <a:pathLst>
              <a:path w="39614" h="18123" extrusionOk="0">
                <a:moveTo>
                  <a:pt x="3639" y="18106"/>
                </a:moveTo>
                <a:cubicBezTo>
                  <a:pt x="4391" y="18239"/>
                  <a:pt x="2776" y="14102"/>
                  <a:pt x="4568" y="13195"/>
                </a:cubicBezTo>
                <a:cubicBezTo>
                  <a:pt x="6360" y="12288"/>
                  <a:pt x="12776" y="13173"/>
                  <a:pt x="14391" y="12664"/>
                </a:cubicBezTo>
                <a:cubicBezTo>
                  <a:pt x="16006" y="12155"/>
                  <a:pt x="14944" y="10629"/>
                  <a:pt x="14258" y="10142"/>
                </a:cubicBezTo>
                <a:cubicBezTo>
                  <a:pt x="13572" y="9655"/>
                  <a:pt x="10696" y="10209"/>
                  <a:pt x="10276" y="9744"/>
                </a:cubicBezTo>
                <a:cubicBezTo>
                  <a:pt x="9856" y="9280"/>
                  <a:pt x="8307" y="7731"/>
                  <a:pt x="11736" y="7355"/>
                </a:cubicBezTo>
                <a:cubicBezTo>
                  <a:pt x="15165" y="6979"/>
                  <a:pt x="26249" y="8506"/>
                  <a:pt x="30850" y="7488"/>
                </a:cubicBezTo>
                <a:cubicBezTo>
                  <a:pt x="35452" y="6470"/>
                  <a:pt x="40849" y="2466"/>
                  <a:pt x="39345" y="1249"/>
                </a:cubicBezTo>
                <a:cubicBezTo>
                  <a:pt x="37841" y="32"/>
                  <a:pt x="24169" y="-211"/>
                  <a:pt x="21824" y="187"/>
                </a:cubicBezTo>
                <a:cubicBezTo>
                  <a:pt x="19479" y="585"/>
                  <a:pt x="28085" y="2974"/>
                  <a:pt x="25275" y="3638"/>
                </a:cubicBezTo>
                <a:cubicBezTo>
                  <a:pt x="22466" y="4302"/>
                  <a:pt x="8131" y="3019"/>
                  <a:pt x="4967" y="4169"/>
                </a:cubicBezTo>
                <a:cubicBezTo>
                  <a:pt x="1804" y="5320"/>
                  <a:pt x="7113" y="9169"/>
                  <a:pt x="6294" y="10541"/>
                </a:cubicBezTo>
                <a:cubicBezTo>
                  <a:pt x="5475" y="11913"/>
                  <a:pt x="498" y="11138"/>
                  <a:pt x="55" y="12399"/>
                </a:cubicBezTo>
                <a:cubicBezTo>
                  <a:pt x="-387" y="13660"/>
                  <a:pt x="2887" y="17973"/>
                  <a:pt x="3639" y="18106"/>
                </a:cubicBezTo>
                <a:close/>
              </a:path>
            </a:pathLst>
          </a:custGeom>
          <a:solidFill>
            <a:srgbClr val="FFFFFF">
              <a:alpha val="70440"/>
            </a:srgbClr>
          </a:solidFill>
          <a:ln>
            <a:noFill/>
          </a:ln>
        </p:spPr>
      </p:sp>
      <p:sp>
        <p:nvSpPr>
          <p:cNvPr id="1145" name="Google Shape;1145;p29"/>
          <p:cNvSpPr/>
          <p:nvPr/>
        </p:nvSpPr>
        <p:spPr>
          <a:xfrm>
            <a:off x="742627" y="3572653"/>
            <a:ext cx="775225" cy="450350"/>
          </a:xfrm>
          <a:custGeom>
            <a:avLst/>
            <a:gdLst/>
            <a:ahLst/>
            <a:cxnLst/>
            <a:rect l="l" t="t" r="r" b="b"/>
            <a:pathLst>
              <a:path w="31009" h="18014" extrusionOk="0">
                <a:moveTo>
                  <a:pt x="3625" y="18011"/>
                </a:moveTo>
                <a:cubicBezTo>
                  <a:pt x="4377" y="18144"/>
                  <a:pt x="2762" y="14007"/>
                  <a:pt x="4554" y="13100"/>
                </a:cubicBezTo>
                <a:cubicBezTo>
                  <a:pt x="6346" y="12193"/>
                  <a:pt x="12673" y="13019"/>
                  <a:pt x="14377" y="12569"/>
                </a:cubicBezTo>
                <a:cubicBezTo>
                  <a:pt x="16081" y="12119"/>
                  <a:pt x="15462" y="10885"/>
                  <a:pt x="14776" y="10398"/>
                </a:cubicBezTo>
                <a:cubicBezTo>
                  <a:pt x="14090" y="9911"/>
                  <a:pt x="11191" y="10512"/>
                  <a:pt x="10262" y="9649"/>
                </a:cubicBezTo>
                <a:cubicBezTo>
                  <a:pt x="9333" y="8786"/>
                  <a:pt x="5971" y="5938"/>
                  <a:pt x="9201" y="5222"/>
                </a:cubicBezTo>
                <a:cubicBezTo>
                  <a:pt x="12431" y="4506"/>
                  <a:pt x="26456" y="5996"/>
                  <a:pt x="29642" y="5354"/>
                </a:cubicBezTo>
                <a:cubicBezTo>
                  <a:pt x="32828" y="4712"/>
                  <a:pt x="29620" y="2249"/>
                  <a:pt x="28315" y="1372"/>
                </a:cubicBezTo>
                <a:cubicBezTo>
                  <a:pt x="27010" y="495"/>
                  <a:pt x="22319" y="-270"/>
                  <a:pt x="21810" y="92"/>
                </a:cubicBezTo>
                <a:cubicBezTo>
                  <a:pt x="21301" y="454"/>
                  <a:pt x="28071" y="2879"/>
                  <a:pt x="25261" y="3543"/>
                </a:cubicBezTo>
                <a:cubicBezTo>
                  <a:pt x="22452" y="4207"/>
                  <a:pt x="8117" y="2924"/>
                  <a:pt x="4953" y="4074"/>
                </a:cubicBezTo>
                <a:cubicBezTo>
                  <a:pt x="1790" y="5225"/>
                  <a:pt x="7099" y="9074"/>
                  <a:pt x="6280" y="10446"/>
                </a:cubicBezTo>
                <a:cubicBezTo>
                  <a:pt x="5461" y="11818"/>
                  <a:pt x="484" y="11043"/>
                  <a:pt x="41" y="12304"/>
                </a:cubicBezTo>
                <a:cubicBezTo>
                  <a:pt x="-401" y="13565"/>
                  <a:pt x="2873" y="17878"/>
                  <a:pt x="3625" y="18011"/>
                </a:cubicBezTo>
                <a:close/>
              </a:path>
            </a:pathLst>
          </a:custGeom>
          <a:solidFill>
            <a:srgbClr val="FFFFFF">
              <a:alpha val="70440"/>
            </a:srgbClr>
          </a:solidFill>
          <a:ln>
            <a:noFill/>
          </a:ln>
        </p:spPr>
      </p:sp>
      <p:grpSp>
        <p:nvGrpSpPr>
          <p:cNvPr id="1146" name="Google Shape;1146;p29"/>
          <p:cNvGrpSpPr/>
          <p:nvPr/>
        </p:nvGrpSpPr>
        <p:grpSpPr>
          <a:xfrm>
            <a:off x="1291225" y="4005175"/>
            <a:ext cx="1095050" cy="949050"/>
            <a:chOff x="6742975" y="3444500"/>
            <a:chExt cx="1095050" cy="949050"/>
          </a:xfrm>
        </p:grpSpPr>
        <p:sp>
          <p:nvSpPr>
            <p:cNvPr id="1147" name="Google Shape;1147;p29"/>
            <p:cNvSpPr/>
            <p:nvPr/>
          </p:nvSpPr>
          <p:spPr>
            <a:xfrm>
              <a:off x="7211325" y="3444500"/>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1"/>
            </a:solidFill>
            <a:ln>
              <a:noFill/>
            </a:ln>
          </p:spPr>
        </p:sp>
        <p:sp>
          <p:nvSpPr>
            <p:cNvPr id="1148" name="Google Shape;1148;p29"/>
            <p:cNvSpPr/>
            <p:nvPr/>
          </p:nvSpPr>
          <p:spPr>
            <a:xfrm>
              <a:off x="6985675" y="3643600"/>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1"/>
            </a:solidFill>
            <a:ln>
              <a:noFill/>
            </a:ln>
          </p:spPr>
        </p:sp>
        <p:sp>
          <p:nvSpPr>
            <p:cNvPr id="1149" name="Google Shape;1149;p29"/>
            <p:cNvSpPr/>
            <p:nvPr/>
          </p:nvSpPr>
          <p:spPr>
            <a:xfrm>
              <a:off x="6742975" y="3922325"/>
              <a:ext cx="1095050" cy="471225"/>
            </a:xfrm>
            <a:custGeom>
              <a:avLst/>
              <a:gdLst/>
              <a:ahLst/>
              <a:cxnLst/>
              <a:rect l="l" t="t" r="r" b="b"/>
              <a:pathLst>
                <a:path w="43802" h="18849" extrusionOk="0">
                  <a:moveTo>
                    <a:pt x="37431" y="0"/>
                  </a:moveTo>
                  <a:lnTo>
                    <a:pt x="5043" y="0"/>
                  </a:lnTo>
                  <a:lnTo>
                    <a:pt x="0" y="3717"/>
                  </a:lnTo>
                  <a:lnTo>
                    <a:pt x="1858" y="9557"/>
                  </a:lnTo>
                  <a:lnTo>
                    <a:pt x="37696" y="18849"/>
                  </a:lnTo>
                  <a:lnTo>
                    <a:pt x="43802" y="7434"/>
                  </a:lnTo>
                  <a:close/>
                </a:path>
              </a:pathLst>
            </a:custGeom>
            <a:solidFill>
              <a:schemeClr val="dk1"/>
            </a:solidFill>
            <a:ln>
              <a:noFill/>
            </a:ln>
          </p:spPr>
        </p:sp>
      </p:grpSp>
      <p:grpSp>
        <p:nvGrpSpPr>
          <p:cNvPr id="1150" name="Google Shape;1150;p29"/>
          <p:cNvGrpSpPr/>
          <p:nvPr/>
        </p:nvGrpSpPr>
        <p:grpSpPr>
          <a:xfrm>
            <a:off x="-96125" y="4005176"/>
            <a:ext cx="1357650" cy="584024"/>
            <a:chOff x="5355625" y="3444501"/>
            <a:chExt cx="1357650" cy="584024"/>
          </a:xfrm>
        </p:grpSpPr>
        <p:sp>
          <p:nvSpPr>
            <p:cNvPr id="1151" name="Google Shape;1151;p29"/>
            <p:cNvSpPr/>
            <p:nvPr/>
          </p:nvSpPr>
          <p:spPr>
            <a:xfrm>
              <a:off x="6222450" y="3444501"/>
              <a:ext cx="102408" cy="464483"/>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1152" name="Google Shape;1152;p29"/>
            <p:cNvSpPr/>
            <p:nvPr/>
          </p:nvSpPr>
          <p:spPr>
            <a:xfrm>
              <a:off x="5355625" y="3796225"/>
              <a:ext cx="1357650" cy="232300"/>
            </a:xfrm>
            <a:custGeom>
              <a:avLst/>
              <a:gdLst/>
              <a:ahLst/>
              <a:cxnLst/>
              <a:rect l="l" t="t" r="r" b="b"/>
              <a:pathLst>
                <a:path w="54306" h="9292" extrusionOk="0">
                  <a:moveTo>
                    <a:pt x="50705" y="8761"/>
                  </a:moveTo>
                  <a:lnTo>
                    <a:pt x="50705" y="4779"/>
                  </a:lnTo>
                  <a:lnTo>
                    <a:pt x="54306" y="5744"/>
                  </a:lnTo>
                  <a:lnTo>
                    <a:pt x="46458" y="0"/>
                  </a:lnTo>
                  <a:lnTo>
                    <a:pt x="0" y="0"/>
                  </a:lnTo>
                  <a:lnTo>
                    <a:pt x="2124" y="9292"/>
                  </a:lnTo>
                  <a:close/>
                </a:path>
              </a:pathLst>
            </a:custGeom>
            <a:solidFill>
              <a:schemeClr val="dk2"/>
            </a:solidFill>
            <a:ln>
              <a:noFill/>
            </a:ln>
          </p:spPr>
        </p:sp>
      </p:grpSp>
      <p:sp>
        <p:nvSpPr>
          <p:cNvPr id="1153" name="Google Shape;1153;p29"/>
          <p:cNvSpPr/>
          <p:nvPr/>
        </p:nvSpPr>
        <p:spPr>
          <a:xfrm>
            <a:off x="4098507" y="3521454"/>
            <a:ext cx="635025" cy="371375"/>
          </a:xfrm>
          <a:custGeom>
            <a:avLst/>
            <a:gdLst/>
            <a:ahLst/>
            <a:cxnLst/>
            <a:rect l="l" t="t" r="r" b="b"/>
            <a:pathLst>
              <a:path w="25401" h="14855" extrusionOk="0">
                <a:moveTo>
                  <a:pt x="332" y="14756"/>
                </a:moveTo>
                <a:cubicBezTo>
                  <a:pt x="730" y="15154"/>
                  <a:pt x="1482" y="11084"/>
                  <a:pt x="3252" y="10243"/>
                </a:cubicBezTo>
                <a:cubicBezTo>
                  <a:pt x="5022" y="9402"/>
                  <a:pt x="10022" y="10685"/>
                  <a:pt x="10951" y="9712"/>
                </a:cubicBezTo>
                <a:cubicBezTo>
                  <a:pt x="11880" y="8739"/>
                  <a:pt x="6482" y="5244"/>
                  <a:pt x="8827" y="4403"/>
                </a:cubicBezTo>
                <a:cubicBezTo>
                  <a:pt x="11172" y="3562"/>
                  <a:pt x="23384" y="5376"/>
                  <a:pt x="25021" y="4668"/>
                </a:cubicBezTo>
                <a:cubicBezTo>
                  <a:pt x="26658" y="3960"/>
                  <a:pt x="22366" y="642"/>
                  <a:pt x="18649" y="155"/>
                </a:cubicBezTo>
                <a:cubicBezTo>
                  <a:pt x="14932" y="-332"/>
                  <a:pt x="4712" y="598"/>
                  <a:pt x="2721" y="1748"/>
                </a:cubicBezTo>
                <a:cubicBezTo>
                  <a:pt x="730" y="2898"/>
                  <a:pt x="7013" y="6039"/>
                  <a:pt x="6703" y="7057"/>
                </a:cubicBezTo>
                <a:cubicBezTo>
                  <a:pt x="6393" y="8075"/>
                  <a:pt x="1925" y="6571"/>
                  <a:pt x="863" y="7854"/>
                </a:cubicBezTo>
                <a:cubicBezTo>
                  <a:pt x="-199" y="9137"/>
                  <a:pt x="-66" y="14358"/>
                  <a:pt x="332" y="14756"/>
                </a:cubicBezTo>
                <a:close/>
              </a:path>
            </a:pathLst>
          </a:custGeom>
          <a:solidFill>
            <a:srgbClr val="FFFFFF">
              <a:alpha val="70440"/>
            </a:srgbClr>
          </a:solidFill>
          <a:ln>
            <a:noFill/>
          </a:ln>
        </p:spPr>
      </p:sp>
      <p:sp>
        <p:nvSpPr>
          <p:cNvPr id="1154" name="Google Shape;1154;p29"/>
          <p:cNvSpPr/>
          <p:nvPr/>
        </p:nvSpPr>
        <p:spPr>
          <a:xfrm>
            <a:off x="3256050" y="3263902"/>
            <a:ext cx="1506575" cy="590621"/>
          </a:xfrm>
          <a:custGeom>
            <a:avLst/>
            <a:gdLst/>
            <a:ahLst/>
            <a:cxnLst/>
            <a:rect l="l" t="t" r="r" b="b"/>
            <a:pathLst>
              <a:path w="60263" h="29672" extrusionOk="0">
                <a:moveTo>
                  <a:pt x="6421" y="29645"/>
                </a:moveTo>
                <a:cubicBezTo>
                  <a:pt x="7748" y="29866"/>
                  <a:pt x="8058" y="25442"/>
                  <a:pt x="8014" y="23672"/>
                </a:cubicBezTo>
                <a:cubicBezTo>
                  <a:pt x="7970" y="21902"/>
                  <a:pt x="5581" y="20376"/>
                  <a:pt x="6156" y="19026"/>
                </a:cubicBezTo>
                <a:cubicBezTo>
                  <a:pt x="6731" y="17677"/>
                  <a:pt x="10779" y="16526"/>
                  <a:pt x="11465" y="15575"/>
                </a:cubicBezTo>
                <a:cubicBezTo>
                  <a:pt x="12151" y="14624"/>
                  <a:pt x="10802" y="14182"/>
                  <a:pt x="10271" y="13319"/>
                </a:cubicBezTo>
                <a:cubicBezTo>
                  <a:pt x="9740" y="12456"/>
                  <a:pt x="3656" y="11040"/>
                  <a:pt x="8280" y="10398"/>
                </a:cubicBezTo>
                <a:cubicBezTo>
                  <a:pt x="12904" y="9756"/>
                  <a:pt x="33832" y="10465"/>
                  <a:pt x="38013" y="9469"/>
                </a:cubicBezTo>
                <a:cubicBezTo>
                  <a:pt x="42194" y="8474"/>
                  <a:pt x="29982" y="5354"/>
                  <a:pt x="33367" y="4425"/>
                </a:cubicBezTo>
                <a:cubicBezTo>
                  <a:pt x="36752" y="3496"/>
                  <a:pt x="54782" y="4580"/>
                  <a:pt x="58321" y="3894"/>
                </a:cubicBezTo>
                <a:cubicBezTo>
                  <a:pt x="61861" y="3208"/>
                  <a:pt x="60489" y="797"/>
                  <a:pt x="54604" y="310"/>
                </a:cubicBezTo>
                <a:cubicBezTo>
                  <a:pt x="48719" y="-177"/>
                  <a:pt x="28278" y="-132"/>
                  <a:pt x="23013" y="974"/>
                </a:cubicBezTo>
                <a:cubicBezTo>
                  <a:pt x="17748" y="2080"/>
                  <a:pt x="26553" y="5620"/>
                  <a:pt x="23013" y="6947"/>
                </a:cubicBezTo>
                <a:cubicBezTo>
                  <a:pt x="19474" y="8274"/>
                  <a:pt x="4940" y="7456"/>
                  <a:pt x="1776" y="8938"/>
                </a:cubicBezTo>
                <a:cubicBezTo>
                  <a:pt x="-1387" y="10420"/>
                  <a:pt x="4320" y="13606"/>
                  <a:pt x="4032" y="15840"/>
                </a:cubicBezTo>
                <a:cubicBezTo>
                  <a:pt x="3744" y="18075"/>
                  <a:pt x="-348" y="20044"/>
                  <a:pt x="50" y="22345"/>
                </a:cubicBezTo>
                <a:cubicBezTo>
                  <a:pt x="448" y="24646"/>
                  <a:pt x="5094" y="29424"/>
                  <a:pt x="6421" y="29645"/>
                </a:cubicBezTo>
                <a:close/>
              </a:path>
            </a:pathLst>
          </a:custGeom>
          <a:solidFill>
            <a:srgbClr val="FFFFFF">
              <a:alpha val="70440"/>
            </a:srgbClr>
          </a:solidFill>
          <a:ln>
            <a:noFill/>
          </a:ln>
        </p:spPr>
      </p:sp>
      <p:grpSp>
        <p:nvGrpSpPr>
          <p:cNvPr id="1155" name="Google Shape;1155;p29"/>
          <p:cNvGrpSpPr/>
          <p:nvPr/>
        </p:nvGrpSpPr>
        <p:grpSpPr>
          <a:xfrm>
            <a:off x="2759538" y="3850525"/>
            <a:ext cx="1931300" cy="862775"/>
            <a:chOff x="7466375" y="3371475"/>
            <a:chExt cx="1931300" cy="862775"/>
          </a:xfrm>
        </p:grpSpPr>
        <p:sp>
          <p:nvSpPr>
            <p:cNvPr id="1156" name="Google Shape;1156;p29"/>
            <p:cNvSpPr/>
            <p:nvPr/>
          </p:nvSpPr>
          <p:spPr>
            <a:xfrm>
              <a:off x="806082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1157" name="Google Shape;1157;p29"/>
            <p:cNvSpPr/>
            <p:nvPr/>
          </p:nvSpPr>
          <p:spPr>
            <a:xfrm>
              <a:off x="7466375" y="3842700"/>
              <a:ext cx="1931300" cy="391550"/>
            </a:xfrm>
            <a:custGeom>
              <a:avLst/>
              <a:gdLst/>
              <a:ahLst/>
              <a:cxnLst/>
              <a:rect l="l" t="t" r="r" b="b"/>
              <a:pathLst>
                <a:path w="77252" h="15662" extrusionOk="0">
                  <a:moveTo>
                    <a:pt x="74863" y="3451"/>
                  </a:moveTo>
                  <a:lnTo>
                    <a:pt x="71677" y="0"/>
                  </a:lnTo>
                  <a:lnTo>
                    <a:pt x="6637" y="0"/>
                  </a:lnTo>
                  <a:lnTo>
                    <a:pt x="0" y="6902"/>
                  </a:lnTo>
                  <a:lnTo>
                    <a:pt x="6902" y="7167"/>
                  </a:lnTo>
                  <a:lnTo>
                    <a:pt x="6637" y="15662"/>
                  </a:lnTo>
                  <a:lnTo>
                    <a:pt x="77252" y="12742"/>
                  </a:lnTo>
                  <a:close/>
                </a:path>
              </a:pathLst>
            </a:custGeom>
            <a:solidFill>
              <a:schemeClr val="dk2"/>
            </a:solidFill>
            <a:ln>
              <a:noFill/>
            </a:ln>
          </p:spPr>
        </p:sp>
        <p:sp>
          <p:nvSpPr>
            <p:cNvPr id="1158" name="Google Shape;1158;p29"/>
            <p:cNvSpPr/>
            <p:nvPr/>
          </p:nvSpPr>
          <p:spPr>
            <a:xfrm>
              <a:off x="832837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1159" name="Google Shape;1159;p29"/>
            <p:cNvSpPr/>
            <p:nvPr/>
          </p:nvSpPr>
          <p:spPr>
            <a:xfrm>
              <a:off x="8766400"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grpSp>
      <p:sp>
        <p:nvSpPr>
          <p:cNvPr id="1160" name="Google Shape;1160;p29"/>
          <p:cNvSpPr/>
          <p:nvPr/>
        </p:nvSpPr>
        <p:spPr>
          <a:xfrm>
            <a:off x="-417763" y="4300255"/>
            <a:ext cx="10178700" cy="807400"/>
          </a:xfrm>
          <a:custGeom>
            <a:avLst/>
            <a:gdLst/>
            <a:ahLst/>
            <a:cxnLst/>
            <a:rect l="l" t="t" r="r" b="b"/>
            <a:pathLst>
              <a:path w="407148" h="32296" extrusionOk="0">
                <a:moveTo>
                  <a:pt x="3437" y="7979"/>
                </a:moveTo>
                <a:cubicBezTo>
                  <a:pt x="6047" y="3953"/>
                  <a:pt x="18923" y="4926"/>
                  <a:pt x="35559" y="5059"/>
                </a:cubicBezTo>
                <a:cubicBezTo>
                  <a:pt x="52195" y="5192"/>
                  <a:pt x="82548" y="8732"/>
                  <a:pt x="103255" y="8776"/>
                </a:cubicBezTo>
                <a:cubicBezTo>
                  <a:pt x="123962" y="8820"/>
                  <a:pt x="142235" y="5679"/>
                  <a:pt x="159800" y="5325"/>
                </a:cubicBezTo>
                <a:cubicBezTo>
                  <a:pt x="177365" y="4971"/>
                  <a:pt x="185153" y="7537"/>
                  <a:pt x="208647" y="6652"/>
                </a:cubicBezTo>
                <a:cubicBezTo>
                  <a:pt x="232141" y="5767"/>
                  <a:pt x="270103" y="-339"/>
                  <a:pt x="300765" y="15"/>
                </a:cubicBezTo>
                <a:cubicBezTo>
                  <a:pt x="331427" y="369"/>
                  <a:pt x="378814" y="3953"/>
                  <a:pt x="392618" y="8776"/>
                </a:cubicBezTo>
                <a:cubicBezTo>
                  <a:pt x="406423" y="13599"/>
                  <a:pt x="420448" y="25059"/>
                  <a:pt x="383592" y="28952"/>
                </a:cubicBezTo>
                <a:cubicBezTo>
                  <a:pt x="346736" y="32846"/>
                  <a:pt x="232097" y="32093"/>
                  <a:pt x="171481" y="32137"/>
                </a:cubicBezTo>
                <a:cubicBezTo>
                  <a:pt x="110865" y="32181"/>
                  <a:pt x="47904" y="33243"/>
                  <a:pt x="19897" y="29217"/>
                </a:cubicBezTo>
                <a:cubicBezTo>
                  <a:pt x="-8110" y="25191"/>
                  <a:pt x="827" y="12005"/>
                  <a:pt x="3437" y="7979"/>
                </a:cubicBezTo>
                <a:close/>
              </a:path>
            </a:pathLst>
          </a:custGeom>
          <a:solidFill>
            <a:schemeClr val="accent3"/>
          </a:solidFill>
          <a:ln>
            <a:noFill/>
          </a:ln>
        </p:spPr>
      </p:sp>
      <p:sp>
        <p:nvSpPr>
          <p:cNvPr id="1161" name="Google Shape;1161;p29"/>
          <p:cNvSpPr txBox="1">
            <a:spLocks noGrp="1"/>
          </p:cNvSpPr>
          <p:nvPr>
            <p:ph type="title"/>
          </p:nvPr>
        </p:nvSpPr>
        <p:spPr>
          <a:xfrm>
            <a:off x="713250" y="451100"/>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the origin?</a:t>
            </a:r>
            <a:endParaRPr/>
          </a:p>
        </p:txBody>
      </p:sp>
      <p:sp>
        <p:nvSpPr>
          <p:cNvPr id="1162" name="Google Shape;1162;p29"/>
          <p:cNvSpPr txBox="1">
            <a:spLocks noGrp="1"/>
          </p:cNvSpPr>
          <p:nvPr>
            <p:ph type="body" idx="1"/>
          </p:nvPr>
        </p:nvSpPr>
        <p:spPr>
          <a:xfrm>
            <a:off x="713250" y="1285444"/>
            <a:ext cx="3959100" cy="190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era of profound and radical economic, social and technological transformations that began in 18th century Europe, specifically in England, and spread throughout Europe and the United States, ending in the mid-19th and early 20th centuries.</a:t>
            </a:r>
            <a:endParaRPr/>
          </a:p>
        </p:txBody>
      </p:sp>
      <p:sp>
        <p:nvSpPr>
          <p:cNvPr id="1164" name="Google Shape;1164;p29"/>
          <p:cNvSpPr/>
          <p:nvPr/>
        </p:nvSpPr>
        <p:spPr>
          <a:xfrm>
            <a:off x="-494474" y="4713291"/>
            <a:ext cx="10173825" cy="590625"/>
          </a:xfrm>
          <a:custGeom>
            <a:avLst/>
            <a:gdLst/>
            <a:ahLst/>
            <a:cxnLst/>
            <a:rect l="l" t="t" r="r" b="b"/>
            <a:pathLst>
              <a:path w="406953" h="23625" extrusionOk="0">
                <a:moveTo>
                  <a:pt x="401792" y="17739"/>
                </a:moveTo>
                <a:cubicBezTo>
                  <a:pt x="408960" y="14421"/>
                  <a:pt x="410065" y="4023"/>
                  <a:pt x="395951" y="1280"/>
                </a:cubicBezTo>
                <a:cubicBezTo>
                  <a:pt x="381837" y="-1463"/>
                  <a:pt x="350688" y="1015"/>
                  <a:pt x="317106" y="1280"/>
                </a:cubicBezTo>
                <a:cubicBezTo>
                  <a:pt x="283524" y="1546"/>
                  <a:pt x="231227" y="2431"/>
                  <a:pt x="194459" y="2873"/>
                </a:cubicBezTo>
                <a:cubicBezTo>
                  <a:pt x="157691" y="3315"/>
                  <a:pt x="126941" y="4244"/>
                  <a:pt x="96500" y="3934"/>
                </a:cubicBezTo>
                <a:cubicBezTo>
                  <a:pt x="66059" y="3624"/>
                  <a:pt x="26327" y="-1508"/>
                  <a:pt x="11815" y="1014"/>
                </a:cubicBezTo>
                <a:cubicBezTo>
                  <a:pt x="-2697" y="3536"/>
                  <a:pt x="-4246" y="15305"/>
                  <a:pt x="9426" y="19066"/>
                </a:cubicBezTo>
                <a:cubicBezTo>
                  <a:pt x="23098" y="22827"/>
                  <a:pt x="36592" y="23225"/>
                  <a:pt x="93845" y="23579"/>
                </a:cubicBezTo>
                <a:cubicBezTo>
                  <a:pt x="151098" y="23933"/>
                  <a:pt x="301621" y="22163"/>
                  <a:pt x="352945" y="21190"/>
                </a:cubicBezTo>
                <a:cubicBezTo>
                  <a:pt x="404270" y="20217"/>
                  <a:pt x="394624" y="21057"/>
                  <a:pt x="401792" y="17739"/>
                </a:cubicBezTo>
                <a:close/>
              </a:path>
            </a:pathLst>
          </a:custGeom>
          <a:solidFill>
            <a:schemeClr val="accent1"/>
          </a:solidFill>
          <a:ln>
            <a:noFill/>
          </a:ln>
        </p:spPr>
      </p:sp>
      <p:sp>
        <p:nvSpPr>
          <p:cNvPr id="1165" name="Google Shape;1165;p29"/>
          <p:cNvSpPr/>
          <p:nvPr/>
        </p:nvSpPr>
        <p:spPr>
          <a:xfrm flipH="1">
            <a:off x="7041900" y="157325"/>
            <a:ext cx="2534875" cy="666275"/>
          </a:xfrm>
          <a:custGeom>
            <a:avLst/>
            <a:gdLst/>
            <a:ahLst/>
            <a:cxnLst/>
            <a:rect l="l" t="t" r="r" b="b"/>
            <a:pathLst>
              <a:path w="112175" h="26651" extrusionOk="0">
                <a:moveTo>
                  <a:pt x="5032" y="24291"/>
                </a:moveTo>
                <a:cubicBezTo>
                  <a:pt x="17686" y="24026"/>
                  <a:pt x="72860" y="25308"/>
                  <a:pt x="83612" y="24025"/>
                </a:cubicBezTo>
                <a:cubicBezTo>
                  <a:pt x="94364" y="22742"/>
                  <a:pt x="64852" y="18362"/>
                  <a:pt x="69542" y="16592"/>
                </a:cubicBezTo>
                <a:cubicBezTo>
                  <a:pt x="74232" y="14822"/>
                  <a:pt x="116618" y="14379"/>
                  <a:pt x="111751" y="13406"/>
                </a:cubicBezTo>
                <a:cubicBezTo>
                  <a:pt x="106884" y="12433"/>
                  <a:pt x="56003" y="12964"/>
                  <a:pt x="40340" y="10752"/>
                </a:cubicBezTo>
                <a:cubicBezTo>
                  <a:pt x="24677" y="8540"/>
                  <a:pt x="24014" y="664"/>
                  <a:pt x="17775" y="133"/>
                </a:cubicBezTo>
                <a:cubicBezTo>
                  <a:pt x="11536" y="-398"/>
                  <a:pt x="4589" y="3319"/>
                  <a:pt x="2908" y="7566"/>
                </a:cubicBezTo>
                <a:cubicBezTo>
                  <a:pt x="1227" y="11814"/>
                  <a:pt x="7333" y="22831"/>
                  <a:pt x="7687" y="25618"/>
                </a:cubicBezTo>
                <a:cubicBezTo>
                  <a:pt x="8041" y="28406"/>
                  <a:pt x="-7622" y="24557"/>
                  <a:pt x="5032" y="24291"/>
                </a:cubicBezTo>
                <a:close/>
              </a:path>
            </a:pathLst>
          </a:custGeom>
          <a:solidFill>
            <a:srgbClr val="FFFFFF">
              <a:alpha val="70440"/>
            </a:srgbClr>
          </a:solidFill>
          <a:ln>
            <a:noFill/>
          </a:ln>
        </p:spPr>
      </p:sp>
      <p:sp>
        <p:nvSpPr>
          <p:cNvPr id="2" name="Рисунок 1"/>
          <p:cNvSpPr>
            <a:spLocks noGrp="1"/>
          </p:cNvSpPr>
          <p:nvPr>
            <p:ph type="pic" idx="2"/>
          </p:nvPr>
        </p:nvSpPr>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9"/>
        <p:cNvGrpSpPr/>
        <p:nvPr/>
      </p:nvGrpSpPr>
      <p:grpSpPr>
        <a:xfrm>
          <a:off x="0" y="0"/>
          <a:ext cx="0" cy="0"/>
          <a:chOff x="0" y="0"/>
          <a:chExt cx="0" cy="0"/>
        </a:xfrm>
      </p:grpSpPr>
      <p:sp>
        <p:nvSpPr>
          <p:cNvPr id="1170" name="Google Shape;1170;p30"/>
          <p:cNvSpPr/>
          <p:nvPr/>
        </p:nvSpPr>
        <p:spPr>
          <a:xfrm>
            <a:off x="3051039" y="902858"/>
            <a:ext cx="844700" cy="287950"/>
          </a:xfrm>
          <a:custGeom>
            <a:avLst/>
            <a:gdLst/>
            <a:ahLst/>
            <a:cxnLst/>
            <a:rect l="l" t="t" r="r" b="b"/>
            <a:pathLst>
              <a:path w="33788" h="11518" extrusionOk="0">
                <a:moveTo>
                  <a:pt x="29011" y="787"/>
                </a:moveTo>
                <a:cubicBezTo>
                  <a:pt x="26533" y="-761"/>
                  <a:pt x="19365" y="433"/>
                  <a:pt x="17330" y="1318"/>
                </a:cubicBezTo>
                <a:cubicBezTo>
                  <a:pt x="15295" y="2203"/>
                  <a:pt x="19498" y="5167"/>
                  <a:pt x="16799" y="6096"/>
                </a:cubicBezTo>
                <a:cubicBezTo>
                  <a:pt x="14100" y="7025"/>
                  <a:pt x="3127" y="6141"/>
                  <a:pt x="1136" y="6893"/>
                </a:cubicBezTo>
                <a:cubicBezTo>
                  <a:pt x="-855" y="7645"/>
                  <a:pt x="-324" y="9990"/>
                  <a:pt x="4853" y="10609"/>
                </a:cubicBezTo>
                <a:cubicBezTo>
                  <a:pt x="10030" y="11228"/>
                  <a:pt x="28170" y="12246"/>
                  <a:pt x="32196" y="10609"/>
                </a:cubicBezTo>
                <a:cubicBezTo>
                  <a:pt x="36222" y="8972"/>
                  <a:pt x="31489" y="2336"/>
                  <a:pt x="29011" y="787"/>
                </a:cubicBezTo>
                <a:close/>
              </a:path>
            </a:pathLst>
          </a:custGeom>
          <a:solidFill>
            <a:srgbClr val="FFFFFF">
              <a:alpha val="70440"/>
            </a:srgbClr>
          </a:solidFill>
          <a:ln>
            <a:noFill/>
          </a:ln>
        </p:spPr>
      </p:sp>
      <p:sp>
        <p:nvSpPr>
          <p:cNvPr id="1171" name="Google Shape;1171;p30"/>
          <p:cNvSpPr/>
          <p:nvPr/>
        </p:nvSpPr>
        <p:spPr>
          <a:xfrm>
            <a:off x="3099950" y="4016180"/>
            <a:ext cx="2428450" cy="564150"/>
          </a:xfrm>
          <a:custGeom>
            <a:avLst/>
            <a:gdLst/>
            <a:ahLst/>
            <a:cxnLst/>
            <a:rect l="l" t="t" r="r" b="b"/>
            <a:pathLst>
              <a:path w="97138" h="22566" extrusionOk="0">
                <a:moveTo>
                  <a:pt x="1835" y="1290"/>
                </a:moveTo>
                <a:cubicBezTo>
                  <a:pt x="6083" y="-1586"/>
                  <a:pt x="27321" y="1291"/>
                  <a:pt x="32099" y="3149"/>
                </a:cubicBezTo>
                <a:cubicBezTo>
                  <a:pt x="36878" y="5007"/>
                  <a:pt x="23206" y="10980"/>
                  <a:pt x="30506" y="12440"/>
                </a:cubicBezTo>
                <a:cubicBezTo>
                  <a:pt x="37807" y="13900"/>
                  <a:pt x="65106" y="10759"/>
                  <a:pt x="75902" y="11909"/>
                </a:cubicBezTo>
                <a:cubicBezTo>
                  <a:pt x="86698" y="13059"/>
                  <a:pt x="102537" y="17661"/>
                  <a:pt x="95281" y="19342"/>
                </a:cubicBezTo>
                <a:cubicBezTo>
                  <a:pt x="88025" y="21023"/>
                  <a:pt x="47142" y="21820"/>
                  <a:pt x="32364" y="21997"/>
                </a:cubicBezTo>
                <a:cubicBezTo>
                  <a:pt x="17586" y="22174"/>
                  <a:pt x="11702" y="23855"/>
                  <a:pt x="6614" y="20404"/>
                </a:cubicBezTo>
                <a:cubicBezTo>
                  <a:pt x="1526" y="16953"/>
                  <a:pt x="-2412" y="4166"/>
                  <a:pt x="1835" y="1290"/>
                </a:cubicBezTo>
                <a:close/>
              </a:path>
            </a:pathLst>
          </a:custGeom>
          <a:solidFill>
            <a:srgbClr val="FFFFFF">
              <a:alpha val="70440"/>
            </a:srgbClr>
          </a:solidFill>
          <a:ln>
            <a:noFill/>
          </a:ln>
        </p:spPr>
      </p:sp>
      <p:sp>
        <p:nvSpPr>
          <p:cNvPr id="1172" name="Google Shape;1172;p30"/>
          <p:cNvSpPr/>
          <p:nvPr/>
        </p:nvSpPr>
        <p:spPr>
          <a:xfrm>
            <a:off x="3003607" y="4273896"/>
            <a:ext cx="6451700" cy="652050"/>
          </a:xfrm>
          <a:custGeom>
            <a:avLst/>
            <a:gdLst/>
            <a:ahLst/>
            <a:cxnLst/>
            <a:rect l="l" t="t" r="r" b="b"/>
            <a:pathLst>
              <a:path w="258068" h="26082" extrusionOk="0">
                <a:moveTo>
                  <a:pt x="257887" y="9033"/>
                </a:moveTo>
                <a:cubicBezTo>
                  <a:pt x="260055" y="4830"/>
                  <a:pt x="242180" y="273"/>
                  <a:pt x="236384" y="7"/>
                </a:cubicBezTo>
                <a:cubicBezTo>
                  <a:pt x="230588" y="-258"/>
                  <a:pt x="229128" y="6953"/>
                  <a:pt x="223110" y="7440"/>
                </a:cubicBezTo>
                <a:cubicBezTo>
                  <a:pt x="217093" y="7927"/>
                  <a:pt x="208420" y="2883"/>
                  <a:pt x="200279" y="2927"/>
                </a:cubicBezTo>
                <a:cubicBezTo>
                  <a:pt x="192138" y="2971"/>
                  <a:pt x="184572" y="7485"/>
                  <a:pt x="174263" y="7706"/>
                </a:cubicBezTo>
                <a:cubicBezTo>
                  <a:pt x="163954" y="7927"/>
                  <a:pt x="147761" y="4211"/>
                  <a:pt x="138425" y="4255"/>
                </a:cubicBezTo>
                <a:cubicBezTo>
                  <a:pt x="129089" y="4299"/>
                  <a:pt x="129399" y="7661"/>
                  <a:pt x="118249" y="7971"/>
                </a:cubicBezTo>
                <a:cubicBezTo>
                  <a:pt x="107099" y="8281"/>
                  <a:pt x="87764" y="5892"/>
                  <a:pt x="71526" y="6113"/>
                </a:cubicBezTo>
                <a:cubicBezTo>
                  <a:pt x="55288" y="6334"/>
                  <a:pt x="30113" y="6600"/>
                  <a:pt x="20821" y="9299"/>
                </a:cubicBezTo>
                <a:cubicBezTo>
                  <a:pt x="11530" y="11998"/>
                  <a:pt x="-17982" y="19652"/>
                  <a:pt x="15777" y="22307"/>
                </a:cubicBezTo>
                <a:cubicBezTo>
                  <a:pt x="49536" y="24962"/>
                  <a:pt x="183023" y="27439"/>
                  <a:pt x="223375" y="25227"/>
                </a:cubicBezTo>
                <a:cubicBezTo>
                  <a:pt x="263727" y="23015"/>
                  <a:pt x="255719" y="13236"/>
                  <a:pt x="257887" y="9033"/>
                </a:cubicBezTo>
                <a:close/>
              </a:path>
            </a:pathLst>
          </a:custGeom>
          <a:solidFill>
            <a:schemeClr val="accent1"/>
          </a:solidFill>
          <a:ln>
            <a:noFill/>
          </a:ln>
        </p:spPr>
      </p:sp>
      <p:sp>
        <p:nvSpPr>
          <p:cNvPr id="1173" name="Google Shape;1173;p30"/>
          <p:cNvSpPr txBox="1">
            <a:spLocks noGrp="1"/>
          </p:cNvSpPr>
          <p:nvPr>
            <p:ph type="body" idx="1"/>
          </p:nvPr>
        </p:nvSpPr>
        <p:spPr>
          <a:xfrm>
            <a:off x="4280725" y="1285450"/>
            <a:ext cx="4150200" cy="304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steam engine was the basis for all the development that came about as a result of the Industrial Revolution. This invention was possible thanks to the existence of fuels such as coal and iron.</a:t>
            </a:r>
            <a:endParaRPr/>
          </a:p>
          <a:p>
            <a:pPr marL="0" lvl="0" indent="0" algn="l" rtl="0">
              <a:spcBef>
                <a:spcPts val="1000"/>
              </a:spcBef>
              <a:spcAft>
                <a:spcPts val="0"/>
              </a:spcAft>
              <a:buNone/>
            </a:pPr>
            <a:r>
              <a:rPr lang="en"/>
              <a:t>Along with this, other factors made it possible for the Industrial Revolution to emerge, develop in England and give rise to important changes that had a great impact on society.</a:t>
            </a:r>
            <a:endParaRPr/>
          </a:p>
        </p:txBody>
      </p:sp>
      <p:sp>
        <p:nvSpPr>
          <p:cNvPr id="1174" name="Google Shape;1174;p30"/>
          <p:cNvSpPr txBox="1">
            <a:spLocks noGrp="1"/>
          </p:cNvSpPr>
          <p:nvPr>
            <p:ph type="title"/>
          </p:nvPr>
        </p:nvSpPr>
        <p:spPr>
          <a:xfrm>
            <a:off x="4280725" y="451100"/>
            <a:ext cx="4150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the origin?</a:t>
            </a:r>
            <a:endParaRPr/>
          </a:p>
        </p:txBody>
      </p:sp>
      <p:sp>
        <p:nvSpPr>
          <p:cNvPr id="1175" name="Google Shape;1175;p30"/>
          <p:cNvSpPr/>
          <p:nvPr/>
        </p:nvSpPr>
        <p:spPr>
          <a:xfrm>
            <a:off x="3663450" y="4608575"/>
            <a:ext cx="5480700" cy="55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6" name="Google Shape;1176;p30"/>
          <p:cNvGrpSpPr/>
          <p:nvPr/>
        </p:nvGrpSpPr>
        <p:grpSpPr>
          <a:xfrm>
            <a:off x="-701164" y="0"/>
            <a:ext cx="4371822" cy="5143469"/>
            <a:chOff x="-4739714" y="0"/>
            <a:chExt cx="4371822" cy="5143469"/>
          </a:xfrm>
        </p:grpSpPr>
        <p:sp>
          <p:nvSpPr>
            <p:cNvPr id="1177" name="Google Shape;1177;p30"/>
            <p:cNvSpPr/>
            <p:nvPr/>
          </p:nvSpPr>
          <p:spPr>
            <a:xfrm>
              <a:off x="-4267197" y="0"/>
              <a:ext cx="3899305" cy="5143469"/>
            </a:xfrm>
            <a:custGeom>
              <a:avLst/>
              <a:gdLst/>
              <a:ahLst/>
              <a:cxnLst/>
              <a:rect l="l" t="t" r="r" b="b"/>
              <a:pathLst>
                <a:path w="156019" h="87111" extrusionOk="0">
                  <a:moveTo>
                    <a:pt x="1" y="0"/>
                  </a:moveTo>
                  <a:lnTo>
                    <a:pt x="1" y="87111"/>
                  </a:lnTo>
                  <a:lnTo>
                    <a:pt x="156018" y="87111"/>
                  </a:lnTo>
                  <a:lnTo>
                    <a:pt x="1560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0"/>
            <p:cNvSpPr/>
            <p:nvPr/>
          </p:nvSpPr>
          <p:spPr>
            <a:xfrm>
              <a:off x="-4301522" y="79063"/>
              <a:ext cx="615897" cy="286426"/>
            </a:xfrm>
            <a:custGeom>
              <a:avLst/>
              <a:gdLst/>
              <a:ahLst/>
              <a:cxnLst/>
              <a:rect l="l" t="t" r="r" b="b"/>
              <a:pathLst>
                <a:path w="10431" h="4851" extrusionOk="0">
                  <a:moveTo>
                    <a:pt x="0" y="0"/>
                  </a:moveTo>
                  <a:lnTo>
                    <a:pt x="0"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0"/>
            <p:cNvSpPr/>
            <p:nvPr/>
          </p:nvSpPr>
          <p:spPr>
            <a:xfrm>
              <a:off x="-3649401" y="79063"/>
              <a:ext cx="615779" cy="286426"/>
            </a:xfrm>
            <a:custGeom>
              <a:avLst/>
              <a:gdLst/>
              <a:ahLst/>
              <a:cxnLst/>
              <a:rect l="l" t="t" r="r" b="b"/>
              <a:pathLst>
                <a:path w="10429" h="4851" extrusionOk="0">
                  <a:moveTo>
                    <a:pt x="0" y="0"/>
                  </a:moveTo>
                  <a:lnTo>
                    <a:pt x="0" y="4850"/>
                  </a:lnTo>
                  <a:lnTo>
                    <a:pt x="10429" y="4850"/>
                  </a:lnTo>
                  <a:lnTo>
                    <a:pt x="104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0"/>
            <p:cNvSpPr/>
            <p:nvPr/>
          </p:nvSpPr>
          <p:spPr>
            <a:xfrm>
              <a:off x="-2997398" y="79063"/>
              <a:ext cx="615897" cy="286426"/>
            </a:xfrm>
            <a:custGeom>
              <a:avLst/>
              <a:gdLst/>
              <a:ahLst/>
              <a:cxnLst/>
              <a:rect l="l" t="t" r="r" b="b"/>
              <a:pathLst>
                <a:path w="10431" h="4851" extrusionOk="0">
                  <a:moveTo>
                    <a:pt x="0" y="0"/>
                  </a:moveTo>
                  <a:lnTo>
                    <a:pt x="0" y="4850"/>
                  </a:lnTo>
                  <a:lnTo>
                    <a:pt x="10430" y="4850"/>
                  </a:lnTo>
                  <a:lnTo>
                    <a:pt x="1043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30"/>
            <p:cNvSpPr/>
            <p:nvPr/>
          </p:nvSpPr>
          <p:spPr>
            <a:xfrm>
              <a:off x="-2345336" y="79063"/>
              <a:ext cx="615897" cy="286426"/>
            </a:xfrm>
            <a:custGeom>
              <a:avLst/>
              <a:gdLst/>
              <a:ahLst/>
              <a:cxnLst/>
              <a:rect l="l" t="t" r="r" b="b"/>
              <a:pathLst>
                <a:path w="10431" h="4851" extrusionOk="0">
                  <a:moveTo>
                    <a:pt x="1" y="0"/>
                  </a:moveTo>
                  <a:lnTo>
                    <a:pt x="1"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0"/>
            <p:cNvSpPr/>
            <p:nvPr/>
          </p:nvSpPr>
          <p:spPr>
            <a:xfrm>
              <a:off x="-1693216" y="79063"/>
              <a:ext cx="615838" cy="286426"/>
            </a:xfrm>
            <a:custGeom>
              <a:avLst/>
              <a:gdLst/>
              <a:ahLst/>
              <a:cxnLst/>
              <a:rect l="l" t="t" r="r" b="b"/>
              <a:pathLst>
                <a:path w="10430" h="4851" extrusionOk="0">
                  <a:moveTo>
                    <a:pt x="0" y="0"/>
                  </a:moveTo>
                  <a:lnTo>
                    <a:pt x="0" y="4850"/>
                  </a:lnTo>
                  <a:lnTo>
                    <a:pt x="10429" y="4850"/>
                  </a:lnTo>
                  <a:lnTo>
                    <a:pt x="104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0"/>
            <p:cNvSpPr/>
            <p:nvPr/>
          </p:nvSpPr>
          <p:spPr>
            <a:xfrm>
              <a:off x="-1041213" y="79063"/>
              <a:ext cx="615897" cy="286426"/>
            </a:xfrm>
            <a:custGeom>
              <a:avLst/>
              <a:gdLst/>
              <a:ahLst/>
              <a:cxnLst/>
              <a:rect l="l" t="t" r="r" b="b"/>
              <a:pathLst>
                <a:path w="10431" h="4851" extrusionOk="0">
                  <a:moveTo>
                    <a:pt x="1" y="0"/>
                  </a:moveTo>
                  <a:lnTo>
                    <a:pt x="1"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0"/>
            <p:cNvSpPr/>
            <p:nvPr/>
          </p:nvSpPr>
          <p:spPr>
            <a:xfrm>
              <a:off x="-4592331" y="422660"/>
              <a:ext cx="615897" cy="286426"/>
            </a:xfrm>
            <a:custGeom>
              <a:avLst/>
              <a:gdLst/>
              <a:ahLst/>
              <a:cxnLst/>
              <a:rect l="l" t="t" r="r" b="b"/>
              <a:pathLst>
                <a:path w="10431" h="4851" extrusionOk="0">
                  <a:moveTo>
                    <a:pt x="1" y="1"/>
                  </a:moveTo>
                  <a:lnTo>
                    <a:pt x="1" y="4851"/>
                  </a:lnTo>
                  <a:lnTo>
                    <a:pt x="10431" y="4851"/>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0"/>
            <p:cNvSpPr/>
            <p:nvPr/>
          </p:nvSpPr>
          <p:spPr>
            <a:xfrm>
              <a:off x="-3940210" y="422660"/>
              <a:ext cx="615897" cy="286426"/>
            </a:xfrm>
            <a:custGeom>
              <a:avLst/>
              <a:gdLst/>
              <a:ahLst/>
              <a:cxnLst/>
              <a:rect l="l" t="t" r="r" b="b"/>
              <a:pathLst>
                <a:path w="10431" h="4851" extrusionOk="0">
                  <a:moveTo>
                    <a:pt x="0" y="1"/>
                  </a:moveTo>
                  <a:lnTo>
                    <a:pt x="0"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30"/>
            <p:cNvSpPr/>
            <p:nvPr/>
          </p:nvSpPr>
          <p:spPr>
            <a:xfrm>
              <a:off x="-3288148" y="422660"/>
              <a:ext cx="615838" cy="286426"/>
            </a:xfrm>
            <a:custGeom>
              <a:avLst/>
              <a:gdLst/>
              <a:ahLst/>
              <a:cxnLst/>
              <a:rect l="l" t="t" r="r" b="b"/>
              <a:pathLst>
                <a:path w="10430" h="4851" extrusionOk="0">
                  <a:moveTo>
                    <a:pt x="1" y="1"/>
                  </a:moveTo>
                  <a:lnTo>
                    <a:pt x="1"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30"/>
            <p:cNvSpPr/>
            <p:nvPr/>
          </p:nvSpPr>
          <p:spPr>
            <a:xfrm>
              <a:off x="-2636086" y="422660"/>
              <a:ext cx="615897" cy="286426"/>
            </a:xfrm>
            <a:custGeom>
              <a:avLst/>
              <a:gdLst/>
              <a:ahLst/>
              <a:cxnLst/>
              <a:rect l="l" t="t" r="r" b="b"/>
              <a:pathLst>
                <a:path w="10431" h="4851" extrusionOk="0">
                  <a:moveTo>
                    <a:pt x="0" y="1"/>
                  </a:moveTo>
                  <a:lnTo>
                    <a:pt x="0"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0"/>
            <p:cNvSpPr/>
            <p:nvPr/>
          </p:nvSpPr>
          <p:spPr>
            <a:xfrm>
              <a:off x="-1984025" y="422660"/>
              <a:ext cx="615897" cy="286426"/>
            </a:xfrm>
            <a:custGeom>
              <a:avLst/>
              <a:gdLst/>
              <a:ahLst/>
              <a:cxnLst/>
              <a:rect l="l" t="t" r="r" b="b"/>
              <a:pathLst>
                <a:path w="10431" h="4851" extrusionOk="0">
                  <a:moveTo>
                    <a:pt x="1" y="1"/>
                  </a:moveTo>
                  <a:lnTo>
                    <a:pt x="1" y="4851"/>
                  </a:lnTo>
                  <a:lnTo>
                    <a:pt x="10431" y="4851"/>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0"/>
            <p:cNvSpPr/>
            <p:nvPr/>
          </p:nvSpPr>
          <p:spPr>
            <a:xfrm>
              <a:off x="-1331904" y="422660"/>
              <a:ext cx="615838" cy="286426"/>
            </a:xfrm>
            <a:custGeom>
              <a:avLst/>
              <a:gdLst/>
              <a:ahLst/>
              <a:cxnLst/>
              <a:rect l="l" t="t" r="r" b="b"/>
              <a:pathLst>
                <a:path w="10430" h="4851" extrusionOk="0">
                  <a:moveTo>
                    <a:pt x="0" y="1"/>
                  </a:moveTo>
                  <a:lnTo>
                    <a:pt x="0" y="4851"/>
                  </a:lnTo>
                  <a:lnTo>
                    <a:pt x="10429" y="4851"/>
                  </a:lnTo>
                  <a:lnTo>
                    <a:pt x="104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0"/>
            <p:cNvSpPr/>
            <p:nvPr/>
          </p:nvSpPr>
          <p:spPr>
            <a:xfrm>
              <a:off x="-679901" y="422660"/>
              <a:ext cx="251531" cy="286426"/>
            </a:xfrm>
            <a:custGeom>
              <a:avLst/>
              <a:gdLst/>
              <a:ahLst/>
              <a:cxnLst/>
              <a:rect l="l" t="t" r="r" b="b"/>
              <a:pathLst>
                <a:path w="4260" h="4851" extrusionOk="0">
                  <a:moveTo>
                    <a:pt x="1" y="1"/>
                  </a:moveTo>
                  <a:lnTo>
                    <a:pt x="1" y="4851"/>
                  </a:lnTo>
                  <a:lnTo>
                    <a:pt x="4260" y="4851"/>
                  </a:lnTo>
                  <a:lnTo>
                    <a:pt x="426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0"/>
            <p:cNvSpPr/>
            <p:nvPr/>
          </p:nvSpPr>
          <p:spPr>
            <a:xfrm>
              <a:off x="-4448905" y="749133"/>
              <a:ext cx="615897" cy="286426"/>
            </a:xfrm>
            <a:custGeom>
              <a:avLst/>
              <a:gdLst/>
              <a:ahLst/>
              <a:cxnLst/>
              <a:rect l="l" t="t" r="r" b="b"/>
              <a:pathLst>
                <a:path w="10431" h="4851" extrusionOk="0">
                  <a:moveTo>
                    <a:pt x="0" y="0"/>
                  </a:moveTo>
                  <a:lnTo>
                    <a:pt x="0" y="4850"/>
                  </a:lnTo>
                  <a:lnTo>
                    <a:pt x="10430" y="4850"/>
                  </a:lnTo>
                  <a:lnTo>
                    <a:pt x="1043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0"/>
            <p:cNvSpPr/>
            <p:nvPr/>
          </p:nvSpPr>
          <p:spPr>
            <a:xfrm>
              <a:off x="-3796843" y="749133"/>
              <a:ext cx="615838" cy="286426"/>
            </a:xfrm>
            <a:custGeom>
              <a:avLst/>
              <a:gdLst/>
              <a:ahLst/>
              <a:cxnLst/>
              <a:rect l="l" t="t" r="r" b="b"/>
              <a:pathLst>
                <a:path w="10430" h="4851" extrusionOk="0">
                  <a:moveTo>
                    <a:pt x="1" y="0"/>
                  </a:moveTo>
                  <a:lnTo>
                    <a:pt x="1" y="4850"/>
                  </a:lnTo>
                  <a:lnTo>
                    <a:pt x="10430" y="4850"/>
                  </a:lnTo>
                  <a:lnTo>
                    <a:pt x="1043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0"/>
            <p:cNvSpPr/>
            <p:nvPr/>
          </p:nvSpPr>
          <p:spPr>
            <a:xfrm>
              <a:off x="-3144781" y="749133"/>
              <a:ext cx="615897" cy="286426"/>
            </a:xfrm>
            <a:custGeom>
              <a:avLst/>
              <a:gdLst/>
              <a:ahLst/>
              <a:cxnLst/>
              <a:rect l="l" t="t" r="r" b="b"/>
              <a:pathLst>
                <a:path w="10431" h="4851" extrusionOk="0">
                  <a:moveTo>
                    <a:pt x="0" y="0"/>
                  </a:moveTo>
                  <a:lnTo>
                    <a:pt x="0" y="4850"/>
                  </a:lnTo>
                  <a:lnTo>
                    <a:pt x="10430" y="4850"/>
                  </a:lnTo>
                  <a:lnTo>
                    <a:pt x="1043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0"/>
            <p:cNvSpPr/>
            <p:nvPr/>
          </p:nvSpPr>
          <p:spPr>
            <a:xfrm>
              <a:off x="-2492719" y="749133"/>
              <a:ext cx="615897" cy="286426"/>
            </a:xfrm>
            <a:custGeom>
              <a:avLst/>
              <a:gdLst/>
              <a:ahLst/>
              <a:cxnLst/>
              <a:rect l="l" t="t" r="r" b="b"/>
              <a:pathLst>
                <a:path w="10431" h="4851" extrusionOk="0">
                  <a:moveTo>
                    <a:pt x="1" y="0"/>
                  </a:moveTo>
                  <a:lnTo>
                    <a:pt x="1"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30"/>
            <p:cNvSpPr/>
            <p:nvPr/>
          </p:nvSpPr>
          <p:spPr>
            <a:xfrm>
              <a:off x="-1840598" y="749133"/>
              <a:ext cx="615838" cy="286426"/>
            </a:xfrm>
            <a:custGeom>
              <a:avLst/>
              <a:gdLst/>
              <a:ahLst/>
              <a:cxnLst/>
              <a:rect l="l" t="t" r="r" b="b"/>
              <a:pathLst>
                <a:path w="10430" h="4851" extrusionOk="0">
                  <a:moveTo>
                    <a:pt x="0" y="0"/>
                  </a:moveTo>
                  <a:lnTo>
                    <a:pt x="0" y="4850"/>
                  </a:lnTo>
                  <a:lnTo>
                    <a:pt x="10429" y="4850"/>
                  </a:lnTo>
                  <a:lnTo>
                    <a:pt x="104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30"/>
            <p:cNvSpPr/>
            <p:nvPr/>
          </p:nvSpPr>
          <p:spPr>
            <a:xfrm>
              <a:off x="-1188595" y="749133"/>
              <a:ext cx="754121" cy="286426"/>
            </a:xfrm>
            <a:custGeom>
              <a:avLst/>
              <a:gdLst/>
              <a:ahLst/>
              <a:cxnLst/>
              <a:rect l="l" t="t" r="r" b="b"/>
              <a:pathLst>
                <a:path w="12772" h="4851" extrusionOk="0">
                  <a:moveTo>
                    <a:pt x="1" y="0"/>
                  </a:moveTo>
                  <a:lnTo>
                    <a:pt x="1" y="4850"/>
                  </a:lnTo>
                  <a:lnTo>
                    <a:pt x="12771" y="4850"/>
                  </a:lnTo>
                  <a:lnTo>
                    <a:pt x="1277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30"/>
            <p:cNvSpPr/>
            <p:nvPr/>
          </p:nvSpPr>
          <p:spPr>
            <a:xfrm>
              <a:off x="-4739714" y="1092730"/>
              <a:ext cx="615897" cy="286426"/>
            </a:xfrm>
            <a:custGeom>
              <a:avLst/>
              <a:gdLst/>
              <a:ahLst/>
              <a:cxnLst/>
              <a:rect l="l" t="t" r="r" b="b"/>
              <a:pathLst>
                <a:path w="10431" h="4851" extrusionOk="0">
                  <a:moveTo>
                    <a:pt x="1" y="1"/>
                  </a:moveTo>
                  <a:lnTo>
                    <a:pt x="1" y="4851"/>
                  </a:lnTo>
                  <a:lnTo>
                    <a:pt x="10431" y="4851"/>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30"/>
            <p:cNvSpPr/>
            <p:nvPr/>
          </p:nvSpPr>
          <p:spPr>
            <a:xfrm>
              <a:off x="-4087593" y="1092730"/>
              <a:ext cx="615897" cy="286426"/>
            </a:xfrm>
            <a:custGeom>
              <a:avLst/>
              <a:gdLst/>
              <a:ahLst/>
              <a:cxnLst/>
              <a:rect l="l" t="t" r="r" b="b"/>
              <a:pathLst>
                <a:path w="10431" h="4851" extrusionOk="0">
                  <a:moveTo>
                    <a:pt x="0" y="1"/>
                  </a:moveTo>
                  <a:lnTo>
                    <a:pt x="0"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30"/>
            <p:cNvSpPr/>
            <p:nvPr/>
          </p:nvSpPr>
          <p:spPr>
            <a:xfrm>
              <a:off x="-3435531" y="1092730"/>
              <a:ext cx="615838" cy="286426"/>
            </a:xfrm>
            <a:custGeom>
              <a:avLst/>
              <a:gdLst/>
              <a:ahLst/>
              <a:cxnLst/>
              <a:rect l="l" t="t" r="r" b="b"/>
              <a:pathLst>
                <a:path w="10430" h="4851" extrusionOk="0">
                  <a:moveTo>
                    <a:pt x="1" y="1"/>
                  </a:moveTo>
                  <a:lnTo>
                    <a:pt x="1"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30"/>
            <p:cNvSpPr/>
            <p:nvPr/>
          </p:nvSpPr>
          <p:spPr>
            <a:xfrm>
              <a:off x="-2783469" y="1092730"/>
              <a:ext cx="615897" cy="286426"/>
            </a:xfrm>
            <a:custGeom>
              <a:avLst/>
              <a:gdLst/>
              <a:ahLst/>
              <a:cxnLst/>
              <a:rect l="l" t="t" r="r" b="b"/>
              <a:pathLst>
                <a:path w="10431" h="4851" extrusionOk="0">
                  <a:moveTo>
                    <a:pt x="0" y="1"/>
                  </a:moveTo>
                  <a:lnTo>
                    <a:pt x="0"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30"/>
            <p:cNvSpPr/>
            <p:nvPr/>
          </p:nvSpPr>
          <p:spPr>
            <a:xfrm>
              <a:off x="-2131407" y="1092730"/>
              <a:ext cx="615897" cy="286426"/>
            </a:xfrm>
            <a:custGeom>
              <a:avLst/>
              <a:gdLst/>
              <a:ahLst/>
              <a:cxnLst/>
              <a:rect l="l" t="t" r="r" b="b"/>
              <a:pathLst>
                <a:path w="10431" h="4851" extrusionOk="0">
                  <a:moveTo>
                    <a:pt x="1" y="1"/>
                  </a:moveTo>
                  <a:lnTo>
                    <a:pt x="1" y="4851"/>
                  </a:lnTo>
                  <a:lnTo>
                    <a:pt x="10431" y="4851"/>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30"/>
            <p:cNvSpPr/>
            <p:nvPr/>
          </p:nvSpPr>
          <p:spPr>
            <a:xfrm>
              <a:off x="-1479286" y="1092730"/>
              <a:ext cx="615838" cy="286426"/>
            </a:xfrm>
            <a:custGeom>
              <a:avLst/>
              <a:gdLst/>
              <a:ahLst/>
              <a:cxnLst/>
              <a:rect l="l" t="t" r="r" b="b"/>
              <a:pathLst>
                <a:path w="10430" h="4851" extrusionOk="0">
                  <a:moveTo>
                    <a:pt x="0" y="1"/>
                  </a:moveTo>
                  <a:lnTo>
                    <a:pt x="0" y="4851"/>
                  </a:lnTo>
                  <a:lnTo>
                    <a:pt x="10429" y="4851"/>
                  </a:lnTo>
                  <a:lnTo>
                    <a:pt x="104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30"/>
            <p:cNvSpPr/>
            <p:nvPr/>
          </p:nvSpPr>
          <p:spPr>
            <a:xfrm>
              <a:off x="-827283" y="1092730"/>
              <a:ext cx="388161" cy="286426"/>
            </a:xfrm>
            <a:custGeom>
              <a:avLst/>
              <a:gdLst/>
              <a:ahLst/>
              <a:cxnLst/>
              <a:rect l="l" t="t" r="r" b="b"/>
              <a:pathLst>
                <a:path w="6574" h="4851" extrusionOk="0">
                  <a:moveTo>
                    <a:pt x="1" y="1"/>
                  </a:moveTo>
                  <a:lnTo>
                    <a:pt x="1" y="4851"/>
                  </a:lnTo>
                  <a:lnTo>
                    <a:pt x="6574" y="4851"/>
                  </a:lnTo>
                  <a:lnTo>
                    <a:pt x="6574"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30"/>
            <p:cNvSpPr/>
            <p:nvPr/>
          </p:nvSpPr>
          <p:spPr>
            <a:xfrm>
              <a:off x="-4301522" y="1427824"/>
              <a:ext cx="615897" cy="286426"/>
            </a:xfrm>
            <a:custGeom>
              <a:avLst/>
              <a:gdLst/>
              <a:ahLst/>
              <a:cxnLst/>
              <a:rect l="l" t="t" r="r" b="b"/>
              <a:pathLst>
                <a:path w="10431" h="4851" extrusionOk="0">
                  <a:moveTo>
                    <a:pt x="0" y="0"/>
                  </a:moveTo>
                  <a:lnTo>
                    <a:pt x="0"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30"/>
            <p:cNvSpPr/>
            <p:nvPr/>
          </p:nvSpPr>
          <p:spPr>
            <a:xfrm>
              <a:off x="-3649401" y="1427824"/>
              <a:ext cx="615779" cy="286426"/>
            </a:xfrm>
            <a:custGeom>
              <a:avLst/>
              <a:gdLst/>
              <a:ahLst/>
              <a:cxnLst/>
              <a:rect l="l" t="t" r="r" b="b"/>
              <a:pathLst>
                <a:path w="10429" h="4851" extrusionOk="0">
                  <a:moveTo>
                    <a:pt x="0" y="0"/>
                  </a:moveTo>
                  <a:lnTo>
                    <a:pt x="0" y="4850"/>
                  </a:lnTo>
                  <a:lnTo>
                    <a:pt x="10429" y="4850"/>
                  </a:lnTo>
                  <a:lnTo>
                    <a:pt x="104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30"/>
            <p:cNvSpPr/>
            <p:nvPr/>
          </p:nvSpPr>
          <p:spPr>
            <a:xfrm>
              <a:off x="-2997398" y="1427824"/>
              <a:ext cx="615897" cy="286426"/>
            </a:xfrm>
            <a:custGeom>
              <a:avLst/>
              <a:gdLst/>
              <a:ahLst/>
              <a:cxnLst/>
              <a:rect l="l" t="t" r="r" b="b"/>
              <a:pathLst>
                <a:path w="10431" h="4851" extrusionOk="0">
                  <a:moveTo>
                    <a:pt x="0" y="0"/>
                  </a:moveTo>
                  <a:lnTo>
                    <a:pt x="0" y="4850"/>
                  </a:lnTo>
                  <a:lnTo>
                    <a:pt x="10430" y="4850"/>
                  </a:lnTo>
                  <a:lnTo>
                    <a:pt x="1043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30"/>
            <p:cNvSpPr/>
            <p:nvPr/>
          </p:nvSpPr>
          <p:spPr>
            <a:xfrm>
              <a:off x="-2345336" y="1427824"/>
              <a:ext cx="615897" cy="286426"/>
            </a:xfrm>
            <a:custGeom>
              <a:avLst/>
              <a:gdLst/>
              <a:ahLst/>
              <a:cxnLst/>
              <a:rect l="l" t="t" r="r" b="b"/>
              <a:pathLst>
                <a:path w="10431" h="4851" extrusionOk="0">
                  <a:moveTo>
                    <a:pt x="1" y="0"/>
                  </a:moveTo>
                  <a:lnTo>
                    <a:pt x="1"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30"/>
            <p:cNvSpPr/>
            <p:nvPr/>
          </p:nvSpPr>
          <p:spPr>
            <a:xfrm>
              <a:off x="-1693216" y="1427824"/>
              <a:ext cx="615838" cy="286426"/>
            </a:xfrm>
            <a:custGeom>
              <a:avLst/>
              <a:gdLst/>
              <a:ahLst/>
              <a:cxnLst/>
              <a:rect l="l" t="t" r="r" b="b"/>
              <a:pathLst>
                <a:path w="10430" h="4851" extrusionOk="0">
                  <a:moveTo>
                    <a:pt x="0" y="0"/>
                  </a:moveTo>
                  <a:lnTo>
                    <a:pt x="0" y="4850"/>
                  </a:lnTo>
                  <a:lnTo>
                    <a:pt x="10429" y="4850"/>
                  </a:lnTo>
                  <a:lnTo>
                    <a:pt x="104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30"/>
            <p:cNvSpPr/>
            <p:nvPr/>
          </p:nvSpPr>
          <p:spPr>
            <a:xfrm>
              <a:off x="-1041213" y="1427824"/>
              <a:ext cx="615897" cy="286426"/>
            </a:xfrm>
            <a:custGeom>
              <a:avLst/>
              <a:gdLst/>
              <a:ahLst/>
              <a:cxnLst/>
              <a:rect l="l" t="t" r="r" b="b"/>
              <a:pathLst>
                <a:path w="10431" h="4851" extrusionOk="0">
                  <a:moveTo>
                    <a:pt x="1" y="0"/>
                  </a:moveTo>
                  <a:lnTo>
                    <a:pt x="1"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30"/>
            <p:cNvSpPr/>
            <p:nvPr/>
          </p:nvSpPr>
          <p:spPr>
            <a:xfrm>
              <a:off x="-4592331" y="1771421"/>
              <a:ext cx="615897" cy="286426"/>
            </a:xfrm>
            <a:custGeom>
              <a:avLst/>
              <a:gdLst/>
              <a:ahLst/>
              <a:cxnLst/>
              <a:rect l="l" t="t" r="r" b="b"/>
              <a:pathLst>
                <a:path w="10431" h="4851" extrusionOk="0">
                  <a:moveTo>
                    <a:pt x="1" y="1"/>
                  </a:moveTo>
                  <a:lnTo>
                    <a:pt x="1" y="4851"/>
                  </a:lnTo>
                  <a:lnTo>
                    <a:pt x="10431" y="4851"/>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30"/>
            <p:cNvSpPr/>
            <p:nvPr/>
          </p:nvSpPr>
          <p:spPr>
            <a:xfrm>
              <a:off x="-3940210" y="1771421"/>
              <a:ext cx="615897" cy="286426"/>
            </a:xfrm>
            <a:custGeom>
              <a:avLst/>
              <a:gdLst/>
              <a:ahLst/>
              <a:cxnLst/>
              <a:rect l="l" t="t" r="r" b="b"/>
              <a:pathLst>
                <a:path w="10431" h="4851" extrusionOk="0">
                  <a:moveTo>
                    <a:pt x="0" y="1"/>
                  </a:moveTo>
                  <a:lnTo>
                    <a:pt x="0"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30"/>
            <p:cNvSpPr/>
            <p:nvPr/>
          </p:nvSpPr>
          <p:spPr>
            <a:xfrm>
              <a:off x="-3288148" y="1771421"/>
              <a:ext cx="615838" cy="286426"/>
            </a:xfrm>
            <a:custGeom>
              <a:avLst/>
              <a:gdLst/>
              <a:ahLst/>
              <a:cxnLst/>
              <a:rect l="l" t="t" r="r" b="b"/>
              <a:pathLst>
                <a:path w="10430" h="4851" extrusionOk="0">
                  <a:moveTo>
                    <a:pt x="1" y="1"/>
                  </a:moveTo>
                  <a:lnTo>
                    <a:pt x="1"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30"/>
            <p:cNvSpPr/>
            <p:nvPr/>
          </p:nvSpPr>
          <p:spPr>
            <a:xfrm>
              <a:off x="-2636086" y="1771421"/>
              <a:ext cx="615897" cy="286426"/>
            </a:xfrm>
            <a:custGeom>
              <a:avLst/>
              <a:gdLst/>
              <a:ahLst/>
              <a:cxnLst/>
              <a:rect l="l" t="t" r="r" b="b"/>
              <a:pathLst>
                <a:path w="10431" h="4851" extrusionOk="0">
                  <a:moveTo>
                    <a:pt x="0" y="1"/>
                  </a:moveTo>
                  <a:lnTo>
                    <a:pt x="0"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30"/>
            <p:cNvSpPr/>
            <p:nvPr/>
          </p:nvSpPr>
          <p:spPr>
            <a:xfrm>
              <a:off x="-1984025" y="1771421"/>
              <a:ext cx="615897" cy="286426"/>
            </a:xfrm>
            <a:custGeom>
              <a:avLst/>
              <a:gdLst/>
              <a:ahLst/>
              <a:cxnLst/>
              <a:rect l="l" t="t" r="r" b="b"/>
              <a:pathLst>
                <a:path w="10431" h="4851" extrusionOk="0">
                  <a:moveTo>
                    <a:pt x="1" y="1"/>
                  </a:moveTo>
                  <a:lnTo>
                    <a:pt x="1" y="4851"/>
                  </a:lnTo>
                  <a:lnTo>
                    <a:pt x="10431" y="4851"/>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30"/>
            <p:cNvSpPr/>
            <p:nvPr/>
          </p:nvSpPr>
          <p:spPr>
            <a:xfrm>
              <a:off x="-1331904" y="1771421"/>
              <a:ext cx="615838" cy="286426"/>
            </a:xfrm>
            <a:custGeom>
              <a:avLst/>
              <a:gdLst/>
              <a:ahLst/>
              <a:cxnLst/>
              <a:rect l="l" t="t" r="r" b="b"/>
              <a:pathLst>
                <a:path w="10430" h="4851" extrusionOk="0">
                  <a:moveTo>
                    <a:pt x="0" y="1"/>
                  </a:moveTo>
                  <a:lnTo>
                    <a:pt x="0" y="4851"/>
                  </a:lnTo>
                  <a:lnTo>
                    <a:pt x="10429" y="4851"/>
                  </a:lnTo>
                  <a:lnTo>
                    <a:pt x="104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30"/>
            <p:cNvSpPr/>
            <p:nvPr/>
          </p:nvSpPr>
          <p:spPr>
            <a:xfrm>
              <a:off x="-679901" y="1771421"/>
              <a:ext cx="251531" cy="286426"/>
            </a:xfrm>
            <a:custGeom>
              <a:avLst/>
              <a:gdLst/>
              <a:ahLst/>
              <a:cxnLst/>
              <a:rect l="l" t="t" r="r" b="b"/>
              <a:pathLst>
                <a:path w="4260" h="4851" extrusionOk="0">
                  <a:moveTo>
                    <a:pt x="1" y="1"/>
                  </a:moveTo>
                  <a:lnTo>
                    <a:pt x="1" y="4851"/>
                  </a:lnTo>
                  <a:lnTo>
                    <a:pt x="4260" y="4851"/>
                  </a:lnTo>
                  <a:lnTo>
                    <a:pt x="426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30"/>
            <p:cNvSpPr/>
            <p:nvPr/>
          </p:nvSpPr>
          <p:spPr>
            <a:xfrm>
              <a:off x="-4448905" y="2097894"/>
              <a:ext cx="615897" cy="286367"/>
            </a:xfrm>
            <a:custGeom>
              <a:avLst/>
              <a:gdLst/>
              <a:ahLst/>
              <a:cxnLst/>
              <a:rect l="l" t="t" r="r" b="b"/>
              <a:pathLst>
                <a:path w="10431" h="4850" extrusionOk="0">
                  <a:moveTo>
                    <a:pt x="0" y="0"/>
                  </a:moveTo>
                  <a:lnTo>
                    <a:pt x="0" y="4850"/>
                  </a:lnTo>
                  <a:lnTo>
                    <a:pt x="10430" y="4850"/>
                  </a:lnTo>
                  <a:lnTo>
                    <a:pt x="1043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30"/>
            <p:cNvSpPr/>
            <p:nvPr/>
          </p:nvSpPr>
          <p:spPr>
            <a:xfrm>
              <a:off x="-3796843" y="2097894"/>
              <a:ext cx="615838" cy="286367"/>
            </a:xfrm>
            <a:custGeom>
              <a:avLst/>
              <a:gdLst/>
              <a:ahLst/>
              <a:cxnLst/>
              <a:rect l="l" t="t" r="r" b="b"/>
              <a:pathLst>
                <a:path w="10430" h="4850" extrusionOk="0">
                  <a:moveTo>
                    <a:pt x="1" y="0"/>
                  </a:moveTo>
                  <a:lnTo>
                    <a:pt x="1" y="4850"/>
                  </a:lnTo>
                  <a:lnTo>
                    <a:pt x="10430" y="4850"/>
                  </a:lnTo>
                  <a:lnTo>
                    <a:pt x="1043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30"/>
            <p:cNvSpPr/>
            <p:nvPr/>
          </p:nvSpPr>
          <p:spPr>
            <a:xfrm>
              <a:off x="-3144781" y="2097894"/>
              <a:ext cx="615897" cy="286367"/>
            </a:xfrm>
            <a:custGeom>
              <a:avLst/>
              <a:gdLst/>
              <a:ahLst/>
              <a:cxnLst/>
              <a:rect l="l" t="t" r="r" b="b"/>
              <a:pathLst>
                <a:path w="10431" h="4850" extrusionOk="0">
                  <a:moveTo>
                    <a:pt x="0" y="0"/>
                  </a:moveTo>
                  <a:lnTo>
                    <a:pt x="0" y="4850"/>
                  </a:lnTo>
                  <a:lnTo>
                    <a:pt x="10430" y="4850"/>
                  </a:lnTo>
                  <a:lnTo>
                    <a:pt x="1043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30"/>
            <p:cNvSpPr/>
            <p:nvPr/>
          </p:nvSpPr>
          <p:spPr>
            <a:xfrm>
              <a:off x="-2492719" y="2097894"/>
              <a:ext cx="615897" cy="286367"/>
            </a:xfrm>
            <a:custGeom>
              <a:avLst/>
              <a:gdLst/>
              <a:ahLst/>
              <a:cxnLst/>
              <a:rect l="l" t="t" r="r" b="b"/>
              <a:pathLst>
                <a:path w="10431" h="4850" extrusionOk="0">
                  <a:moveTo>
                    <a:pt x="1" y="0"/>
                  </a:moveTo>
                  <a:lnTo>
                    <a:pt x="1"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30"/>
            <p:cNvSpPr/>
            <p:nvPr/>
          </p:nvSpPr>
          <p:spPr>
            <a:xfrm>
              <a:off x="-1840598" y="2097894"/>
              <a:ext cx="615838" cy="286367"/>
            </a:xfrm>
            <a:custGeom>
              <a:avLst/>
              <a:gdLst/>
              <a:ahLst/>
              <a:cxnLst/>
              <a:rect l="l" t="t" r="r" b="b"/>
              <a:pathLst>
                <a:path w="10430" h="4850" extrusionOk="0">
                  <a:moveTo>
                    <a:pt x="0" y="0"/>
                  </a:moveTo>
                  <a:lnTo>
                    <a:pt x="0" y="4850"/>
                  </a:lnTo>
                  <a:lnTo>
                    <a:pt x="10429" y="4850"/>
                  </a:lnTo>
                  <a:lnTo>
                    <a:pt x="104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30"/>
            <p:cNvSpPr/>
            <p:nvPr/>
          </p:nvSpPr>
          <p:spPr>
            <a:xfrm>
              <a:off x="-1188595" y="2097894"/>
              <a:ext cx="754121" cy="286367"/>
            </a:xfrm>
            <a:custGeom>
              <a:avLst/>
              <a:gdLst/>
              <a:ahLst/>
              <a:cxnLst/>
              <a:rect l="l" t="t" r="r" b="b"/>
              <a:pathLst>
                <a:path w="12772" h="4850" extrusionOk="0">
                  <a:moveTo>
                    <a:pt x="1" y="0"/>
                  </a:moveTo>
                  <a:lnTo>
                    <a:pt x="1" y="4850"/>
                  </a:lnTo>
                  <a:lnTo>
                    <a:pt x="12771" y="4850"/>
                  </a:lnTo>
                  <a:lnTo>
                    <a:pt x="1277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30"/>
            <p:cNvSpPr/>
            <p:nvPr/>
          </p:nvSpPr>
          <p:spPr>
            <a:xfrm>
              <a:off x="-4739714" y="2441491"/>
              <a:ext cx="615897" cy="286426"/>
            </a:xfrm>
            <a:custGeom>
              <a:avLst/>
              <a:gdLst/>
              <a:ahLst/>
              <a:cxnLst/>
              <a:rect l="l" t="t" r="r" b="b"/>
              <a:pathLst>
                <a:path w="10431" h="4851" extrusionOk="0">
                  <a:moveTo>
                    <a:pt x="1" y="1"/>
                  </a:moveTo>
                  <a:lnTo>
                    <a:pt x="1" y="4850"/>
                  </a:lnTo>
                  <a:lnTo>
                    <a:pt x="10431" y="4850"/>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30"/>
            <p:cNvSpPr/>
            <p:nvPr/>
          </p:nvSpPr>
          <p:spPr>
            <a:xfrm>
              <a:off x="-4087593" y="2441491"/>
              <a:ext cx="615897" cy="286426"/>
            </a:xfrm>
            <a:custGeom>
              <a:avLst/>
              <a:gdLst/>
              <a:ahLst/>
              <a:cxnLst/>
              <a:rect l="l" t="t" r="r" b="b"/>
              <a:pathLst>
                <a:path w="10431" h="4851" extrusionOk="0">
                  <a:moveTo>
                    <a:pt x="0" y="1"/>
                  </a:moveTo>
                  <a:lnTo>
                    <a:pt x="0" y="4850"/>
                  </a:lnTo>
                  <a:lnTo>
                    <a:pt x="10430" y="4850"/>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30"/>
            <p:cNvSpPr/>
            <p:nvPr/>
          </p:nvSpPr>
          <p:spPr>
            <a:xfrm>
              <a:off x="-3435531" y="2441491"/>
              <a:ext cx="615838" cy="286426"/>
            </a:xfrm>
            <a:custGeom>
              <a:avLst/>
              <a:gdLst/>
              <a:ahLst/>
              <a:cxnLst/>
              <a:rect l="l" t="t" r="r" b="b"/>
              <a:pathLst>
                <a:path w="10430" h="4851" extrusionOk="0">
                  <a:moveTo>
                    <a:pt x="1" y="1"/>
                  </a:moveTo>
                  <a:lnTo>
                    <a:pt x="1" y="4850"/>
                  </a:lnTo>
                  <a:lnTo>
                    <a:pt x="10430" y="4850"/>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30"/>
            <p:cNvSpPr/>
            <p:nvPr/>
          </p:nvSpPr>
          <p:spPr>
            <a:xfrm>
              <a:off x="-2783469" y="2441491"/>
              <a:ext cx="615897" cy="286426"/>
            </a:xfrm>
            <a:custGeom>
              <a:avLst/>
              <a:gdLst/>
              <a:ahLst/>
              <a:cxnLst/>
              <a:rect l="l" t="t" r="r" b="b"/>
              <a:pathLst>
                <a:path w="10431" h="4851" extrusionOk="0">
                  <a:moveTo>
                    <a:pt x="0" y="1"/>
                  </a:moveTo>
                  <a:lnTo>
                    <a:pt x="0" y="4850"/>
                  </a:lnTo>
                  <a:lnTo>
                    <a:pt x="10430" y="4850"/>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30"/>
            <p:cNvSpPr/>
            <p:nvPr/>
          </p:nvSpPr>
          <p:spPr>
            <a:xfrm>
              <a:off x="-2131407" y="2441491"/>
              <a:ext cx="615897" cy="286426"/>
            </a:xfrm>
            <a:custGeom>
              <a:avLst/>
              <a:gdLst/>
              <a:ahLst/>
              <a:cxnLst/>
              <a:rect l="l" t="t" r="r" b="b"/>
              <a:pathLst>
                <a:path w="10431" h="4851" extrusionOk="0">
                  <a:moveTo>
                    <a:pt x="1" y="1"/>
                  </a:moveTo>
                  <a:lnTo>
                    <a:pt x="1" y="4850"/>
                  </a:lnTo>
                  <a:lnTo>
                    <a:pt x="10431" y="4850"/>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30"/>
            <p:cNvSpPr/>
            <p:nvPr/>
          </p:nvSpPr>
          <p:spPr>
            <a:xfrm>
              <a:off x="-1479286" y="2441491"/>
              <a:ext cx="615838" cy="286426"/>
            </a:xfrm>
            <a:custGeom>
              <a:avLst/>
              <a:gdLst/>
              <a:ahLst/>
              <a:cxnLst/>
              <a:rect l="l" t="t" r="r" b="b"/>
              <a:pathLst>
                <a:path w="10430" h="4851" extrusionOk="0">
                  <a:moveTo>
                    <a:pt x="0" y="1"/>
                  </a:moveTo>
                  <a:lnTo>
                    <a:pt x="0" y="4850"/>
                  </a:lnTo>
                  <a:lnTo>
                    <a:pt x="10429" y="4850"/>
                  </a:lnTo>
                  <a:lnTo>
                    <a:pt x="104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30"/>
            <p:cNvSpPr/>
            <p:nvPr/>
          </p:nvSpPr>
          <p:spPr>
            <a:xfrm>
              <a:off x="-827283" y="2441491"/>
              <a:ext cx="388161" cy="286426"/>
            </a:xfrm>
            <a:custGeom>
              <a:avLst/>
              <a:gdLst/>
              <a:ahLst/>
              <a:cxnLst/>
              <a:rect l="l" t="t" r="r" b="b"/>
              <a:pathLst>
                <a:path w="6574" h="4851" extrusionOk="0">
                  <a:moveTo>
                    <a:pt x="1" y="1"/>
                  </a:moveTo>
                  <a:lnTo>
                    <a:pt x="1" y="4850"/>
                  </a:lnTo>
                  <a:lnTo>
                    <a:pt x="6574" y="4850"/>
                  </a:lnTo>
                  <a:lnTo>
                    <a:pt x="6574"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30"/>
            <p:cNvSpPr/>
            <p:nvPr/>
          </p:nvSpPr>
          <p:spPr>
            <a:xfrm>
              <a:off x="-4301522" y="2767964"/>
              <a:ext cx="615897" cy="286367"/>
            </a:xfrm>
            <a:custGeom>
              <a:avLst/>
              <a:gdLst/>
              <a:ahLst/>
              <a:cxnLst/>
              <a:rect l="l" t="t" r="r" b="b"/>
              <a:pathLst>
                <a:path w="10431" h="4850" extrusionOk="0">
                  <a:moveTo>
                    <a:pt x="0" y="0"/>
                  </a:moveTo>
                  <a:lnTo>
                    <a:pt x="0"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30"/>
            <p:cNvSpPr/>
            <p:nvPr/>
          </p:nvSpPr>
          <p:spPr>
            <a:xfrm>
              <a:off x="-3649401" y="2767964"/>
              <a:ext cx="615779" cy="286367"/>
            </a:xfrm>
            <a:custGeom>
              <a:avLst/>
              <a:gdLst/>
              <a:ahLst/>
              <a:cxnLst/>
              <a:rect l="l" t="t" r="r" b="b"/>
              <a:pathLst>
                <a:path w="10429" h="4850" extrusionOk="0">
                  <a:moveTo>
                    <a:pt x="0" y="0"/>
                  </a:moveTo>
                  <a:lnTo>
                    <a:pt x="0" y="4850"/>
                  </a:lnTo>
                  <a:lnTo>
                    <a:pt x="10429" y="4850"/>
                  </a:lnTo>
                  <a:lnTo>
                    <a:pt x="104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30"/>
            <p:cNvSpPr/>
            <p:nvPr/>
          </p:nvSpPr>
          <p:spPr>
            <a:xfrm>
              <a:off x="-2997398" y="2767964"/>
              <a:ext cx="615897" cy="286367"/>
            </a:xfrm>
            <a:custGeom>
              <a:avLst/>
              <a:gdLst/>
              <a:ahLst/>
              <a:cxnLst/>
              <a:rect l="l" t="t" r="r" b="b"/>
              <a:pathLst>
                <a:path w="10431" h="4850" extrusionOk="0">
                  <a:moveTo>
                    <a:pt x="0" y="0"/>
                  </a:moveTo>
                  <a:lnTo>
                    <a:pt x="0" y="4850"/>
                  </a:lnTo>
                  <a:lnTo>
                    <a:pt x="10430" y="4850"/>
                  </a:lnTo>
                  <a:lnTo>
                    <a:pt x="1043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30"/>
            <p:cNvSpPr/>
            <p:nvPr/>
          </p:nvSpPr>
          <p:spPr>
            <a:xfrm>
              <a:off x="-2345336" y="2767964"/>
              <a:ext cx="615897" cy="286367"/>
            </a:xfrm>
            <a:custGeom>
              <a:avLst/>
              <a:gdLst/>
              <a:ahLst/>
              <a:cxnLst/>
              <a:rect l="l" t="t" r="r" b="b"/>
              <a:pathLst>
                <a:path w="10431" h="4850" extrusionOk="0">
                  <a:moveTo>
                    <a:pt x="1" y="0"/>
                  </a:moveTo>
                  <a:lnTo>
                    <a:pt x="1"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30"/>
            <p:cNvSpPr/>
            <p:nvPr/>
          </p:nvSpPr>
          <p:spPr>
            <a:xfrm>
              <a:off x="-1693216" y="2767964"/>
              <a:ext cx="615838" cy="286367"/>
            </a:xfrm>
            <a:custGeom>
              <a:avLst/>
              <a:gdLst/>
              <a:ahLst/>
              <a:cxnLst/>
              <a:rect l="l" t="t" r="r" b="b"/>
              <a:pathLst>
                <a:path w="10430" h="4850" extrusionOk="0">
                  <a:moveTo>
                    <a:pt x="0" y="0"/>
                  </a:moveTo>
                  <a:lnTo>
                    <a:pt x="0" y="4850"/>
                  </a:lnTo>
                  <a:lnTo>
                    <a:pt x="10429" y="4850"/>
                  </a:lnTo>
                  <a:lnTo>
                    <a:pt x="104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30"/>
            <p:cNvSpPr/>
            <p:nvPr/>
          </p:nvSpPr>
          <p:spPr>
            <a:xfrm>
              <a:off x="-1041213" y="2767964"/>
              <a:ext cx="615897" cy="286367"/>
            </a:xfrm>
            <a:custGeom>
              <a:avLst/>
              <a:gdLst/>
              <a:ahLst/>
              <a:cxnLst/>
              <a:rect l="l" t="t" r="r" b="b"/>
              <a:pathLst>
                <a:path w="10431" h="4850" extrusionOk="0">
                  <a:moveTo>
                    <a:pt x="1" y="0"/>
                  </a:moveTo>
                  <a:lnTo>
                    <a:pt x="1"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30"/>
            <p:cNvSpPr/>
            <p:nvPr/>
          </p:nvSpPr>
          <p:spPr>
            <a:xfrm>
              <a:off x="-4592331" y="3111561"/>
              <a:ext cx="615897" cy="286426"/>
            </a:xfrm>
            <a:custGeom>
              <a:avLst/>
              <a:gdLst/>
              <a:ahLst/>
              <a:cxnLst/>
              <a:rect l="l" t="t" r="r" b="b"/>
              <a:pathLst>
                <a:path w="10431" h="4851" extrusionOk="0">
                  <a:moveTo>
                    <a:pt x="1" y="1"/>
                  </a:moveTo>
                  <a:lnTo>
                    <a:pt x="1" y="4850"/>
                  </a:lnTo>
                  <a:lnTo>
                    <a:pt x="10431" y="4850"/>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30"/>
            <p:cNvSpPr/>
            <p:nvPr/>
          </p:nvSpPr>
          <p:spPr>
            <a:xfrm>
              <a:off x="-3940210" y="3111561"/>
              <a:ext cx="615897" cy="286426"/>
            </a:xfrm>
            <a:custGeom>
              <a:avLst/>
              <a:gdLst/>
              <a:ahLst/>
              <a:cxnLst/>
              <a:rect l="l" t="t" r="r" b="b"/>
              <a:pathLst>
                <a:path w="10431" h="4851" extrusionOk="0">
                  <a:moveTo>
                    <a:pt x="0" y="1"/>
                  </a:moveTo>
                  <a:lnTo>
                    <a:pt x="0" y="4850"/>
                  </a:lnTo>
                  <a:lnTo>
                    <a:pt x="10430" y="4850"/>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30"/>
            <p:cNvSpPr/>
            <p:nvPr/>
          </p:nvSpPr>
          <p:spPr>
            <a:xfrm>
              <a:off x="-3288148" y="3111561"/>
              <a:ext cx="615838" cy="286426"/>
            </a:xfrm>
            <a:custGeom>
              <a:avLst/>
              <a:gdLst/>
              <a:ahLst/>
              <a:cxnLst/>
              <a:rect l="l" t="t" r="r" b="b"/>
              <a:pathLst>
                <a:path w="10430" h="4851" extrusionOk="0">
                  <a:moveTo>
                    <a:pt x="1" y="1"/>
                  </a:moveTo>
                  <a:lnTo>
                    <a:pt x="1" y="4850"/>
                  </a:lnTo>
                  <a:lnTo>
                    <a:pt x="10430" y="4850"/>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30"/>
            <p:cNvSpPr/>
            <p:nvPr/>
          </p:nvSpPr>
          <p:spPr>
            <a:xfrm>
              <a:off x="-2636086" y="3111561"/>
              <a:ext cx="615897" cy="286426"/>
            </a:xfrm>
            <a:custGeom>
              <a:avLst/>
              <a:gdLst/>
              <a:ahLst/>
              <a:cxnLst/>
              <a:rect l="l" t="t" r="r" b="b"/>
              <a:pathLst>
                <a:path w="10431" h="4851" extrusionOk="0">
                  <a:moveTo>
                    <a:pt x="0" y="1"/>
                  </a:moveTo>
                  <a:lnTo>
                    <a:pt x="0" y="4850"/>
                  </a:lnTo>
                  <a:lnTo>
                    <a:pt x="10430" y="4850"/>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30"/>
            <p:cNvSpPr/>
            <p:nvPr/>
          </p:nvSpPr>
          <p:spPr>
            <a:xfrm>
              <a:off x="-1984025" y="3111561"/>
              <a:ext cx="615897" cy="286426"/>
            </a:xfrm>
            <a:custGeom>
              <a:avLst/>
              <a:gdLst/>
              <a:ahLst/>
              <a:cxnLst/>
              <a:rect l="l" t="t" r="r" b="b"/>
              <a:pathLst>
                <a:path w="10431" h="4851" extrusionOk="0">
                  <a:moveTo>
                    <a:pt x="1" y="1"/>
                  </a:moveTo>
                  <a:lnTo>
                    <a:pt x="1" y="4850"/>
                  </a:lnTo>
                  <a:lnTo>
                    <a:pt x="10431" y="4850"/>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30"/>
            <p:cNvSpPr/>
            <p:nvPr/>
          </p:nvSpPr>
          <p:spPr>
            <a:xfrm>
              <a:off x="-1331904" y="3111561"/>
              <a:ext cx="615838" cy="286426"/>
            </a:xfrm>
            <a:custGeom>
              <a:avLst/>
              <a:gdLst/>
              <a:ahLst/>
              <a:cxnLst/>
              <a:rect l="l" t="t" r="r" b="b"/>
              <a:pathLst>
                <a:path w="10430" h="4851" extrusionOk="0">
                  <a:moveTo>
                    <a:pt x="0" y="1"/>
                  </a:moveTo>
                  <a:lnTo>
                    <a:pt x="0" y="4850"/>
                  </a:lnTo>
                  <a:lnTo>
                    <a:pt x="10429" y="4850"/>
                  </a:lnTo>
                  <a:lnTo>
                    <a:pt x="104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30"/>
            <p:cNvSpPr/>
            <p:nvPr/>
          </p:nvSpPr>
          <p:spPr>
            <a:xfrm>
              <a:off x="-679901" y="3111561"/>
              <a:ext cx="251531" cy="286426"/>
            </a:xfrm>
            <a:custGeom>
              <a:avLst/>
              <a:gdLst/>
              <a:ahLst/>
              <a:cxnLst/>
              <a:rect l="l" t="t" r="r" b="b"/>
              <a:pathLst>
                <a:path w="4260" h="4851" extrusionOk="0">
                  <a:moveTo>
                    <a:pt x="1" y="1"/>
                  </a:moveTo>
                  <a:lnTo>
                    <a:pt x="1" y="4850"/>
                  </a:lnTo>
                  <a:lnTo>
                    <a:pt x="4260" y="4850"/>
                  </a:lnTo>
                  <a:lnTo>
                    <a:pt x="426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30"/>
            <p:cNvSpPr/>
            <p:nvPr/>
          </p:nvSpPr>
          <p:spPr>
            <a:xfrm>
              <a:off x="-4448905" y="3437975"/>
              <a:ext cx="615897" cy="286426"/>
            </a:xfrm>
            <a:custGeom>
              <a:avLst/>
              <a:gdLst/>
              <a:ahLst/>
              <a:cxnLst/>
              <a:rect l="l" t="t" r="r" b="b"/>
              <a:pathLst>
                <a:path w="10431" h="4851" extrusionOk="0">
                  <a:moveTo>
                    <a:pt x="0" y="1"/>
                  </a:moveTo>
                  <a:lnTo>
                    <a:pt x="0"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30"/>
            <p:cNvSpPr/>
            <p:nvPr/>
          </p:nvSpPr>
          <p:spPr>
            <a:xfrm>
              <a:off x="-3796843" y="3437975"/>
              <a:ext cx="615838" cy="286426"/>
            </a:xfrm>
            <a:custGeom>
              <a:avLst/>
              <a:gdLst/>
              <a:ahLst/>
              <a:cxnLst/>
              <a:rect l="l" t="t" r="r" b="b"/>
              <a:pathLst>
                <a:path w="10430" h="4851" extrusionOk="0">
                  <a:moveTo>
                    <a:pt x="1" y="1"/>
                  </a:moveTo>
                  <a:lnTo>
                    <a:pt x="1"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30"/>
            <p:cNvSpPr/>
            <p:nvPr/>
          </p:nvSpPr>
          <p:spPr>
            <a:xfrm>
              <a:off x="-3144781" y="3437975"/>
              <a:ext cx="615897" cy="286426"/>
            </a:xfrm>
            <a:custGeom>
              <a:avLst/>
              <a:gdLst/>
              <a:ahLst/>
              <a:cxnLst/>
              <a:rect l="l" t="t" r="r" b="b"/>
              <a:pathLst>
                <a:path w="10431" h="4851" extrusionOk="0">
                  <a:moveTo>
                    <a:pt x="0" y="1"/>
                  </a:moveTo>
                  <a:lnTo>
                    <a:pt x="0"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30"/>
            <p:cNvSpPr/>
            <p:nvPr/>
          </p:nvSpPr>
          <p:spPr>
            <a:xfrm>
              <a:off x="-2492719" y="3437975"/>
              <a:ext cx="615897" cy="286426"/>
            </a:xfrm>
            <a:custGeom>
              <a:avLst/>
              <a:gdLst/>
              <a:ahLst/>
              <a:cxnLst/>
              <a:rect l="l" t="t" r="r" b="b"/>
              <a:pathLst>
                <a:path w="10431" h="4851" extrusionOk="0">
                  <a:moveTo>
                    <a:pt x="1" y="1"/>
                  </a:moveTo>
                  <a:lnTo>
                    <a:pt x="1" y="4851"/>
                  </a:lnTo>
                  <a:lnTo>
                    <a:pt x="10431" y="4851"/>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30"/>
            <p:cNvSpPr/>
            <p:nvPr/>
          </p:nvSpPr>
          <p:spPr>
            <a:xfrm>
              <a:off x="-1840598" y="3437975"/>
              <a:ext cx="615838" cy="286426"/>
            </a:xfrm>
            <a:custGeom>
              <a:avLst/>
              <a:gdLst/>
              <a:ahLst/>
              <a:cxnLst/>
              <a:rect l="l" t="t" r="r" b="b"/>
              <a:pathLst>
                <a:path w="10430" h="4851" extrusionOk="0">
                  <a:moveTo>
                    <a:pt x="0" y="1"/>
                  </a:moveTo>
                  <a:lnTo>
                    <a:pt x="0" y="4851"/>
                  </a:lnTo>
                  <a:lnTo>
                    <a:pt x="10429" y="4851"/>
                  </a:lnTo>
                  <a:lnTo>
                    <a:pt x="104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30"/>
            <p:cNvSpPr/>
            <p:nvPr/>
          </p:nvSpPr>
          <p:spPr>
            <a:xfrm>
              <a:off x="-1188595" y="3437975"/>
              <a:ext cx="754121" cy="286426"/>
            </a:xfrm>
            <a:custGeom>
              <a:avLst/>
              <a:gdLst/>
              <a:ahLst/>
              <a:cxnLst/>
              <a:rect l="l" t="t" r="r" b="b"/>
              <a:pathLst>
                <a:path w="12772" h="4851" extrusionOk="0">
                  <a:moveTo>
                    <a:pt x="1" y="1"/>
                  </a:moveTo>
                  <a:lnTo>
                    <a:pt x="1" y="4851"/>
                  </a:lnTo>
                  <a:lnTo>
                    <a:pt x="12771" y="4851"/>
                  </a:lnTo>
                  <a:lnTo>
                    <a:pt x="1277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30"/>
            <p:cNvSpPr/>
            <p:nvPr/>
          </p:nvSpPr>
          <p:spPr>
            <a:xfrm>
              <a:off x="-4739714" y="3781690"/>
              <a:ext cx="615897" cy="286367"/>
            </a:xfrm>
            <a:custGeom>
              <a:avLst/>
              <a:gdLst/>
              <a:ahLst/>
              <a:cxnLst/>
              <a:rect l="l" t="t" r="r" b="b"/>
              <a:pathLst>
                <a:path w="10431" h="4850" extrusionOk="0">
                  <a:moveTo>
                    <a:pt x="1" y="1"/>
                  </a:moveTo>
                  <a:lnTo>
                    <a:pt x="1" y="4849"/>
                  </a:lnTo>
                  <a:lnTo>
                    <a:pt x="10431" y="4849"/>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30"/>
            <p:cNvSpPr/>
            <p:nvPr/>
          </p:nvSpPr>
          <p:spPr>
            <a:xfrm>
              <a:off x="-4087593" y="3781690"/>
              <a:ext cx="615897" cy="286367"/>
            </a:xfrm>
            <a:custGeom>
              <a:avLst/>
              <a:gdLst/>
              <a:ahLst/>
              <a:cxnLst/>
              <a:rect l="l" t="t" r="r" b="b"/>
              <a:pathLst>
                <a:path w="10431" h="4850" extrusionOk="0">
                  <a:moveTo>
                    <a:pt x="0" y="1"/>
                  </a:moveTo>
                  <a:lnTo>
                    <a:pt x="0" y="4849"/>
                  </a:lnTo>
                  <a:lnTo>
                    <a:pt x="10430" y="4849"/>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30"/>
            <p:cNvSpPr/>
            <p:nvPr/>
          </p:nvSpPr>
          <p:spPr>
            <a:xfrm>
              <a:off x="-3435531" y="3781690"/>
              <a:ext cx="615838" cy="286367"/>
            </a:xfrm>
            <a:custGeom>
              <a:avLst/>
              <a:gdLst/>
              <a:ahLst/>
              <a:cxnLst/>
              <a:rect l="l" t="t" r="r" b="b"/>
              <a:pathLst>
                <a:path w="10430" h="4850" extrusionOk="0">
                  <a:moveTo>
                    <a:pt x="1" y="1"/>
                  </a:moveTo>
                  <a:lnTo>
                    <a:pt x="1" y="4849"/>
                  </a:lnTo>
                  <a:lnTo>
                    <a:pt x="10430" y="4849"/>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0"/>
            <p:cNvSpPr/>
            <p:nvPr/>
          </p:nvSpPr>
          <p:spPr>
            <a:xfrm>
              <a:off x="-2783469" y="3781690"/>
              <a:ext cx="615897" cy="286367"/>
            </a:xfrm>
            <a:custGeom>
              <a:avLst/>
              <a:gdLst/>
              <a:ahLst/>
              <a:cxnLst/>
              <a:rect l="l" t="t" r="r" b="b"/>
              <a:pathLst>
                <a:path w="10431" h="4850" extrusionOk="0">
                  <a:moveTo>
                    <a:pt x="0" y="1"/>
                  </a:moveTo>
                  <a:lnTo>
                    <a:pt x="0" y="4849"/>
                  </a:lnTo>
                  <a:lnTo>
                    <a:pt x="10430" y="4849"/>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0"/>
            <p:cNvSpPr/>
            <p:nvPr/>
          </p:nvSpPr>
          <p:spPr>
            <a:xfrm>
              <a:off x="-2131407" y="3781690"/>
              <a:ext cx="615897" cy="286367"/>
            </a:xfrm>
            <a:custGeom>
              <a:avLst/>
              <a:gdLst/>
              <a:ahLst/>
              <a:cxnLst/>
              <a:rect l="l" t="t" r="r" b="b"/>
              <a:pathLst>
                <a:path w="10431" h="4850" extrusionOk="0">
                  <a:moveTo>
                    <a:pt x="1" y="1"/>
                  </a:moveTo>
                  <a:lnTo>
                    <a:pt x="1" y="4849"/>
                  </a:lnTo>
                  <a:lnTo>
                    <a:pt x="10431" y="4849"/>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30"/>
            <p:cNvSpPr/>
            <p:nvPr/>
          </p:nvSpPr>
          <p:spPr>
            <a:xfrm>
              <a:off x="-1479286" y="3781690"/>
              <a:ext cx="615838" cy="286367"/>
            </a:xfrm>
            <a:custGeom>
              <a:avLst/>
              <a:gdLst/>
              <a:ahLst/>
              <a:cxnLst/>
              <a:rect l="l" t="t" r="r" b="b"/>
              <a:pathLst>
                <a:path w="10430" h="4850" extrusionOk="0">
                  <a:moveTo>
                    <a:pt x="0" y="1"/>
                  </a:moveTo>
                  <a:lnTo>
                    <a:pt x="0" y="4849"/>
                  </a:lnTo>
                  <a:lnTo>
                    <a:pt x="10429" y="4849"/>
                  </a:lnTo>
                  <a:lnTo>
                    <a:pt x="104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30"/>
            <p:cNvSpPr/>
            <p:nvPr/>
          </p:nvSpPr>
          <p:spPr>
            <a:xfrm>
              <a:off x="-827283" y="3781690"/>
              <a:ext cx="388161" cy="286367"/>
            </a:xfrm>
            <a:custGeom>
              <a:avLst/>
              <a:gdLst/>
              <a:ahLst/>
              <a:cxnLst/>
              <a:rect l="l" t="t" r="r" b="b"/>
              <a:pathLst>
                <a:path w="6574" h="4850" extrusionOk="0">
                  <a:moveTo>
                    <a:pt x="1" y="1"/>
                  </a:moveTo>
                  <a:lnTo>
                    <a:pt x="1" y="4849"/>
                  </a:lnTo>
                  <a:lnTo>
                    <a:pt x="6574" y="4849"/>
                  </a:lnTo>
                  <a:lnTo>
                    <a:pt x="6574"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30"/>
            <p:cNvSpPr/>
            <p:nvPr/>
          </p:nvSpPr>
          <p:spPr>
            <a:xfrm>
              <a:off x="-4301522" y="4108164"/>
              <a:ext cx="615897" cy="286367"/>
            </a:xfrm>
            <a:custGeom>
              <a:avLst/>
              <a:gdLst/>
              <a:ahLst/>
              <a:cxnLst/>
              <a:rect l="l" t="t" r="r" b="b"/>
              <a:pathLst>
                <a:path w="10431" h="4850" extrusionOk="0">
                  <a:moveTo>
                    <a:pt x="0" y="0"/>
                  </a:moveTo>
                  <a:lnTo>
                    <a:pt x="0"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0"/>
            <p:cNvSpPr/>
            <p:nvPr/>
          </p:nvSpPr>
          <p:spPr>
            <a:xfrm>
              <a:off x="-3649401" y="4108164"/>
              <a:ext cx="615779" cy="286367"/>
            </a:xfrm>
            <a:custGeom>
              <a:avLst/>
              <a:gdLst/>
              <a:ahLst/>
              <a:cxnLst/>
              <a:rect l="l" t="t" r="r" b="b"/>
              <a:pathLst>
                <a:path w="10429" h="4850" extrusionOk="0">
                  <a:moveTo>
                    <a:pt x="0" y="0"/>
                  </a:moveTo>
                  <a:lnTo>
                    <a:pt x="0" y="4850"/>
                  </a:lnTo>
                  <a:lnTo>
                    <a:pt x="10429" y="4850"/>
                  </a:lnTo>
                  <a:lnTo>
                    <a:pt x="104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30"/>
            <p:cNvSpPr/>
            <p:nvPr/>
          </p:nvSpPr>
          <p:spPr>
            <a:xfrm>
              <a:off x="-2997398" y="4108164"/>
              <a:ext cx="615897" cy="286367"/>
            </a:xfrm>
            <a:custGeom>
              <a:avLst/>
              <a:gdLst/>
              <a:ahLst/>
              <a:cxnLst/>
              <a:rect l="l" t="t" r="r" b="b"/>
              <a:pathLst>
                <a:path w="10431" h="4850" extrusionOk="0">
                  <a:moveTo>
                    <a:pt x="0" y="0"/>
                  </a:moveTo>
                  <a:lnTo>
                    <a:pt x="0" y="4850"/>
                  </a:lnTo>
                  <a:lnTo>
                    <a:pt x="10430" y="4850"/>
                  </a:lnTo>
                  <a:lnTo>
                    <a:pt x="1043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0"/>
            <p:cNvSpPr/>
            <p:nvPr/>
          </p:nvSpPr>
          <p:spPr>
            <a:xfrm>
              <a:off x="-2345336" y="4108164"/>
              <a:ext cx="615897" cy="286367"/>
            </a:xfrm>
            <a:custGeom>
              <a:avLst/>
              <a:gdLst/>
              <a:ahLst/>
              <a:cxnLst/>
              <a:rect l="l" t="t" r="r" b="b"/>
              <a:pathLst>
                <a:path w="10431" h="4850" extrusionOk="0">
                  <a:moveTo>
                    <a:pt x="1" y="0"/>
                  </a:moveTo>
                  <a:lnTo>
                    <a:pt x="1"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30"/>
            <p:cNvSpPr/>
            <p:nvPr/>
          </p:nvSpPr>
          <p:spPr>
            <a:xfrm>
              <a:off x="-1693216" y="4108164"/>
              <a:ext cx="615838" cy="286367"/>
            </a:xfrm>
            <a:custGeom>
              <a:avLst/>
              <a:gdLst/>
              <a:ahLst/>
              <a:cxnLst/>
              <a:rect l="l" t="t" r="r" b="b"/>
              <a:pathLst>
                <a:path w="10430" h="4850" extrusionOk="0">
                  <a:moveTo>
                    <a:pt x="0" y="0"/>
                  </a:moveTo>
                  <a:lnTo>
                    <a:pt x="0" y="4850"/>
                  </a:lnTo>
                  <a:lnTo>
                    <a:pt x="10429" y="4850"/>
                  </a:lnTo>
                  <a:lnTo>
                    <a:pt x="104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0"/>
            <p:cNvSpPr/>
            <p:nvPr/>
          </p:nvSpPr>
          <p:spPr>
            <a:xfrm>
              <a:off x="-1041213" y="4108164"/>
              <a:ext cx="615897" cy="286367"/>
            </a:xfrm>
            <a:custGeom>
              <a:avLst/>
              <a:gdLst/>
              <a:ahLst/>
              <a:cxnLst/>
              <a:rect l="l" t="t" r="r" b="b"/>
              <a:pathLst>
                <a:path w="10431" h="4850" extrusionOk="0">
                  <a:moveTo>
                    <a:pt x="1" y="0"/>
                  </a:moveTo>
                  <a:lnTo>
                    <a:pt x="1"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30"/>
            <p:cNvSpPr/>
            <p:nvPr/>
          </p:nvSpPr>
          <p:spPr>
            <a:xfrm>
              <a:off x="-4592331" y="4451760"/>
              <a:ext cx="615897" cy="286426"/>
            </a:xfrm>
            <a:custGeom>
              <a:avLst/>
              <a:gdLst/>
              <a:ahLst/>
              <a:cxnLst/>
              <a:rect l="l" t="t" r="r" b="b"/>
              <a:pathLst>
                <a:path w="10431" h="4851" extrusionOk="0">
                  <a:moveTo>
                    <a:pt x="1" y="1"/>
                  </a:moveTo>
                  <a:lnTo>
                    <a:pt x="1" y="4850"/>
                  </a:lnTo>
                  <a:lnTo>
                    <a:pt x="10431" y="4850"/>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30"/>
            <p:cNvSpPr/>
            <p:nvPr/>
          </p:nvSpPr>
          <p:spPr>
            <a:xfrm>
              <a:off x="-3940210" y="4451760"/>
              <a:ext cx="615897" cy="286426"/>
            </a:xfrm>
            <a:custGeom>
              <a:avLst/>
              <a:gdLst/>
              <a:ahLst/>
              <a:cxnLst/>
              <a:rect l="l" t="t" r="r" b="b"/>
              <a:pathLst>
                <a:path w="10431" h="4851" extrusionOk="0">
                  <a:moveTo>
                    <a:pt x="0" y="1"/>
                  </a:moveTo>
                  <a:lnTo>
                    <a:pt x="0" y="4850"/>
                  </a:lnTo>
                  <a:lnTo>
                    <a:pt x="10430" y="4850"/>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0"/>
            <p:cNvSpPr/>
            <p:nvPr/>
          </p:nvSpPr>
          <p:spPr>
            <a:xfrm>
              <a:off x="-3288148" y="4451760"/>
              <a:ext cx="615838" cy="286426"/>
            </a:xfrm>
            <a:custGeom>
              <a:avLst/>
              <a:gdLst/>
              <a:ahLst/>
              <a:cxnLst/>
              <a:rect l="l" t="t" r="r" b="b"/>
              <a:pathLst>
                <a:path w="10430" h="4851" extrusionOk="0">
                  <a:moveTo>
                    <a:pt x="1" y="1"/>
                  </a:moveTo>
                  <a:lnTo>
                    <a:pt x="1" y="4850"/>
                  </a:lnTo>
                  <a:lnTo>
                    <a:pt x="10430" y="4850"/>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0"/>
            <p:cNvSpPr/>
            <p:nvPr/>
          </p:nvSpPr>
          <p:spPr>
            <a:xfrm>
              <a:off x="-2636086" y="4451760"/>
              <a:ext cx="615897" cy="286426"/>
            </a:xfrm>
            <a:custGeom>
              <a:avLst/>
              <a:gdLst/>
              <a:ahLst/>
              <a:cxnLst/>
              <a:rect l="l" t="t" r="r" b="b"/>
              <a:pathLst>
                <a:path w="10431" h="4851" extrusionOk="0">
                  <a:moveTo>
                    <a:pt x="0" y="1"/>
                  </a:moveTo>
                  <a:lnTo>
                    <a:pt x="0" y="4850"/>
                  </a:lnTo>
                  <a:lnTo>
                    <a:pt x="10430" y="4850"/>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30"/>
            <p:cNvSpPr/>
            <p:nvPr/>
          </p:nvSpPr>
          <p:spPr>
            <a:xfrm>
              <a:off x="-1984025" y="4451760"/>
              <a:ext cx="615897" cy="286426"/>
            </a:xfrm>
            <a:custGeom>
              <a:avLst/>
              <a:gdLst/>
              <a:ahLst/>
              <a:cxnLst/>
              <a:rect l="l" t="t" r="r" b="b"/>
              <a:pathLst>
                <a:path w="10431" h="4851" extrusionOk="0">
                  <a:moveTo>
                    <a:pt x="1" y="1"/>
                  </a:moveTo>
                  <a:lnTo>
                    <a:pt x="1" y="4850"/>
                  </a:lnTo>
                  <a:lnTo>
                    <a:pt x="10431" y="4850"/>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0"/>
            <p:cNvSpPr/>
            <p:nvPr/>
          </p:nvSpPr>
          <p:spPr>
            <a:xfrm>
              <a:off x="-1331904" y="4451760"/>
              <a:ext cx="615838" cy="286426"/>
            </a:xfrm>
            <a:custGeom>
              <a:avLst/>
              <a:gdLst/>
              <a:ahLst/>
              <a:cxnLst/>
              <a:rect l="l" t="t" r="r" b="b"/>
              <a:pathLst>
                <a:path w="10430" h="4851" extrusionOk="0">
                  <a:moveTo>
                    <a:pt x="0" y="1"/>
                  </a:moveTo>
                  <a:lnTo>
                    <a:pt x="0" y="4850"/>
                  </a:lnTo>
                  <a:lnTo>
                    <a:pt x="10429" y="4850"/>
                  </a:lnTo>
                  <a:lnTo>
                    <a:pt x="104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0"/>
            <p:cNvSpPr/>
            <p:nvPr/>
          </p:nvSpPr>
          <p:spPr>
            <a:xfrm>
              <a:off x="-679901" y="4451760"/>
              <a:ext cx="251531" cy="286426"/>
            </a:xfrm>
            <a:custGeom>
              <a:avLst/>
              <a:gdLst/>
              <a:ahLst/>
              <a:cxnLst/>
              <a:rect l="l" t="t" r="r" b="b"/>
              <a:pathLst>
                <a:path w="4260" h="4851" extrusionOk="0">
                  <a:moveTo>
                    <a:pt x="1" y="1"/>
                  </a:moveTo>
                  <a:lnTo>
                    <a:pt x="1" y="4850"/>
                  </a:lnTo>
                  <a:lnTo>
                    <a:pt x="4260" y="4850"/>
                  </a:lnTo>
                  <a:lnTo>
                    <a:pt x="426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0"/>
            <p:cNvSpPr/>
            <p:nvPr/>
          </p:nvSpPr>
          <p:spPr>
            <a:xfrm>
              <a:off x="-4448905" y="4778175"/>
              <a:ext cx="615897" cy="286426"/>
            </a:xfrm>
            <a:custGeom>
              <a:avLst/>
              <a:gdLst/>
              <a:ahLst/>
              <a:cxnLst/>
              <a:rect l="l" t="t" r="r" b="b"/>
              <a:pathLst>
                <a:path w="10431" h="4851" extrusionOk="0">
                  <a:moveTo>
                    <a:pt x="0" y="1"/>
                  </a:moveTo>
                  <a:lnTo>
                    <a:pt x="0"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0"/>
            <p:cNvSpPr/>
            <p:nvPr/>
          </p:nvSpPr>
          <p:spPr>
            <a:xfrm>
              <a:off x="-3796843" y="4778175"/>
              <a:ext cx="615838" cy="286426"/>
            </a:xfrm>
            <a:custGeom>
              <a:avLst/>
              <a:gdLst/>
              <a:ahLst/>
              <a:cxnLst/>
              <a:rect l="l" t="t" r="r" b="b"/>
              <a:pathLst>
                <a:path w="10430" h="4851" extrusionOk="0">
                  <a:moveTo>
                    <a:pt x="1" y="1"/>
                  </a:moveTo>
                  <a:lnTo>
                    <a:pt x="1"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0"/>
            <p:cNvSpPr/>
            <p:nvPr/>
          </p:nvSpPr>
          <p:spPr>
            <a:xfrm>
              <a:off x="-3144781" y="4778175"/>
              <a:ext cx="615897" cy="286426"/>
            </a:xfrm>
            <a:custGeom>
              <a:avLst/>
              <a:gdLst/>
              <a:ahLst/>
              <a:cxnLst/>
              <a:rect l="l" t="t" r="r" b="b"/>
              <a:pathLst>
                <a:path w="10431" h="4851" extrusionOk="0">
                  <a:moveTo>
                    <a:pt x="0" y="1"/>
                  </a:moveTo>
                  <a:lnTo>
                    <a:pt x="0"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0"/>
            <p:cNvSpPr/>
            <p:nvPr/>
          </p:nvSpPr>
          <p:spPr>
            <a:xfrm>
              <a:off x="-2492719" y="4778175"/>
              <a:ext cx="615897" cy="286426"/>
            </a:xfrm>
            <a:custGeom>
              <a:avLst/>
              <a:gdLst/>
              <a:ahLst/>
              <a:cxnLst/>
              <a:rect l="l" t="t" r="r" b="b"/>
              <a:pathLst>
                <a:path w="10431" h="4851" extrusionOk="0">
                  <a:moveTo>
                    <a:pt x="1" y="1"/>
                  </a:moveTo>
                  <a:lnTo>
                    <a:pt x="1" y="4851"/>
                  </a:lnTo>
                  <a:lnTo>
                    <a:pt x="10431" y="4851"/>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0"/>
            <p:cNvSpPr/>
            <p:nvPr/>
          </p:nvSpPr>
          <p:spPr>
            <a:xfrm>
              <a:off x="-1840598" y="4778175"/>
              <a:ext cx="615838" cy="286426"/>
            </a:xfrm>
            <a:custGeom>
              <a:avLst/>
              <a:gdLst/>
              <a:ahLst/>
              <a:cxnLst/>
              <a:rect l="l" t="t" r="r" b="b"/>
              <a:pathLst>
                <a:path w="10430" h="4851" extrusionOk="0">
                  <a:moveTo>
                    <a:pt x="0" y="1"/>
                  </a:moveTo>
                  <a:lnTo>
                    <a:pt x="0" y="4851"/>
                  </a:lnTo>
                  <a:lnTo>
                    <a:pt x="10429" y="4851"/>
                  </a:lnTo>
                  <a:lnTo>
                    <a:pt x="104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0"/>
            <p:cNvSpPr/>
            <p:nvPr/>
          </p:nvSpPr>
          <p:spPr>
            <a:xfrm>
              <a:off x="-1188595" y="4778175"/>
              <a:ext cx="754121" cy="286426"/>
            </a:xfrm>
            <a:custGeom>
              <a:avLst/>
              <a:gdLst/>
              <a:ahLst/>
              <a:cxnLst/>
              <a:rect l="l" t="t" r="r" b="b"/>
              <a:pathLst>
                <a:path w="12772" h="4851" extrusionOk="0">
                  <a:moveTo>
                    <a:pt x="1" y="1"/>
                  </a:moveTo>
                  <a:lnTo>
                    <a:pt x="1" y="4851"/>
                  </a:lnTo>
                  <a:lnTo>
                    <a:pt x="12771" y="4851"/>
                  </a:lnTo>
                  <a:lnTo>
                    <a:pt x="1277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75" name="Google Shape;1275;p30"/>
          <p:cNvSpPr/>
          <p:nvPr/>
        </p:nvSpPr>
        <p:spPr>
          <a:xfrm>
            <a:off x="-245550" y="4608575"/>
            <a:ext cx="3916200" cy="550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76" name="Google Shape;1276;p30"/>
          <p:cNvGrpSpPr/>
          <p:nvPr/>
        </p:nvGrpSpPr>
        <p:grpSpPr>
          <a:xfrm>
            <a:off x="840387" y="1061863"/>
            <a:ext cx="2246597" cy="3564144"/>
            <a:chOff x="6245203" y="316024"/>
            <a:chExt cx="1685749" cy="2674379"/>
          </a:xfrm>
        </p:grpSpPr>
        <p:sp>
          <p:nvSpPr>
            <p:cNvPr id="1277" name="Google Shape;1277;p30"/>
            <p:cNvSpPr/>
            <p:nvPr/>
          </p:nvSpPr>
          <p:spPr>
            <a:xfrm>
              <a:off x="6436409" y="2153754"/>
              <a:ext cx="275586" cy="67396"/>
            </a:xfrm>
            <a:custGeom>
              <a:avLst/>
              <a:gdLst/>
              <a:ahLst/>
              <a:cxnLst/>
              <a:rect l="l" t="t" r="r" b="b"/>
              <a:pathLst>
                <a:path w="8910" h="2179" extrusionOk="0">
                  <a:moveTo>
                    <a:pt x="1092" y="0"/>
                  </a:moveTo>
                  <a:cubicBezTo>
                    <a:pt x="490" y="0"/>
                    <a:pt x="1" y="488"/>
                    <a:pt x="1" y="1089"/>
                  </a:cubicBezTo>
                  <a:cubicBezTo>
                    <a:pt x="1" y="1691"/>
                    <a:pt x="490" y="2179"/>
                    <a:pt x="1092" y="2179"/>
                  </a:cubicBezTo>
                  <a:lnTo>
                    <a:pt x="7818" y="2179"/>
                  </a:lnTo>
                  <a:cubicBezTo>
                    <a:pt x="8420" y="2179"/>
                    <a:pt x="8909" y="1691"/>
                    <a:pt x="8909" y="1089"/>
                  </a:cubicBezTo>
                  <a:cubicBezTo>
                    <a:pt x="8909" y="488"/>
                    <a:pt x="8420" y="0"/>
                    <a:pt x="78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0"/>
            <p:cNvSpPr/>
            <p:nvPr/>
          </p:nvSpPr>
          <p:spPr>
            <a:xfrm>
              <a:off x="6426295" y="1946373"/>
              <a:ext cx="87284" cy="275246"/>
            </a:xfrm>
            <a:custGeom>
              <a:avLst/>
              <a:gdLst/>
              <a:ahLst/>
              <a:cxnLst/>
              <a:rect l="l" t="t" r="r" b="b"/>
              <a:pathLst>
                <a:path w="2822" h="8899" extrusionOk="0">
                  <a:moveTo>
                    <a:pt x="1411" y="0"/>
                  </a:moveTo>
                  <a:cubicBezTo>
                    <a:pt x="632" y="0"/>
                    <a:pt x="0" y="631"/>
                    <a:pt x="0" y="1407"/>
                  </a:cubicBezTo>
                  <a:lnTo>
                    <a:pt x="0" y="7491"/>
                  </a:lnTo>
                  <a:cubicBezTo>
                    <a:pt x="0" y="8268"/>
                    <a:pt x="632" y="8898"/>
                    <a:pt x="1411" y="8898"/>
                  </a:cubicBezTo>
                  <a:cubicBezTo>
                    <a:pt x="2190" y="8898"/>
                    <a:pt x="2821" y="8268"/>
                    <a:pt x="2821" y="7491"/>
                  </a:cubicBezTo>
                  <a:lnTo>
                    <a:pt x="2821" y="1407"/>
                  </a:lnTo>
                  <a:cubicBezTo>
                    <a:pt x="2821" y="631"/>
                    <a:pt x="2190" y="0"/>
                    <a:pt x="14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0"/>
            <p:cNvSpPr/>
            <p:nvPr/>
          </p:nvSpPr>
          <p:spPr>
            <a:xfrm>
              <a:off x="6255781" y="316024"/>
              <a:ext cx="597506" cy="701585"/>
            </a:xfrm>
            <a:custGeom>
              <a:avLst/>
              <a:gdLst/>
              <a:ahLst/>
              <a:cxnLst/>
              <a:rect l="l" t="t" r="r" b="b"/>
              <a:pathLst>
                <a:path w="19318" h="22683" extrusionOk="0">
                  <a:moveTo>
                    <a:pt x="1" y="0"/>
                  </a:moveTo>
                  <a:lnTo>
                    <a:pt x="1" y="14070"/>
                  </a:lnTo>
                  <a:lnTo>
                    <a:pt x="14872" y="22683"/>
                  </a:lnTo>
                  <a:lnTo>
                    <a:pt x="19318" y="20466"/>
                  </a:lnTo>
                  <a:lnTo>
                    <a:pt x="3248" y="12109"/>
                  </a:lnTo>
                  <a:lnTo>
                    <a:pt x="324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0"/>
            <p:cNvSpPr/>
            <p:nvPr/>
          </p:nvSpPr>
          <p:spPr>
            <a:xfrm>
              <a:off x="6337930" y="709507"/>
              <a:ext cx="291392" cy="135875"/>
            </a:xfrm>
            <a:custGeom>
              <a:avLst/>
              <a:gdLst/>
              <a:ahLst/>
              <a:cxnLst/>
              <a:rect l="l" t="t" r="r" b="b"/>
              <a:pathLst>
                <a:path w="9421" h="4393" extrusionOk="0">
                  <a:moveTo>
                    <a:pt x="1773" y="1"/>
                  </a:moveTo>
                  <a:lnTo>
                    <a:pt x="0" y="346"/>
                  </a:lnTo>
                  <a:lnTo>
                    <a:pt x="6987" y="4393"/>
                  </a:lnTo>
                  <a:lnTo>
                    <a:pt x="9421" y="3978"/>
                  </a:lnTo>
                  <a:lnTo>
                    <a:pt x="1773"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0"/>
            <p:cNvSpPr/>
            <p:nvPr/>
          </p:nvSpPr>
          <p:spPr>
            <a:xfrm>
              <a:off x="6303381" y="316024"/>
              <a:ext cx="52859" cy="326775"/>
            </a:xfrm>
            <a:custGeom>
              <a:avLst/>
              <a:gdLst/>
              <a:ahLst/>
              <a:cxnLst/>
              <a:rect l="l" t="t" r="r" b="b"/>
              <a:pathLst>
                <a:path w="1709" h="10565" extrusionOk="0">
                  <a:moveTo>
                    <a:pt x="0" y="0"/>
                  </a:moveTo>
                  <a:lnTo>
                    <a:pt x="0" y="10565"/>
                  </a:lnTo>
                  <a:lnTo>
                    <a:pt x="1709" y="10231"/>
                  </a:lnTo>
                  <a:lnTo>
                    <a:pt x="170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0"/>
            <p:cNvSpPr/>
            <p:nvPr/>
          </p:nvSpPr>
          <p:spPr>
            <a:xfrm>
              <a:off x="6623625" y="857133"/>
              <a:ext cx="213664" cy="167177"/>
            </a:xfrm>
            <a:custGeom>
              <a:avLst/>
              <a:gdLst/>
              <a:ahLst/>
              <a:cxnLst/>
              <a:rect l="l" t="t" r="r" b="b"/>
              <a:pathLst>
                <a:path w="6908" h="5405" extrusionOk="0">
                  <a:moveTo>
                    <a:pt x="3039" y="0"/>
                  </a:moveTo>
                  <a:cubicBezTo>
                    <a:pt x="2810" y="0"/>
                    <a:pt x="2588" y="110"/>
                    <a:pt x="2450" y="306"/>
                  </a:cubicBezTo>
                  <a:lnTo>
                    <a:pt x="227" y="3455"/>
                  </a:lnTo>
                  <a:cubicBezTo>
                    <a:pt x="0" y="3777"/>
                    <a:pt x="75" y="4222"/>
                    <a:pt x="395" y="4452"/>
                  </a:cubicBezTo>
                  <a:lnTo>
                    <a:pt x="1534" y="5270"/>
                  </a:lnTo>
                  <a:cubicBezTo>
                    <a:pt x="1659" y="5360"/>
                    <a:pt x="1807" y="5405"/>
                    <a:pt x="1954" y="5405"/>
                  </a:cubicBezTo>
                  <a:cubicBezTo>
                    <a:pt x="2101" y="5405"/>
                    <a:pt x="2249" y="5360"/>
                    <a:pt x="2374" y="5270"/>
                  </a:cubicBezTo>
                  <a:lnTo>
                    <a:pt x="6436" y="2363"/>
                  </a:lnTo>
                  <a:cubicBezTo>
                    <a:pt x="6908" y="2025"/>
                    <a:pt x="6805" y="1297"/>
                    <a:pt x="6258" y="1103"/>
                  </a:cubicBezTo>
                  <a:lnTo>
                    <a:pt x="3281" y="42"/>
                  </a:lnTo>
                  <a:cubicBezTo>
                    <a:pt x="3202" y="14"/>
                    <a:pt x="3120" y="0"/>
                    <a:pt x="30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0"/>
            <p:cNvSpPr/>
            <p:nvPr/>
          </p:nvSpPr>
          <p:spPr>
            <a:xfrm>
              <a:off x="7646306" y="1533837"/>
              <a:ext cx="263740" cy="362716"/>
            </a:xfrm>
            <a:custGeom>
              <a:avLst/>
              <a:gdLst/>
              <a:ahLst/>
              <a:cxnLst/>
              <a:rect l="l" t="t" r="r" b="b"/>
              <a:pathLst>
                <a:path w="8527" h="11727" extrusionOk="0">
                  <a:moveTo>
                    <a:pt x="1197" y="0"/>
                  </a:moveTo>
                  <a:lnTo>
                    <a:pt x="1197" y="2005"/>
                  </a:lnTo>
                  <a:lnTo>
                    <a:pt x="5513" y="2005"/>
                  </a:lnTo>
                  <a:cubicBezTo>
                    <a:pt x="6068" y="2005"/>
                    <a:pt x="6518" y="2454"/>
                    <a:pt x="6518" y="3006"/>
                  </a:cubicBezTo>
                  <a:lnTo>
                    <a:pt x="6518" y="8721"/>
                  </a:lnTo>
                  <a:cubicBezTo>
                    <a:pt x="6518" y="9272"/>
                    <a:pt x="6068" y="9722"/>
                    <a:pt x="5513" y="9722"/>
                  </a:cubicBezTo>
                  <a:lnTo>
                    <a:pt x="1" y="9722"/>
                  </a:lnTo>
                  <a:lnTo>
                    <a:pt x="1" y="11726"/>
                  </a:lnTo>
                  <a:lnTo>
                    <a:pt x="5513" y="11726"/>
                  </a:lnTo>
                  <a:cubicBezTo>
                    <a:pt x="7175" y="11726"/>
                    <a:pt x="8526" y="10377"/>
                    <a:pt x="8526" y="8721"/>
                  </a:cubicBezTo>
                  <a:lnTo>
                    <a:pt x="8526" y="3006"/>
                  </a:lnTo>
                  <a:cubicBezTo>
                    <a:pt x="8526" y="1349"/>
                    <a:pt x="7175" y="0"/>
                    <a:pt x="5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0"/>
            <p:cNvSpPr/>
            <p:nvPr/>
          </p:nvSpPr>
          <p:spPr>
            <a:xfrm>
              <a:off x="7453307" y="2676492"/>
              <a:ext cx="140144" cy="313909"/>
            </a:xfrm>
            <a:custGeom>
              <a:avLst/>
              <a:gdLst/>
              <a:ahLst/>
              <a:cxnLst/>
              <a:rect l="l" t="t" r="r" b="b"/>
              <a:pathLst>
                <a:path w="4531" h="10149" extrusionOk="0">
                  <a:moveTo>
                    <a:pt x="1" y="1"/>
                  </a:moveTo>
                  <a:lnTo>
                    <a:pt x="2648" y="10148"/>
                  </a:lnTo>
                  <a:lnTo>
                    <a:pt x="4531" y="10148"/>
                  </a:lnTo>
                  <a:lnTo>
                    <a:pt x="43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30"/>
            <p:cNvSpPr/>
            <p:nvPr/>
          </p:nvSpPr>
          <p:spPr>
            <a:xfrm>
              <a:off x="6842636" y="2689699"/>
              <a:ext cx="135968" cy="300701"/>
            </a:xfrm>
            <a:custGeom>
              <a:avLst/>
              <a:gdLst/>
              <a:ahLst/>
              <a:cxnLst/>
              <a:rect l="l" t="t" r="r" b="b"/>
              <a:pathLst>
                <a:path w="4396" h="9722" extrusionOk="0">
                  <a:moveTo>
                    <a:pt x="1" y="0"/>
                  </a:moveTo>
                  <a:lnTo>
                    <a:pt x="84" y="9721"/>
                  </a:lnTo>
                  <a:lnTo>
                    <a:pt x="1967" y="9721"/>
                  </a:lnTo>
                  <a:lnTo>
                    <a:pt x="43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30"/>
            <p:cNvSpPr/>
            <p:nvPr/>
          </p:nvSpPr>
          <p:spPr>
            <a:xfrm>
              <a:off x="7099103" y="2694988"/>
              <a:ext cx="135937" cy="295412"/>
            </a:xfrm>
            <a:custGeom>
              <a:avLst/>
              <a:gdLst/>
              <a:ahLst/>
              <a:cxnLst/>
              <a:rect l="l" t="t" r="r" b="b"/>
              <a:pathLst>
                <a:path w="4395" h="9551" extrusionOk="0">
                  <a:moveTo>
                    <a:pt x="0" y="0"/>
                  </a:moveTo>
                  <a:lnTo>
                    <a:pt x="1193" y="9550"/>
                  </a:lnTo>
                  <a:lnTo>
                    <a:pt x="3077" y="9550"/>
                  </a:lnTo>
                  <a:lnTo>
                    <a:pt x="43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30"/>
            <p:cNvSpPr/>
            <p:nvPr/>
          </p:nvSpPr>
          <p:spPr>
            <a:xfrm>
              <a:off x="7646306" y="1554931"/>
              <a:ext cx="238625" cy="341622"/>
            </a:xfrm>
            <a:custGeom>
              <a:avLst/>
              <a:gdLst/>
              <a:ahLst/>
              <a:cxnLst/>
              <a:rect l="l" t="t" r="r" b="b"/>
              <a:pathLst>
                <a:path w="7715" h="11045" extrusionOk="0">
                  <a:moveTo>
                    <a:pt x="1197" y="1"/>
                  </a:moveTo>
                  <a:lnTo>
                    <a:pt x="1197" y="1323"/>
                  </a:lnTo>
                  <a:lnTo>
                    <a:pt x="5513" y="1323"/>
                  </a:lnTo>
                  <a:cubicBezTo>
                    <a:pt x="6068" y="1323"/>
                    <a:pt x="6518" y="1772"/>
                    <a:pt x="6518" y="2325"/>
                  </a:cubicBezTo>
                  <a:lnTo>
                    <a:pt x="6518" y="8039"/>
                  </a:lnTo>
                  <a:cubicBezTo>
                    <a:pt x="6518" y="8543"/>
                    <a:pt x="6140" y="8958"/>
                    <a:pt x="5652" y="9026"/>
                  </a:cubicBezTo>
                  <a:cubicBezTo>
                    <a:pt x="5522" y="9428"/>
                    <a:pt x="5147" y="9722"/>
                    <a:pt x="4702" y="9722"/>
                  </a:cubicBezTo>
                  <a:lnTo>
                    <a:pt x="1" y="9722"/>
                  </a:lnTo>
                  <a:lnTo>
                    <a:pt x="1" y="11044"/>
                  </a:lnTo>
                  <a:lnTo>
                    <a:pt x="5513" y="11044"/>
                  </a:lnTo>
                  <a:cubicBezTo>
                    <a:pt x="6063" y="11044"/>
                    <a:pt x="6576" y="10895"/>
                    <a:pt x="7020" y="10637"/>
                  </a:cubicBezTo>
                  <a:cubicBezTo>
                    <a:pt x="7453" y="10117"/>
                    <a:pt x="7715" y="9448"/>
                    <a:pt x="7715" y="8720"/>
                  </a:cubicBezTo>
                  <a:lnTo>
                    <a:pt x="7715" y="3006"/>
                  </a:lnTo>
                  <a:cubicBezTo>
                    <a:pt x="7715" y="1350"/>
                    <a:pt x="6362" y="1"/>
                    <a:pt x="47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30"/>
            <p:cNvSpPr/>
            <p:nvPr/>
          </p:nvSpPr>
          <p:spPr>
            <a:xfrm>
              <a:off x="7855358" y="1712516"/>
              <a:ext cx="54684" cy="62046"/>
            </a:xfrm>
            <a:custGeom>
              <a:avLst/>
              <a:gdLst/>
              <a:ahLst/>
              <a:cxnLst/>
              <a:rect l="l" t="t" r="r" b="b"/>
              <a:pathLst>
                <a:path w="1768" h="2006" extrusionOk="0">
                  <a:moveTo>
                    <a:pt x="1" y="1"/>
                  </a:moveTo>
                  <a:lnTo>
                    <a:pt x="1" y="2005"/>
                  </a:lnTo>
                  <a:lnTo>
                    <a:pt x="1767" y="1247"/>
                  </a:lnTo>
                  <a:lnTo>
                    <a:pt x="1767"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30"/>
            <p:cNvSpPr/>
            <p:nvPr/>
          </p:nvSpPr>
          <p:spPr>
            <a:xfrm>
              <a:off x="7828728" y="1665720"/>
              <a:ext cx="102224" cy="63345"/>
            </a:xfrm>
            <a:custGeom>
              <a:avLst/>
              <a:gdLst/>
              <a:ahLst/>
              <a:cxnLst/>
              <a:rect l="l" t="t" r="r" b="b"/>
              <a:pathLst>
                <a:path w="3305" h="2048" extrusionOk="0">
                  <a:moveTo>
                    <a:pt x="53" y="0"/>
                  </a:moveTo>
                  <a:cubicBezTo>
                    <a:pt x="24" y="0"/>
                    <a:pt x="1" y="25"/>
                    <a:pt x="1" y="54"/>
                  </a:cubicBezTo>
                  <a:lnTo>
                    <a:pt x="1" y="1994"/>
                  </a:lnTo>
                  <a:cubicBezTo>
                    <a:pt x="1" y="2023"/>
                    <a:pt x="24" y="2047"/>
                    <a:pt x="53" y="2047"/>
                  </a:cubicBezTo>
                  <a:lnTo>
                    <a:pt x="3253" y="2047"/>
                  </a:lnTo>
                  <a:cubicBezTo>
                    <a:pt x="3282" y="2047"/>
                    <a:pt x="3305" y="2023"/>
                    <a:pt x="3305" y="1994"/>
                  </a:cubicBezTo>
                  <a:lnTo>
                    <a:pt x="3305" y="54"/>
                  </a:lnTo>
                  <a:cubicBezTo>
                    <a:pt x="3305" y="25"/>
                    <a:pt x="3282" y="0"/>
                    <a:pt x="32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30"/>
            <p:cNvSpPr/>
            <p:nvPr/>
          </p:nvSpPr>
          <p:spPr>
            <a:xfrm>
              <a:off x="7856936" y="1665720"/>
              <a:ext cx="74015" cy="54530"/>
            </a:xfrm>
            <a:custGeom>
              <a:avLst/>
              <a:gdLst/>
              <a:ahLst/>
              <a:cxnLst/>
              <a:rect l="l" t="t" r="r" b="b"/>
              <a:pathLst>
                <a:path w="2393" h="1763" extrusionOk="0">
                  <a:moveTo>
                    <a:pt x="68" y="0"/>
                  </a:moveTo>
                  <a:cubicBezTo>
                    <a:pt x="26" y="78"/>
                    <a:pt x="0" y="165"/>
                    <a:pt x="0" y="259"/>
                  </a:cubicBezTo>
                  <a:lnTo>
                    <a:pt x="0" y="1220"/>
                  </a:lnTo>
                  <a:cubicBezTo>
                    <a:pt x="0" y="1520"/>
                    <a:pt x="243" y="1762"/>
                    <a:pt x="544" y="1762"/>
                  </a:cubicBezTo>
                  <a:lnTo>
                    <a:pt x="2325" y="1762"/>
                  </a:lnTo>
                  <a:cubicBezTo>
                    <a:pt x="2367" y="1686"/>
                    <a:pt x="2393" y="1598"/>
                    <a:pt x="2393" y="1504"/>
                  </a:cubicBezTo>
                  <a:lnTo>
                    <a:pt x="2393" y="543"/>
                  </a:lnTo>
                  <a:cubicBezTo>
                    <a:pt x="2393" y="243"/>
                    <a:pt x="2150" y="0"/>
                    <a:pt x="1849"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30"/>
            <p:cNvSpPr/>
            <p:nvPr/>
          </p:nvSpPr>
          <p:spPr>
            <a:xfrm>
              <a:off x="7659544" y="1793860"/>
              <a:ext cx="63437" cy="123565"/>
            </a:xfrm>
            <a:custGeom>
              <a:avLst/>
              <a:gdLst/>
              <a:ahLst/>
              <a:cxnLst/>
              <a:rect l="l" t="t" r="r" b="b"/>
              <a:pathLst>
                <a:path w="2051" h="3995" extrusionOk="0">
                  <a:moveTo>
                    <a:pt x="58" y="1"/>
                  </a:moveTo>
                  <a:cubicBezTo>
                    <a:pt x="26" y="1"/>
                    <a:pt x="0" y="26"/>
                    <a:pt x="0" y="58"/>
                  </a:cubicBezTo>
                  <a:lnTo>
                    <a:pt x="0" y="3936"/>
                  </a:lnTo>
                  <a:cubicBezTo>
                    <a:pt x="0" y="3968"/>
                    <a:pt x="26" y="3994"/>
                    <a:pt x="58" y="3994"/>
                  </a:cubicBezTo>
                  <a:lnTo>
                    <a:pt x="1993" y="3994"/>
                  </a:lnTo>
                  <a:cubicBezTo>
                    <a:pt x="2025" y="3994"/>
                    <a:pt x="2051" y="3968"/>
                    <a:pt x="2051" y="3936"/>
                  </a:cubicBezTo>
                  <a:lnTo>
                    <a:pt x="2051" y="58"/>
                  </a:lnTo>
                  <a:cubicBezTo>
                    <a:pt x="2051" y="26"/>
                    <a:pt x="2025" y="1"/>
                    <a:pt x="199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30"/>
            <p:cNvSpPr/>
            <p:nvPr/>
          </p:nvSpPr>
          <p:spPr>
            <a:xfrm>
              <a:off x="6672586" y="767902"/>
              <a:ext cx="1018710" cy="2085362"/>
            </a:xfrm>
            <a:custGeom>
              <a:avLst/>
              <a:gdLst/>
              <a:ahLst/>
              <a:cxnLst/>
              <a:rect l="l" t="t" r="r" b="b"/>
              <a:pathLst>
                <a:path w="32936" h="67422" extrusionOk="0">
                  <a:moveTo>
                    <a:pt x="16757" y="0"/>
                  </a:moveTo>
                  <a:cubicBezTo>
                    <a:pt x="12665" y="0"/>
                    <a:pt x="3946" y="4012"/>
                    <a:pt x="998" y="5426"/>
                  </a:cubicBezTo>
                  <a:cubicBezTo>
                    <a:pt x="387" y="5719"/>
                    <a:pt x="0" y="6330"/>
                    <a:pt x="0" y="6999"/>
                  </a:cubicBezTo>
                  <a:lnTo>
                    <a:pt x="0" y="60473"/>
                  </a:lnTo>
                  <a:cubicBezTo>
                    <a:pt x="0" y="61118"/>
                    <a:pt x="359" y="61711"/>
                    <a:pt x="936" y="62015"/>
                  </a:cubicBezTo>
                  <a:cubicBezTo>
                    <a:pt x="3651" y="63446"/>
                    <a:pt x="11660" y="67422"/>
                    <a:pt x="16872" y="67422"/>
                  </a:cubicBezTo>
                  <a:cubicBezTo>
                    <a:pt x="22097" y="67422"/>
                    <a:pt x="29586" y="63196"/>
                    <a:pt x="32086" y="61693"/>
                  </a:cubicBezTo>
                  <a:cubicBezTo>
                    <a:pt x="32615" y="61374"/>
                    <a:pt x="32935" y="60810"/>
                    <a:pt x="32935" y="60200"/>
                  </a:cubicBezTo>
                  <a:lnTo>
                    <a:pt x="32935" y="6353"/>
                  </a:lnTo>
                  <a:cubicBezTo>
                    <a:pt x="32935" y="5665"/>
                    <a:pt x="32527" y="5041"/>
                    <a:pt x="31891" y="4758"/>
                  </a:cubicBezTo>
                  <a:cubicBezTo>
                    <a:pt x="28993" y="3471"/>
                    <a:pt x="20805" y="0"/>
                    <a:pt x="167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30"/>
            <p:cNvSpPr/>
            <p:nvPr/>
          </p:nvSpPr>
          <p:spPr>
            <a:xfrm>
              <a:off x="7127280" y="767902"/>
              <a:ext cx="511118" cy="1494599"/>
            </a:xfrm>
            <a:custGeom>
              <a:avLst/>
              <a:gdLst/>
              <a:ahLst/>
              <a:cxnLst/>
              <a:rect l="l" t="t" r="r" b="b"/>
              <a:pathLst>
                <a:path w="16525" h="48322" extrusionOk="0">
                  <a:moveTo>
                    <a:pt x="2056" y="0"/>
                  </a:moveTo>
                  <a:cubicBezTo>
                    <a:pt x="1774" y="0"/>
                    <a:pt x="1468" y="21"/>
                    <a:pt x="1146" y="57"/>
                  </a:cubicBezTo>
                  <a:cubicBezTo>
                    <a:pt x="419" y="4822"/>
                    <a:pt x="1" y="10379"/>
                    <a:pt x="1" y="16316"/>
                  </a:cubicBezTo>
                  <a:cubicBezTo>
                    <a:pt x="1" y="33992"/>
                    <a:pt x="3700" y="48321"/>
                    <a:pt x="8263" y="48321"/>
                  </a:cubicBezTo>
                  <a:cubicBezTo>
                    <a:pt x="12826" y="48321"/>
                    <a:pt x="16524" y="33992"/>
                    <a:pt x="16524" y="16316"/>
                  </a:cubicBezTo>
                  <a:cubicBezTo>
                    <a:pt x="16524" y="12028"/>
                    <a:pt x="16307" y="7938"/>
                    <a:pt x="15912" y="4200"/>
                  </a:cubicBezTo>
                  <a:cubicBezTo>
                    <a:pt x="12358" y="2676"/>
                    <a:pt x="5611" y="0"/>
                    <a:pt x="2056"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0"/>
            <p:cNvSpPr/>
            <p:nvPr/>
          </p:nvSpPr>
          <p:spPr>
            <a:xfrm>
              <a:off x="7539662" y="1262061"/>
              <a:ext cx="151619" cy="279947"/>
            </a:xfrm>
            <a:custGeom>
              <a:avLst/>
              <a:gdLst/>
              <a:ahLst/>
              <a:cxnLst/>
              <a:rect l="l" t="t" r="r" b="b"/>
              <a:pathLst>
                <a:path w="4902" h="9051" extrusionOk="0">
                  <a:moveTo>
                    <a:pt x="4901" y="1"/>
                  </a:moveTo>
                  <a:cubicBezTo>
                    <a:pt x="4856" y="7"/>
                    <a:pt x="4811" y="9"/>
                    <a:pt x="4765" y="18"/>
                  </a:cubicBezTo>
                  <a:cubicBezTo>
                    <a:pt x="2019" y="506"/>
                    <a:pt x="1" y="3021"/>
                    <a:pt x="1" y="5396"/>
                  </a:cubicBezTo>
                  <a:cubicBezTo>
                    <a:pt x="1" y="7506"/>
                    <a:pt x="1614" y="9051"/>
                    <a:pt x="3767" y="9051"/>
                  </a:cubicBezTo>
                  <a:cubicBezTo>
                    <a:pt x="4144" y="9051"/>
                    <a:pt x="4525" y="8999"/>
                    <a:pt x="4901" y="8911"/>
                  </a:cubicBezTo>
                  <a:lnTo>
                    <a:pt x="4901"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0"/>
            <p:cNvSpPr/>
            <p:nvPr/>
          </p:nvSpPr>
          <p:spPr>
            <a:xfrm>
              <a:off x="6672586" y="822307"/>
              <a:ext cx="1018710" cy="2030957"/>
            </a:xfrm>
            <a:custGeom>
              <a:avLst/>
              <a:gdLst/>
              <a:ahLst/>
              <a:cxnLst/>
              <a:rect l="l" t="t" r="r" b="b"/>
              <a:pathLst>
                <a:path w="32936" h="65663" extrusionOk="0">
                  <a:moveTo>
                    <a:pt x="9573" y="0"/>
                  </a:moveTo>
                  <a:lnTo>
                    <a:pt x="9573" y="0"/>
                  </a:lnTo>
                  <a:cubicBezTo>
                    <a:pt x="6123" y="1262"/>
                    <a:pt x="2652" y="2873"/>
                    <a:pt x="998" y="3667"/>
                  </a:cubicBezTo>
                  <a:cubicBezTo>
                    <a:pt x="387" y="3960"/>
                    <a:pt x="0" y="4571"/>
                    <a:pt x="0" y="5240"/>
                  </a:cubicBezTo>
                  <a:lnTo>
                    <a:pt x="0" y="58714"/>
                  </a:lnTo>
                  <a:cubicBezTo>
                    <a:pt x="0" y="59359"/>
                    <a:pt x="359" y="59952"/>
                    <a:pt x="936" y="60256"/>
                  </a:cubicBezTo>
                  <a:cubicBezTo>
                    <a:pt x="3651" y="61687"/>
                    <a:pt x="11660" y="65663"/>
                    <a:pt x="16872" y="65663"/>
                  </a:cubicBezTo>
                  <a:cubicBezTo>
                    <a:pt x="22097" y="65663"/>
                    <a:pt x="29586" y="61437"/>
                    <a:pt x="32086" y="59934"/>
                  </a:cubicBezTo>
                  <a:cubicBezTo>
                    <a:pt x="32615" y="59615"/>
                    <a:pt x="32935" y="59051"/>
                    <a:pt x="32935" y="58441"/>
                  </a:cubicBezTo>
                  <a:lnTo>
                    <a:pt x="32935" y="29279"/>
                  </a:lnTo>
                  <a:cubicBezTo>
                    <a:pt x="32080" y="44004"/>
                    <a:pt x="28289" y="56146"/>
                    <a:pt x="20480" y="56146"/>
                  </a:cubicBezTo>
                  <a:cubicBezTo>
                    <a:pt x="2430" y="56146"/>
                    <a:pt x="5400" y="35691"/>
                    <a:pt x="5014" y="16716"/>
                  </a:cubicBezTo>
                  <a:cubicBezTo>
                    <a:pt x="4892" y="10661"/>
                    <a:pt x="4787" y="4267"/>
                    <a:pt x="95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0"/>
            <p:cNvSpPr/>
            <p:nvPr/>
          </p:nvSpPr>
          <p:spPr>
            <a:xfrm>
              <a:off x="6672586" y="822307"/>
              <a:ext cx="296124" cy="641179"/>
            </a:xfrm>
            <a:custGeom>
              <a:avLst/>
              <a:gdLst/>
              <a:ahLst/>
              <a:cxnLst/>
              <a:rect l="l" t="t" r="r" b="b"/>
              <a:pathLst>
                <a:path w="9574" h="20730" extrusionOk="0">
                  <a:moveTo>
                    <a:pt x="9573" y="0"/>
                  </a:moveTo>
                  <a:lnTo>
                    <a:pt x="9573" y="0"/>
                  </a:lnTo>
                  <a:cubicBezTo>
                    <a:pt x="6123" y="1262"/>
                    <a:pt x="2652" y="2873"/>
                    <a:pt x="998" y="3667"/>
                  </a:cubicBezTo>
                  <a:cubicBezTo>
                    <a:pt x="387" y="3960"/>
                    <a:pt x="0" y="4571"/>
                    <a:pt x="0" y="5240"/>
                  </a:cubicBezTo>
                  <a:lnTo>
                    <a:pt x="0" y="20729"/>
                  </a:lnTo>
                  <a:cubicBezTo>
                    <a:pt x="1638" y="20439"/>
                    <a:pt x="3324" y="20192"/>
                    <a:pt x="5052" y="19992"/>
                  </a:cubicBezTo>
                  <a:cubicBezTo>
                    <a:pt x="5047" y="18898"/>
                    <a:pt x="5037" y="17805"/>
                    <a:pt x="5014" y="16716"/>
                  </a:cubicBezTo>
                  <a:cubicBezTo>
                    <a:pt x="4892" y="10661"/>
                    <a:pt x="4787" y="4267"/>
                    <a:pt x="9573"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0"/>
            <p:cNvSpPr/>
            <p:nvPr/>
          </p:nvSpPr>
          <p:spPr>
            <a:xfrm>
              <a:off x="6672586" y="2578075"/>
              <a:ext cx="1018710" cy="275153"/>
            </a:xfrm>
            <a:custGeom>
              <a:avLst/>
              <a:gdLst/>
              <a:ahLst/>
              <a:cxnLst/>
              <a:rect l="l" t="t" r="r" b="b"/>
              <a:pathLst>
                <a:path w="32936" h="8896" extrusionOk="0">
                  <a:moveTo>
                    <a:pt x="32935" y="1"/>
                  </a:moveTo>
                  <a:cubicBezTo>
                    <a:pt x="28612" y="172"/>
                    <a:pt x="13660" y="314"/>
                    <a:pt x="5173" y="314"/>
                  </a:cubicBezTo>
                  <a:cubicBezTo>
                    <a:pt x="2844" y="314"/>
                    <a:pt x="1002" y="303"/>
                    <a:pt x="0" y="280"/>
                  </a:cubicBezTo>
                  <a:lnTo>
                    <a:pt x="0" y="1947"/>
                  </a:lnTo>
                  <a:cubicBezTo>
                    <a:pt x="0" y="2592"/>
                    <a:pt x="359" y="3185"/>
                    <a:pt x="936" y="3489"/>
                  </a:cubicBezTo>
                  <a:cubicBezTo>
                    <a:pt x="3651" y="4920"/>
                    <a:pt x="11660" y="8896"/>
                    <a:pt x="16872" y="8896"/>
                  </a:cubicBezTo>
                  <a:cubicBezTo>
                    <a:pt x="22097" y="8896"/>
                    <a:pt x="29586" y="4670"/>
                    <a:pt x="32086" y="3167"/>
                  </a:cubicBezTo>
                  <a:cubicBezTo>
                    <a:pt x="32615" y="2848"/>
                    <a:pt x="32935" y="2284"/>
                    <a:pt x="32935" y="1674"/>
                  </a:cubicBezTo>
                  <a:lnTo>
                    <a:pt x="32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0"/>
            <p:cNvSpPr/>
            <p:nvPr/>
          </p:nvSpPr>
          <p:spPr>
            <a:xfrm>
              <a:off x="7548477" y="2578941"/>
              <a:ext cx="267081" cy="411462"/>
            </a:xfrm>
            <a:custGeom>
              <a:avLst/>
              <a:gdLst/>
              <a:ahLst/>
              <a:cxnLst/>
              <a:rect l="l" t="t" r="r" b="b"/>
              <a:pathLst>
                <a:path w="8635" h="13303" extrusionOk="0">
                  <a:moveTo>
                    <a:pt x="1" y="0"/>
                  </a:moveTo>
                  <a:lnTo>
                    <a:pt x="6750" y="13302"/>
                  </a:lnTo>
                  <a:lnTo>
                    <a:pt x="8634" y="13302"/>
                  </a:lnTo>
                  <a:lnTo>
                    <a:pt x="43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0"/>
            <p:cNvSpPr/>
            <p:nvPr/>
          </p:nvSpPr>
          <p:spPr>
            <a:xfrm>
              <a:off x="6551652" y="2578941"/>
              <a:ext cx="262194" cy="411462"/>
            </a:xfrm>
            <a:custGeom>
              <a:avLst/>
              <a:gdLst/>
              <a:ahLst/>
              <a:cxnLst/>
              <a:rect l="l" t="t" r="r" b="b"/>
              <a:pathLst>
                <a:path w="8477" h="13303" extrusionOk="0">
                  <a:moveTo>
                    <a:pt x="4082" y="0"/>
                  </a:moveTo>
                  <a:lnTo>
                    <a:pt x="0" y="13302"/>
                  </a:lnTo>
                  <a:lnTo>
                    <a:pt x="1883" y="13302"/>
                  </a:lnTo>
                  <a:lnTo>
                    <a:pt x="847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0"/>
            <p:cNvSpPr/>
            <p:nvPr/>
          </p:nvSpPr>
          <p:spPr>
            <a:xfrm>
              <a:off x="6672586" y="1032565"/>
              <a:ext cx="1018710" cy="84284"/>
            </a:xfrm>
            <a:custGeom>
              <a:avLst/>
              <a:gdLst/>
              <a:ahLst/>
              <a:cxnLst/>
              <a:rect l="l" t="t" r="r" b="b"/>
              <a:pathLst>
                <a:path w="32936" h="2725" extrusionOk="0">
                  <a:moveTo>
                    <a:pt x="32935" y="0"/>
                  </a:moveTo>
                  <a:lnTo>
                    <a:pt x="0" y="737"/>
                  </a:lnTo>
                  <a:lnTo>
                    <a:pt x="0" y="2724"/>
                  </a:lnTo>
                  <a:lnTo>
                    <a:pt x="32935" y="1988"/>
                  </a:lnTo>
                  <a:lnTo>
                    <a:pt x="32935"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0"/>
            <p:cNvSpPr/>
            <p:nvPr/>
          </p:nvSpPr>
          <p:spPr>
            <a:xfrm>
              <a:off x="7515011" y="1072061"/>
              <a:ext cx="8351" cy="919673"/>
            </a:xfrm>
            <a:custGeom>
              <a:avLst/>
              <a:gdLst/>
              <a:ahLst/>
              <a:cxnLst/>
              <a:rect l="l" t="t" r="r" b="b"/>
              <a:pathLst>
                <a:path w="270" h="29734" extrusionOk="0">
                  <a:moveTo>
                    <a:pt x="1" y="1"/>
                  </a:moveTo>
                  <a:lnTo>
                    <a:pt x="1" y="29733"/>
                  </a:lnTo>
                  <a:lnTo>
                    <a:pt x="269" y="29733"/>
                  </a:lnTo>
                  <a:lnTo>
                    <a:pt x="2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30"/>
            <p:cNvSpPr/>
            <p:nvPr/>
          </p:nvSpPr>
          <p:spPr>
            <a:xfrm>
              <a:off x="7308031" y="1986488"/>
              <a:ext cx="383254" cy="581824"/>
            </a:xfrm>
            <a:custGeom>
              <a:avLst/>
              <a:gdLst/>
              <a:ahLst/>
              <a:cxnLst/>
              <a:rect l="l" t="t" r="r" b="b"/>
              <a:pathLst>
                <a:path w="12391" h="18811" extrusionOk="0">
                  <a:moveTo>
                    <a:pt x="1222" y="0"/>
                  </a:moveTo>
                  <a:cubicBezTo>
                    <a:pt x="549" y="0"/>
                    <a:pt x="0" y="547"/>
                    <a:pt x="0" y="1219"/>
                  </a:cubicBezTo>
                  <a:lnTo>
                    <a:pt x="0" y="17592"/>
                  </a:lnTo>
                  <a:cubicBezTo>
                    <a:pt x="0" y="18264"/>
                    <a:pt x="549" y="18810"/>
                    <a:pt x="1222" y="18810"/>
                  </a:cubicBezTo>
                  <a:lnTo>
                    <a:pt x="12390" y="18810"/>
                  </a:lnTo>
                  <a:lnTo>
                    <a:pt x="12390" y="18477"/>
                  </a:lnTo>
                  <a:lnTo>
                    <a:pt x="1222" y="18477"/>
                  </a:lnTo>
                  <a:cubicBezTo>
                    <a:pt x="733" y="18477"/>
                    <a:pt x="335" y="18079"/>
                    <a:pt x="335" y="17592"/>
                  </a:cubicBezTo>
                  <a:lnTo>
                    <a:pt x="335" y="1219"/>
                  </a:lnTo>
                  <a:cubicBezTo>
                    <a:pt x="335" y="732"/>
                    <a:pt x="733" y="335"/>
                    <a:pt x="1222" y="335"/>
                  </a:cubicBezTo>
                  <a:lnTo>
                    <a:pt x="12390" y="335"/>
                  </a:lnTo>
                  <a:lnTo>
                    <a:pt x="123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0"/>
            <p:cNvSpPr/>
            <p:nvPr/>
          </p:nvSpPr>
          <p:spPr>
            <a:xfrm>
              <a:off x="6713227" y="1037049"/>
              <a:ext cx="288855" cy="581793"/>
            </a:xfrm>
            <a:custGeom>
              <a:avLst/>
              <a:gdLst/>
              <a:ahLst/>
              <a:cxnLst/>
              <a:rect l="l" t="t" r="r" b="b"/>
              <a:pathLst>
                <a:path w="9339" h="18810" extrusionOk="0">
                  <a:moveTo>
                    <a:pt x="8117" y="333"/>
                  </a:moveTo>
                  <a:cubicBezTo>
                    <a:pt x="8606" y="333"/>
                    <a:pt x="9003" y="731"/>
                    <a:pt x="9003" y="1218"/>
                  </a:cubicBezTo>
                  <a:lnTo>
                    <a:pt x="9003" y="17590"/>
                  </a:lnTo>
                  <a:cubicBezTo>
                    <a:pt x="9003" y="18078"/>
                    <a:pt x="8606" y="18475"/>
                    <a:pt x="8117" y="18475"/>
                  </a:cubicBezTo>
                  <a:lnTo>
                    <a:pt x="1222" y="18475"/>
                  </a:lnTo>
                  <a:cubicBezTo>
                    <a:pt x="733" y="18475"/>
                    <a:pt x="335" y="18078"/>
                    <a:pt x="335" y="17590"/>
                  </a:cubicBezTo>
                  <a:lnTo>
                    <a:pt x="335" y="1218"/>
                  </a:lnTo>
                  <a:cubicBezTo>
                    <a:pt x="335" y="731"/>
                    <a:pt x="733" y="333"/>
                    <a:pt x="1222" y="333"/>
                  </a:cubicBezTo>
                  <a:close/>
                  <a:moveTo>
                    <a:pt x="1222" y="0"/>
                  </a:moveTo>
                  <a:cubicBezTo>
                    <a:pt x="549" y="0"/>
                    <a:pt x="0" y="546"/>
                    <a:pt x="0" y="1218"/>
                  </a:cubicBezTo>
                  <a:lnTo>
                    <a:pt x="0" y="17590"/>
                  </a:lnTo>
                  <a:cubicBezTo>
                    <a:pt x="0" y="18263"/>
                    <a:pt x="549" y="18810"/>
                    <a:pt x="1222" y="18810"/>
                  </a:cubicBezTo>
                  <a:lnTo>
                    <a:pt x="8117" y="18810"/>
                  </a:lnTo>
                  <a:cubicBezTo>
                    <a:pt x="8790" y="18810"/>
                    <a:pt x="9339" y="18263"/>
                    <a:pt x="9339" y="17590"/>
                  </a:cubicBezTo>
                  <a:lnTo>
                    <a:pt x="9339" y="1218"/>
                  </a:lnTo>
                  <a:cubicBezTo>
                    <a:pt x="9339" y="546"/>
                    <a:pt x="8790" y="0"/>
                    <a:pt x="81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0"/>
            <p:cNvSpPr/>
            <p:nvPr/>
          </p:nvSpPr>
          <p:spPr>
            <a:xfrm>
              <a:off x="6653193" y="1019327"/>
              <a:ext cx="1061889" cy="56293"/>
            </a:xfrm>
            <a:custGeom>
              <a:avLst/>
              <a:gdLst/>
              <a:ahLst/>
              <a:cxnLst/>
              <a:rect l="l" t="t" r="r" b="b"/>
              <a:pathLst>
                <a:path w="34332" h="1820" extrusionOk="0">
                  <a:moveTo>
                    <a:pt x="67" y="1"/>
                  </a:moveTo>
                  <a:cubicBezTo>
                    <a:pt x="30" y="1"/>
                    <a:pt x="1" y="30"/>
                    <a:pt x="1" y="67"/>
                  </a:cubicBezTo>
                  <a:lnTo>
                    <a:pt x="1" y="1754"/>
                  </a:lnTo>
                  <a:cubicBezTo>
                    <a:pt x="1" y="1790"/>
                    <a:pt x="30" y="1819"/>
                    <a:pt x="67" y="1819"/>
                  </a:cubicBezTo>
                  <a:lnTo>
                    <a:pt x="34265" y="1819"/>
                  </a:lnTo>
                  <a:cubicBezTo>
                    <a:pt x="34303" y="1819"/>
                    <a:pt x="34332" y="1790"/>
                    <a:pt x="34332" y="1754"/>
                  </a:cubicBezTo>
                  <a:lnTo>
                    <a:pt x="34332" y="67"/>
                  </a:lnTo>
                  <a:cubicBezTo>
                    <a:pt x="34332" y="30"/>
                    <a:pt x="34303" y="1"/>
                    <a:pt x="342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0"/>
            <p:cNvSpPr/>
            <p:nvPr/>
          </p:nvSpPr>
          <p:spPr>
            <a:xfrm>
              <a:off x="6653193" y="2543743"/>
              <a:ext cx="1061889" cy="56324"/>
            </a:xfrm>
            <a:custGeom>
              <a:avLst/>
              <a:gdLst/>
              <a:ahLst/>
              <a:cxnLst/>
              <a:rect l="l" t="t" r="r" b="b"/>
              <a:pathLst>
                <a:path w="34332" h="1821" extrusionOk="0">
                  <a:moveTo>
                    <a:pt x="67" y="1"/>
                  </a:moveTo>
                  <a:cubicBezTo>
                    <a:pt x="30" y="1"/>
                    <a:pt x="1" y="31"/>
                    <a:pt x="1" y="67"/>
                  </a:cubicBezTo>
                  <a:lnTo>
                    <a:pt x="1" y="1754"/>
                  </a:lnTo>
                  <a:cubicBezTo>
                    <a:pt x="1" y="1791"/>
                    <a:pt x="30" y="1821"/>
                    <a:pt x="67" y="1821"/>
                  </a:cubicBezTo>
                  <a:lnTo>
                    <a:pt x="34265" y="1821"/>
                  </a:lnTo>
                  <a:cubicBezTo>
                    <a:pt x="34303" y="1821"/>
                    <a:pt x="34332" y="1791"/>
                    <a:pt x="34332" y="1754"/>
                  </a:cubicBezTo>
                  <a:lnTo>
                    <a:pt x="34332" y="67"/>
                  </a:lnTo>
                  <a:cubicBezTo>
                    <a:pt x="34332" y="31"/>
                    <a:pt x="34303" y="1"/>
                    <a:pt x="342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0"/>
            <p:cNvSpPr/>
            <p:nvPr/>
          </p:nvSpPr>
          <p:spPr>
            <a:xfrm>
              <a:off x="7069998" y="1914299"/>
              <a:ext cx="393924" cy="528903"/>
            </a:xfrm>
            <a:custGeom>
              <a:avLst/>
              <a:gdLst/>
              <a:ahLst/>
              <a:cxnLst/>
              <a:rect l="l" t="t" r="r" b="b"/>
              <a:pathLst>
                <a:path w="12736" h="17100" extrusionOk="0">
                  <a:moveTo>
                    <a:pt x="2115" y="0"/>
                  </a:moveTo>
                  <a:cubicBezTo>
                    <a:pt x="947" y="0"/>
                    <a:pt x="0" y="944"/>
                    <a:pt x="0" y="2110"/>
                  </a:cubicBezTo>
                  <a:lnTo>
                    <a:pt x="0" y="13186"/>
                  </a:lnTo>
                  <a:cubicBezTo>
                    <a:pt x="0" y="14032"/>
                    <a:pt x="508" y="14797"/>
                    <a:pt x="1288" y="15128"/>
                  </a:cubicBezTo>
                  <a:lnTo>
                    <a:pt x="5541" y="16932"/>
                  </a:lnTo>
                  <a:cubicBezTo>
                    <a:pt x="5805" y="17044"/>
                    <a:pt x="6087" y="17099"/>
                    <a:pt x="6368" y="17099"/>
                  </a:cubicBezTo>
                  <a:cubicBezTo>
                    <a:pt x="6650" y="17099"/>
                    <a:pt x="6931" y="17044"/>
                    <a:pt x="7195" y="16932"/>
                  </a:cubicBezTo>
                  <a:lnTo>
                    <a:pt x="11448" y="15128"/>
                  </a:lnTo>
                  <a:cubicBezTo>
                    <a:pt x="12229" y="14797"/>
                    <a:pt x="12736" y="14032"/>
                    <a:pt x="12736" y="13186"/>
                  </a:cubicBezTo>
                  <a:lnTo>
                    <a:pt x="12736" y="2110"/>
                  </a:lnTo>
                  <a:cubicBezTo>
                    <a:pt x="12736" y="944"/>
                    <a:pt x="11789" y="0"/>
                    <a:pt x="106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0"/>
            <p:cNvSpPr/>
            <p:nvPr/>
          </p:nvSpPr>
          <p:spPr>
            <a:xfrm>
              <a:off x="7109217" y="1502877"/>
              <a:ext cx="315486" cy="260245"/>
            </a:xfrm>
            <a:custGeom>
              <a:avLst/>
              <a:gdLst/>
              <a:ahLst/>
              <a:cxnLst/>
              <a:rect l="l" t="t" r="r" b="b"/>
              <a:pathLst>
                <a:path w="10200" h="8414" extrusionOk="0">
                  <a:moveTo>
                    <a:pt x="416" y="0"/>
                  </a:moveTo>
                  <a:cubicBezTo>
                    <a:pt x="186" y="0"/>
                    <a:pt x="0" y="186"/>
                    <a:pt x="0" y="416"/>
                  </a:cubicBezTo>
                  <a:lnTo>
                    <a:pt x="0" y="8300"/>
                  </a:lnTo>
                  <a:cubicBezTo>
                    <a:pt x="0" y="8363"/>
                    <a:pt x="51" y="8414"/>
                    <a:pt x="114" y="8414"/>
                  </a:cubicBezTo>
                  <a:lnTo>
                    <a:pt x="10087" y="8414"/>
                  </a:lnTo>
                  <a:cubicBezTo>
                    <a:pt x="10149" y="8414"/>
                    <a:pt x="10200" y="8363"/>
                    <a:pt x="10200" y="8300"/>
                  </a:cubicBezTo>
                  <a:lnTo>
                    <a:pt x="10200" y="416"/>
                  </a:lnTo>
                  <a:cubicBezTo>
                    <a:pt x="10200" y="186"/>
                    <a:pt x="10014" y="0"/>
                    <a:pt x="9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0"/>
            <p:cNvSpPr/>
            <p:nvPr/>
          </p:nvSpPr>
          <p:spPr>
            <a:xfrm>
              <a:off x="7720351" y="1471205"/>
              <a:ext cx="63437" cy="88398"/>
            </a:xfrm>
            <a:custGeom>
              <a:avLst/>
              <a:gdLst/>
              <a:ahLst/>
              <a:cxnLst/>
              <a:rect l="l" t="t" r="r" b="b"/>
              <a:pathLst>
                <a:path w="2051" h="2858" extrusionOk="0">
                  <a:moveTo>
                    <a:pt x="0" y="0"/>
                  </a:moveTo>
                  <a:lnTo>
                    <a:pt x="0" y="2857"/>
                  </a:lnTo>
                  <a:lnTo>
                    <a:pt x="2051" y="2857"/>
                  </a:lnTo>
                  <a:lnTo>
                    <a:pt x="205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0"/>
            <p:cNvSpPr/>
            <p:nvPr/>
          </p:nvSpPr>
          <p:spPr>
            <a:xfrm>
              <a:off x="7590757" y="1240441"/>
              <a:ext cx="253843" cy="253193"/>
            </a:xfrm>
            <a:custGeom>
              <a:avLst/>
              <a:gdLst/>
              <a:ahLst/>
              <a:cxnLst/>
              <a:rect l="l" t="t" r="r" b="b"/>
              <a:pathLst>
                <a:path w="8207" h="8186" extrusionOk="0">
                  <a:moveTo>
                    <a:pt x="4104" y="1"/>
                  </a:moveTo>
                  <a:cubicBezTo>
                    <a:pt x="1839" y="1"/>
                    <a:pt x="1" y="1833"/>
                    <a:pt x="1" y="4093"/>
                  </a:cubicBezTo>
                  <a:cubicBezTo>
                    <a:pt x="1" y="6354"/>
                    <a:pt x="1839" y="8186"/>
                    <a:pt x="4104" y="8186"/>
                  </a:cubicBezTo>
                  <a:cubicBezTo>
                    <a:pt x="6370" y="8186"/>
                    <a:pt x="8207" y="6354"/>
                    <a:pt x="8207" y="4093"/>
                  </a:cubicBezTo>
                  <a:cubicBezTo>
                    <a:pt x="8207" y="1833"/>
                    <a:pt x="6370" y="1"/>
                    <a:pt x="41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0"/>
            <p:cNvSpPr/>
            <p:nvPr/>
          </p:nvSpPr>
          <p:spPr>
            <a:xfrm>
              <a:off x="6701010" y="1894164"/>
              <a:ext cx="241625" cy="240574"/>
            </a:xfrm>
            <a:custGeom>
              <a:avLst/>
              <a:gdLst/>
              <a:ahLst/>
              <a:cxnLst/>
              <a:rect l="l" t="t" r="r" b="b"/>
              <a:pathLst>
                <a:path w="7812" h="7778" extrusionOk="0">
                  <a:moveTo>
                    <a:pt x="4399" y="0"/>
                  </a:moveTo>
                  <a:cubicBezTo>
                    <a:pt x="3021" y="0"/>
                    <a:pt x="1603" y="974"/>
                    <a:pt x="901" y="2546"/>
                  </a:cubicBezTo>
                  <a:cubicBezTo>
                    <a:pt x="0" y="4560"/>
                    <a:pt x="616" y="6794"/>
                    <a:pt x="2277" y="7537"/>
                  </a:cubicBezTo>
                  <a:cubicBezTo>
                    <a:pt x="2641" y="7700"/>
                    <a:pt x="3026" y="7777"/>
                    <a:pt x="3414" y="7777"/>
                  </a:cubicBezTo>
                  <a:cubicBezTo>
                    <a:pt x="4791" y="7777"/>
                    <a:pt x="6209" y="6803"/>
                    <a:pt x="6912" y="5232"/>
                  </a:cubicBezTo>
                  <a:cubicBezTo>
                    <a:pt x="7811" y="3217"/>
                    <a:pt x="7197" y="983"/>
                    <a:pt x="5536" y="240"/>
                  </a:cubicBezTo>
                  <a:cubicBezTo>
                    <a:pt x="5171" y="78"/>
                    <a:pt x="4787" y="0"/>
                    <a:pt x="4399"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0"/>
            <p:cNvSpPr/>
            <p:nvPr/>
          </p:nvSpPr>
          <p:spPr>
            <a:xfrm>
              <a:off x="6717743" y="1882411"/>
              <a:ext cx="209303" cy="208839"/>
            </a:xfrm>
            <a:custGeom>
              <a:avLst/>
              <a:gdLst/>
              <a:ahLst/>
              <a:cxnLst/>
              <a:rect l="l" t="t" r="r" b="b"/>
              <a:pathLst>
                <a:path w="6767" h="6752" extrusionOk="0">
                  <a:moveTo>
                    <a:pt x="3384" y="1"/>
                  </a:moveTo>
                  <a:cubicBezTo>
                    <a:pt x="1515" y="1"/>
                    <a:pt x="0" y="1512"/>
                    <a:pt x="0" y="3376"/>
                  </a:cubicBezTo>
                  <a:cubicBezTo>
                    <a:pt x="0" y="5241"/>
                    <a:pt x="1515" y="6752"/>
                    <a:pt x="3384" y="6752"/>
                  </a:cubicBezTo>
                  <a:cubicBezTo>
                    <a:pt x="5252" y="6752"/>
                    <a:pt x="6767" y="5241"/>
                    <a:pt x="6767" y="3376"/>
                  </a:cubicBezTo>
                  <a:cubicBezTo>
                    <a:pt x="6767" y="1512"/>
                    <a:pt x="5252" y="1"/>
                    <a:pt x="33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0"/>
            <p:cNvSpPr/>
            <p:nvPr/>
          </p:nvSpPr>
          <p:spPr>
            <a:xfrm>
              <a:off x="6778550" y="1882411"/>
              <a:ext cx="148495" cy="140268"/>
            </a:xfrm>
            <a:custGeom>
              <a:avLst/>
              <a:gdLst/>
              <a:ahLst/>
              <a:cxnLst/>
              <a:rect l="l" t="t" r="r" b="b"/>
              <a:pathLst>
                <a:path w="4801" h="4535" extrusionOk="0">
                  <a:moveTo>
                    <a:pt x="1418" y="1"/>
                  </a:moveTo>
                  <a:cubicBezTo>
                    <a:pt x="960" y="1"/>
                    <a:pt x="524" y="93"/>
                    <a:pt x="126" y="257"/>
                  </a:cubicBezTo>
                  <a:cubicBezTo>
                    <a:pt x="46" y="544"/>
                    <a:pt x="0" y="846"/>
                    <a:pt x="0" y="1159"/>
                  </a:cubicBezTo>
                  <a:cubicBezTo>
                    <a:pt x="0" y="3024"/>
                    <a:pt x="1515" y="4534"/>
                    <a:pt x="3384" y="4534"/>
                  </a:cubicBezTo>
                  <a:cubicBezTo>
                    <a:pt x="3842" y="4534"/>
                    <a:pt x="4277" y="4443"/>
                    <a:pt x="4675" y="4278"/>
                  </a:cubicBezTo>
                  <a:cubicBezTo>
                    <a:pt x="4755" y="3991"/>
                    <a:pt x="4801" y="3689"/>
                    <a:pt x="4801" y="3376"/>
                  </a:cubicBezTo>
                  <a:cubicBezTo>
                    <a:pt x="4801" y="1512"/>
                    <a:pt x="3286" y="1"/>
                    <a:pt x="1418"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0"/>
            <p:cNvSpPr/>
            <p:nvPr/>
          </p:nvSpPr>
          <p:spPr>
            <a:xfrm>
              <a:off x="6763333" y="1934527"/>
              <a:ext cx="104915" cy="104667"/>
            </a:xfrm>
            <a:custGeom>
              <a:avLst/>
              <a:gdLst/>
              <a:ahLst/>
              <a:cxnLst/>
              <a:rect l="l" t="t" r="r" b="b"/>
              <a:pathLst>
                <a:path w="3392" h="3384" extrusionOk="0">
                  <a:moveTo>
                    <a:pt x="1696" y="1"/>
                  </a:moveTo>
                  <a:cubicBezTo>
                    <a:pt x="760" y="1"/>
                    <a:pt x="1" y="758"/>
                    <a:pt x="1" y="1691"/>
                  </a:cubicBezTo>
                  <a:cubicBezTo>
                    <a:pt x="1" y="2626"/>
                    <a:pt x="760" y="3383"/>
                    <a:pt x="1696" y="3383"/>
                  </a:cubicBezTo>
                  <a:cubicBezTo>
                    <a:pt x="2632" y="3383"/>
                    <a:pt x="3392" y="2626"/>
                    <a:pt x="3392" y="1691"/>
                  </a:cubicBezTo>
                  <a:cubicBezTo>
                    <a:pt x="3392" y="758"/>
                    <a:pt x="2632" y="1"/>
                    <a:pt x="16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0"/>
            <p:cNvSpPr/>
            <p:nvPr/>
          </p:nvSpPr>
          <p:spPr>
            <a:xfrm>
              <a:off x="6428491" y="1943311"/>
              <a:ext cx="432711" cy="87068"/>
            </a:xfrm>
            <a:custGeom>
              <a:avLst/>
              <a:gdLst/>
              <a:ahLst/>
              <a:cxnLst/>
              <a:rect l="l" t="t" r="r" b="b"/>
              <a:pathLst>
                <a:path w="13990" h="2815" extrusionOk="0">
                  <a:moveTo>
                    <a:pt x="1411" y="0"/>
                  </a:moveTo>
                  <a:cubicBezTo>
                    <a:pt x="632" y="0"/>
                    <a:pt x="1" y="631"/>
                    <a:pt x="1" y="1407"/>
                  </a:cubicBezTo>
                  <a:cubicBezTo>
                    <a:pt x="1" y="2185"/>
                    <a:pt x="632" y="2814"/>
                    <a:pt x="1411" y="2814"/>
                  </a:cubicBezTo>
                  <a:lnTo>
                    <a:pt x="12579" y="2814"/>
                  </a:lnTo>
                  <a:cubicBezTo>
                    <a:pt x="13358" y="2814"/>
                    <a:pt x="13990" y="2185"/>
                    <a:pt x="13990" y="1407"/>
                  </a:cubicBezTo>
                  <a:cubicBezTo>
                    <a:pt x="13990" y="631"/>
                    <a:pt x="13358" y="0"/>
                    <a:pt x="1257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0"/>
            <p:cNvSpPr/>
            <p:nvPr/>
          </p:nvSpPr>
          <p:spPr>
            <a:xfrm>
              <a:off x="6428491" y="1943311"/>
              <a:ext cx="432711" cy="87068"/>
            </a:xfrm>
            <a:custGeom>
              <a:avLst/>
              <a:gdLst/>
              <a:ahLst/>
              <a:cxnLst/>
              <a:rect l="l" t="t" r="r" b="b"/>
              <a:pathLst>
                <a:path w="13990" h="2815" extrusionOk="0">
                  <a:moveTo>
                    <a:pt x="1411" y="0"/>
                  </a:moveTo>
                  <a:cubicBezTo>
                    <a:pt x="632" y="0"/>
                    <a:pt x="1" y="631"/>
                    <a:pt x="1" y="1407"/>
                  </a:cubicBezTo>
                  <a:cubicBezTo>
                    <a:pt x="1" y="2185"/>
                    <a:pt x="632" y="2814"/>
                    <a:pt x="1411" y="2814"/>
                  </a:cubicBezTo>
                  <a:lnTo>
                    <a:pt x="12579" y="2814"/>
                  </a:lnTo>
                  <a:cubicBezTo>
                    <a:pt x="13358" y="2814"/>
                    <a:pt x="13990" y="2185"/>
                    <a:pt x="13990" y="1407"/>
                  </a:cubicBezTo>
                  <a:cubicBezTo>
                    <a:pt x="13990" y="1349"/>
                    <a:pt x="13979" y="1294"/>
                    <a:pt x="13973" y="1237"/>
                  </a:cubicBezTo>
                  <a:lnTo>
                    <a:pt x="3206" y="1237"/>
                  </a:lnTo>
                  <a:cubicBezTo>
                    <a:pt x="2486" y="1237"/>
                    <a:pt x="1898" y="696"/>
                    <a:pt x="1812"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0"/>
            <p:cNvSpPr/>
            <p:nvPr/>
          </p:nvSpPr>
          <p:spPr>
            <a:xfrm>
              <a:off x="7676184" y="2665852"/>
              <a:ext cx="139371" cy="324548"/>
            </a:xfrm>
            <a:custGeom>
              <a:avLst/>
              <a:gdLst/>
              <a:ahLst/>
              <a:cxnLst/>
              <a:rect l="l" t="t" r="r" b="b"/>
              <a:pathLst>
                <a:path w="4506" h="10493" extrusionOk="0">
                  <a:moveTo>
                    <a:pt x="1161" y="1"/>
                  </a:moveTo>
                  <a:cubicBezTo>
                    <a:pt x="390" y="1345"/>
                    <a:pt x="1" y="3317"/>
                    <a:pt x="108" y="5539"/>
                  </a:cubicBezTo>
                  <a:lnTo>
                    <a:pt x="2621" y="10492"/>
                  </a:lnTo>
                  <a:lnTo>
                    <a:pt x="4505" y="10492"/>
                  </a:lnTo>
                  <a:lnTo>
                    <a:pt x="116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0"/>
            <p:cNvSpPr/>
            <p:nvPr/>
          </p:nvSpPr>
          <p:spPr>
            <a:xfrm>
              <a:off x="6551652" y="2703122"/>
              <a:ext cx="152887" cy="287278"/>
            </a:xfrm>
            <a:custGeom>
              <a:avLst/>
              <a:gdLst/>
              <a:ahLst/>
              <a:cxnLst/>
              <a:rect l="l" t="t" r="r" b="b"/>
              <a:pathLst>
                <a:path w="4943" h="9288" extrusionOk="0">
                  <a:moveTo>
                    <a:pt x="2850" y="1"/>
                  </a:moveTo>
                  <a:lnTo>
                    <a:pt x="0" y="9287"/>
                  </a:lnTo>
                  <a:lnTo>
                    <a:pt x="1883" y="9287"/>
                  </a:lnTo>
                  <a:lnTo>
                    <a:pt x="4943" y="3114"/>
                  </a:lnTo>
                  <a:cubicBezTo>
                    <a:pt x="4471" y="1683"/>
                    <a:pt x="3733" y="573"/>
                    <a:pt x="28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0"/>
            <p:cNvSpPr/>
            <p:nvPr/>
          </p:nvSpPr>
          <p:spPr>
            <a:xfrm>
              <a:off x="6922929" y="2654532"/>
              <a:ext cx="609538" cy="198694"/>
            </a:xfrm>
            <a:custGeom>
              <a:avLst/>
              <a:gdLst/>
              <a:ahLst/>
              <a:cxnLst/>
              <a:rect l="l" t="t" r="r" b="b"/>
              <a:pathLst>
                <a:path w="19707" h="6424" extrusionOk="0">
                  <a:moveTo>
                    <a:pt x="10339" y="1"/>
                  </a:moveTo>
                  <a:cubicBezTo>
                    <a:pt x="5461" y="1"/>
                    <a:pt x="1339" y="1816"/>
                    <a:pt x="1" y="4307"/>
                  </a:cubicBezTo>
                  <a:cubicBezTo>
                    <a:pt x="2961" y="5458"/>
                    <a:pt x="6209" y="6424"/>
                    <a:pt x="8778" y="6424"/>
                  </a:cubicBezTo>
                  <a:cubicBezTo>
                    <a:pt x="12128" y="6424"/>
                    <a:pt x="16408" y="4687"/>
                    <a:pt x="19707" y="3045"/>
                  </a:cubicBezTo>
                  <a:cubicBezTo>
                    <a:pt x="17843" y="1226"/>
                    <a:pt x="14349" y="1"/>
                    <a:pt x="10339"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30"/>
            <p:cNvSpPr/>
            <p:nvPr/>
          </p:nvSpPr>
          <p:spPr>
            <a:xfrm>
              <a:off x="6862647" y="2543743"/>
              <a:ext cx="709627" cy="56324"/>
            </a:xfrm>
            <a:custGeom>
              <a:avLst/>
              <a:gdLst/>
              <a:ahLst/>
              <a:cxnLst/>
              <a:rect l="l" t="t" r="r" b="b"/>
              <a:pathLst>
                <a:path w="22943" h="1821" extrusionOk="0">
                  <a:moveTo>
                    <a:pt x="2229" y="1"/>
                  </a:moveTo>
                  <a:cubicBezTo>
                    <a:pt x="1215" y="614"/>
                    <a:pt x="450" y="1233"/>
                    <a:pt x="1" y="1821"/>
                  </a:cubicBezTo>
                  <a:lnTo>
                    <a:pt x="19439" y="1821"/>
                  </a:lnTo>
                  <a:cubicBezTo>
                    <a:pt x="20827" y="1237"/>
                    <a:pt x="22017" y="619"/>
                    <a:pt x="22943"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30"/>
            <p:cNvSpPr/>
            <p:nvPr/>
          </p:nvSpPr>
          <p:spPr>
            <a:xfrm>
              <a:off x="7085618" y="1929949"/>
              <a:ext cx="370665" cy="497633"/>
            </a:xfrm>
            <a:custGeom>
              <a:avLst/>
              <a:gdLst/>
              <a:ahLst/>
              <a:cxnLst/>
              <a:rect l="l" t="t" r="r" b="b"/>
              <a:pathLst>
                <a:path w="11984" h="16089" extrusionOk="0">
                  <a:moveTo>
                    <a:pt x="1990" y="0"/>
                  </a:moveTo>
                  <a:cubicBezTo>
                    <a:pt x="891" y="0"/>
                    <a:pt x="0" y="889"/>
                    <a:pt x="0" y="1985"/>
                  </a:cubicBezTo>
                  <a:lnTo>
                    <a:pt x="0" y="12406"/>
                  </a:lnTo>
                  <a:cubicBezTo>
                    <a:pt x="0" y="13203"/>
                    <a:pt x="477" y="13921"/>
                    <a:pt x="1211" y="14233"/>
                  </a:cubicBezTo>
                  <a:lnTo>
                    <a:pt x="5213" y="15930"/>
                  </a:lnTo>
                  <a:cubicBezTo>
                    <a:pt x="5462" y="16035"/>
                    <a:pt x="5727" y="16088"/>
                    <a:pt x="5992" y="16088"/>
                  </a:cubicBezTo>
                  <a:cubicBezTo>
                    <a:pt x="6256" y="16088"/>
                    <a:pt x="6521" y="16035"/>
                    <a:pt x="6770" y="15930"/>
                  </a:cubicBezTo>
                  <a:lnTo>
                    <a:pt x="10771" y="14233"/>
                  </a:lnTo>
                  <a:cubicBezTo>
                    <a:pt x="11506" y="13921"/>
                    <a:pt x="11983" y="13203"/>
                    <a:pt x="11983" y="12406"/>
                  </a:cubicBezTo>
                  <a:lnTo>
                    <a:pt x="11983" y="1985"/>
                  </a:lnTo>
                  <a:cubicBezTo>
                    <a:pt x="11983" y="889"/>
                    <a:pt x="11092" y="0"/>
                    <a:pt x="99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30"/>
            <p:cNvSpPr/>
            <p:nvPr/>
          </p:nvSpPr>
          <p:spPr>
            <a:xfrm>
              <a:off x="7126383" y="1512650"/>
              <a:ext cx="291763" cy="240697"/>
            </a:xfrm>
            <a:custGeom>
              <a:avLst/>
              <a:gdLst/>
              <a:ahLst/>
              <a:cxnLst/>
              <a:rect l="l" t="t" r="r" b="b"/>
              <a:pathLst>
                <a:path w="9433" h="7782" extrusionOk="0">
                  <a:moveTo>
                    <a:pt x="385" y="1"/>
                  </a:moveTo>
                  <a:cubicBezTo>
                    <a:pt x="172" y="1"/>
                    <a:pt x="1" y="172"/>
                    <a:pt x="1" y="385"/>
                  </a:cubicBezTo>
                  <a:lnTo>
                    <a:pt x="1" y="7676"/>
                  </a:lnTo>
                  <a:cubicBezTo>
                    <a:pt x="1" y="7734"/>
                    <a:pt x="47" y="7781"/>
                    <a:pt x="105" y="7781"/>
                  </a:cubicBezTo>
                  <a:lnTo>
                    <a:pt x="9328" y="7781"/>
                  </a:lnTo>
                  <a:cubicBezTo>
                    <a:pt x="9385" y="7781"/>
                    <a:pt x="9432" y="7734"/>
                    <a:pt x="9432" y="7676"/>
                  </a:cubicBezTo>
                  <a:lnTo>
                    <a:pt x="9432" y="385"/>
                  </a:lnTo>
                  <a:cubicBezTo>
                    <a:pt x="9432" y="172"/>
                    <a:pt x="9260" y="1"/>
                    <a:pt x="90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30"/>
            <p:cNvSpPr/>
            <p:nvPr/>
          </p:nvSpPr>
          <p:spPr>
            <a:xfrm>
              <a:off x="7619181" y="1268803"/>
              <a:ext cx="196993" cy="196498"/>
            </a:xfrm>
            <a:custGeom>
              <a:avLst/>
              <a:gdLst/>
              <a:ahLst/>
              <a:cxnLst/>
              <a:rect l="l" t="t" r="r" b="b"/>
              <a:pathLst>
                <a:path w="6369" h="6353" extrusionOk="0">
                  <a:moveTo>
                    <a:pt x="3185" y="0"/>
                  </a:moveTo>
                  <a:cubicBezTo>
                    <a:pt x="1427" y="0"/>
                    <a:pt x="1" y="1422"/>
                    <a:pt x="1" y="3176"/>
                  </a:cubicBezTo>
                  <a:cubicBezTo>
                    <a:pt x="1" y="4931"/>
                    <a:pt x="1427" y="6352"/>
                    <a:pt x="3185" y="6352"/>
                  </a:cubicBezTo>
                  <a:cubicBezTo>
                    <a:pt x="4944" y="6352"/>
                    <a:pt x="6369" y="4931"/>
                    <a:pt x="6369" y="3176"/>
                  </a:cubicBezTo>
                  <a:cubicBezTo>
                    <a:pt x="6369" y="1422"/>
                    <a:pt x="4944" y="0"/>
                    <a:pt x="31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30"/>
            <p:cNvSpPr/>
            <p:nvPr/>
          </p:nvSpPr>
          <p:spPr>
            <a:xfrm>
              <a:off x="7627965" y="1277525"/>
              <a:ext cx="179487" cy="179054"/>
            </a:xfrm>
            <a:custGeom>
              <a:avLst/>
              <a:gdLst/>
              <a:ahLst/>
              <a:cxnLst/>
              <a:rect l="l" t="t" r="r" b="b"/>
              <a:pathLst>
                <a:path w="5803" h="5789" extrusionOk="0">
                  <a:moveTo>
                    <a:pt x="2901" y="1"/>
                  </a:moveTo>
                  <a:cubicBezTo>
                    <a:pt x="1299" y="1"/>
                    <a:pt x="1" y="1297"/>
                    <a:pt x="1" y="2894"/>
                  </a:cubicBezTo>
                  <a:cubicBezTo>
                    <a:pt x="1" y="4493"/>
                    <a:pt x="1299" y="5789"/>
                    <a:pt x="2901" y="5789"/>
                  </a:cubicBezTo>
                  <a:cubicBezTo>
                    <a:pt x="4503" y="5789"/>
                    <a:pt x="5802" y="4493"/>
                    <a:pt x="5802" y="2894"/>
                  </a:cubicBezTo>
                  <a:cubicBezTo>
                    <a:pt x="5802" y="1297"/>
                    <a:pt x="4503" y="1"/>
                    <a:pt x="29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30"/>
            <p:cNvSpPr/>
            <p:nvPr/>
          </p:nvSpPr>
          <p:spPr>
            <a:xfrm>
              <a:off x="7632264" y="1277525"/>
              <a:ext cx="175188" cy="138845"/>
            </a:xfrm>
            <a:custGeom>
              <a:avLst/>
              <a:gdLst/>
              <a:ahLst/>
              <a:cxnLst/>
              <a:rect l="l" t="t" r="r" b="b"/>
              <a:pathLst>
                <a:path w="5664" h="4489" extrusionOk="0">
                  <a:moveTo>
                    <a:pt x="2762" y="1"/>
                  </a:moveTo>
                  <a:cubicBezTo>
                    <a:pt x="1469" y="1"/>
                    <a:pt x="375" y="845"/>
                    <a:pt x="1" y="2011"/>
                  </a:cubicBezTo>
                  <a:cubicBezTo>
                    <a:pt x="519" y="1228"/>
                    <a:pt x="1409" y="711"/>
                    <a:pt x="2421" y="711"/>
                  </a:cubicBezTo>
                  <a:cubicBezTo>
                    <a:pt x="4022" y="711"/>
                    <a:pt x="5321" y="2007"/>
                    <a:pt x="5321" y="3606"/>
                  </a:cubicBezTo>
                  <a:cubicBezTo>
                    <a:pt x="5321" y="3913"/>
                    <a:pt x="5272" y="4209"/>
                    <a:pt x="5182" y="4488"/>
                  </a:cubicBezTo>
                  <a:cubicBezTo>
                    <a:pt x="5486" y="4031"/>
                    <a:pt x="5663" y="3484"/>
                    <a:pt x="5663" y="2894"/>
                  </a:cubicBezTo>
                  <a:cubicBezTo>
                    <a:pt x="5663" y="1297"/>
                    <a:pt x="4364" y="1"/>
                    <a:pt x="2762"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30"/>
            <p:cNvSpPr/>
            <p:nvPr/>
          </p:nvSpPr>
          <p:spPr>
            <a:xfrm>
              <a:off x="7010274" y="1019327"/>
              <a:ext cx="678852" cy="56293"/>
            </a:xfrm>
            <a:custGeom>
              <a:avLst/>
              <a:gdLst/>
              <a:ahLst/>
              <a:cxnLst/>
              <a:rect l="l" t="t" r="r" b="b"/>
              <a:pathLst>
                <a:path w="21948" h="1820" extrusionOk="0">
                  <a:moveTo>
                    <a:pt x="2457" y="1"/>
                  </a:moveTo>
                  <a:cubicBezTo>
                    <a:pt x="1396" y="614"/>
                    <a:pt x="558" y="1232"/>
                    <a:pt x="0" y="1819"/>
                  </a:cubicBezTo>
                  <a:lnTo>
                    <a:pt x="18434" y="1819"/>
                  </a:lnTo>
                  <a:cubicBezTo>
                    <a:pt x="19801" y="1234"/>
                    <a:pt x="20992" y="615"/>
                    <a:pt x="21947"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30"/>
            <p:cNvSpPr/>
            <p:nvPr/>
          </p:nvSpPr>
          <p:spPr>
            <a:xfrm>
              <a:off x="7167333" y="1518960"/>
              <a:ext cx="241501" cy="234388"/>
            </a:xfrm>
            <a:custGeom>
              <a:avLst/>
              <a:gdLst/>
              <a:ahLst/>
              <a:cxnLst/>
              <a:rect l="l" t="t" r="r" b="b"/>
              <a:pathLst>
                <a:path w="7808" h="7578" extrusionOk="0">
                  <a:moveTo>
                    <a:pt x="5383" y="1"/>
                  </a:moveTo>
                  <a:cubicBezTo>
                    <a:pt x="5275" y="931"/>
                    <a:pt x="5023" y="1902"/>
                    <a:pt x="4607" y="2863"/>
                  </a:cubicBezTo>
                  <a:cubicBezTo>
                    <a:pt x="3566" y="5266"/>
                    <a:pt x="1790" y="6987"/>
                    <a:pt x="0" y="7577"/>
                  </a:cubicBezTo>
                  <a:lnTo>
                    <a:pt x="2987" y="7577"/>
                  </a:lnTo>
                  <a:cubicBezTo>
                    <a:pt x="3062" y="7370"/>
                    <a:pt x="3141" y="7162"/>
                    <a:pt x="3232" y="6955"/>
                  </a:cubicBezTo>
                  <a:cubicBezTo>
                    <a:pt x="4266" y="4567"/>
                    <a:pt x="6028" y="2851"/>
                    <a:pt x="7808" y="2252"/>
                  </a:cubicBezTo>
                  <a:cubicBezTo>
                    <a:pt x="7368" y="1191"/>
                    <a:pt x="6482" y="364"/>
                    <a:pt x="5383"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0"/>
            <p:cNvSpPr/>
            <p:nvPr/>
          </p:nvSpPr>
          <p:spPr>
            <a:xfrm>
              <a:off x="7119269" y="1929949"/>
              <a:ext cx="331910" cy="481704"/>
            </a:xfrm>
            <a:custGeom>
              <a:avLst/>
              <a:gdLst/>
              <a:ahLst/>
              <a:cxnLst/>
              <a:rect l="l" t="t" r="r" b="b"/>
              <a:pathLst>
                <a:path w="10731" h="15574" extrusionOk="0">
                  <a:moveTo>
                    <a:pt x="6128" y="0"/>
                  </a:moveTo>
                  <a:cubicBezTo>
                    <a:pt x="5977" y="1734"/>
                    <a:pt x="5617" y="3564"/>
                    <a:pt x="5026" y="5414"/>
                  </a:cubicBezTo>
                  <a:cubicBezTo>
                    <a:pt x="3873" y="9028"/>
                    <a:pt x="2054" y="12079"/>
                    <a:pt x="0" y="14170"/>
                  </a:cubicBezTo>
                  <a:cubicBezTo>
                    <a:pt x="41" y="14191"/>
                    <a:pt x="81" y="14215"/>
                    <a:pt x="123" y="14233"/>
                  </a:cubicBezTo>
                  <a:lnTo>
                    <a:pt x="3284" y="15573"/>
                  </a:lnTo>
                  <a:cubicBezTo>
                    <a:pt x="3473" y="14163"/>
                    <a:pt x="3798" y="12700"/>
                    <a:pt x="4268" y="11226"/>
                  </a:cubicBezTo>
                  <a:cubicBezTo>
                    <a:pt x="5684" y="6788"/>
                    <a:pt x="8103" y="3200"/>
                    <a:pt x="10731" y="1197"/>
                  </a:cubicBezTo>
                  <a:cubicBezTo>
                    <a:pt x="10425" y="493"/>
                    <a:pt x="9723" y="0"/>
                    <a:pt x="8905"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30"/>
            <p:cNvSpPr/>
            <p:nvPr/>
          </p:nvSpPr>
          <p:spPr>
            <a:xfrm>
              <a:off x="7130806" y="1987911"/>
              <a:ext cx="37054" cy="208932"/>
            </a:xfrm>
            <a:custGeom>
              <a:avLst/>
              <a:gdLst/>
              <a:ahLst/>
              <a:cxnLst/>
              <a:rect l="l" t="t" r="r" b="b"/>
              <a:pathLst>
                <a:path w="1198" h="6755" extrusionOk="0">
                  <a:moveTo>
                    <a:pt x="599" y="0"/>
                  </a:moveTo>
                  <a:cubicBezTo>
                    <a:pt x="268" y="0"/>
                    <a:pt x="0" y="268"/>
                    <a:pt x="0" y="598"/>
                  </a:cubicBezTo>
                  <a:lnTo>
                    <a:pt x="0" y="6158"/>
                  </a:lnTo>
                  <a:cubicBezTo>
                    <a:pt x="0" y="6488"/>
                    <a:pt x="268" y="6754"/>
                    <a:pt x="599" y="6754"/>
                  </a:cubicBezTo>
                  <a:cubicBezTo>
                    <a:pt x="929" y="6754"/>
                    <a:pt x="1197" y="6488"/>
                    <a:pt x="1197" y="6158"/>
                  </a:cubicBezTo>
                  <a:lnTo>
                    <a:pt x="1197" y="598"/>
                  </a:lnTo>
                  <a:cubicBezTo>
                    <a:pt x="1197" y="268"/>
                    <a:pt x="929" y="0"/>
                    <a:pt x="5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30"/>
            <p:cNvSpPr/>
            <p:nvPr/>
          </p:nvSpPr>
          <p:spPr>
            <a:xfrm>
              <a:off x="7135909" y="2003097"/>
              <a:ext cx="23321" cy="178590"/>
            </a:xfrm>
            <a:custGeom>
              <a:avLst/>
              <a:gdLst/>
              <a:ahLst/>
              <a:cxnLst/>
              <a:rect l="l" t="t" r="r" b="b"/>
              <a:pathLst>
                <a:path w="754" h="5774" extrusionOk="0">
                  <a:moveTo>
                    <a:pt x="376" y="1"/>
                  </a:moveTo>
                  <a:cubicBezTo>
                    <a:pt x="169" y="1"/>
                    <a:pt x="1" y="169"/>
                    <a:pt x="1" y="375"/>
                  </a:cubicBezTo>
                  <a:lnTo>
                    <a:pt x="1" y="5398"/>
                  </a:lnTo>
                  <a:cubicBezTo>
                    <a:pt x="1" y="5605"/>
                    <a:pt x="169" y="5773"/>
                    <a:pt x="376" y="5773"/>
                  </a:cubicBezTo>
                  <a:cubicBezTo>
                    <a:pt x="585" y="5773"/>
                    <a:pt x="753" y="5605"/>
                    <a:pt x="753" y="5398"/>
                  </a:cubicBezTo>
                  <a:lnTo>
                    <a:pt x="753" y="375"/>
                  </a:lnTo>
                  <a:cubicBezTo>
                    <a:pt x="753" y="169"/>
                    <a:pt x="584" y="1"/>
                    <a:pt x="3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30"/>
            <p:cNvSpPr/>
            <p:nvPr/>
          </p:nvSpPr>
          <p:spPr>
            <a:xfrm>
              <a:off x="7211841" y="1987911"/>
              <a:ext cx="37085" cy="208932"/>
            </a:xfrm>
            <a:custGeom>
              <a:avLst/>
              <a:gdLst/>
              <a:ahLst/>
              <a:cxnLst/>
              <a:rect l="l" t="t" r="r" b="b"/>
              <a:pathLst>
                <a:path w="1199" h="6755" extrusionOk="0">
                  <a:moveTo>
                    <a:pt x="600" y="0"/>
                  </a:moveTo>
                  <a:cubicBezTo>
                    <a:pt x="269" y="0"/>
                    <a:pt x="1" y="268"/>
                    <a:pt x="1" y="598"/>
                  </a:cubicBezTo>
                  <a:lnTo>
                    <a:pt x="1" y="6158"/>
                  </a:lnTo>
                  <a:cubicBezTo>
                    <a:pt x="1" y="6488"/>
                    <a:pt x="269" y="6754"/>
                    <a:pt x="600" y="6754"/>
                  </a:cubicBezTo>
                  <a:cubicBezTo>
                    <a:pt x="931" y="6754"/>
                    <a:pt x="1199" y="6488"/>
                    <a:pt x="1199" y="6158"/>
                  </a:cubicBezTo>
                  <a:lnTo>
                    <a:pt x="1199" y="598"/>
                  </a:lnTo>
                  <a:cubicBezTo>
                    <a:pt x="1199" y="268"/>
                    <a:pt x="931" y="0"/>
                    <a:pt x="6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30"/>
            <p:cNvSpPr/>
            <p:nvPr/>
          </p:nvSpPr>
          <p:spPr>
            <a:xfrm>
              <a:off x="7216975" y="2003097"/>
              <a:ext cx="23290" cy="178590"/>
            </a:xfrm>
            <a:custGeom>
              <a:avLst/>
              <a:gdLst/>
              <a:ahLst/>
              <a:cxnLst/>
              <a:rect l="l" t="t" r="r" b="b"/>
              <a:pathLst>
                <a:path w="753" h="5774" extrusionOk="0">
                  <a:moveTo>
                    <a:pt x="377" y="1"/>
                  </a:moveTo>
                  <a:cubicBezTo>
                    <a:pt x="169" y="1"/>
                    <a:pt x="0" y="169"/>
                    <a:pt x="0" y="375"/>
                  </a:cubicBezTo>
                  <a:lnTo>
                    <a:pt x="0" y="5398"/>
                  </a:lnTo>
                  <a:cubicBezTo>
                    <a:pt x="0" y="5605"/>
                    <a:pt x="169" y="5773"/>
                    <a:pt x="377" y="5773"/>
                  </a:cubicBezTo>
                  <a:cubicBezTo>
                    <a:pt x="585" y="5773"/>
                    <a:pt x="753" y="5605"/>
                    <a:pt x="753" y="5398"/>
                  </a:cubicBezTo>
                  <a:lnTo>
                    <a:pt x="753" y="375"/>
                  </a:lnTo>
                  <a:cubicBezTo>
                    <a:pt x="753" y="169"/>
                    <a:pt x="585"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30"/>
            <p:cNvSpPr/>
            <p:nvPr/>
          </p:nvSpPr>
          <p:spPr>
            <a:xfrm>
              <a:off x="7292938" y="1987911"/>
              <a:ext cx="37054" cy="208932"/>
            </a:xfrm>
            <a:custGeom>
              <a:avLst/>
              <a:gdLst/>
              <a:ahLst/>
              <a:cxnLst/>
              <a:rect l="l" t="t" r="r" b="b"/>
              <a:pathLst>
                <a:path w="1198" h="6755" extrusionOk="0">
                  <a:moveTo>
                    <a:pt x="600" y="0"/>
                  </a:moveTo>
                  <a:cubicBezTo>
                    <a:pt x="269" y="0"/>
                    <a:pt x="1" y="268"/>
                    <a:pt x="1" y="598"/>
                  </a:cubicBezTo>
                  <a:lnTo>
                    <a:pt x="1" y="6158"/>
                  </a:lnTo>
                  <a:cubicBezTo>
                    <a:pt x="1" y="6488"/>
                    <a:pt x="269" y="6754"/>
                    <a:pt x="600" y="6754"/>
                  </a:cubicBezTo>
                  <a:cubicBezTo>
                    <a:pt x="929" y="6754"/>
                    <a:pt x="1197" y="6488"/>
                    <a:pt x="1197" y="6158"/>
                  </a:cubicBezTo>
                  <a:lnTo>
                    <a:pt x="1197" y="598"/>
                  </a:lnTo>
                  <a:cubicBezTo>
                    <a:pt x="1197" y="268"/>
                    <a:pt x="929" y="0"/>
                    <a:pt x="6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30"/>
            <p:cNvSpPr/>
            <p:nvPr/>
          </p:nvSpPr>
          <p:spPr>
            <a:xfrm>
              <a:off x="7298041" y="2003097"/>
              <a:ext cx="23321" cy="178590"/>
            </a:xfrm>
            <a:custGeom>
              <a:avLst/>
              <a:gdLst/>
              <a:ahLst/>
              <a:cxnLst/>
              <a:rect l="l" t="t" r="r" b="b"/>
              <a:pathLst>
                <a:path w="754" h="5774" extrusionOk="0">
                  <a:moveTo>
                    <a:pt x="377" y="1"/>
                  </a:moveTo>
                  <a:cubicBezTo>
                    <a:pt x="169" y="1"/>
                    <a:pt x="1" y="169"/>
                    <a:pt x="1" y="375"/>
                  </a:cubicBezTo>
                  <a:lnTo>
                    <a:pt x="1" y="5398"/>
                  </a:lnTo>
                  <a:cubicBezTo>
                    <a:pt x="1" y="5605"/>
                    <a:pt x="169" y="5773"/>
                    <a:pt x="377" y="5773"/>
                  </a:cubicBezTo>
                  <a:cubicBezTo>
                    <a:pt x="585" y="5773"/>
                    <a:pt x="753" y="5605"/>
                    <a:pt x="753" y="5398"/>
                  </a:cubicBezTo>
                  <a:lnTo>
                    <a:pt x="753" y="375"/>
                  </a:lnTo>
                  <a:cubicBezTo>
                    <a:pt x="753" y="169"/>
                    <a:pt x="585"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30"/>
            <p:cNvSpPr/>
            <p:nvPr/>
          </p:nvSpPr>
          <p:spPr>
            <a:xfrm>
              <a:off x="7374004" y="1987911"/>
              <a:ext cx="37054" cy="208932"/>
            </a:xfrm>
            <a:custGeom>
              <a:avLst/>
              <a:gdLst/>
              <a:ahLst/>
              <a:cxnLst/>
              <a:rect l="l" t="t" r="r" b="b"/>
              <a:pathLst>
                <a:path w="1198" h="6755" extrusionOk="0">
                  <a:moveTo>
                    <a:pt x="599" y="0"/>
                  </a:moveTo>
                  <a:cubicBezTo>
                    <a:pt x="268" y="0"/>
                    <a:pt x="0" y="268"/>
                    <a:pt x="0" y="598"/>
                  </a:cubicBezTo>
                  <a:lnTo>
                    <a:pt x="0" y="6158"/>
                  </a:lnTo>
                  <a:cubicBezTo>
                    <a:pt x="0" y="6488"/>
                    <a:pt x="268" y="6754"/>
                    <a:pt x="599" y="6754"/>
                  </a:cubicBezTo>
                  <a:cubicBezTo>
                    <a:pt x="930" y="6754"/>
                    <a:pt x="1198" y="6488"/>
                    <a:pt x="1198" y="6158"/>
                  </a:cubicBezTo>
                  <a:lnTo>
                    <a:pt x="1198" y="598"/>
                  </a:lnTo>
                  <a:cubicBezTo>
                    <a:pt x="1198" y="268"/>
                    <a:pt x="930" y="0"/>
                    <a:pt x="5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30"/>
            <p:cNvSpPr/>
            <p:nvPr/>
          </p:nvSpPr>
          <p:spPr>
            <a:xfrm>
              <a:off x="7379107" y="2003097"/>
              <a:ext cx="23352" cy="178590"/>
            </a:xfrm>
            <a:custGeom>
              <a:avLst/>
              <a:gdLst/>
              <a:ahLst/>
              <a:cxnLst/>
              <a:rect l="l" t="t" r="r" b="b"/>
              <a:pathLst>
                <a:path w="755" h="5774" extrusionOk="0">
                  <a:moveTo>
                    <a:pt x="377" y="1"/>
                  </a:moveTo>
                  <a:cubicBezTo>
                    <a:pt x="170" y="1"/>
                    <a:pt x="0" y="169"/>
                    <a:pt x="0" y="375"/>
                  </a:cubicBezTo>
                  <a:lnTo>
                    <a:pt x="0" y="5398"/>
                  </a:lnTo>
                  <a:cubicBezTo>
                    <a:pt x="0" y="5605"/>
                    <a:pt x="170" y="5773"/>
                    <a:pt x="377" y="5773"/>
                  </a:cubicBezTo>
                  <a:cubicBezTo>
                    <a:pt x="585" y="5773"/>
                    <a:pt x="754" y="5605"/>
                    <a:pt x="754" y="5398"/>
                  </a:cubicBezTo>
                  <a:lnTo>
                    <a:pt x="754" y="375"/>
                  </a:lnTo>
                  <a:cubicBezTo>
                    <a:pt x="754" y="169"/>
                    <a:pt x="585"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30"/>
            <p:cNvSpPr/>
            <p:nvPr/>
          </p:nvSpPr>
          <p:spPr>
            <a:xfrm>
              <a:off x="7218058" y="2282854"/>
              <a:ext cx="105750" cy="105564"/>
            </a:xfrm>
            <a:custGeom>
              <a:avLst/>
              <a:gdLst/>
              <a:ahLst/>
              <a:cxnLst/>
              <a:rect l="l" t="t" r="r" b="b"/>
              <a:pathLst>
                <a:path w="3419" h="3413" extrusionOk="0">
                  <a:moveTo>
                    <a:pt x="1709" y="1"/>
                  </a:moveTo>
                  <a:cubicBezTo>
                    <a:pt x="766" y="1"/>
                    <a:pt x="0" y="765"/>
                    <a:pt x="0" y="1707"/>
                  </a:cubicBezTo>
                  <a:cubicBezTo>
                    <a:pt x="0" y="2649"/>
                    <a:pt x="766" y="3412"/>
                    <a:pt x="1709" y="3412"/>
                  </a:cubicBezTo>
                  <a:cubicBezTo>
                    <a:pt x="2653" y="3412"/>
                    <a:pt x="3419" y="2649"/>
                    <a:pt x="3419" y="1707"/>
                  </a:cubicBezTo>
                  <a:cubicBezTo>
                    <a:pt x="3419" y="765"/>
                    <a:pt x="2653" y="1"/>
                    <a:pt x="17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30"/>
            <p:cNvSpPr/>
            <p:nvPr/>
          </p:nvSpPr>
          <p:spPr>
            <a:xfrm>
              <a:off x="7233553" y="2290431"/>
              <a:ext cx="74758" cy="74603"/>
            </a:xfrm>
            <a:custGeom>
              <a:avLst/>
              <a:gdLst/>
              <a:ahLst/>
              <a:cxnLst/>
              <a:rect l="l" t="t" r="r" b="b"/>
              <a:pathLst>
                <a:path w="2417" h="2412" extrusionOk="0">
                  <a:moveTo>
                    <a:pt x="1208" y="1"/>
                  </a:moveTo>
                  <a:cubicBezTo>
                    <a:pt x="541" y="1"/>
                    <a:pt x="0" y="539"/>
                    <a:pt x="0" y="1206"/>
                  </a:cubicBezTo>
                  <a:cubicBezTo>
                    <a:pt x="0" y="1871"/>
                    <a:pt x="541" y="2411"/>
                    <a:pt x="1208" y="2411"/>
                  </a:cubicBezTo>
                  <a:cubicBezTo>
                    <a:pt x="1876" y="2411"/>
                    <a:pt x="2417" y="1871"/>
                    <a:pt x="2417" y="1206"/>
                  </a:cubicBezTo>
                  <a:cubicBezTo>
                    <a:pt x="2417" y="539"/>
                    <a:pt x="1876" y="1"/>
                    <a:pt x="12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30"/>
            <p:cNvSpPr/>
            <p:nvPr/>
          </p:nvSpPr>
          <p:spPr>
            <a:xfrm>
              <a:off x="7258699" y="2312329"/>
              <a:ext cx="94027" cy="48096"/>
            </a:xfrm>
            <a:custGeom>
              <a:avLst/>
              <a:gdLst/>
              <a:ahLst/>
              <a:cxnLst/>
              <a:rect l="l" t="t" r="r" b="b"/>
              <a:pathLst>
                <a:path w="3040" h="1555" extrusionOk="0">
                  <a:moveTo>
                    <a:pt x="514" y="1"/>
                  </a:moveTo>
                  <a:cubicBezTo>
                    <a:pt x="309" y="1"/>
                    <a:pt x="125" y="137"/>
                    <a:pt x="68" y="337"/>
                  </a:cubicBezTo>
                  <a:cubicBezTo>
                    <a:pt x="0" y="575"/>
                    <a:pt x="132" y="825"/>
                    <a:pt x="368" y="904"/>
                  </a:cubicBezTo>
                  <a:lnTo>
                    <a:pt x="2258" y="1531"/>
                  </a:lnTo>
                  <a:cubicBezTo>
                    <a:pt x="2307" y="1547"/>
                    <a:pt x="2357" y="1555"/>
                    <a:pt x="2406" y="1555"/>
                  </a:cubicBezTo>
                  <a:cubicBezTo>
                    <a:pt x="2607" y="1555"/>
                    <a:pt x="2794" y="1422"/>
                    <a:pt x="2851" y="1217"/>
                  </a:cubicBezTo>
                  <a:lnTo>
                    <a:pt x="2962" y="825"/>
                  </a:lnTo>
                  <a:cubicBezTo>
                    <a:pt x="3040" y="551"/>
                    <a:pt x="2853" y="273"/>
                    <a:pt x="2570" y="240"/>
                  </a:cubicBezTo>
                  <a:lnTo>
                    <a:pt x="569" y="4"/>
                  </a:lnTo>
                  <a:cubicBezTo>
                    <a:pt x="551" y="2"/>
                    <a:pt x="532"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30"/>
            <p:cNvSpPr/>
            <p:nvPr/>
          </p:nvSpPr>
          <p:spPr>
            <a:xfrm>
              <a:off x="7152673" y="1534363"/>
              <a:ext cx="239182" cy="197272"/>
            </a:xfrm>
            <a:custGeom>
              <a:avLst/>
              <a:gdLst/>
              <a:ahLst/>
              <a:cxnLst/>
              <a:rect l="l" t="t" r="r" b="b"/>
              <a:pathLst>
                <a:path w="7733" h="6378" extrusionOk="0">
                  <a:moveTo>
                    <a:pt x="315" y="0"/>
                  </a:moveTo>
                  <a:cubicBezTo>
                    <a:pt x="141" y="0"/>
                    <a:pt x="1" y="140"/>
                    <a:pt x="1" y="314"/>
                  </a:cubicBezTo>
                  <a:lnTo>
                    <a:pt x="1" y="6292"/>
                  </a:lnTo>
                  <a:cubicBezTo>
                    <a:pt x="1" y="6339"/>
                    <a:pt x="38" y="6378"/>
                    <a:pt x="86" y="6378"/>
                  </a:cubicBezTo>
                  <a:lnTo>
                    <a:pt x="7646" y="6378"/>
                  </a:lnTo>
                  <a:cubicBezTo>
                    <a:pt x="7693" y="6378"/>
                    <a:pt x="7732" y="6339"/>
                    <a:pt x="7732" y="6292"/>
                  </a:cubicBezTo>
                  <a:lnTo>
                    <a:pt x="7732" y="314"/>
                  </a:lnTo>
                  <a:cubicBezTo>
                    <a:pt x="7732" y="140"/>
                    <a:pt x="7591" y="0"/>
                    <a:pt x="74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30"/>
            <p:cNvSpPr/>
            <p:nvPr/>
          </p:nvSpPr>
          <p:spPr>
            <a:xfrm>
              <a:off x="7160312" y="1548497"/>
              <a:ext cx="213324" cy="176023"/>
            </a:xfrm>
            <a:custGeom>
              <a:avLst/>
              <a:gdLst/>
              <a:ahLst/>
              <a:cxnLst/>
              <a:rect l="l" t="t" r="r" b="b"/>
              <a:pathLst>
                <a:path w="6897" h="5691" extrusionOk="0">
                  <a:moveTo>
                    <a:pt x="282" y="1"/>
                  </a:moveTo>
                  <a:cubicBezTo>
                    <a:pt x="126" y="1"/>
                    <a:pt x="0" y="127"/>
                    <a:pt x="0" y="282"/>
                  </a:cubicBezTo>
                  <a:lnTo>
                    <a:pt x="0" y="5614"/>
                  </a:lnTo>
                  <a:cubicBezTo>
                    <a:pt x="0" y="5656"/>
                    <a:pt x="34" y="5690"/>
                    <a:pt x="76" y="5690"/>
                  </a:cubicBezTo>
                  <a:lnTo>
                    <a:pt x="6821" y="5690"/>
                  </a:lnTo>
                  <a:cubicBezTo>
                    <a:pt x="6862" y="5690"/>
                    <a:pt x="6897" y="5656"/>
                    <a:pt x="6897" y="5614"/>
                  </a:cubicBezTo>
                  <a:lnTo>
                    <a:pt x="6897" y="282"/>
                  </a:lnTo>
                  <a:cubicBezTo>
                    <a:pt x="6897" y="127"/>
                    <a:pt x="6770" y="1"/>
                    <a:pt x="661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30"/>
            <p:cNvSpPr/>
            <p:nvPr/>
          </p:nvSpPr>
          <p:spPr>
            <a:xfrm>
              <a:off x="7175251" y="1555828"/>
              <a:ext cx="42405" cy="53478"/>
            </a:xfrm>
            <a:custGeom>
              <a:avLst/>
              <a:gdLst/>
              <a:ahLst/>
              <a:cxnLst/>
              <a:rect l="l" t="t" r="r" b="b"/>
              <a:pathLst>
                <a:path w="1371" h="1729" extrusionOk="0">
                  <a:moveTo>
                    <a:pt x="1274" y="1"/>
                  </a:moveTo>
                  <a:cubicBezTo>
                    <a:pt x="753" y="225"/>
                    <a:pt x="311" y="598"/>
                    <a:pt x="0" y="1066"/>
                  </a:cubicBezTo>
                  <a:cubicBezTo>
                    <a:pt x="97" y="1255"/>
                    <a:pt x="225" y="1473"/>
                    <a:pt x="390" y="1729"/>
                  </a:cubicBezTo>
                  <a:cubicBezTo>
                    <a:pt x="390" y="1729"/>
                    <a:pt x="1371" y="915"/>
                    <a:pt x="12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0"/>
            <p:cNvSpPr/>
            <p:nvPr/>
          </p:nvSpPr>
          <p:spPr>
            <a:xfrm>
              <a:off x="7160312" y="1627739"/>
              <a:ext cx="12960" cy="60375"/>
            </a:xfrm>
            <a:custGeom>
              <a:avLst/>
              <a:gdLst/>
              <a:ahLst/>
              <a:cxnLst/>
              <a:rect l="l" t="t" r="r" b="b"/>
              <a:pathLst>
                <a:path w="419" h="1952" extrusionOk="0">
                  <a:moveTo>
                    <a:pt x="22" y="0"/>
                  </a:moveTo>
                  <a:cubicBezTo>
                    <a:pt x="9" y="113"/>
                    <a:pt x="0" y="226"/>
                    <a:pt x="0" y="341"/>
                  </a:cubicBezTo>
                  <a:lnTo>
                    <a:pt x="0" y="1952"/>
                  </a:lnTo>
                  <a:cubicBezTo>
                    <a:pt x="8" y="1937"/>
                    <a:pt x="15" y="1923"/>
                    <a:pt x="23" y="1907"/>
                  </a:cubicBezTo>
                  <a:cubicBezTo>
                    <a:pt x="418" y="1201"/>
                    <a:pt x="324" y="545"/>
                    <a:pt x="22" y="0"/>
                  </a:cubicBezTo>
                  <a:close/>
                </a:path>
              </a:pathLst>
            </a:custGeom>
            <a:solidFill>
              <a:srgbClr val="FFD9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0"/>
            <p:cNvSpPr/>
            <p:nvPr/>
          </p:nvSpPr>
          <p:spPr>
            <a:xfrm>
              <a:off x="7161611" y="1572035"/>
              <a:ext cx="212025" cy="152485"/>
            </a:xfrm>
            <a:custGeom>
              <a:avLst/>
              <a:gdLst/>
              <a:ahLst/>
              <a:cxnLst/>
              <a:rect l="l" t="t" r="r" b="b"/>
              <a:pathLst>
                <a:path w="6855" h="4930" extrusionOk="0">
                  <a:moveTo>
                    <a:pt x="5905" y="1"/>
                  </a:moveTo>
                  <a:cubicBezTo>
                    <a:pt x="4772" y="258"/>
                    <a:pt x="3022" y="1298"/>
                    <a:pt x="3908" y="3470"/>
                  </a:cubicBezTo>
                  <a:cubicBezTo>
                    <a:pt x="3900" y="3942"/>
                    <a:pt x="3633" y="4287"/>
                    <a:pt x="3401" y="4495"/>
                  </a:cubicBezTo>
                  <a:cubicBezTo>
                    <a:pt x="3221" y="2807"/>
                    <a:pt x="1804" y="1488"/>
                    <a:pt x="1804" y="1487"/>
                  </a:cubicBezTo>
                  <a:lnTo>
                    <a:pt x="1804" y="1487"/>
                  </a:lnTo>
                  <a:cubicBezTo>
                    <a:pt x="2430" y="2773"/>
                    <a:pt x="1138" y="3457"/>
                    <a:pt x="1138" y="3457"/>
                  </a:cubicBezTo>
                  <a:cubicBezTo>
                    <a:pt x="1138" y="3457"/>
                    <a:pt x="466" y="3615"/>
                    <a:pt x="1" y="4387"/>
                  </a:cubicBezTo>
                  <a:cubicBezTo>
                    <a:pt x="106" y="4701"/>
                    <a:pt x="398" y="4929"/>
                    <a:pt x="748" y="4929"/>
                  </a:cubicBezTo>
                  <a:lnTo>
                    <a:pt x="6065" y="4929"/>
                  </a:lnTo>
                  <a:cubicBezTo>
                    <a:pt x="6501" y="4929"/>
                    <a:pt x="6855" y="4576"/>
                    <a:pt x="6855" y="4140"/>
                  </a:cubicBezTo>
                  <a:lnTo>
                    <a:pt x="6855" y="2429"/>
                  </a:lnTo>
                  <a:cubicBezTo>
                    <a:pt x="6708" y="2312"/>
                    <a:pt x="6558" y="2205"/>
                    <a:pt x="6408" y="2120"/>
                  </a:cubicBezTo>
                  <a:cubicBezTo>
                    <a:pt x="5622" y="1677"/>
                    <a:pt x="5982" y="1136"/>
                    <a:pt x="6429" y="636"/>
                  </a:cubicBezTo>
                  <a:cubicBezTo>
                    <a:pt x="6285" y="401"/>
                    <a:pt x="6109" y="187"/>
                    <a:pt x="59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0"/>
            <p:cNvSpPr/>
            <p:nvPr/>
          </p:nvSpPr>
          <p:spPr>
            <a:xfrm>
              <a:off x="6245203" y="654948"/>
              <a:ext cx="158640" cy="147722"/>
            </a:xfrm>
            <a:custGeom>
              <a:avLst/>
              <a:gdLst/>
              <a:ahLst/>
              <a:cxnLst/>
              <a:rect l="l" t="t" r="r" b="b"/>
              <a:pathLst>
                <a:path w="5129" h="4776" extrusionOk="0">
                  <a:moveTo>
                    <a:pt x="3945" y="0"/>
                  </a:moveTo>
                  <a:lnTo>
                    <a:pt x="1" y="312"/>
                  </a:lnTo>
                  <a:lnTo>
                    <a:pt x="1" y="3169"/>
                  </a:lnTo>
                  <a:lnTo>
                    <a:pt x="2586" y="4775"/>
                  </a:lnTo>
                  <a:lnTo>
                    <a:pt x="5128" y="1606"/>
                  </a:lnTo>
                  <a:lnTo>
                    <a:pt x="4077" y="1116"/>
                  </a:lnTo>
                  <a:lnTo>
                    <a:pt x="39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45" name="Google Shape;1345;p30"/>
          <p:cNvSpPr/>
          <p:nvPr/>
        </p:nvSpPr>
        <p:spPr>
          <a:xfrm>
            <a:off x="1573050" y="2202425"/>
            <a:ext cx="1207800" cy="1207800"/>
          </a:xfrm>
          <a:prstGeom prst="ellipse">
            <a:avLst/>
          </a:prstGeom>
          <a:gradFill>
            <a:gsLst>
              <a:gs pos="0">
                <a:schemeClr val="accent3"/>
              </a:gs>
              <a:gs pos="64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30"/>
          <p:cNvSpPr/>
          <p:nvPr/>
        </p:nvSpPr>
        <p:spPr>
          <a:xfrm>
            <a:off x="544225" y="4758574"/>
            <a:ext cx="1659300" cy="47400"/>
          </a:xfrm>
          <a:prstGeom prst="ellipse">
            <a:avLst/>
          </a:prstGeom>
          <a:solidFill>
            <a:srgbClr val="000000">
              <a:alpha val="251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7" name="Google Shape;1347;p30"/>
          <p:cNvGrpSpPr/>
          <p:nvPr/>
        </p:nvGrpSpPr>
        <p:grpSpPr>
          <a:xfrm flipH="1">
            <a:off x="246912" y="2490966"/>
            <a:ext cx="1319046" cy="2301803"/>
            <a:chOff x="1508144" y="3589295"/>
            <a:chExt cx="816140" cy="1424207"/>
          </a:xfrm>
        </p:grpSpPr>
        <p:sp>
          <p:nvSpPr>
            <p:cNvPr id="1348" name="Google Shape;1348;p30"/>
            <p:cNvSpPr/>
            <p:nvPr/>
          </p:nvSpPr>
          <p:spPr>
            <a:xfrm>
              <a:off x="1508144" y="4434162"/>
              <a:ext cx="99749" cy="149268"/>
            </a:xfrm>
            <a:custGeom>
              <a:avLst/>
              <a:gdLst/>
              <a:ahLst/>
              <a:cxnLst/>
              <a:rect l="l" t="t" r="r" b="b"/>
              <a:pathLst>
                <a:path w="3225" h="4826" extrusionOk="0">
                  <a:moveTo>
                    <a:pt x="2029" y="1"/>
                  </a:moveTo>
                  <a:cubicBezTo>
                    <a:pt x="2029" y="1"/>
                    <a:pt x="138" y="1408"/>
                    <a:pt x="69" y="1810"/>
                  </a:cubicBezTo>
                  <a:cubicBezTo>
                    <a:pt x="1" y="2212"/>
                    <a:pt x="167" y="3126"/>
                    <a:pt x="213" y="3785"/>
                  </a:cubicBezTo>
                  <a:cubicBezTo>
                    <a:pt x="255" y="4385"/>
                    <a:pt x="401" y="4826"/>
                    <a:pt x="896" y="4826"/>
                  </a:cubicBezTo>
                  <a:cubicBezTo>
                    <a:pt x="946" y="4826"/>
                    <a:pt x="1000" y="4821"/>
                    <a:pt x="1057" y="4812"/>
                  </a:cubicBezTo>
                  <a:lnTo>
                    <a:pt x="2290" y="3176"/>
                  </a:lnTo>
                  <a:lnTo>
                    <a:pt x="3225" y="1573"/>
                  </a:lnTo>
                  <a:lnTo>
                    <a:pt x="2029" y="1"/>
                  </a:lnTo>
                  <a:close/>
                </a:path>
              </a:pathLst>
            </a:custGeom>
            <a:solidFill>
              <a:srgbClr val="FFAD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0"/>
            <p:cNvSpPr/>
            <p:nvPr/>
          </p:nvSpPr>
          <p:spPr>
            <a:xfrm>
              <a:off x="1608170" y="4587757"/>
              <a:ext cx="602145" cy="328941"/>
            </a:xfrm>
            <a:custGeom>
              <a:avLst/>
              <a:gdLst/>
              <a:ahLst/>
              <a:cxnLst/>
              <a:rect l="l" t="t" r="r" b="b"/>
              <a:pathLst>
                <a:path w="19468" h="10635" extrusionOk="0">
                  <a:moveTo>
                    <a:pt x="1" y="1"/>
                  </a:moveTo>
                  <a:cubicBezTo>
                    <a:pt x="138" y="1183"/>
                    <a:pt x="2624" y="2870"/>
                    <a:pt x="5246" y="3883"/>
                  </a:cubicBezTo>
                  <a:cubicBezTo>
                    <a:pt x="7869" y="4896"/>
                    <a:pt x="7732" y="7090"/>
                    <a:pt x="7732" y="7090"/>
                  </a:cubicBezTo>
                  <a:lnTo>
                    <a:pt x="7732" y="8271"/>
                  </a:lnTo>
                  <a:cubicBezTo>
                    <a:pt x="7732" y="8271"/>
                    <a:pt x="5661" y="8610"/>
                    <a:pt x="5109" y="10635"/>
                  </a:cubicBezTo>
                  <a:lnTo>
                    <a:pt x="17396" y="10635"/>
                  </a:lnTo>
                  <a:lnTo>
                    <a:pt x="17534" y="9285"/>
                  </a:lnTo>
                  <a:cubicBezTo>
                    <a:pt x="17534" y="9285"/>
                    <a:pt x="15739" y="9116"/>
                    <a:pt x="15187" y="6415"/>
                  </a:cubicBezTo>
                  <a:cubicBezTo>
                    <a:pt x="14634" y="3714"/>
                    <a:pt x="19191" y="1520"/>
                    <a:pt x="19191" y="1520"/>
                  </a:cubicBezTo>
                  <a:lnTo>
                    <a:pt x="194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0"/>
            <p:cNvSpPr/>
            <p:nvPr/>
          </p:nvSpPr>
          <p:spPr>
            <a:xfrm>
              <a:off x="1881772" y="4587757"/>
              <a:ext cx="328538" cy="328941"/>
            </a:xfrm>
            <a:custGeom>
              <a:avLst/>
              <a:gdLst/>
              <a:ahLst/>
              <a:cxnLst/>
              <a:rect l="l" t="t" r="r" b="b"/>
              <a:pathLst>
                <a:path w="10622" h="10635" extrusionOk="0">
                  <a:moveTo>
                    <a:pt x="9042" y="1"/>
                  </a:moveTo>
                  <a:cubicBezTo>
                    <a:pt x="8533" y="154"/>
                    <a:pt x="8021" y="329"/>
                    <a:pt x="7507" y="527"/>
                  </a:cubicBezTo>
                  <a:cubicBezTo>
                    <a:pt x="1912" y="2690"/>
                    <a:pt x="0" y="6781"/>
                    <a:pt x="1121" y="9665"/>
                  </a:cubicBezTo>
                  <a:cubicBezTo>
                    <a:pt x="1260" y="10025"/>
                    <a:pt x="1466" y="10347"/>
                    <a:pt x="1732" y="10635"/>
                  </a:cubicBezTo>
                  <a:lnTo>
                    <a:pt x="8550" y="10635"/>
                  </a:lnTo>
                  <a:lnTo>
                    <a:pt x="8688" y="9285"/>
                  </a:lnTo>
                  <a:cubicBezTo>
                    <a:pt x="8688" y="9285"/>
                    <a:pt x="6893" y="9116"/>
                    <a:pt x="6341" y="6415"/>
                  </a:cubicBezTo>
                  <a:cubicBezTo>
                    <a:pt x="5788" y="3714"/>
                    <a:pt x="10345" y="1520"/>
                    <a:pt x="10345" y="1520"/>
                  </a:cubicBezTo>
                  <a:lnTo>
                    <a:pt x="106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30"/>
            <p:cNvSpPr/>
            <p:nvPr/>
          </p:nvSpPr>
          <p:spPr>
            <a:xfrm>
              <a:off x="1942177" y="4874472"/>
              <a:ext cx="208314" cy="42219"/>
            </a:xfrm>
            <a:custGeom>
              <a:avLst/>
              <a:gdLst/>
              <a:ahLst/>
              <a:cxnLst/>
              <a:rect l="l" t="t" r="r" b="b"/>
              <a:pathLst>
                <a:path w="6735" h="1365" extrusionOk="0">
                  <a:moveTo>
                    <a:pt x="5720" y="0"/>
                  </a:moveTo>
                  <a:cubicBezTo>
                    <a:pt x="2754" y="0"/>
                    <a:pt x="438" y="541"/>
                    <a:pt x="0" y="1365"/>
                  </a:cubicBezTo>
                  <a:lnTo>
                    <a:pt x="6597" y="1365"/>
                  </a:lnTo>
                  <a:lnTo>
                    <a:pt x="6735" y="21"/>
                  </a:lnTo>
                  <a:cubicBezTo>
                    <a:pt x="6390" y="7"/>
                    <a:pt x="6051" y="0"/>
                    <a:pt x="5720"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0"/>
            <p:cNvSpPr/>
            <p:nvPr/>
          </p:nvSpPr>
          <p:spPr>
            <a:xfrm>
              <a:off x="1713701" y="3992892"/>
              <a:ext cx="221799" cy="419009"/>
            </a:xfrm>
            <a:custGeom>
              <a:avLst/>
              <a:gdLst/>
              <a:ahLst/>
              <a:cxnLst/>
              <a:rect l="l" t="t" r="r" b="b"/>
              <a:pathLst>
                <a:path w="7171" h="13547" extrusionOk="0">
                  <a:moveTo>
                    <a:pt x="5400" y="1"/>
                  </a:moveTo>
                  <a:cubicBezTo>
                    <a:pt x="5371" y="1"/>
                    <a:pt x="5343" y="5"/>
                    <a:pt x="5314" y="14"/>
                  </a:cubicBezTo>
                  <a:cubicBezTo>
                    <a:pt x="3974" y="446"/>
                    <a:pt x="2420" y="5359"/>
                    <a:pt x="2204" y="6437"/>
                  </a:cubicBezTo>
                  <a:cubicBezTo>
                    <a:pt x="1988" y="7514"/>
                    <a:pt x="716" y="9442"/>
                    <a:pt x="338" y="10003"/>
                  </a:cubicBezTo>
                  <a:cubicBezTo>
                    <a:pt x="0" y="10505"/>
                    <a:pt x="2246" y="11694"/>
                    <a:pt x="3111" y="13547"/>
                  </a:cubicBezTo>
                  <a:lnTo>
                    <a:pt x="4796" y="13547"/>
                  </a:lnTo>
                  <a:cubicBezTo>
                    <a:pt x="4796" y="13547"/>
                    <a:pt x="7171" y="9841"/>
                    <a:pt x="7127" y="9539"/>
                  </a:cubicBezTo>
                  <a:cubicBezTo>
                    <a:pt x="7086" y="9244"/>
                    <a:pt x="6671" y="1"/>
                    <a:pt x="54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0"/>
            <p:cNvSpPr/>
            <p:nvPr/>
          </p:nvSpPr>
          <p:spPr>
            <a:xfrm>
              <a:off x="1724001" y="3992923"/>
              <a:ext cx="211499" cy="418978"/>
            </a:xfrm>
            <a:custGeom>
              <a:avLst/>
              <a:gdLst/>
              <a:ahLst/>
              <a:cxnLst/>
              <a:rect l="l" t="t" r="r" b="b"/>
              <a:pathLst>
                <a:path w="6838" h="13546" extrusionOk="0">
                  <a:moveTo>
                    <a:pt x="5067" y="1"/>
                  </a:moveTo>
                  <a:cubicBezTo>
                    <a:pt x="5039" y="1"/>
                    <a:pt x="5010" y="5"/>
                    <a:pt x="4981" y="15"/>
                  </a:cubicBezTo>
                  <a:cubicBezTo>
                    <a:pt x="4796" y="74"/>
                    <a:pt x="4606" y="221"/>
                    <a:pt x="4417" y="431"/>
                  </a:cubicBezTo>
                  <a:cubicBezTo>
                    <a:pt x="4885" y="1756"/>
                    <a:pt x="4874" y="3583"/>
                    <a:pt x="4274" y="5450"/>
                  </a:cubicBezTo>
                  <a:cubicBezTo>
                    <a:pt x="3425" y="8092"/>
                    <a:pt x="1663" y="9987"/>
                    <a:pt x="0" y="10242"/>
                  </a:cubicBezTo>
                  <a:cubicBezTo>
                    <a:pt x="248" y="10836"/>
                    <a:pt x="2030" y="11942"/>
                    <a:pt x="2778" y="13546"/>
                  </a:cubicBezTo>
                  <a:lnTo>
                    <a:pt x="4463" y="13546"/>
                  </a:lnTo>
                  <a:cubicBezTo>
                    <a:pt x="4463" y="13546"/>
                    <a:pt x="6838" y="9840"/>
                    <a:pt x="6794" y="9538"/>
                  </a:cubicBezTo>
                  <a:cubicBezTo>
                    <a:pt x="6753" y="9243"/>
                    <a:pt x="6338" y="1"/>
                    <a:pt x="5067"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30"/>
            <p:cNvSpPr/>
            <p:nvPr/>
          </p:nvSpPr>
          <p:spPr>
            <a:xfrm>
              <a:off x="1717908" y="4281340"/>
              <a:ext cx="168228" cy="146361"/>
            </a:xfrm>
            <a:custGeom>
              <a:avLst/>
              <a:gdLst/>
              <a:ahLst/>
              <a:cxnLst/>
              <a:rect l="l" t="t" r="r" b="b"/>
              <a:pathLst>
                <a:path w="5439" h="4732" extrusionOk="0">
                  <a:moveTo>
                    <a:pt x="1634" y="1"/>
                  </a:moveTo>
                  <a:cubicBezTo>
                    <a:pt x="949" y="1"/>
                    <a:pt x="440" y="149"/>
                    <a:pt x="440" y="149"/>
                  </a:cubicBezTo>
                  <a:lnTo>
                    <a:pt x="1" y="755"/>
                  </a:lnTo>
                  <a:lnTo>
                    <a:pt x="1859" y="4327"/>
                  </a:lnTo>
                  <a:lnTo>
                    <a:pt x="3784" y="4732"/>
                  </a:lnTo>
                  <a:lnTo>
                    <a:pt x="5438" y="3149"/>
                  </a:lnTo>
                  <a:cubicBezTo>
                    <a:pt x="5438" y="3149"/>
                    <a:pt x="4763" y="1160"/>
                    <a:pt x="3412" y="418"/>
                  </a:cubicBezTo>
                  <a:cubicBezTo>
                    <a:pt x="2818" y="92"/>
                    <a:pt x="2171" y="1"/>
                    <a:pt x="16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30"/>
            <p:cNvSpPr/>
            <p:nvPr/>
          </p:nvSpPr>
          <p:spPr>
            <a:xfrm>
              <a:off x="1558281" y="4293773"/>
              <a:ext cx="285051" cy="203458"/>
            </a:xfrm>
            <a:custGeom>
              <a:avLst/>
              <a:gdLst/>
              <a:ahLst/>
              <a:cxnLst/>
              <a:rect l="l" t="t" r="r" b="b"/>
              <a:pathLst>
                <a:path w="9216" h="6578" extrusionOk="0">
                  <a:moveTo>
                    <a:pt x="6079" y="1"/>
                  </a:moveTo>
                  <a:cubicBezTo>
                    <a:pt x="5896" y="1"/>
                    <a:pt x="5721" y="44"/>
                    <a:pt x="5559" y="142"/>
                  </a:cubicBezTo>
                  <a:cubicBezTo>
                    <a:pt x="4747" y="631"/>
                    <a:pt x="0" y="4882"/>
                    <a:pt x="0" y="4882"/>
                  </a:cubicBezTo>
                  <a:lnTo>
                    <a:pt x="634" y="6577"/>
                  </a:lnTo>
                  <a:lnTo>
                    <a:pt x="7718" y="4106"/>
                  </a:lnTo>
                  <a:cubicBezTo>
                    <a:pt x="7718" y="4106"/>
                    <a:pt x="9215" y="3158"/>
                    <a:pt x="8985" y="2469"/>
                  </a:cubicBezTo>
                  <a:cubicBezTo>
                    <a:pt x="8786" y="1870"/>
                    <a:pt x="7276" y="1"/>
                    <a:pt x="6079" y="1"/>
                  </a:cubicBezTo>
                  <a:close/>
                </a:path>
              </a:pathLst>
            </a:custGeom>
            <a:solidFill>
              <a:srgbClr val="FFAD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30"/>
            <p:cNvSpPr/>
            <p:nvPr/>
          </p:nvSpPr>
          <p:spPr>
            <a:xfrm>
              <a:off x="1570622" y="4293773"/>
              <a:ext cx="272710" cy="203458"/>
            </a:xfrm>
            <a:custGeom>
              <a:avLst/>
              <a:gdLst/>
              <a:ahLst/>
              <a:cxnLst/>
              <a:rect l="l" t="t" r="r" b="b"/>
              <a:pathLst>
                <a:path w="8817" h="6578" extrusionOk="0">
                  <a:moveTo>
                    <a:pt x="5680" y="1"/>
                  </a:moveTo>
                  <a:cubicBezTo>
                    <a:pt x="5497" y="1"/>
                    <a:pt x="5322" y="44"/>
                    <a:pt x="5160" y="142"/>
                  </a:cubicBezTo>
                  <a:cubicBezTo>
                    <a:pt x="5138" y="155"/>
                    <a:pt x="5113" y="171"/>
                    <a:pt x="5086" y="189"/>
                  </a:cubicBezTo>
                  <a:cubicBezTo>
                    <a:pt x="5213" y="291"/>
                    <a:pt x="5314" y="411"/>
                    <a:pt x="5388" y="550"/>
                  </a:cubicBezTo>
                  <a:cubicBezTo>
                    <a:pt x="6011" y="1738"/>
                    <a:pt x="4346" y="3833"/>
                    <a:pt x="1669" y="5233"/>
                  </a:cubicBezTo>
                  <a:cubicBezTo>
                    <a:pt x="1106" y="5526"/>
                    <a:pt x="544" y="5766"/>
                    <a:pt x="1" y="5949"/>
                  </a:cubicBezTo>
                  <a:lnTo>
                    <a:pt x="235" y="6577"/>
                  </a:lnTo>
                  <a:lnTo>
                    <a:pt x="7319" y="4106"/>
                  </a:lnTo>
                  <a:cubicBezTo>
                    <a:pt x="7319" y="4106"/>
                    <a:pt x="8816" y="3158"/>
                    <a:pt x="8586" y="2469"/>
                  </a:cubicBezTo>
                  <a:cubicBezTo>
                    <a:pt x="8387" y="1870"/>
                    <a:pt x="6877" y="1"/>
                    <a:pt x="5680"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30"/>
            <p:cNvSpPr/>
            <p:nvPr/>
          </p:nvSpPr>
          <p:spPr>
            <a:xfrm>
              <a:off x="1523176" y="4385541"/>
              <a:ext cx="468064" cy="604867"/>
            </a:xfrm>
            <a:custGeom>
              <a:avLst/>
              <a:gdLst/>
              <a:ahLst/>
              <a:cxnLst/>
              <a:rect l="l" t="t" r="r" b="b"/>
              <a:pathLst>
                <a:path w="15133" h="19556" extrusionOk="0">
                  <a:moveTo>
                    <a:pt x="11768" y="1"/>
                  </a:moveTo>
                  <a:cubicBezTo>
                    <a:pt x="10921" y="1"/>
                    <a:pt x="10144" y="77"/>
                    <a:pt x="9765" y="77"/>
                  </a:cubicBezTo>
                  <a:cubicBezTo>
                    <a:pt x="9759" y="77"/>
                    <a:pt x="9752" y="77"/>
                    <a:pt x="9745" y="77"/>
                  </a:cubicBezTo>
                  <a:cubicBezTo>
                    <a:pt x="9745" y="77"/>
                    <a:pt x="9745" y="77"/>
                    <a:pt x="9745" y="77"/>
                  </a:cubicBezTo>
                  <a:cubicBezTo>
                    <a:pt x="9432" y="77"/>
                    <a:pt x="475" y="3323"/>
                    <a:pt x="238" y="3791"/>
                  </a:cubicBezTo>
                  <a:cubicBezTo>
                    <a:pt x="0" y="4260"/>
                    <a:pt x="821" y="10225"/>
                    <a:pt x="4172" y="19484"/>
                  </a:cubicBezTo>
                  <a:lnTo>
                    <a:pt x="4573" y="19555"/>
                  </a:lnTo>
                  <a:lnTo>
                    <a:pt x="6513" y="8011"/>
                  </a:lnTo>
                  <a:cubicBezTo>
                    <a:pt x="6513" y="8011"/>
                    <a:pt x="13668" y="7073"/>
                    <a:pt x="14298" y="6311"/>
                  </a:cubicBezTo>
                  <a:cubicBezTo>
                    <a:pt x="14927" y="5549"/>
                    <a:pt x="14505" y="2971"/>
                    <a:pt x="14505" y="2971"/>
                  </a:cubicBezTo>
                  <a:cubicBezTo>
                    <a:pt x="14505" y="2971"/>
                    <a:pt x="15133" y="997"/>
                    <a:pt x="14509" y="562"/>
                  </a:cubicBezTo>
                  <a:cubicBezTo>
                    <a:pt x="13856" y="106"/>
                    <a:pt x="12764" y="1"/>
                    <a:pt x="117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30"/>
            <p:cNvSpPr/>
            <p:nvPr/>
          </p:nvSpPr>
          <p:spPr>
            <a:xfrm>
              <a:off x="1604551" y="4385541"/>
              <a:ext cx="386687" cy="604867"/>
            </a:xfrm>
            <a:custGeom>
              <a:avLst/>
              <a:gdLst/>
              <a:ahLst/>
              <a:cxnLst/>
              <a:rect l="l" t="t" r="r" b="b"/>
              <a:pathLst>
                <a:path w="12502" h="19556" extrusionOk="0">
                  <a:moveTo>
                    <a:pt x="9137" y="1"/>
                  </a:moveTo>
                  <a:cubicBezTo>
                    <a:pt x="8290" y="1"/>
                    <a:pt x="7513" y="77"/>
                    <a:pt x="7134" y="77"/>
                  </a:cubicBezTo>
                  <a:cubicBezTo>
                    <a:pt x="7128" y="77"/>
                    <a:pt x="7121" y="77"/>
                    <a:pt x="7114" y="77"/>
                  </a:cubicBezTo>
                  <a:cubicBezTo>
                    <a:pt x="7114" y="77"/>
                    <a:pt x="7114" y="77"/>
                    <a:pt x="7114" y="77"/>
                  </a:cubicBezTo>
                  <a:cubicBezTo>
                    <a:pt x="7038" y="77"/>
                    <a:pt x="6481" y="259"/>
                    <a:pt x="5673" y="540"/>
                  </a:cubicBezTo>
                  <a:cubicBezTo>
                    <a:pt x="7652" y="1869"/>
                    <a:pt x="862" y="4160"/>
                    <a:pt x="862" y="4160"/>
                  </a:cubicBezTo>
                  <a:cubicBezTo>
                    <a:pt x="1430" y="9699"/>
                    <a:pt x="1011" y="13971"/>
                    <a:pt x="0" y="14917"/>
                  </a:cubicBezTo>
                  <a:cubicBezTo>
                    <a:pt x="441" y="16330"/>
                    <a:pt x="952" y="17855"/>
                    <a:pt x="1541" y="19484"/>
                  </a:cubicBezTo>
                  <a:lnTo>
                    <a:pt x="1942" y="19555"/>
                  </a:lnTo>
                  <a:lnTo>
                    <a:pt x="3882" y="8011"/>
                  </a:lnTo>
                  <a:cubicBezTo>
                    <a:pt x="3882" y="8011"/>
                    <a:pt x="11037" y="7073"/>
                    <a:pt x="11667" y="6311"/>
                  </a:cubicBezTo>
                  <a:cubicBezTo>
                    <a:pt x="12296" y="5549"/>
                    <a:pt x="11874" y="2971"/>
                    <a:pt x="11874" y="2971"/>
                  </a:cubicBezTo>
                  <a:cubicBezTo>
                    <a:pt x="11874" y="2971"/>
                    <a:pt x="12502" y="997"/>
                    <a:pt x="11878" y="562"/>
                  </a:cubicBezTo>
                  <a:cubicBezTo>
                    <a:pt x="11225" y="106"/>
                    <a:pt x="10133" y="1"/>
                    <a:pt x="9137"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0"/>
            <p:cNvSpPr/>
            <p:nvPr/>
          </p:nvSpPr>
          <p:spPr>
            <a:xfrm>
              <a:off x="1695020" y="4909485"/>
              <a:ext cx="585196" cy="104018"/>
            </a:xfrm>
            <a:custGeom>
              <a:avLst/>
              <a:gdLst/>
              <a:ahLst/>
              <a:cxnLst/>
              <a:rect l="l" t="t" r="r" b="b"/>
              <a:pathLst>
                <a:path w="18920" h="3363" extrusionOk="0">
                  <a:moveTo>
                    <a:pt x="55" y="1"/>
                  </a:moveTo>
                  <a:cubicBezTo>
                    <a:pt x="24" y="1"/>
                    <a:pt x="0" y="25"/>
                    <a:pt x="0" y="55"/>
                  </a:cubicBezTo>
                  <a:lnTo>
                    <a:pt x="0" y="3307"/>
                  </a:lnTo>
                  <a:cubicBezTo>
                    <a:pt x="0" y="3337"/>
                    <a:pt x="24" y="3363"/>
                    <a:pt x="55" y="3363"/>
                  </a:cubicBezTo>
                  <a:lnTo>
                    <a:pt x="18866" y="3363"/>
                  </a:lnTo>
                  <a:cubicBezTo>
                    <a:pt x="18896" y="3363"/>
                    <a:pt x="18920" y="3337"/>
                    <a:pt x="18920" y="3307"/>
                  </a:cubicBezTo>
                  <a:lnTo>
                    <a:pt x="18920" y="55"/>
                  </a:lnTo>
                  <a:cubicBezTo>
                    <a:pt x="18920" y="25"/>
                    <a:pt x="18896" y="1"/>
                    <a:pt x="188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0"/>
            <p:cNvSpPr/>
            <p:nvPr/>
          </p:nvSpPr>
          <p:spPr>
            <a:xfrm>
              <a:off x="1676864" y="4397603"/>
              <a:ext cx="475085" cy="592804"/>
            </a:xfrm>
            <a:custGeom>
              <a:avLst/>
              <a:gdLst/>
              <a:ahLst/>
              <a:cxnLst/>
              <a:rect l="l" t="t" r="r" b="b"/>
              <a:pathLst>
                <a:path w="15360" h="19166" extrusionOk="0">
                  <a:moveTo>
                    <a:pt x="9071" y="1"/>
                  </a:moveTo>
                  <a:cubicBezTo>
                    <a:pt x="8650" y="1"/>
                    <a:pt x="1246" y="2937"/>
                    <a:pt x="904" y="3401"/>
                  </a:cubicBezTo>
                  <a:cubicBezTo>
                    <a:pt x="558" y="3870"/>
                    <a:pt x="0" y="9835"/>
                    <a:pt x="1209" y="19094"/>
                  </a:cubicBezTo>
                  <a:lnTo>
                    <a:pt x="1594" y="19165"/>
                  </a:lnTo>
                  <a:lnTo>
                    <a:pt x="6203" y="7621"/>
                  </a:lnTo>
                  <a:cubicBezTo>
                    <a:pt x="6203" y="7621"/>
                    <a:pt x="13575" y="6683"/>
                    <a:pt x="14381" y="5921"/>
                  </a:cubicBezTo>
                  <a:cubicBezTo>
                    <a:pt x="15187" y="5159"/>
                    <a:pt x="15360" y="2581"/>
                    <a:pt x="15360" y="2581"/>
                  </a:cubicBezTo>
                  <a:cubicBezTo>
                    <a:pt x="15360" y="2581"/>
                    <a:pt x="9370" y="61"/>
                    <a:pt x="9082" y="2"/>
                  </a:cubicBezTo>
                  <a:cubicBezTo>
                    <a:pt x="9079" y="1"/>
                    <a:pt x="9075" y="1"/>
                    <a:pt x="90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0"/>
            <p:cNvSpPr/>
            <p:nvPr/>
          </p:nvSpPr>
          <p:spPr>
            <a:xfrm>
              <a:off x="1821336" y="4447461"/>
              <a:ext cx="179734" cy="52179"/>
            </a:xfrm>
            <a:custGeom>
              <a:avLst/>
              <a:gdLst/>
              <a:ahLst/>
              <a:cxnLst/>
              <a:rect l="l" t="t" r="r" b="b"/>
              <a:pathLst>
                <a:path w="5811" h="1687" extrusionOk="0">
                  <a:moveTo>
                    <a:pt x="2906" y="1"/>
                  </a:moveTo>
                  <a:cubicBezTo>
                    <a:pt x="1301" y="1"/>
                    <a:pt x="0" y="379"/>
                    <a:pt x="0" y="844"/>
                  </a:cubicBezTo>
                  <a:cubicBezTo>
                    <a:pt x="0" y="1309"/>
                    <a:pt x="1301" y="1687"/>
                    <a:pt x="2906" y="1687"/>
                  </a:cubicBezTo>
                  <a:cubicBezTo>
                    <a:pt x="4510" y="1687"/>
                    <a:pt x="5810" y="1309"/>
                    <a:pt x="5810" y="844"/>
                  </a:cubicBezTo>
                  <a:cubicBezTo>
                    <a:pt x="5810" y="379"/>
                    <a:pt x="4510" y="1"/>
                    <a:pt x="2906"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0"/>
            <p:cNvSpPr/>
            <p:nvPr/>
          </p:nvSpPr>
          <p:spPr>
            <a:xfrm>
              <a:off x="1702938" y="4397603"/>
              <a:ext cx="449011" cy="592804"/>
            </a:xfrm>
            <a:custGeom>
              <a:avLst/>
              <a:gdLst/>
              <a:ahLst/>
              <a:cxnLst/>
              <a:rect l="l" t="t" r="r" b="b"/>
              <a:pathLst>
                <a:path w="14517" h="19166" extrusionOk="0">
                  <a:moveTo>
                    <a:pt x="8228" y="1"/>
                  </a:moveTo>
                  <a:cubicBezTo>
                    <a:pt x="8029" y="1"/>
                    <a:pt x="6264" y="659"/>
                    <a:pt x="4425" y="1401"/>
                  </a:cubicBezTo>
                  <a:cubicBezTo>
                    <a:pt x="8280" y="1491"/>
                    <a:pt x="11311" y="2404"/>
                    <a:pt x="11311" y="3517"/>
                  </a:cubicBezTo>
                  <a:cubicBezTo>
                    <a:pt x="11311" y="4690"/>
                    <a:pt x="7954" y="5640"/>
                    <a:pt x="3812" y="5640"/>
                  </a:cubicBezTo>
                  <a:lnTo>
                    <a:pt x="3799" y="5640"/>
                  </a:lnTo>
                  <a:cubicBezTo>
                    <a:pt x="3141" y="5640"/>
                    <a:pt x="2603" y="6158"/>
                    <a:pt x="2591" y="6815"/>
                  </a:cubicBezTo>
                  <a:cubicBezTo>
                    <a:pt x="2583" y="7212"/>
                    <a:pt x="2566" y="7618"/>
                    <a:pt x="2541" y="8031"/>
                  </a:cubicBezTo>
                  <a:cubicBezTo>
                    <a:pt x="2281" y="12172"/>
                    <a:pt x="1173" y="15521"/>
                    <a:pt x="0" y="15860"/>
                  </a:cubicBezTo>
                  <a:cubicBezTo>
                    <a:pt x="98" y="16887"/>
                    <a:pt x="219" y="17965"/>
                    <a:pt x="366" y="19094"/>
                  </a:cubicBezTo>
                  <a:lnTo>
                    <a:pt x="751" y="19165"/>
                  </a:lnTo>
                  <a:lnTo>
                    <a:pt x="5360" y="7621"/>
                  </a:lnTo>
                  <a:cubicBezTo>
                    <a:pt x="5360" y="7621"/>
                    <a:pt x="12732" y="6683"/>
                    <a:pt x="13538" y="5921"/>
                  </a:cubicBezTo>
                  <a:cubicBezTo>
                    <a:pt x="14344" y="5159"/>
                    <a:pt x="14517" y="2581"/>
                    <a:pt x="14517" y="2581"/>
                  </a:cubicBezTo>
                  <a:cubicBezTo>
                    <a:pt x="14517" y="2581"/>
                    <a:pt x="8527" y="61"/>
                    <a:pt x="8239" y="2"/>
                  </a:cubicBezTo>
                  <a:cubicBezTo>
                    <a:pt x="8236" y="1"/>
                    <a:pt x="8232" y="1"/>
                    <a:pt x="8228"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0"/>
            <p:cNvSpPr/>
            <p:nvPr/>
          </p:nvSpPr>
          <p:spPr>
            <a:xfrm>
              <a:off x="1814284" y="3958344"/>
              <a:ext cx="361726" cy="548420"/>
            </a:xfrm>
            <a:custGeom>
              <a:avLst/>
              <a:gdLst/>
              <a:ahLst/>
              <a:cxnLst/>
              <a:rect l="l" t="t" r="r" b="b"/>
              <a:pathLst>
                <a:path w="11695" h="17731" extrusionOk="0">
                  <a:moveTo>
                    <a:pt x="6730" y="0"/>
                  </a:moveTo>
                  <a:cubicBezTo>
                    <a:pt x="6652" y="0"/>
                    <a:pt x="6578" y="4"/>
                    <a:pt x="6510" y="12"/>
                  </a:cubicBezTo>
                  <a:cubicBezTo>
                    <a:pt x="5387" y="141"/>
                    <a:pt x="2710" y="529"/>
                    <a:pt x="2062" y="1131"/>
                  </a:cubicBezTo>
                  <a:cubicBezTo>
                    <a:pt x="1414" y="1735"/>
                    <a:pt x="1111" y="10312"/>
                    <a:pt x="1155" y="10872"/>
                  </a:cubicBezTo>
                  <a:cubicBezTo>
                    <a:pt x="1198" y="11432"/>
                    <a:pt x="0" y="13979"/>
                    <a:pt x="0" y="13979"/>
                  </a:cubicBezTo>
                  <a:cubicBezTo>
                    <a:pt x="3758" y="14280"/>
                    <a:pt x="10355" y="17595"/>
                    <a:pt x="10873" y="17724"/>
                  </a:cubicBezTo>
                  <a:cubicBezTo>
                    <a:pt x="10892" y="17729"/>
                    <a:pt x="10911" y="17731"/>
                    <a:pt x="10929" y="17731"/>
                  </a:cubicBezTo>
                  <a:cubicBezTo>
                    <a:pt x="11407" y="17731"/>
                    <a:pt x="11609" y="16133"/>
                    <a:pt x="11651" y="15095"/>
                  </a:cubicBezTo>
                  <a:cubicBezTo>
                    <a:pt x="11695" y="14018"/>
                    <a:pt x="11090" y="1822"/>
                    <a:pt x="10701" y="1348"/>
                  </a:cubicBezTo>
                  <a:cubicBezTo>
                    <a:pt x="10335" y="902"/>
                    <a:pt x="7950" y="0"/>
                    <a:pt x="67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0"/>
            <p:cNvSpPr/>
            <p:nvPr/>
          </p:nvSpPr>
          <p:spPr>
            <a:xfrm>
              <a:off x="1814284" y="3958344"/>
              <a:ext cx="361726" cy="548420"/>
            </a:xfrm>
            <a:custGeom>
              <a:avLst/>
              <a:gdLst/>
              <a:ahLst/>
              <a:cxnLst/>
              <a:rect l="l" t="t" r="r" b="b"/>
              <a:pathLst>
                <a:path w="11695" h="17731" extrusionOk="0">
                  <a:moveTo>
                    <a:pt x="6730" y="0"/>
                  </a:moveTo>
                  <a:cubicBezTo>
                    <a:pt x="6652" y="0"/>
                    <a:pt x="6578" y="4"/>
                    <a:pt x="6510" y="12"/>
                  </a:cubicBezTo>
                  <a:cubicBezTo>
                    <a:pt x="6132" y="55"/>
                    <a:pt x="5577" y="128"/>
                    <a:pt x="4983" y="229"/>
                  </a:cubicBezTo>
                  <a:cubicBezTo>
                    <a:pt x="6754" y="1222"/>
                    <a:pt x="7941" y="3760"/>
                    <a:pt x="8269" y="6581"/>
                  </a:cubicBezTo>
                  <a:cubicBezTo>
                    <a:pt x="8627" y="9689"/>
                    <a:pt x="8657" y="12298"/>
                    <a:pt x="7007" y="12298"/>
                  </a:cubicBezTo>
                  <a:cubicBezTo>
                    <a:pt x="6452" y="12298"/>
                    <a:pt x="5707" y="12003"/>
                    <a:pt x="4722" y="11333"/>
                  </a:cubicBezTo>
                  <a:cubicBezTo>
                    <a:pt x="4351" y="11081"/>
                    <a:pt x="3978" y="10923"/>
                    <a:pt x="3557" y="10923"/>
                  </a:cubicBezTo>
                  <a:cubicBezTo>
                    <a:pt x="2782" y="10923"/>
                    <a:pt x="1845" y="11459"/>
                    <a:pt x="469" y="12931"/>
                  </a:cubicBezTo>
                  <a:cubicBezTo>
                    <a:pt x="221" y="13511"/>
                    <a:pt x="0" y="13979"/>
                    <a:pt x="0" y="13979"/>
                  </a:cubicBezTo>
                  <a:cubicBezTo>
                    <a:pt x="3758" y="14280"/>
                    <a:pt x="10355" y="17595"/>
                    <a:pt x="10873" y="17724"/>
                  </a:cubicBezTo>
                  <a:cubicBezTo>
                    <a:pt x="10892" y="17729"/>
                    <a:pt x="10911" y="17731"/>
                    <a:pt x="10929" y="17731"/>
                  </a:cubicBezTo>
                  <a:cubicBezTo>
                    <a:pt x="11408" y="17731"/>
                    <a:pt x="11609" y="16133"/>
                    <a:pt x="11651" y="15095"/>
                  </a:cubicBezTo>
                  <a:cubicBezTo>
                    <a:pt x="11695" y="14018"/>
                    <a:pt x="11090" y="1821"/>
                    <a:pt x="10701" y="1348"/>
                  </a:cubicBezTo>
                  <a:cubicBezTo>
                    <a:pt x="10335" y="902"/>
                    <a:pt x="7950" y="0"/>
                    <a:pt x="6730"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0"/>
            <p:cNvSpPr/>
            <p:nvPr/>
          </p:nvSpPr>
          <p:spPr>
            <a:xfrm>
              <a:off x="2030357" y="3974675"/>
              <a:ext cx="293928" cy="386718"/>
            </a:xfrm>
            <a:custGeom>
              <a:avLst/>
              <a:gdLst/>
              <a:ahLst/>
              <a:cxnLst/>
              <a:rect l="l" t="t" r="r" b="b"/>
              <a:pathLst>
                <a:path w="9503" h="12503" extrusionOk="0">
                  <a:moveTo>
                    <a:pt x="1857" y="1"/>
                  </a:moveTo>
                  <a:cubicBezTo>
                    <a:pt x="1857" y="1"/>
                    <a:pt x="0" y="2803"/>
                    <a:pt x="1339" y="5948"/>
                  </a:cubicBezTo>
                  <a:cubicBezTo>
                    <a:pt x="2013" y="7531"/>
                    <a:pt x="2808" y="8059"/>
                    <a:pt x="3024" y="10559"/>
                  </a:cubicBezTo>
                  <a:cubicBezTo>
                    <a:pt x="3024" y="10559"/>
                    <a:pt x="6462" y="12503"/>
                    <a:pt x="8088" y="12503"/>
                  </a:cubicBezTo>
                  <a:cubicBezTo>
                    <a:pt x="8459" y="12503"/>
                    <a:pt x="8735" y="12402"/>
                    <a:pt x="8856" y="12154"/>
                  </a:cubicBezTo>
                  <a:cubicBezTo>
                    <a:pt x="9503" y="10817"/>
                    <a:pt x="6393" y="3232"/>
                    <a:pt x="5054" y="1724"/>
                  </a:cubicBezTo>
                  <a:cubicBezTo>
                    <a:pt x="3715" y="216"/>
                    <a:pt x="1857"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0"/>
            <p:cNvSpPr/>
            <p:nvPr/>
          </p:nvSpPr>
          <p:spPr>
            <a:xfrm>
              <a:off x="2050523" y="4023946"/>
              <a:ext cx="203519" cy="317342"/>
            </a:xfrm>
            <a:custGeom>
              <a:avLst/>
              <a:gdLst/>
              <a:ahLst/>
              <a:cxnLst/>
              <a:rect l="l" t="t" r="r" b="b"/>
              <a:pathLst>
                <a:path w="6580" h="10260" extrusionOk="0">
                  <a:moveTo>
                    <a:pt x="1115" y="0"/>
                  </a:moveTo>
                  <a:cubicBezTo>
                    <a:pt x="891" y="0"/>
                    <a:pt x="674" y="38"/>
                    <a:pt x="469" y="117"/>
                  </a:cubicBezTo>
                  <a:cubicBezTo>
                    <a:pt x="155" y="1218"/>
                    <a:pt x="0" y="2741"/>
                    <a:pt x="687" y="4355"/>
                  </a:cubicBezTo>
                  <a:cubicBezTo>
                    <a:pt x="1361" y="5938"/>
                    <a:pt x="2156" y="6466"/>
                    <a:pt x="2372" y="8966"/>
                  </a:cubicBezTo>
                  <a:cubicBezTo>
                    <a:pt x="2372" y="8966"/>
                    <a:pt x="3659" y="9694"/>
                    <a:pt x="5031" y="10259"/>
                  </a:cubicBezTo>
                  <a:cubicBezTo>
                    <a:pt x="6385" y="9420"/>
                    <a:pt x="6579" y="6736"/>
                    <a:pt x="5428" y="4053"/>
                  </a:cubicBezTo>
                  <a:cubicBezTo>
                    <a:pt x="4389" y="1632"/>
                    <a:pt x="2590" y="0"/>
                    <a:pt x="11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30"/>
            <p:cNvSpPr/>
            <p:nvPr/>
          </p:nvSpPr>
          <p:spPr>
            <a:xfrm>
              <a:off x="2115444" y="4234265"/>
              <a:ext cx="206922" cy="166991"/>
            </a:xfrm>
            <a:custGeom>
              <a:avLst/>
              <a:gdLst/>
              <a:ahLst/>
              <a:cxnLst/>
              <a:rect l="l" t="t" r="r" b="b"/>
              <a:pathLst>
                <a:path w="6690" h="5399" extrusionOk="0">
                  <a:moveTo>
                    <a:pt x="2663" y="1"/>
                  </a:moveTo>
                  <a:cubicBezTo>
                    <a:pt x="949" y="1"/>
                    <a:pt x="0" y="711"/>
                    <a:pt x="0" y="711"/>
                  </a:cubicBezTo>
                  <a:lnTo>
                    <a:pt x="0" y="1165"/>
                  </a:lnTo>
                  <a:lnTo>
                    <a:pt x="5658" y="5399"/>
                  </a:lnTo>
                  <a:cubicBezTo>
                    <a:pt x="5658" y="5399"/>
                    <a:pt x="6689" y="4578"/>
                    <a:pt x="6664" y="4274"/>
                  </a:cubicBezTo>
                  <a:cubicBezTo>
                    <a:pt x="6638" y="3971"/>
                    <a:pt x="6461" y="1671"/>
                    <a:pt x="6156" y="1444"/>
                  </a:cubicBezTo>
                  <a:cubicBezTo>
                    <a:pt x="5852" y="1216"/>
                    <a:pt x="4661" y="53"/>
                    <a:pt x="2838" y="3"/>
                  </a:cubicBezTo>
                  <a:cubicBezTo>
                    <a:pt x="2779" y="2"/>
                    <a:pt x="2721" y="1"/>
                    <a:pt x="26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0"/>
            <p:cNvSpPr/>
            <p:nvPr/>
          </p:nvSpPr>
          <p:spPr>
            <a:xfrm>
              <a:off x="1978705" y="4257555"/>
              <a:ext cx="320682" cy="165661"/>
            </a:xfrm>
            <a:custGeom>
              <a:avLst/>
              <a:gdLst/>
              <a:ahLst/>
              <a:cxnLst/>
              <a:rect l="l" t="t" r="r" b="b"/>
              <a:pathLst>
                <a:path w="10368" h="5356" extrusionOk="0">
                  <a:moveTo>
                    <a:pt x="5748" y="0"/>
                  </a:moveTo>
                  <a:cubicBezTo>
                    <a:pt x="5738" y="0"/>
                    <a:pt x="5729" y="0"/>
                    <a:pt x="5720" y="1"/>
                  </a:cubicBezTo>
                  <a:cubicBezTo>
                    <a:pt x="5088" y="59"/>
                    <a:pt x="576" y="1944"/>
                    <a:pt x="287" y="2175"/>
                  </a:cubicBezTo>
                  <a:cubicBezTo>
                    <a:pt x="0" y="2404"/>
                    <a:pt x="455" y="4672"/>
                    <a:pt x="455" y="4672"/>
                  </a:cubicBezTo>
                  <a:cubicBezTo>
                    <a:pt x="2325" y="5184"/>
                    <a:pt x="4027" y="5356"/>
                    <a:pt x="5463" y="5356"/>
                  </a:cubicBezTo>
                  <a:cubicBezTo>
                    <a:pt x="8140" y="5356"/>
                    <a:pt x="9892" y="4757"/>
                    <a:pt x="10079" y="4646"/>
                  </a:cubicBezTo>
                  <a:cubicBezTo>
                    <a:pt x="10367" y="4473"/>
                    <a:pt x="10284" y="2782"/>
                    <a:pt x="10198" y="2409"/>
                  </a:cubicBezTo>
                  <a:cubicBezTo>
                    <a:pt x="10113" y="2040"/>
                    <a:pt x="6456" y="0"/>
                    <a:pt x="5748" y="0"/>
                  </a:cubicBezTo>
                  <a:close/>
                </a:path>
              </a:pathLst>
            </a:custGeom>
            <a:solidFill>
              <a:srgbClr val="FFAD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0"/>
            <p:cNvSpPr/>
            <p:nvPr/>
          </p:nvSpPr>
          <p:spPr>
            <a:xfrm>
              <a:off x="1988633" y="4265009"/>
              <a:ext cx="310754" cy="158207"/>
            </a:xfrm>
            <a:custGeom>
              <a:avLst/>
              <a:gdLst/>
              <a:ahLst/>
              <a:cxnLst/>
              <a:rect l="l" t="t" r="r" b="b"/>
              <a:pathLst>
                <a:path w="10047" h="5115" extrusionOk="0">
                  <a:moveTo>
                    <a:pt x="6215" y="1"/>
                  </a:moveTo>
                  <a:lnTo>
                    <a:pt x="6215" y="1"/>
                  </a:lnTo>
                  <a:cubicBezTo>
                    <a:pt x="7723" y="695"/>
                    <a:pt x="8637" y="1591"/>
                    <a:pt x="8513" y="2433"/>
                  </a:cubicBezTo>
                  <a:cubicBezTo>
                    <a:pt x="8350" y="3527"/>
                    <a:pt x="6483" y="4204"/>
                    <a:pt x="4006" y="4204"/>
                  </a:cubicBezTo>
                  <a:cubicBezTo>
                    <a:pt x="3305" y="4204"/>
                    <a:pt x="2555" y="4149"/>
                    <a:pt x="1782" y="4035"/>
                  </a:cubicBezTo>
                  <a:cubicBezTo>
                    <a:pt x="1157" y="3943"/>
                    <a:pt x="561" y="3818"/>
                    <a:pt x="0" y="3666"/>
                  </a:cubicBezTo>
                  <a:lnTo>
                    <a:pt x="0" y="3666"/>
                  </a:lnTo>
                  <a:cubicBezTo>
                    <a:pt x="67" y="4093"/>
                    <a:pt x="134" y="4431"/>
                    <a:pt x="134" y="4431"/>
                  </a:cubicBezTo>
                  <a:cubicBezTo>
                    <a:pt x="2004" y="4943"/>
                    <a:pt x="3706" y="5115"/>
                    <a:pt x="5142" y="5115"/>
                  </a:cubicBezTo>
                  <a:cubicBezTo>
                    <a:pt x="7819" y="5115"/>
                    <a:pt x="9571" y="4516"/>
                    <a:pt x="9758" y="4405"/>
                  </a:cubicBezTo>
                  <a:cubicBezTo>
                    <a:pt x="10046" y="4232"/>
                    <a:pt x="9963" y="2541"/>
                    <a:pt x="9877" y="2168"/>
                  </a:cubicBezTo>
                  <a:cubicBezTo>
                    <a:pt x="9810" y="1877"/>
                    <a:pt x="7527" y="551"/>
                    <a:pt x="6215"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0"/>
            <p:cNvSpPr/>
            <p:nvPr/>
          </p:nvSpPr>
          <p:spPr>
            <a:xfrm>
              <a:off x="1761487" y="4280226"/>
              <a:ext cx="163156" cy="187436"/>
            </a:xfrm>
            <a:custGeom>
              <a:avLst/>
              <a:gdLst/>
              <a:ahLst/>
              <a:cxnLst/>
              <a:rect l="l" t="t" r="r" b="b"/>
              <a:pathLst>
                <a:path w="5275" h="6060" extrusionOk="0">
                  <a:moveTo>
                    <a:pt x="4177" y="1"/>
                  </a:moveTo>
                  <a:cubicBezTo>
                    <a:pt x="3221" y="1"/>
                    <a:pt x="311" y="407"/>
                    <a:pt x="167" y="537"/>
                  </a:cubicBezTo>
                  <a:cubicBezTo>
                    <a:pt x="1" y="691"/>
                    <a:pt x="616" y="5608"/>
                    <a:pt x="960" y="5801"/>
                  </a:cubicBezTo>
                  <a:cubicBezTo>
                    <a:pt x="1289" y="5987"/>
                    <a:pt x="1707" y="6060"/>
                    <a:pt x="2150" y="6060"/>
                  </a:cubicBezTo>
                  <a:cubicBezTo>
                    <a:pt x="3453" y="6060"/>
                    <a:pt x="4978" y="5429"/>
                    <a:pt x="5145" y="5149"/>
                  </a:cubicBezTo>
                  <a:cubicBezTo>
                    <a:pt x="5274" y="4933"/>
                    <a:pt x="4622" y="156"/>
                    <a:pt x="4469" y="36"/>
                  </a:cubicBezTo>
                  <a:cubicBezTo>
                    <a:pt x="4437" y="12"/>
                    <a:pt x="4333" y="1"/>
                    <a:pt x="41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0"/>
            <p:cNvSpPr/>
            <p:nvPr/>
          </p:nvSpPr>
          <p:spPr>
            <a:xfrm>
              <a:off x="1853317" y="4377561"/>
              <a:ext cx="60654" cy="87903"/>
            </a:xfrm>
            <a:custGeom>
              <a:avLst/>
              <a:gdLst/>
              <a:ahLst/>
              <a:cxnLst/>
              <a:rect l="l" t="t" r="r" b="b"/>
              <a:pathLst>
                <a:path w="1961" h="2842" extrusionOk="0">
                  <a:moveTo>
                    <a:pt x="1310" y="1"/>
                  </a:moveTo>
                  <a:cubicBezTo>
                    <a:pt x="865" y="1"/>
                    <a:pt x="327" y="951"/>
                    <a:pt x="93" y="2167"/>
                  </a:cubicBezTo>
                  <a:cubicBezTo>
                    <a:pt x="47" y="2401"/>
                    <a:pt x="17" y="2627"/>
                    <a:pt x="0" y="2842"/>
                  </a:cubicBezTo>
                  <a:cubicBezTo>
                    <a:pt x="674" y="2731"/>
                    <a:pt x="1320" y="2510"/>
                    <a:pt x="1734" y="2307"/>
                  </a:cubicBezTo>
                  <a:cubicBezTo>
                    <a:pt x="1960" y="1081"/>
                    <a:pt x="1790" y="54"/>
                    <a:pt x="1345" y="3"/>
                  </a:cubicBezTo>
                  <a:cubicBezTo>
                    <a:pt x="1334" y="1"/>
                    <a:pt x="1322" y="1"/>
                    <a:pt x="1310"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0"/>
            <p:cNvSpPr/>
            <p:nvPr/>
          </p:nvSpPr>
          <p:spPr>
            <a:xfrm>
              <a:off x="1763219" y="4281216"/>
              <a:ext cx="117503" cy="142402"/>
            </a:xfrm>
            <a:custGeom>
              <a:avLst/>
              <a:gdLst/>
              <a:ahLst/>
              <a:cxnLst/>
              <a:rect l="l" t="t" r="r" b="b"/>
              <a:pathLst>
                <a:path w="3799" h="4604" extrusionOk="0">
                  <a:moveTo>
                    <a:pt x="3487" y="1"/>
                  </a:moveTo>
                  <a:cubicBezTo>
                    <a:pt x="2254" y="100"/>
                    <a:pt x="230" y="397"/>
                    <a:pt x="111" y="505"/>
                  </a:cubicBezTo>
                  <a:cubicBezTo>
                    <a:pt x="0" y="607"/>
                    <a:pt x="236" y="2817"/>
                    <a:pt x="506" y="4342"/>
                  </a:cubicBezTo>
                  <a:cubicBezTo>
                    <a:pt x="771" y="4512"/>
                    <a:pt x="1056" y="4603"/>
                    <a:pt x="1346" y="4603"/>
                  </a:cubicBezTo>
                  <a:cubicBezTo>
                    <a:pt x="1505" y="4603"/>
                    <a:pt x="1665" y="4576"/>
                    <a:pt x="1825" y="4520"/>
                  </a:cubicBezTo>
                  <a:cubicBezTo>
                    <a:pt x="3050" y="4084"/>
                    <a:pt x="3798" y="2089"/>
                    <a:pt x="3498" y="63"/>
                  </a:cubicBezTo>
                  <a:cubicBezTo>
                    <a:pt x="3494" y="43"/>
                    <a:pt x="3489" y="22"/>
                    <a:pt x="3487"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0"/>
            <p:cNvSpPr/>
            <p:nvPr/>
          </p:nvSpPr>
          <p:spPr>
            <a:xfrm>
              <a:off x="1913660" y="4276144"/>
              <a:ext cx="110513" cy="61396"/>
            </a:xfrm>
            <a:custGeom>
              <a:avLst/>
              <a:gdLst/>
              <a:ahLst/>
              <a:cxnLst/>
              <a:rect l="l" t="t" r="r" b="b"/>
              <a:pathLst>
                <a:path w="3573" h="1985" extrusionOk="0">
                  <a:moveTo>
                    <a:pt x="1617" y="0"/>
                  </a:moveTo>
                  <a:cubicBezTo>
                    <a:pt x="1142" y="0"/>
                    <a:pt x="657" y="469"/>
                    <a:pt x="444" y="583"/>
                  </a:cubicBezTo>
                  <a:cubicBezTo>
                    <a:pt x="229" y="696"/>
                    <a:pt x="1" y="1328"/>
                    <a:pt x="545" y="1934"/>
                  </a:cubicBezTo>
                  <a:lnTo>
                    <a:pt x="2712" y="1985"/>
                  </a:lnTo>
                  <a:lnTo>
                    <a:pt x="3573" y="721"/>
                  </a:lnTo>
                  <a:cubicBezTo>
                    <a:pt x="3573" y="721"/>
                    <a:pt x="2116" y="14"/>
                    <a:pt x="1635" y="0"/>
                  </a:cubicBezTo>
                  <a:cubicBezTo>
                    <a:pt x="1629" y="0"/>
                    <a:pt x="1623" y="0"/>
                    <a:pt x="1617" y="0"/>
                  </a:cubicBezTo>
                  <a:close/>
                </a:path>
              </a:pathLst>
            </a:custGeom>
            <a:solidFill>
              <a:srgbClr val="FFAD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0"/>
            <p:cNvSpPr/>
            <p:nvPr/>
          </p:nvSpPr>
          <p:spPr>
            <a:xfrm>
              <a:off x="1897639" y="4293248"/>
              <a:ext cx="86171" cy="141443"/>
            </a:xfrm>
            <a:custGeom>
              <a:avLst/>
              <a:gdLst/>
              <a:ahLst/>
              <a:cxnLst/>
              <a:rect l="l" t="t" r="r" b="b"/>
              <a:pathLst>
                <a:path w="2786" h="4573" extrusionOk="0">
                  <a:moveTo>
                    <a:pt x="1151" y="1"/>
                  </a:moveTo>
                  <a:cubicBezTo>
                    <a:pt x="1113" y="1"/>
                    <a:pt x="1075" y="2"/>
                    <a:pt x="1037" y="5"/>
                  </a:cubicBezTo>
                  <a:lnTo>
                    <a:pt x="1" y="94"/>
                  </a:lnTo>
                  <a:lnTo>
                    <a:pt x="50" y="686"/>
                  </a:lnTo>
                  <a:lnTo>
                    <a:pt x="1085" y="598"/>
                  </a:lnTo>
                  <a:cubicBezTo>
                    <a:pt x="1101" y="597"/>
                    <a:pt x="1118" y="596"/>
                    <a:pt x="1134" y="596"/>
                  </a:cubicBezTo>
                  <a:cubicBezTo>
                    <a:pt x="1361" y="596"/>
                    <a:pt x="1551" y="736"/>
                    <a:pt x="1589" y="935"/>
                  </a:cubicBezTo>
                  <a:lnTo>
                    <a:pt x="2017" y="3183"/>
                  </a:lnTo>
                  <a:cubicBezTo>
                    <a:pt x="2058" y="3400"/>
                    <a:pt x="1899" y="3614"/>
                    <a:pt x="1653" y="3667"/>
                  </a:cubicBezTo>
                  <a:lnTo>
                    <a:pt x="165" y="3995"/>
                  </a:lnTo>
                  <a:lnTo>
                    <a:pt x="313" y="4573"/>
                  </a:lnTo>
                  <a:lnTo>
                    <a:pt x="1802" y="4244"/>
                  </a:lnTo>
                  <a:cubicBezTo>
                    <a:pt x="2398" y="4114"/>
                    <a:pt x="2785" y="3597"/>
                    <a:pt x="2685" y="3070"/>
                  </a:cubicBezTo>
                  <a:lnTo>
                    <a:pt x="2256" y="823"/>
                  </a:lnTo>
                  <a:cubicBezTo>
                    <a:pt x="2165" y="339"/>
                    <a:pt x="1699" y="1"/>
                    <a:pt x="11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30"/>
            <p:cNvSpPr/>
            <p:nvPr/>
          </p:nvSpPr>
          <p:spPr>
            <a:xfrm>
              <a:off x="1914557" y="4292753"/>
              <a:ext cx="167548" cy="124277"/>
            </a:xfrm>
            <a:custGeom>
              <a:avLst/>
              <a:gdLst/>
              <a:ahLst/>
              <a:cxnLst/>
              <a:rect l="l" t="t" r="r" b="b"/>
              <a:pathLst>
                <a:path w="5417" h="4018" extrusionOk="0">
                  <a:moveTo>
                    <a:pt x="2110" y="1"/>
                  </a:moveTo>
                  <a:cubicBezTo>
                    <a:pt x="1602" y="1"/>
                    <a:pt x="227" y="394"/>
                    <a:pt x="115" y="728"/>
                  </a:cubicBezTo>
                  <a:cubicBezTo>
                    <a:pt x="1" y="1072"/>
                    <a:pt x="627" y="3659"/>
                    <a:pt x="1002" y="3830"/>
                  </a:cubicBezTo>
                  <a:cubicBezTo>
                    <a:pt x="1251" y="3945"/>
                    <a:pt x="2212" y="4018"/>
                    <a:pt x="3140" y="4018"/>
                  </a:cubicBezTo>
                  <a:cubicBezTo>
                    <a:pt x="3604" y="4018"/>
                    <a:pt x="4060" y="4000"/>
                    <a:pt x="4413" y="3959"/>
                  </a:cubicBezTo>
                  <a:cubicBezTo>
                    <a:pt x="5416" y="3845"/>
                    <a:pt x="4577" y="174"/>
                    <a:pt x="4238" y="174"/>
                  </a:cubicBezTo>
                  <a:cubicBezTo>
                    <a:pt x="4237" y="174"/>
                    <a:pt x="4235" y="175"/>
                    <a:pt x="4233" y="175"/>
                  </a:cubicBezTo>
                  <a:cubicBezTo>
                    <a:pt x="4170" y="182"/>
                    <a:pt x="4097" y="185"/>
                    <a:pt x="4018" y="185"/>
                  </a:cubicBezTo>
                  <a:cubicBezTo>
                    <a:pt x="3456" y="185"/>
                    <a:pt x="2564" y="27"/>
                    <a:pt x="2160" y="2"/>
                  </a:cubicBezTo>
                  <a:cubicBezTo>
                    <a:pt x="2144" y="1"/>
                    <a:pt x="2128" y="1"/>
                    <a:pt x="2110" y="1"/>
                  </a:cubicBezTo>
                  <a:close/>
                </a:path>
              </a:pathLst>
            </a:custGeom>
            <a:solidFill>
              <a:srgbClr val="FFAD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0"/>
            <p:cNvSpPr/>
            <p:nvPr/>
          </p:nvSpPr>
          <p:spPr>
            <a:xfrm>
              <a:off x="1914557" y="4308527"/>
              <a:ext cx="155083" cy="108502"/>
            </a:xfrm>
            <a:custGeom>
              <a:avLst/>
              <a:gdLst/>
              <a:ahLst/>
              <a:cxnLst/>
              <a:rect l="l" t="t" r="r" b="b"/>
              <a:pathLst>
                <a:path w="5014" h="3508" extrusionOk="0">
                  <a:moveTo>
                    <a:pt x="342" y="0"/>
                  </a:moveTo>
                  <a:cubicBezTo>
                    <a:pt x="223" y="73"/>
                    <a:pt x="139" y="147"/>
                    <a:pt x="115" y="218"/>
                  </a:cubicBezTo>
                  <a:cubicBezTo>
                    <a:pt x="1" y="562"/>
                    <a:pt x="627" y="3149"/>
                    <a:pt x="1002" y="3320"/>
                  </a:cubicBezTo>
                  <a:cubicBezTo>
                    <a:pt x="1251" y="3435"/>
                    <a:pt x="2212" y="3508"/>
                    <a:pt x="3140" y="3508"/>
                  </a:cubicBezTo>
                  <a:cubicBezTo>
                    <a:pt x="3604" y="3508"/>
                    <a:pt x="4060" y="3490"/>
                    <a:pt x="4413" y="3449"/>
                  </a:cubicBezTo>
                  <a:cubicBezTo>
                    <a:pt x="4680" y="3419"/>
                    <a:pt x="4964" y="3127"/>
                    <a:pt x="5013" y="2730"/>
                  </a:cubicBezTo>
                  <a:cubicBezTo>
                    <a:pt x="4122" y="2584"/>
                    <a:pt x="2673" y="2513"/>
                    <a:pt x="1632" y="1701"/>
                  </a:cubicBezTo>
                  <a:cubicBezTo>
                    <a:pt x="952" y="1168"/>
                    <a:pt x="509" y="556"/>
                    <a:pt x="342"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0"/>
            <p:cNvSpPr/>
            <p:nvPr/>
          </p:nvSpPr>
          <p:spPr>
            <a:xfrm>
              <a:off x="1775220" y="4289412"/>
              <a:ext cx="117163" cy="20785"/>
            </a:xfrm>
            <a:custGeom>
              <a:avLst/>
              <a:gdLst/>
              <a:ahLst/>
              <a:cxnLst/>
              <a:rect l="l" t="t" r="r" b="b"/>
              <a:pathLst>
                <a:path w="3788" h="672" extrusionOk="0">
                  <a:moveTo>
                    <a:pt x="3210" y="0"/>
                  </a:moveTo>
                  <a:cubicBezTo>
                    <a:pt x="2863" y="0"/>
                    <a:pt x="2384" y="34"/>
                    <a:pt x="1859" y="102"/>
                  </a:cubicBezTo>
                  <a:cubicBezTo>
                    <a:pt x="824" y="234"/>
                    <a:pt x="0" y="447"/>
                    <a:pt x="21" y="576"/>
                  </a:cubicBezTo>
                  <a:cubicBezTo>
                    <a:pt x="30" y="640"/>
                    <a:pt x="242" y="671"/>
                    <a:pt x="578" y="671"/>
                  </a:cubicBezTo>
                  <a:cubicBezTo>
                    <a:pt x="925" y="671"/>
                    <a:pt x="1404" y="638"/>
                    <a:pt x="1930" y="570"/>
                  </a:cubicBezTo>
                  <a:cubicBezTo>
                    <a:pt x="2963" y="437"/>
                    <a:pt x="3787" y="225"/>
                    <a:pt x="3768" y="96"/>
                  </a:cubicBezTo>
                  <a:cubicBezTo>
                    <a:pt x="3758" y="32"/>
                    <a:pt x="3546" y="0"/>
                    <a:pt x="3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30"/>
            <p:cNvSpPr/>
            <p:nvPr/>
          </p:nvSpPr>
          <p:spPr>
            <a:xfrm>
              <a:off x="1573436" y="4963240"/>
              <a:ext cx="100894" cy="50261"/>
            </a:xfrm>
            <a:custGeom>
              <a:avLst/>
              <a:gdLst/>
              <a:ahLst/>
              <a:cxnLst/>
              <a:rect l="l" t="t" r="r" b="b"/>
              <a:pathLst>
                <a:path w="3262" h="1625" extrusionOk="0">
                  <a:moveTo>
                    <a:pt x="2800" y="1"/>
                  </a:moveTo>
                  <a:cubicBezTo>
                    <a:pt x="2647" y="1"/>
                    <a:pt x="2461" y="135"/>
                    <a:pt x="2274" y="389"/>
                  </a:cubicBezTo>
                  <a:cubicBezTo>
                    <a:pt x="1903" y="898"/>
                    <a:pt x="490" y="1165"/>
                    <a:pt x="259" y="1223"/>
                  </a:cubicBezTo>
                  <a:cubicBezTo>
                    <a:pt x="28" y="1279"/>
                    <a:pt x="1" y="1625"/>
                    <a:pt x="1" y="1625"/>
                  </a:cubicBezTo>
                  <a:lnTo>
                    <a:pt x="3052" y="1625"/>
                  </a:lnTo>
                  <a:cubicBezTo>
                    <a:pt x="3262" y="506"/>
                    <a:pt x="3095" y="1"/>
                    <a:pt x="28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30"/>
            <p:cNvSpPr/>
            <p:nvPr/>
          </p:nvSpPr>
          <p:spPr>
            <a:xfrm>
              <a:off x="1638419" y="4963240"/>
              <a:ext cx="100925" cy="50261"/>
            </a:xfrm>
            <a:custGeom>
              <a:avLst/>
              <a:gdLst/>
              <a:ahLst/>
              <a:cxnLst/>
              <a:rect l="l" t="t" r="r" b="b"/>
              <a:pathLst>
                <a:path w="3263" h="1625" extrusionOk="0">
                  <a:moveTo>
                    <a:pt x="2800" y="1"/>
                  </a:moveTo>
                  <a:cubicBezTo>
                    <a:pt x="2648" y="1"/>
                    <a:pt x="2462" y="135"/>
                    <a:pt x="2276" y="389"/>
                  </a:cubicBezTo>
                  <a:cubicBezTo>
                    <a:pt x="1904" y="898"/>
                    <a:pt x="491" y="1165"/>
                    <a:pt x="260" y="1223"/>
                  </a:cubicBezTo>
                  <a:cubicBezTo>
                    <a:pt x="30" y="1279"/>
                    <a:pt x="1" y="1625"/>
                    <a:pt x="1" y="1625"/>
                  </a:cubicBezTo>
                  <a:lnTo>
                    <a:pt x="3054" y="1625"/>
                  </a:lnTo>
                  <a:cubicBezTo>
                    <a:pt x="3262" y="506"/>
                    <a:pt x="3095" y="1"/>
                    <a:pt x="28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30"/>
            <p:cNvSpPr/>
            <p:nvPr/>
          </p:nvSpPr>
          <p:spPr>
            <a:xfrm>
              <a:off x="1889040" y="3958344"/>
              <a:ext cx="289412" cy="104945"/>
            </a:xfrm>
            <a:custGeom>
              <a:avLst/>
              <a:gdLst/>
              <a:ahLst/>
              <a:cxnLst/>
              <a:rect l="l" t="t" r="r" b="b"/>
              <a:pathLst>
                <a:path w="9357" h="3393" extrusionOk="0">
                  <a:moveTo>
                    <a:pt x="4314" y="0"/>
                  </a:moveTo>
                  <a:cubicBezTo>
                    <a:pt x="4235" y="0"/>
                    <a:pt x="4161" y="4"/>
                    <a:pt x="4093" y="12"/>
                  </a:cubicBezTo>
                  <a:cubicBezTo>
                    <a:pt x="3162" y="118"/>
                    <a:pt x="1161" y="404"/>
                    <a:pt x="136" y="843"/>
                  </a:cubicBezTo>
                  <a:cubicBezTo>
                    <a:pt x="32" y="1116"/>
                    <a:pt x="1" y="1389"/>
                    <a:pt x="55" y="1654"/>
                  </a:cubicBezTo>
                  <a:cubicBezTo>
                    <a:pt x="278" y="2742"/>
                    <a:pt x="1858" y="3393"/>
                    <a:pt x="3924" y="3393"/>
                  </a:cubicBezTo>
                  <a:cubicBezTo>
                    <a:pt x="4629" y="3393"/>
                    <a:pt x="5390" y="3317"/>
                    <a:pt x="6174" y="3157"/>
                  </a:cubicBezTo>
                  <a:cubicBezTo>
                    <a:pt x="7403" y="2905"/>
                    <a:pt x="8500" y="2484"/>
                    <a:pt x="9356" y="1977"/>
                  </a:cubicBezTo>
                  <a:cubicBezTo>
                    <a:pt x="8549" y="1198"/>
                    <a:pt x="7621" y="830"/>
                    <a:pt x="7029" y="662"/>
                  </a:cubicBezTo>
                  <a:cubicBezTo>
                    <a:pt x="6154" y="313"/>
                    <a:pt x="5032" y="0"/>
                    <a:pt x="4314"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30"/>
            <p:cNvSpPr/>
            <p:nvPr/>
          </p:nvSpPr>
          <p:spPr>
            <a:xfrm>
              <a:off x="1897700" y="3958344"/>
              <a:ext cx="167826" cy="120689"/>
            </a:xfrm>
            <a:custGeom>
              <a:avLst/>
              <a:gdLst/>
              <a:ahLst/>
              <a:cxnLst/>
              <a:rect l="l" t="t" r="r" b="b"/>
              <a:pathLst>
                <a:path w="5426" h="3902" extrusionOk="0">
                  <a:moveTo>
                    <a:pt x="4033" y="0"/>
                  </a:moveTo>
                  <a:cubicBezTo>
                    <a:pt x="3955" y="0"/>
                    <a:pt x="3881" y="4"/>
                    <a:pt x="3813" y="12"/>
                  </a:cubicBezTo>
                  <a:cubicBezTo>
                    <a:pt x="2955" y="111"/>
                    <a:pt x="1184" y="361"/>
                    <a:pt x="110" y="744"/>
                  </a:cubicBezTo>
                  <a:cubicBezTo>
                    <a:pt x="1" y="1884"/>
                    <a:pt x="352" y="3514"/>
                    <a:pt x="352" y="3514"/>
                  </a:cubicBezTo>
                  <a:lnTo>
                    <a:pt x="1687" y="3448"/>
                  </a:lnTo>
                  <a:lnTo>
                    <a:pt x="2480" y="3902"/>
                  </a:lnTo>
                  <a:cubicBezTo>
                    <a:pt x="2480" y="3902"/>
                    <a:pt x="3489" y="1803"/>
                    <a:pt x="5426" y="225"/>
                  </a:cubicBezTo>
                  <a:cubicBezTo>
                    <a:pt x="4912" y="89"/>
                    <a:pt x="4416" y="0"/>
                    <a:pt x="40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30"/>
            <p:cNvSpPr/>
            <p:nvPr/>
          </p:nvSpPr>
          <p:spPr>
            <a:xfrm>
              <a:off x="1909082" y="3958344"/>
              <a:ext cx="153073" cy="127463"/>
            </a:xfrm>
            <a:custGeom>
              <a:avLst/>
              <a:gdLst/>
              <a:ahLst/>
              <a:cxnLst/>
              <a:rect l="l" t="t" r="r" b="b"/>
              <a:pathLst>
                <a:path w="4949" h="4121" extrusionOk="0">
                  <a:moveTo>
                    <a:pt x="3666" y="0"/>
                  </a:moveTo>
                  <a:cubicBezTo>
                    <a:pt x="3587" y="0"/>
                    <a:pt x="3513" y="4"/>
                    <a:pt x="3445" y="12"/>
                  </a:cubicBezTo>
                  <a:cubicBezTo>
                    <a:pt x="2652" y="103"/>
                    <a:pt x="1082" y="324"/>
                    <a:pt x="0" y="658"/>
                  </a:cubicBezTo>
                  <a:cubicBezTo>
                    <a:pt x="144" y="2102"/>
                    <a:pt x="868" y="4120"/>
                    <a:pt x="868" y="4120"/>
                  </a:cubicBezTo>
                  <a:cubicBezTo>
                    <a:pt x="868" y="4120"/>
                    <a:pt x="2456" y="1697"/>
                    <a:pt x="4949" y="197"/>
                  </a:cubicBezTo>
                  <a:cubicBezTo>
                    <a:pt x="4474" y="77"/>
                    <a:pt x="4021" y="0"/>
                    <a:pt x="3666" y="0"/>
                  </a:cubicBezTo>
                  <a:close/>
                </a:path>
              </a:pathLst>
            </a:custGeom>
            <a:solidFill>
              <a:srgbClr val="FFAD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30"/>
            <p:cNvSpPr/>
            <p:nvPr/>
          </p:nvSpPr>
          <p:spPr>
            <a:xfrm>
              <a:off x="1928692" y="4063380"/>
              <a:ext cx="21434" cy="22424"/>
            </a:xfrm>
            <a:custGeom>
              <a:avLst/>
              <a:gdLst/>
              <a:ahLst/>
              <a:cxnLst/>
              <a:rect l="l" t="t" r="r" b="b"/>
              <a:pathLst>
                <a:path w="693" h="725" extrusionOk="0">
                  <a:moveTo>
                    <a:pt x="203" y="1"/>
                  </a:moveTo>
                  <a:cubicBezTo>
                    <a:pt x="134" y="1"/>
                    <a:pt x="67" y="7"/>
                    <a:pt x="0" y="18"/>
                  </a:cubicBezTo>
                  <a:cubicBezTo>
                    <a:pt x="134" y="444"/>
                    <a:pt x="234" y="724"/>
                    <a:pt x="234" y="724"/>
                  </a:cubicBezTo>
                  <a:cubicBezTo>
                    <a:pt x="234" y="724"/>
                    <a:pt x="395" y="479"/>
                    <a:pt x="692" y="99"/>
                  </a:cubicBezTo>
                  <a:cubicBezTo>
                    <a:pt x="542" y="36"/>
                    <a:pt x="378" y="1"/>
                    <a:pt x="203" y="1"/>
                  </a:cubicBezTo>
                  <a:close/>
                </a:path>
              </a:pathLst>
            </a:custGeom>
            <a:solidFill>
              <a:srgbClr val="FFA7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0"/>
            <p:cNvSpPr/>
            <p:nvPr/>
          </p:nvSpPr>
          <p:spPr>
            <a:xfrm>
              <a:off x="1923465" y="3811399"/>
              <a:ext cx="147660" cy="199375"/>
            </a:xfrm>
            <a:custGeom>
              <a:avLst/>
              <a:gdLst/>
              <a:ahLst/>
              <a:cxnLst/>
              <a:rect l="l" t="t" r="r" b="b"/>
              <a:pathLst>
                <a:path w="4774" h="6446" extrusionOk="0">
                  <a:moveTo>
                    <a:pt x="4774" y="0"/>
                  </a:moveTo>
                  <a:lnTo>
                    <a:pt x="109" y="1228"/>
                  </a:lnTo>
                  <a:cubicBezTo>
                    <a:pt x="0" y="1918"/>
                    <a:pt x="22" y="5280"/>
                    <a:pt x="22" y="5280"/>
                  </a:cubicBezTo>
                  <a:cubicBezTo>
                    <a:pt x="22" y="5280"/>
                    <a:pt x="71" y="6335"/>
                    <a:pt x="605" y="6430"/>
                  </a:cubicBezTo>
                  <a:cubicBezTo>
                    <a:pt x="667" y="6440"/>
                    <a:pt x="733" y="6445"/>
                    <a:pt x="803" y="6445"/>
                  </a:cubicBezTo>
                  <a:cubicBezTo>
                    <a:pt x="2024" y="6445"/>
                    <a:pt x="4298" y="4870"/>
                    <a:pt x="4298" y="4870"/>
                  </a:cubicBezTo>
                  <a:lnTo>
                    <a:pt x="4774" y="0"/>
                  </a:lnTo>
                  <a:close/>
                </a:path>
              </a:pathLst>
            </a:custGeom>
            <a:solidFill>
              <a:srgbClr val="FFAD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0"/>
            <p:cNvSpPr/>
            <p:nvPr/>
          </p:nvSpPr>
          <p:spPr>
            <a:xfrm>
              <a:off x="1820129" y="3589295"/>
              <a:ext cx="307320" cy="405554"/>
            </a:xfrm>
            <a:custGeom>
              <a:avLst/>
              <a:gdLst/>
              <a:ahLst/>
              <a:cxnLst/>
              <a:rect l="l" t="t" r="r" b="b"/>
              <a:pathLst>
                <a:path w="9936" h="13112" extrusionOk="0">
                  <a:moveTo>
                    <a:pt x="7266" y="1"/>
                  </a:moveTo>
                  <a:cubicBezTo>
                    <a:pt x="6624" y="1"/>
                    <a:pt x="6624" y="336"/>
                    <a:pt x="6624" y="336"/>
                  </a:cubicBezTo>
                  <a:cubicBezTo>
                    <a:pt x="6624" y="336"/>
                    <a:pt x="6074" y="139"/>
                    <a:pt x="5536" y="139"/>
                  </a:cubicBezTo>
                  <a:cubicBezTo>
                    <a:pt x="5306" y="139"/>
                    <a:pt x="5078" y="175"/>
                    <a:pt x="4896" y="279"/>
                  </a:cubicBezTo>
                  <a:cubicBezTo>
                    <a:pt x="4291" y="624"/>
                    <a:pt x="4090" y="1226"/>
                    <a:pt x="4090" y="1226"/>
                  </a:cubicBezTo>
                  <a:cubicBezTo>
                    <a:pt x="4090" y="1226"/>
                    <a:pt x="3054" y="1313"/>
                    <a:pt x="2621" y="1774"/>
                  </a:cubicBezTo>
                  <a:cubicBezTo>
                    <a:pt x="2189" y="2232"/>
                    <a:pt x="2334" y="2520"/>
                    <a:pt x="2334" y="2520"/>
                  </a:cubicBezTo>
                  <a:cubicBezTo>
                    <a:pt x="2334" y="2520"/>
                    <a:pt x="2209" y="2477"/>
                    <a:pt x="2037" y="2477"/>
                  </a:cubicBezTo>
                  <a:cubicBezTo>
                    <a:pt x="1789" y="2477"/>
                    <a:pt x="1443" y="2567"/>
                    <a:pt x="1239" y="3009"/>
                  </a:cubicBezTo>
                  <a:cubicBezTo>
                    <a:pt x="893" y="3755"/>
                    <a:pt x="1211" y="4186"/>
                    <a:pt x="1211" y="4186"/>
                  </a:cubicBezTo>
                  <a:cubicBezTo>
                    <a:pt x="1211" y="4186"/>
                    <a:pt x="231" y="4503"/>
                    <a:pt x="202" y="5020"/>
                  </a:cubicBezTo>
                  <a:cubicBezTo>
                    <a:pt x="173" y="5536"/>
                    <a:pt x="664" y="6026"/>
                    <a:pt x="664" y="6026"/>
                  </a:cubicBezTo>
                  <a:cubicBezTo>
                    <a:pt x="664" y="6026"/>
                    <a:pt x="1" y="7347"/>
                    <a:pt x="88" y="7835"/>
                  </a:cubicBezTo>
                  <a:cubicBezTo>
                    <a:pt x="173" y="8324"/>
                    <a:pt x="778" y="8784"/>
                    <a:pt x="778" y="8784"/>
                  </a:cubicBezTo>
                  <a:cubicBezTo>
                    <a:pt x="778" y="8784"/>
                    <a:pt x="173" y="9070"/>
                    <a:pt x="116" y="9645"/>
                  </a:cubicBezTo>
                  <a:cubicBezTo>
                    <a:pt x="59" y="10220"/>
                    <a:pt x="433" y="10392"/>
                    <a:pt x="433" y="10392"/>
                  </a:cubicBezTo>
                  <a:cubicBezTo>
                    <a:pt x="433" y="10392"/>
                    <a:pt x="248" y="11009"/>
                    <a:pt x="346" y="11311"/>
                  </a:cubicBezTo>
                  <a:cubicBezTo>
                    <a:pt x="635" y="12202"/>
                    <a:pt x="1240" y="12231"/>
                    <a:pt x="1240" y="12231"/>
                  </a:cubicBezTo>
                  <a:cubicBezTo>
                    <a:pt x="1240" y="12231"/>
                    <a:pt x="1297" y="12892"/>
                    <a:pt x="1960" y="13063"/>
                  </a:cubicBezTo>
                  <a:cubicBezTo>
                    <a:pt x="2092" y="13098"/>
                    <a:pt x="2217" y="13112"/>
                    <a:pt x="2331" y="13112"/>
                  </a:cubicBezTo>
                  <a:cubicBezTo>
                    <a:pt x="2788" y="13112"/>
                    <a:pt x="3083" y="12892"/>
                    <a:pt x="3083" y="12892"/>
                  </a:cubicBezTo>
                  <a:cubicBezTo>
                    <a:pt x="3083" y="12892"/>
                    <a:pt x="3886" y="13092"/>
                    <a:pt x="4464" y="13092"/>
                  </a:cubicBezTo>
                  <a:cubicBezTo>
                    <a:pt x="5329" y="13092"/>
                    <a:pt x="5962" y="12403"/>
                    <a:pt x="5962" y="12403"/>
                  </a:cubicBezTo>
                  <a:cubicBezTo>
                    <a:pt x="5962" y="12403"/>
                    <a:pt x="7057" y="11886"/>
                    <a:pt x="7431" y="11196"/>
                  </a:cubicBezTo>
                  <a:cubicBezTo>
                    <a:pt x="7431" y="11196"/>
                    <a:pt x="8496" y="10421"/>
                    <a:pt x="8496" y="9674"/>
                  </a:cubicBezTo>
                  <a:cubicBezTo>
                    <a:pt x="8496" y="9674"/>
                    <a:pt x="9014" y="8840"/>
                    <a:pt x="8698" y="7978"/>
                  </a:cubicBezTo>
                  <a:cubicBezTo>
                    <a:pt x="8698" y="7978"/>
                    <a:pt x="8956" y="6370"/>
                    <a:pt x="9331" y="6026"/>
                  </a:cubicBezTo>
                  <a:cubicBezTo>
                    <a:pt x="9705" y="5680"/>
                    <a:pt x="9936" y="4588"/>
                    <a:pt x="9418" y="4157"/>
                  </a:cubicBezTo>
                  <a:cubicBezTo>
                    <a:pt x="9418" y="4157"/>
                    <a:pt x="9677" y="2980"/>
                    <a:pt x="8900" y="2376"/>
                  </a:cubicBezTo>
                  <a:cubicBezTo>
                    <a:pt x="8900" y="2376"/>
                    <a:pt x="8871" y="251"/>
                    <a:pt x="7748" y="49"/>
                  </a:cubicBezTo>
                  <a:cubicBezTo>
                    <a:pt x="7556" y="15"/>
                    <a:pt x="7397" y="1"/>
                    <a:pt x="726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30"/>
            <p:cNvSpPr/>
            <p:nvPr/>
          </p:nvSpPr>
          <p:spPr>
            <a:xfrm>
              <a:off x="1864358" y="3589295"/>
              <a:ext cx="263091" cy="405585"/>
            </a:xfrm>
            <a:custGeom>
              <a:avLst/>
              <a:gdLst/>
              <a:ahLst/>
              <a:cxnLst/>
              <a:rect l="l" t="t" r="r" b="b"/>
              <a:pathLst>
                <a:path w="8506" h="13113" extrusionOk="0">
                  <a:moveTo>
                    <a:pt x="5836" y="1"/>
                  </a:moveTo>
                  <a:cubicBezTo>
                    <a:pt x="5194" y="1"/>
                    <a:pt x="5194" y="336"/>
                    <a:pt x="5194" y="336"/>
                  </a:cubicBezTo>
                  <a:cubicBezTo>
                    <a:pt x="5194" y="336"/>
                    <a:pt x="4848" y="213"/>
                    <a:pt x="4437" y="161"/>
                  </a:cubicBezTo>
                  <a:lnTo>
                    <a:pt x="4437" y="161"/>
                  </a:lnTo>
                  <a:cubicBezTo>
                    <a:pt x="4690" y="729"/>
                    <a:pt x="4775" y="1329"/>
                    <a:pt x="4775" y="1329"/>
                  </a:cubicBezTo>
                  <a:cubicBezTo>
                    <a:pt x="5623" y="1829"/>
                    <a:pt x="5517" y="3031"/>
                    <a:pt x="5517" y="3031"/>
                  </a:cubicBezTo>
                  <a:cubicBezTo>
                    <a:pt x="6086" y="3392"/>
                    <a:pt x="5996" y="4504"/>
                    <a:pt x="5669" y="4894"/>
                  </a:cubicBezTo>
                  <a:cubicBezTo>
                    <a:pt x="5342" y="5283"/>
                    <a:pt x="5290" y="6912"/>
                    <a:pt x="5290" y="6912"/>
                  </a:cubicBezTo>
                  <a:cubicBezTo>
                    <a:pt x="5715" y="7727"/>
                    <a:pt x="5307" y="8619"/>
                    <a:pt x="5307" y="8619"/>
                  </a:cubicBezTo>
                  <a:cubicBezTo>
                    <a:pt x="5402" y="9360"/>
                    <a:pt x="4443" y="10264"/>
                    <a:pt x="4443" y="10264"/>
                  </a:cubicBezTo>
                  <a:cubicBezTo>
                    <a:pt x="4161" y="10996"/>
                    <a:pt x="3142" y="11648"/>
                    <a:pt x="3142" y="11648"/>
                  </a:cubicBezTo>
                  <a:cubicBezTo>
                    <a:pt x="3142" y="11648"/>
                    <a:pt x="2601" y="12413"/>
                    <a:pt x="1744" y="12522"/>
                  </a:cubicBezTo>
                  <a:cubicBezTo>
                    <a:pt x="1588" y="12542"/>
                    <a:pt x="1412" y="12549"/>
                    <a:pt x="1241" y="12549"/>
                  </a:cubicBezTo>
                  <a:cubicBezTo>
                    <a:pt x="782" y="12549"/>
                    <a:pt x="347" y="12498"/>
                    <a:pt x="347" y="12498"/>
                  </a:cubicBezTo>
                  <a:cubicBezTo>
                    <a:pt x="347" y="12498"/>
                    <a:pt x="223" y="12617"/>
                    <a:pt x="1" y="12711"/>
                  </a:cubicBezTo>
                  <a:cubicBezTo>
                    <a:pt x="108" y="12858"/>
                    <a:pt x="274" y="12997"/>
                    <a:pt x="530" y="13065"/>
                  </a:cubicBezTo>
                  <a:cubicBezTo>
                    <a:pt x="661" y="13099"/>
                    <a:pt x="786" y="13113"/>
                    <a:pt x="899" y="13113"/>
                  </a:cubicBezTo>
                  <a:cubicBezTo>
                    <a:pt x="1357" y="13113"/>
                    <a:pt x="1653" y="12892"/>
                    <a:pt x="1653" y="12892"/>
                  </a:cubicBezTo>
                  <a:cubicBezTo>
                    <a:pt x="1653" y="12892"/>
                    <a:pt x="2456" y="13092"/>
                    <a:pt x="3034" y="13092"/>
                  </a:cubicBezTo>
                  <a:cubicBezTo>
                    <a:pt x="3899" y="13092"/>
                    <a:pt x="4532" y="12403"/>
                    <a:pt x="4532" y="12403"/>
                  </a:cubicBezTo>
                  <a:cubicBezTo>
                    <a:pt x="4532" y="12403"/>
                    <a:pt x="5627" y="11886"/>
                    <a:pt x="6001" y="11196"/>
                  </a:cubicBezTo>
                  <a:cubicBezTo>
                    <a:pt x="6001" y="11196"/>
                    <a:pt x="7066" y="10421"/>
                    <a:pt x="7066" y="9674"/>
                  </a:cubicBezTo>
                  <a:cubicBezTo>
                    <a:pt x="7066" y="9674"/>
                    <a:pt x="7584" y="8840"/>
                    <a:pt x="7268" y="7978"/>
                  </a:cubicBezTo>
                  <a:cubicBezTo>
                    <a:pt x="7268" y="7978"/>
                    <a:pt x="7526" y="6370"/>
                    <a:pt x="7901" y="6026"/>
                  </a:cubicBezTo>
                  <a:cubicBezTo>
                    <a:pt x="8275" y="5680"/>
                    <a:pt x="8506" y="4588"/>
                    <a:pt x="7988" y="4157"/>
                  </a:cubicBezTo>
                  <a:cubicBezTo>
                    <a:pt x="7988" y="4157"/>
                    <a:pt x="8247" y="2980"/>
                    <a:pt x="7470" y="2376"/>
                  </a:cubicBezTo>
                  <a:cubicBezTo>
                    <a:pt x="7470" y="2376"/>
                    <a:pt x="7441" y="251"/>
                    <a:pt x="6318" y="49"/>
                  </a:cubicBezTo>
                  <a:cubicBezTo>
                    <a:pt x="6126" y="15"/>
                    <a:pt x="5967" y="1"/>
                    <a:pt x="5836"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0"/>
            <p:cNvSpPr/>
            <p:nvPr/>
          </p:nvSpPr>
          <p:spPr>
            <a:xfrm>
              <a:off x="2034625" y="3758850"/>
              <a:ext cx="70428" cy="72283"/>
            </a:xfrm>
            <a:custGeom>
              <a:avLst/>
              <a:gdLst/>
              <a:ahLst/>
              <a:cxnLst/>
              <a:rect l="l" t="t" r="r" b="b"/>
              <a:pathLst>
                <a:path w="2277" h="2337" extrusionOk="0">
                  <a:moveTo>
                    <a:pt x="1360" y="0"/>
                  </a:moveTo>
                  <a:cubicBezTo>
                    <a:pt x="800" y="0"/>
                    <a:pt x="0" y="564"/>
                    <a:pt x="34" y="1171"/>
                  </a:cubicBezTo>
                  <a:cubicBezTo>
                    <a:pt x="54" y="1531"/>
                    <a:pt x="288" y="2337"/>
                    <a:pt x="583" y="2337"/>
                  </a:cubicBezTo>
                  <a:cubicBezTo>
                    <a:pt x="609" y="2337"/>
                    <a:pt x="636" y="2330"/>
                    <a:pt x="663" y="2316"/>
                  </a:cubicBezTo>
                  <a:cubicBezTo>
                    <a:pt x="993" y="2148"/>
                    <a:pt x="2276" y="1144"/>
                    <a:pt x="1825" y="250"/>
                  </a:cubicBezTo>
                  <a:cubicBezTo>
                    <a:pt x="1736" y="75"/>
                    <a:pt x="1564" y="0"/>
                    <a:pt x="1360" y="0"/>
                  </a:cubicBezTo>
                  <a:close/>
                </a:path>
              </a:pathLst>
            </a:custGeom>
            <a:solidFill>
              <a:srgbClr val="FFAD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0"/>
            <p:cNvSpPr/>
            <p:nvPr/>
          </p:nvSpPr>
          <p:spPr>
            <a:xfrm>
              <a:off x="1858018" y="3698754"/>
              <a:ext cx="157217" cy="128514"/>
            </a:xfrm>
            <a:custGeom>
              <a:avLst/>
              <a:gdLst/>
              <a:ahLst/>
              <a:cxnLst/>
              <a:rect l="l" t="t" r="r" b="b"/>
              <a:pathLst>
                <a:path w="5083" h="4155" extrusionOk="0">
                  <a:moveTo>
                    <a:pt x="2446" y="0"/>
                  </a:moveTo>
                  <a:cubicBezTo>
                    <a:pt x="1587" y="0"/>
                    <a:pt x="681" y="53"/>
                    <a:pt x="619" y="130"/>
                  </a:cubicBezTo>
                  <a:cubicBezTo>
                    <a:pt x="504" y="274"/>
                    <a:pt x="273" y="1825"/>
                    <a:pt x="302" y="2371"/>
                  </a:cubicBezTo>
                  <a:cubicBezTo>
                    <a:pt x="331" y="2906"/>
                    <a:pt x="0" y="4155"/>
                    <a:pt x="256" y="4155"/>
                  </a:cubicBezTo>
                  <a:cubicBezTo>
                    <a:pt x="261" y="4155"/>
                    <a:pt x="267" y="4154"/>
                    <a:pt x="273" y="4153"/>
                  </a:cubicBezTo>
                  <a:cubicBezTo>
                    <a:pt x="366" y="4134"/>
                    <a:pt x="1209" y="3878"/>
                    <a:pt x="1829" y="3878"/>
                  </a:cubicBezTo>
                  <a:cubicBezTo>
                    <a:pt x="1969" y="3878"/>
                    <a:pt x="2097" y="3891"/>
                    <a:pt x="2203" y="3922"/>
                  </a:cubicBezTo>
                  <a:cubicBezTo>
                    <a:pt x="2779" y="4095"/>
                    <a:pt x="4068" y="4068"/>
                    <a:pt x="4384" y="4097"/>
                  </a:cubicBezTo>
                  <a:cubicBezTo>
                    <a:pt x="4386" y="4098"/>
                    <a:pt x="4388" y="4098"/>
                    <a:pt x="4390" y="4098"/>
                  </a:cubicBezTo>
                  <a:cubicBezTo>
                    <a:pt x="4706" y="4098"/>
                    <a:pt x="5083" y="2023"/>
                    <a:pt x="5054" y="1595"/>
                  </a:cubicBezTo>
                  <a:cubicBezTo>
                    <a:pt x="5025" y="1164"/>
                    <a:pt x="4247" y="331"/>
                    <a:pt x="3988" y="130"/>
                  </a:cubicBezTo>
                  <a:cubicBezTo>
                    <a:pt x="3869" y="38"/>
                    <a:pt x="3174" y="0"/>
                    <a:pt x="2446" y="0"/>
                  </a:cubicBezTo>
                  <a:close/>
                </a:path>
              </a:pathLst>
            </a:custGeom>
            <a:solidFill>
              <a:srgbClr val="FFAD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30"/>
            <p:cNvSpPr/>
            <p:nvPr/>
          </p:nvSpPr>
          <p:spPr>
            <a:xfrm>
              <a:off x="1915392" y="4635667"/>
              <a:ext cx="284494" cy="105007"/>
            </a:xfrm>
            <a:custGeom>
              <a:avLst/>
              <a:gdLst/>
              <a:ahLst/>
              <a:cxnLst/>
              <a:rect l="l" t="t" r="r" b="b"/>
              <a:pathLst>
                <a:path w="9198" h="3395" extrusionOk="0">
                  <a:moveTo>
                    <a:pt x="9197" y="1"/>
                  </a:moveTo>
                  <a:lnTo>
                    <a:pt x="9197" y="1"/>
                  </a:lnTo>
                  <a:cubicBezTo>
                    <a:pt x="7272" y="374"/>
                    <a:pt x="0" y="1835"/>
                    <a:pt x="0" y="1835"/>
                  </a:cubicBezTo>
                  <a:lnTo>
                    <a:pt x="5427" y="3394"/>
                  </a:lnTo>
                  <a:cubicBezTo>
                    <a:pt x="6199" y="1576"/>
                    <a:pt x="8775" y="215"/>
                    <a:pt x="9197"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30"/>
            <p:cNvSpPr/>
            <p:nvPr/>
          </p:nvSpPr>
          <p:spPr>
            <a:xfrm>
              <a:off x="1831975" y="4909485"/>
              <a:ext cx="448238" cy="85243"/>
            </a:xfrm>
            <a:custGeom>
              <a:avLst/>
              <a:gdLst/>
              <a:ahLst/>
              <a:cxnLst/>
              <a:rect l="l" t="t" r="r" b="b"/>
              <a:pathLst>
                <a:path w="14492" h="2756" extrusionOk="0">
                  <a:moveTo>
                    <a:pt x="1" y="1"/>
                  </a:moveTo>
                  <a:cubicBezTo>
                    <a:pt x="137" y="1530"/>
                    <a:pt x="4360" y="2755"/>
                    <a:pt x="9554" y="2755"/>
                  </a:cubicBezTo>
                  <a:cubicBezTo>
                    <a:pt x="11361" y="2755"/>
                    <a:pt x="13050" y="2607"/>
                    <a:pt x="14492" y="2350"/>
                  </a:cubicBezTo>
                  <a:lnTo>
                    <a:pt x="14492" y="566"/>
                  </a:lnTo>
                  <a:cubicBezTo>
                    <a:pt x="14492" y="254"/>
                    <a:pt x="14238" y="1"/>
                    <a:pt x="139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30"/>
            <p:cNvSpPr/>
            <p:nvPr/>
          </p:nvSpPr>
          <p:spPr>
            <a:xfrm>
              <a:off x="1844718" y="4909485"/>
              <a:ext cx="160403" cy="104018"/>
            </a:xfrm>
            <a:custGeom>
              <a:avLst/>
              <a:gdLst/>
              <a:ahLst/>
              <a:cxnLst/>
              <a:rect l="l" t="t" r="r" b="b"/>
              <a:pathLst>
                <a:path w="5186" h="3363" extrusionOk="0">
                  <a:moveTo>
                    <a:pt x="1942" y="1"/>
                  </a:moveTo>
                  <a:cubicBezTo>
                    <a:pt x="1662" y="1100"/>
                    <a:pt x="995" y="2290"/>
                    <a:pt x="0" y="3363"/>
                  </a:cubicBezTo>
                  <a:lnTo>
                    <a:pt x="1498" y="3363"/>
                  </a:lnTo>
                  <a:cubicBezTo>
                    <a:pt x="1884" y="2754"/>
                    <a:pt x="2371" y="2155"/>
                    <a:pt x="2952" y="1600"/>
                  </a:cubicBezTo>
                  <a:cubicBezTo>
                    <a:pt x="3658" y="922"/>
                    <a:pt x="4424" y="386"/>
                    <a:pt x="5186"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30"/>
            <p:cNvSpPr/>
            <p:nvPr/>
          </p:nvSpPr>
          <p:spPr>
            <a:xfrm>
              <a:off x="2060482" y="4909485"/>
              <a:ext cx="169775" cy="104018"/>
            </a:xfrm>
            <a:custGeom>
              <a:avLst/>
              <a:gdLst/>
              <a:ahLst/>
              <a:cxnLst/>
              <a:rect l="l" t="t" r="r" b="b"/>
              <a:pathLst>
                <a:path w="5489" h="3363" extrusionOk="0">
                  <a:moveTo>
                    <a:pt x="4373" y="1"/>
                  </a:moveTo>
                  <a:cubicBezTo>
                    <a:pt x="3791" y="609"/>
                    <a:pt x="3139" y="1208"/>
                    <a:pt x="2438" y="1764"/>
                  </a:cubicBezTo>
                  <a:cubicBezTo>
                    <a:pt x="1584" y="2441"/>
                    <a:pt x="754" y="2978"/>
                    <a:pt x="1" y="3363"/>
                  </a:cubicBezTo>
                  <a:lnTo>
                    <a:pt x="2415" y="3363"/>
                  </a:lnTo>
                  <a:cubicBezTo>
                    <a:pt x="3155" y="2264"/>
                    <a:pt x="4227" y="1072"/>
                    <a:pt x="5488"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30"/>
            <p:cNvSpPr/>
            <p:nvPr/>
          </p:nvSpPr>
          <p:spPr>
            <a:xfrm>
              <a:off x="1838996" y="4839460"/>
              <a:ext cx="264823" cy="6155"/>
            </a:xfrm>
            <a:custGeom>
              <a:avLst/>
              <a:gdLst/>
              <a:ahLst/>
              <a:cxnLst/>
              <a:rect l="l" t="t" r="r" b="b"/>
              <a:pathLst>
                <a:path w="8562" h="199" extrusionOk="0">
                  <a:moveTo>
                    <a:pt x="269" y="1"/>
                  </a:moveTo>
                  <a:lnTo>
                    <a:pt x="269" y="133"/>
                  </a:lnTo>
                  <a:cubicBezTo>
                    <a:pt x="269" y="133"/>
                    <a:pt x="166" y="150"/>
                    <a:pt x="1" y="199"/>
                  </a:cubicBezTo>
                  <a:lnTo>
                    <a:pt x="8561" y="199"/>
                  </a:lnTo>
                  <a:cubicBezTo>
                    <a:pt x="8511" y="137"/>
                    <a:pt x="8461" y="72"/>
                    <a:pt x="84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0"/>
            <p:cNvSpPr/>
            <p:nvPr/>
          </p:nvSpPr>
          <p:spPr>
            <a:xfrm>
              <a:off x="1544486" y="4462586"/>
              <a:ext cx="44941" cy="97429"/>
            </a:xfrm>
            <a:custGeom>
              <a:avLst/>
              <a:gdLst/>
              <a:ahLst/>
              <a:cxnLst/>
              <a:rect l="l" t="t" r="r" b="b"/>
              <a:pathLst>
                <a:path w="1453" h="3150" extrusionOk="0">
                  <a:moveTo>
                    <a:pt x="780" y="0"/>
                  </a:moveTo>
                  <a:cubicBezTo>
                    <a:pt x="521" y="0"/>
                    <a:pt x="268" y="52"/>
                    <a:pt x="187" y="236"/>
                  </a:cubicBezTo>
                  <a:cubicBezTo>
                    <a:pt x="1" y="658"/>
                    <a:pt x="204" y="1534"/>
                    <a:pt x="236" y="1787"/>
                  </a:cubicBezTo>
                  <a:cubicBezTo>
                    <a:pt x="270" y="2039"/>
                    <a:pt x="371" y="2848"/>
                    <a:pt x="422" y="3034"/>
                  </a:cubicBezTo>
                  <a:cubicBezTo>
                    <a:pt x="447" y="3123"/>
                    <a:pt x="565" y="3150"/>
                    <a:pt x="700" y="3150"/>
                  </a:cubicBezTo>
                  <a:cubicBezTo>
                    <a:pt x="846" y="3150"/>
                    <a:pt x="1011" y="3119"/>
                    <a:pt x="1098" y="3102"/>
                  </a:cubicBezTo>
                  <a:cubicBezTo>
                    <a:pt x="1267" y="3068"/>
                    <a:pt x="1132" y="2039"/>
                    <a:pt x="1115" y="1736"/>
                  </a:cubicBezTo>
                  <a:cubicBezTo>
                    <a:pt x="1098" y="1433"/>
                    <a:pt x="1369" y="607"/>
                    <a:pt x="1452" y="85"/>
                  </a:cubicBezTo>
                  <a:cubicBezTo>
                    <a:pt x="1452" y="85"/>
                    <a:pt x="1111" y="0"/>
                    <a:pt x="780" y="0"/>
                  </a:cubicBezTo>
                  <a:close/>
                </a:path>
              </a:pathLst>
            </a:custGeom>
            <a:solidFill>
              <a:srgbClr val="FFAD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0"/>
            <p:cNvSpPr/>
            <p:nvPr/>
          </p:nvSpPr>
          <p:spPr>
            <a:xfrm>
              <a:off x="1775467" y="4298629"/>
              <a:ext cx="40889" cy="11568"/>
            </a:xfrm>
            <a:custGeom>
              <a:avLst/>
              <a:gdLst/>
              <a:ahLst/>
              <a:cxnLst/>
              <a:rect l="l" t="t" r="r" b="b"/>
              <a:pathLst>
                <a:path w="1322" h="374" extrusionOk="0">
                  <a:moveTo>
                    <a:pt x="707" y="0"/>
                  </a:moveTo>
                  <a:cubicBezTo>
                    <a:pt x="275" y="99"/>
                    <a:pt x="0" y="203"/>
                    <a:pt x="13" y="278"/>
                  </a:cubicBezTo>
                  <a:cubicBezTo>
                    <a:pt x="22" y="341"/>
                    <a:pt x="233" y="373"/>
                    <a:pt x="569" y="373"/>
                  </a:cubicBezTo>
                  <a:cubicBezTo>
                    <a:pt x="778" y="373"/>
                    <a:pt x="1035" y="361"/>
                    <a:pt x="1322" y="336"/>
                  </a:cubicBezTo>
                  <a:cubicBezTo>
                    <a:pt x="1099" y="231"/>
                    <a:pt x="894" y="119"/>
                    <a:pt x="7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0"/>
            <p:cNvSpPr/>
            <p:nvPr/>
          </p:nvSpPr>
          <p:spPr>
            <a:xfrm>
              <a:off x="2043811" y="3769830"/>
              <a:ext cx="46178" cy="42591"/>
            </a:xfrm>
            <a:custGeom>
              <a:avLst/>
              <a:gdLst/>
              <a:ahLst/>
              <a:cxnLst/>
              <a:rect l="l" t="t" r="r" b="b"/>
              <a:pathLst>
                <a:path w="1493" h="1377" extrusionOk="0">
                  <a:moveTo>
                    <a:pt x="946" y="1"/>
                  </a:moveTo>
                  <a:cubicBezTo>
                    <a:pt x="557" y="1"/>
                    <a:pt x="0" y="392"/>
                    <a:pt x="24" y="815"/>
                  </a:cubicBezTo>
                  <a:cubicBezTo>
                    <a:pt x="29" y="900"/>
                    <a:pt x="51" y="1022"/>
                    <a:pt x="86" y="1144"/>
                  </a:cubicBezTo>
                  <a:cubicBezTo>
                    <a:pt x="171" y="929"/>
                    <a:pt x="380" y="735"/>
                    <a:pt x="552" y="735"/>
                  </a:cubicBezTo>
                  <a:cubicBezTo>
                    <a:pt x="601" y="735"/>
                    <a:pt x="648" y="751"/>
                    <a:pt x="687" y="786"/>
                  </a:cubicBezTo>
                  <a:cubicBezTo>
                    <a:pt x="855" y="936"/>
                    <a:pt x="848" y="1167"/>
                    <a:pt x="785" y="1377"/>
                  </a:cubicBezTo>
                  <a:cubicBezTo>
                    <a:pt x="1109" y="1093"/>
                    <a:pt x="1493" y="615"/>
                    <a:pt x="1269" y="174"/>
                  </a:cubicBezTo>
                  <a:cubicBezTo>
                    <a:pt x="1208" y="53"/>
                    <a:pt x="1088" y="1"/>
                    <a:pt x="946"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0"/>
            <p:cNvSpPr/>
            <p:nvPr/>
          </p:nvSpPr>
          <p:spPr>
            <a:xfrm>
              <a:off x="1930919" y="3929116"/>
              <a:ext cx="55241" cy="36374"/>
            </a:xfrm>
            <a:custGeom>
              <a:avLst/>
              <a:gdLst/>
              <a:ahLst/>
              <a:cxnLst/>
              <a:rect l="l" t="t" r="r" b="b"/>
              <a:pathLst>
                <a:path w="1786" h="1176" extrusionOk="0">
                  <a:moveTo>
                    <a:pt x="1" y="1"/>
                  </a:moveTo>
                  <a:cubicBezTo>
                    <a:pt x="1" y="1"/>
                    <a:pt x="99" y="1176"/>
                    <a:pt x="1261" y="1176"/>
                  </a:cubicBezTo>
                  <a:cubicBezTo>
                    <a:pt x="1377" y="1176"/>
                    <a:pt x="1504" y="1164"/>
                    <a:pt x="1643" y="1138"/>
                  </a:cubicBezTo>
                  <a:lnTo>
                    <a:pt x="1785" y="228"/>
                  </a:lnTo>
                  <a:lnTo>
                    <a:pt x="1785" y="228"/>
                  </a:lnTo>
                  <a:cubicBezTo>
                    <a:pt x="1576" y="312"/>
                    <a:pt x="1367" y="344"/>
                    <a:pt x="1169" y="344"/>
                  </a:cubicBezTo>
                  <a:cubicBezTo>
                    <a:pt x="524" y="344"/>
                    <a:pt x="1" y="1"/>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0"/>
            <p:cNvSpPr/>
            <p:nvPr/>
          </p:nvSpPr>
          <p:spPr>
            <a:xfrm>
              <a:off x="1994076" y="3839978"/>
              <a:ext cx="61891" cy="40395"/>
            </a:xfrm>
            <a:custGeom>
              <a:avLst/>
              <a:gdLst/>
              <a:ahLst/>
              <a:cxnLst/>
              <a:rect l="l" t="t" r="r" b="b"/>
              <a:pathLst>
                <a:path w="2001" h="1306" extrusionOk="0">
                  <a:moveTo>
                    <a:pt x="1616" y="0"/>
                  </a:moveTo>
                  <a:cubicBezTo>
                    <a:pt x="1069" y="791"/>
                    <a:pt x="1" y="792"/>
                    <a:pt x="1" y="792"/>
                  </a:cubicBezTo>
                  <a:cubicBezTo>
                    <a:pt x="1" y="792"/>
                    <a:pt x="406" y="1305"/>
                    <a:pt x="1012" y="1305"/>
                  </a:cubicBezTo>
                  <a:cubicBezTo>
                    <a:pt x="1303" y="1305"/>
                    <a:pt x="1640" y="1187"/>
                    <a:pt x="2000" y="839"/>
                  </a:cubicBezTo>
                  <a:lnTo>
                    <a:pt x="16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0"/>
            <p:cNvSpPr/>
            <p:nvPr/>
          </p:nvSpPr>
          <p:spPr>
            <a:xfrm>
              <a:off x="1891329" y="3749138"/>
              <a:ext cx="52272" cy="83758"/>
            </a:xfrm>
            <a:custGeom>
              <a:avLst/>
              <a:gdLst/>
              <a:ahLst/>
              <a:cxnLst/>
              <a:rect l="l" t="t" r="r" b="b"/>
              <a:pathLst>
                <a:path w="1690" h="2708" extrusionOk="0">
                  <a:moveTo>
                    <a:pt x="998" y="0"/>
                  </a:moveTo>
                  <a:cubicBezTo>
                    <a:pt x="812" y="674"/>
                    <a:pt x="0" y="2561"/>
                    <a:pt x="305" y="2680"/>
                  </a:cubicBezTo>
                  <a:cubicBezTo>
                    <a:pt x="355" y="2699"/>
                    <a:pt x="423" y="2708"/>
                    <a:pt x="502" y="2708"/>
                  </a:cubicBezTo>
                  <a:cubicBezTo>
                    <a:pt x="899" y="2708"/>
                    <a:pt x="1566" y="2497"/>
                    <a:pt x="1622" y="2426"/>
                  </a:cubicBezTo>
                  <a:cubicBezTo>
                    <a:pt x="1690" y="2342"/>
                    <a:pt x="1419" y="1786"/>
                    <a:pt x="1419" y="1786"/>
                  </a:cubicBezTo>
                  <a:lnTo>
                    <a:pt x="1200" y="34"/>
                  </a:lnTo>
                  <a:lnTo>
                    <a:pt x="9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0"/>
            <p:cNvSpPr/>
            <p:nvPr/>
          </p:nvSpPr>
          <p:spPr>
            <a:xfrm>
              <a:off x="1897948" y="3747715"/>
              <a:ext cx="49952" cy="79707"/>
            </a:xfrm>
            <a:custGeom>
              <a:avLst/>
              <a:gdLst/>
              <a:ahLst/>
              <a:cxnLst/>
              <a:rect l="l" t="t" r="r" b="b"/>
              <a:pathLst>
                <a:path w="1615" h="2577" extrusionOk="0">
                  <a:moveTo>
                    <a:pt x="953" y="0"/>
                  </a:moveTo>
                  <a:cubicBezTo>
                    <a:pt x="776" y="641"/>
                    <a:pt x="0" y="2437"/>
                    <a:pt x="290" y="2549"/>
                  </a:cubicBezTo>
                  <a:cubicBezTo>
                    <a:pt x="339" y="2568"/>
                    <a:pt x="404" y="2576"/>
                    <a:pt x="480" y="2576"/>
                  </a:cubicBezTo>
                  <a:cubicBezTo>
                    <a:pt x="859" y="2576"/>
                    <a:pt x="1496" y="2376"/>
                    <a:pt x="1550" y="2309"/>
                  </a:cubicBezTo>
                  <a:cubicBezTo>
                    <a:pt x="1615" y="2229"/>
                    <a:pt x="1356" y="1699"/>
                    <a:pt x="1356" y="1699"/>
                  </a:cubicBezTo>
                  <a:lnTo>
                    <a:pt x="1146" y="32"/>
                  </a:lnTo>
                  <a:lnTo>
                    <a:pt x="953" y="0"/>
                  </a:lnTo>
                  <a:close/>
                </a:path>
              </a:pathLst>
            </a:custGeom>
            <a:solidFill>
              <a:srgbClr val="FFA7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30"/>
            <p:cNvSpPr/>
            <p:nvPr/>
          </p:nvSpPr>
          <p:spPr>
            <a:xfrm>
              <a:off x="1937630" y="3722229"/>
              <a:ext cx="64891" cy="34796"/>
            </a:xfrm>
            <a:custGeom>
              <a:avLst/>
              <a:gdLst/>
              <a:ahLst/>
              <a:cxnLst/>
              <a:rect l="l" t="t" r="r" b="b"/>
              <a:pathLst>
                <a:path w="2098" h="1125" extrusionOk="0">
                  <a:moveTo>
                    <a:pt x="498" y="1"/>
                  </a:moveTo>
                  <a:cubicBezTo>
                    <a:pt x="441" y="1"/>
                    <a:pt x="392" y="5"/>
                    <a:pt x="357" y="15"/>
                  </a:cubicBezTo>
                  <a:cubicBezTo>
                    <a:pt x="87" y="90"/>
                    <a:pt x="1" y="764"/>
                    <a:pt x="174" y="895"/>
                  </a:cubicBezTo>
                  <a:cubicBezTo>
                    <a:pt x="328" y="1013"/>
                    <a:pt x="1082" y="1124"/>
                    <a:pt x="1660" y="1124"/>
                  </a:cubicBezTo>
                  <a:cubicBezTo>
                    <a:pt x="1723" y="1124"/>
                    <a:pt x="1783" y="1123"/>
                    <a:pt x="1840" y="1120"/>
                  </a:cubicBezTo>
                  <a:cubicBezTo>
                    <a:pt x="2097" y="1108"/>
                    <a:pt x="1926" y="522"/>
                    <a:pt x="1803" y="351"/>
                  </a:cubicBezTo>
                  <a:cubicBezTo>
                    <a:pt x="1697" y="203"/>
                    <a:pt x="885" y="1"/>
                    <a:pt x="49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0"/>
            <p:cNvSpPr/>
            <p:nvPr/>
          </p:nvSpPr>
          <p:spPr>
            <a:xfrm>
              <a:off x="1861142" y="3717002"/>
              <a:ext cx="64922" cy="33497"/>
            </a:xfrm>
            <a:custGeom>
              <a:avLst/>
              <a:gdLst/>
              <a:ahLst/>
              <a:cxnLst/>
              <a:rect l="l" t="t" r="r" b="b"/>
              <a:pathLst>
                <a:path w="2099" h="1083" extrusionOk="0">
                  <a:moveTo>
                    <a:pt x="1549" y="0"/>
                  </a:moveTo>
                  <a:cubicBezTo>
                    <a:pt x="1145" y="0"/>
                    <a:pt x="397" y="161"/>
                    <a:pt x="295" y="300"/>
                  </a:cubicBezTo>
                  <a:cubicBezTo>
                    <a:pt x="172" y="466"/>
                    <a:pt x="1" y="1045"/>
                    <a:pt x="258" y="1068"/>
                  </a:cubicBezTo>
                  <a:cubicBezTo>
                    <a:pt x="376" y="1078"/>
                    <a:pt x="507" y="1083"/>
                    <a:pt x="642" y="1083"/>
                  </a:cubicBezTo>
                  <a:cubicBezTo>
                    <a:pt x="1181" y="1083"/>
                    <a:pt x="1790" y="1008"/>
                    <a:pt x="1927" y="909"/>
                  </a:cubicBezTo>
                  <a:cubicBezTo>
                    <a:pt x="2098" y="786"/>
                    <a:pt x="2013" y="108"/>
                    <a:pt x="1743" y="21"/>
                  </a:cubicBezTo>
                  <a:cubicBezTo>
                    <a:pt x="1698" y="7"/>
                    <a:pt x="1631" y="0"/>
                    <a:pt x="15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0"/>
            <p:cNvSpPr/>
            <p:nvPr/>
          </p:nvSpPr>
          <p:spPr>
            <a:xfrm>
              <a:off x="1951363" y="3760891"/>
              <a:ext cx="25517" cy="28641"/>
            </a:xfrm>
            <a:custGeom>
              <a:avLst/>
              <a:gdLst/>
              <a:ahLst/>
              <a:cxnLst/>
              <a:rect l="l" t="t" r="r" b="b"/>
              <a:pathLst>
                <a:path w="825" h="926" extrusionOk="0">
                  <a:moveTo>
                    <a:pt x="31" y="1"/>
                  </a:moveTo>
                  <a:cubicBezTo>
                    <a:pt x="22" y="56"/>
                    <a:pt x="16" y="113"/>
                    <a:pt x="13" y="172"/>
                  </a:cubicBezTo>
                  <a:cubicBezTo>
                    <a:pt x="0" y="579"/>
                    <a:pt x="172" y="916"/>
                    <a:pt x="395" y="926"/>
                  </a:cubicBezTo>
                  <a:cubicBezTo>
                    <a:pt x="398" y="926"/>
                    <a:pt x="402" y="926"/>
                    <a:pt x="405" y="926"/>
                  </a:cubicBezTo>
                  <a:cubicBezTo>
                    <a:pt x="624" y="926"/>
                    <a:pt x="811" y="607"/>
                    <a:pt x="824" y="206"/>
                  </a:cubicBezTo>
                  <a:cubicBezTo>
                    <a:pt x="825" y="159"/>
                    <a:pt x="824" y="114"/>
                    <a:pt x="820" y="69"/>
                  </a:cubicBezTo>
                  <a:cubicBezTo>
                    <a:pt x="661" y="44"/>
                    <a:pt x="494" y="25"/>
                    <a:pt x="321" y="13"/>
                  </a:cubicBezTo>
                  <a:cubicBezTo>
                    <a:pt x="222" y="5"/>
                    <a:pt x="126" y="2"/>
                    <a:pt x="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0"/>
            <p:cNvSpPr/>
            <p:nvPr/>
          </p:nvSpPr>
          <p:spPr>
            <a:xfrm>
              <a:off x="1880473" y="3758757"/>
              <a:ext cx="25424" cy="28425"/>
            </a:xfrm>
            <a:custGeom>
              <a:avLst/>
              <a:gdLst/>
              <a:ahLst/>
              <a:cxnLst/>
              <a:rect l="l" t="t" r="r" b="b"/>
              <a:pathLst>
                <a:path w="822" h="919" extrusionOk="0">
                  <a:moveTo>
                    <a:pt x="818" y="1"/>
                  </a:moveTo>
                  <a:cubicBezTo>
                    <a:pt x="658" y="1"/>
                    <a:pt x="492" y="7"/>
                    <a:pt x="319" y="21"/>
                  </a:cubicBezTo>
                  <a:cubicBezTo>
                    <a:pt x="221" y="31"/>
                    <a:pt x="126" y="42"/>
                    <a:pt x="30" y="55"/>
                  </a:cubicBezTo>
                  <a:cubicBezTo>
                    <a:pt x="22" y="112"/>
                    <a:pt x="15" y="169"/>
                    <a:pt x="13" y="229"/>
                  </a:cubicBezTo>
                  <a:cubicBezTo>
                    <a:pt x="1" y="619"/>
                    <a:pt x="157" y="919"/>
                    <a:pt x="368" y="919"/>
                  </a:cubicBezTo>
                  <a:cubicBezTo>
                    <a:pt x="377" y="919"/>
                    <a:pt x="385" y="918"/>
                    <a:pt x="394" y="917"/>
                  </a:cubicBezTo>
                  <a:cubicBezTo>
                    <a:pt x="616" y="892"/>
                    <a:pt x="808" y="542"/>
                    <a:pt x="820" y="135"/>
                  </a:cubicBezTo>
                  <a:cubicBezTo>
                    <a:pt x="821" y="89"/>
                    <a:pt x="820" y="44"/>
                    <a:pt x="8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0"/>
            <p:cNvSpPr/>
            <p:nvPr/>
          </p:nvSpPr>
          <p:spPr>
            <a:xfrm>
              <a:off x="1901536" y="3833204"/>
              <a:ext cx="71294" cy="21960"/>
            </a:xfrm>
            <a:custGeom>
              <a:avLst/>
              <a:gdLst/>
              <a:ahLst/>
              <a:cxnLst/>
              <a:rect l="l" t="t" r="r" b="b"/>
              <a:pathLst>
                <a:path w="2305" h="710" extrusionOk="0">
                  <a:moveTo>
                    <a:pt x="1984" y="0"/>
                  </a:moveTo>
                  <a:cubicBezTo>
                    <a:pt x="1984" y="0"/>
                    <a:pt x="1678" y="496"/>
                    <a:pt x="815" y="496"/>
                  </a:cubicBezTo>
                  <a:cubicBezTo>
                    <a:pt x="602" y="496"/>
                    <a:pt x="356" y="465"/>
                    <a:pt x="71" y="391"/>
                  </a:cubicBezTo>
                  <a:lnTo>
                    <a:pt x="0" y="510"/>
                  </a:lnTo>
                  <a:cubicBezTo>
                    <a:pt x="372" y="655"/>
                    <a:pt x="698" y="709"/>
                    <a:pt x="979" y="709"/>
                  </a:cubicBezTo>
                  <a:cubicBezTo>
                    <a:pt x="1871" y="709"/>
                    <a:pt x="2304" y="154"/>
                    <a:pt x="2304" y="154"/>
                  </a:cubicBezTo>
                  <a:lnTo>
                    <a:pt x="19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0"/>
            <p:cNvSpPr/>
            <p:nvPr/>
          </p:nvSpPr>
          <p:spPr>
            <a:xfrm>
              <a:off x="1904536" y="3867226"/>
              <a:ext cx="32755" cy="8753"/>
            </a:xfrm>
            <a:custGeom>
              <a:avLst/>
              <a:gdLst/>
              <a:ahLst/>
              <a:cxnLst/>
              <a:rect l="l" t="t" r="r" b="b"/>
              <a:pathLst>
                <a:path w="1059" h="283" extrusionOk="0">
                  <a:moveTo>
                    <a:pt x="446" y="1"/>
                  </a:moveTo>
                  <a:cubicBezTo>
                    <a:pt x="199" y="1"/>
                    <a:pt x="9" y="49"/>
                    <a:pt x="5" y="117"/>
                  </a:cubicBezTo>
                  <a:cubicBezTo>
                    <a:pt x="1" y="194"/>
                    <a:pt x="234" y="267"/>
                    <a:pt x="524" y="281"/>
                  </a:cubicBezTo>
                  <a:cubicBezTo>
                    <a:pt x="555" y="282"/>
                    <a:pt x="585" y="283"/>
                    <a:pt x="615" y="283"/>
                  </a:cubicBezTo>
                  <a:cubicBezTo>
                    <a:pt x="862" y="283"/>
                    <a:pt x="1052" y="235"/>
                    <a:pt x="1055" y="167"/>
                  </a:cubicBezTo>
                  <a:cubicBezTo>
                    <a:pt x="1059" y="90"/>
                    <a:pt x="827" y="16"/>
                    <a:pt x="537" y="3"/>
                  </a:cubicBezTo>
                  <a:cubicBezTo>
                    <a:pt x="506" y="2"/>
                    <a:pt x="476" y="1"/>
                    <a:pt x="4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07" name="Google Shape;1407;p30"/>
          <p:cNvSpPr/>
          <p:nvPr/>
        </p:nvSpPr>
        <p:spPr>
          <a:xfrm flipH="1">
            <a:off x="7105825" y="-191006"/>
            <a:ext cx="2534875" cy="666275"/>
          </a:xfrm>
          <a:custGeom>
            <a:avLst/>
            <a:gdLst/>
            <a:ahLst/>
            <a:cxnLst/>
            <a:rect l="l" t="t" r="r" b="b"/>
            <a:pathLst>
              <a:path w="112175" h="26651" extrusionOk="0">
                <a:moveTo>
                  <a:pt x="5032" y="24291"/>
                </a:moveTo>
                <a:cubicBezTo>
                  <a:pt x="17686" y="24026"/>
                  <a:pt x="72860" y="25308"/>
                  <a:pt x="83612" y="24025"/>
                </a:cubicBezTo>
                <a:cubicBezTo>
                  <a:pt x="94364" y="22742"/>
                  <a:pt x="64852" y="18362"/>
                  <a:pt x="69542" y="16592"/>
                </a:cubicBezTo>
                <a:cubicBezTo>
                  <a:pt x="74232" y="14822"/>
                  <a:pt x="116618" y="14379"/>
                  <a:pt x="111751" y="13406"/>
                </a:cubicBezTo>
                <a:cubicBezTo>
                  <a:pt x="106884" y="12433"/>
                  <a:pt x="56003" y="12964"/>
                  <a:pt x="40340" y="10752"/>
                </a:cubicBezTo>
                <a:cubicBezTo>
                  <a:pt x="24677" y="8540"/>
                  <a:pt x="24014" y="664"/>
                  <a:pt x="17775" y="133"/>
                </a:cubicBezTo>
                <a:cubicBezTo>
                  <a:pt x="11536" y="-398"/>
                  <a:pt x="4589" y="3319"/>
                  <a:pt x="2908" y="7566"/>
                </a:cubicBezTo>
                <a:cubicBezTo>
                  <a:pt x="1227" y="11814"/>
                  <a:pt x="7333" y="22831"/>
                  <a:pt x="7687" y="25618"/>
                </a:cubicBezTo>
                <a:cubicBezTo>
                  <a:pt x="8041" y="28406"/>
                  <a:pt x="-7622" y="24557"/>
                  <a:pt x="5032" y="24291"/>
                </a:cubicBezTo>
                <a:close/>
              </a:path>
            </a:pathLst>
          </a:custGeom>
          <a:solidFill>
            <a:srgbClr val="FFFFFF">
              <a:alpha val="70440"/>
            </a:srgbClr>
          </a:solidFill>
          <a:ln>
            <a:no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11"/>
        <p:cNvGrpSpPr/>
        <p:nvPr/>
      </p:nvGrpSpPr>
      <p:grpSpPr>
        <a:xfrm>
          <a:off x="0" y="0"/>
          <a:ext cx="0" cy="0"/>
          <a:chOff x="0" y="0"/>
          <a:chExt cx="0" cy="0"/>
        </a:xfrm>
      </p:grpSpPr>
      <p:sp>
        <p:nvSpPr>
          <p:cNvPr id="1412" name="Google Shape;1412;p31"/>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Causes of the Industrial Revolution</a:t>
            </a:r>
            <a:endParaRPr/>
          </a:p>
        </p:txBody>
      </p:sp>
      <p:sp>
        <p:nvSpPr>
          <p:cNvPr id="1413" name="Google Shape;1413;p31"/>
          <p:cNvSpPr txBox="1">
            <a:spLocks noGrp="1"/>
          </p:cNvSpPr>
          <p:nvPr>
            <p:ph type="subTitle" idx="4"/>
          </p:nvPr>
        </p:nvSpPr>
        <p:spPr>
          <a:xfrm>
            <a:off x="714184" y="1239650"/>
            <a:ext cx="2330400" cy="411900"/>
          </a:xfrm>
          <a:prstGeom prst="rect">
            <a:avLst/>
          </a:prstGeom>
        </p:spPr>
        <p:txBody>
          <a:bodyPr spcFirstLastPara="1" wrap="square" lIns="91425" tIns="91425" rIns="91425" bIns="91425" anchor="b" anchorCtr="0">
            <a:noAutofit/>
          </a:bodyPr>
          <a:lstStyle/>
          <a:p>
            <a:pPr marL="0" lvl="0" indent="0" algn="l" rtl="0">
              <a:spcBef>
                <a:spcPts val="0"/>
              </a:spcBef>
              <a:spcAft>
                <a:spcPts val="1200"/>
              </a:spcAft>
              <a:buNone/>
            </a:pPr>
            <a:r>
              <a:rPr lang="en"/>
              <a:t>Renaissance</a:t>
            </a:r>
            <a:endParaRPr/>
          </a:p>
        </p:txBody>
      </p:sp>
      <p:sp>
        <p:nvSpPr>
          <p:cNvPr id="1414" name="Google Shape;1414;p31"/>
          <p:cNvSpPr txBox="1">
            <a:spLocks noGrp="1"/>
          </p:cNvSpPr>
          <p:nvPr>
            <p:ph type="body" idx="1"/>
          </p:nvPr>
        </p:nvSpPr>
        <p:spPr>
          <a:xfrm>
            <a:off x="713225" y="1589400"/>
            <a:ext cx="2330400" cy="263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Renaissance of European culture after the Middle Ages and its entry into the Modern Age, which represented a new appreciation of science and knowledge, now free of religion, centered rather on human reason.</a:t>
            </a:r>
            <a:endParaRPr/>
          </a:p>
        </p:txBody>
      </p:sp>
      <p:sp>
        <p:nvSpPr>
          <p:cNvPr id="1415" name="Google Shape;1415;p31"/>
          <p:cNvSpPr txBox="1">
            <a:spLocks noGrp="1"/>
          </p:cNvSpPr>
          <p:nvPr>
            <p:ph type="body" idx="2"/>
          </p:nvPr>
        </p:nvSpPr>
        <p:spPr>
          <a:xfrm>
            <a:off x="6100151" y="1589400"/>
            <a:ext cx="2331300" cy="263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Liberal thinking, which prevailed in nations of non-absolutist monarchies, was influenced by Protestantism and the need to produce one's own consumer goods.</a:t>
            </a:r>
            <a:endParaRPr/>
          </a:p>
        </p:txBody>
      </p:sp>
      <p:sp>
        <p:nvSpPr>
          <p:cNvPr id="1416" name="Google Shape;1416;p31"/>
          <p:cNvSpPr txBox="1">
            <a:spLocks noGrp="1"/>
          </p:cNvSpPr>
          <p:nvPr>
            <p:ph type="body" idx="3"/>
          </p:nvPr>
        </p:nvSpPr>
        <p:spPr>
          <a:xfrm>
            <a:off x="3406350" y="1589400"/>
            <a:ext cx="2331300" cy="263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Capitalism was also a trigger, which had already begun to take hold thanks to the bourgeois revolutions and the abandonment of the Old Regime.</a:t>
            </a:r>
            <a:endParaRPr/>
          </a:p>
        </p:txBody>
      </p:sp>
      <p:sp>
        <p:nvSpPr>
          <p:cNvPr id="1417" name="Google Shape;1417;p31"/>
          <p:cNvSpPr txBox="1">
            <a:spLocks noGrp="1"/>
          </p:cNvSpPr>
          <p:nvPr>
            <p:ph type="subTitle" idx="5"/>
          </p:nvPr>
        </p:nvSpPr>
        <p:spPr>
          <a:xfrm>
            <a:off x="3406350" y="1239650"/>
            <a:ext cx="2331300" cy="411900"/>
          </a:xfrm>
          <a:prstGeom prst="rect">
            <a:avLst/>
          </a:prstGeom>
        </p:spPr>
        <p:txBody>
          <a:bodyPr spcFirstLastPara="1" wrap="square" lIns="91425" tIns="91425" rIns="91425" bIns="91425" anchor="b" anchorCtr="0">
            <a:noAutofit/>
          </a:bodyPr>
          <a:lstStyle/>
          <a:p>
            <a:pPr marL="0" lvl="0" indent="0" algn="l" rtl="0">
              <a:spcBef>
                <a:spcPts val="0"/>
              </a:spcBef>
              <a:spcAft>
                <a:spcPts val="1200"/>
              </a:spcAft>
              <a:buNone/>
            </a:pPr>
            <a:r>
              <a:rPr lang="en"/>
              <a:t>Capitalism</a:t>
            </a:r>
            <a:endParaRPr/>
          </a:p>
        </p:txBody>
      </p:sp>
      <p:sp>
        <p:nvSpPr>
          <p:cNvPr id="1418" name="Google Shape;1418;p31"/>
          <p:cNvSpPr txBox="1">
            <a:spLocks noGrp="1"/>
          </p:cNvSpPr>
          <p:nvPr>
            <p:ph type="subTitle" idx="6"/>
          </p:nvPr>
        </p:nvSpPr>
        <p:spPr>
          <a:xfrm>
            <a:off x="6099200" y="1239650"/>
            <a:ext cx="2331300" cy="411900"/>
          </a:xfrm>
          <a:prstGeom prst="rect">
            <a:avLst/>
          </a:prstGeom>
        </p:spPr>
        <p:txBody>
          <a:bodyPr spcFirstLastPara="1" wrap="square" lIns="91425" tIns="91425" rIns="91425" bIns="91425" anchor="b" anchorCtr="0">
            <a:noAutofit/>
          </a:bodyPr>
          <a:lstStyle/>
          <a:p>
            <a:pPr marL="0" lvl="0" indent="0" algn="l" rtl="0">
              <a:spcBef>
                <a:spcPts val="0"/>
              </a:spcBef>
              <a:spcAft>
                <a:spcPts val="1200"/>
              </a:spcAft>
              <a:buNone/>
            </a:pPr>
            <a:r>
              <a:rPr lang="en"/>
              <a:t>Liberalism</a:t>
            </a:r>
            <a:endParaRPr/>
          </a:p>
        </p:txBody>
      </p:sp>
      <p:sp>
        <p:nvSpPr>
          <p:cNvPr id="1419" name="Google Shape;1419;p31"/>
          <p:cNvSpPr/>
          <p:nvPr/>
        </p:nvSpPr>
        <p:spPr>
          <a:xfrm flipH="1">
            <a:off x="-1057744" y="-71629"/>
            <a:ext cx="2938150" cy="689200"/>
          </a:xfrm>
          <a:custGeom>
            <a:avLst/>
            <a:gdLst/>
            <a:ahLst/>
            <a:cxnLst/>
            <a:rect l="l" t="t" r="r" b="b"/>
            <a:pathLst>
              <a:path w="117526" h="27568" extrusionOk="0">
                <a:moveTo>
                  <a:pt x="112661" y="25165"/>
                </a:moveTo>
                <a:cubicBezTo>
                  <a:pt x="102794" y="28528"/>
                  <a:pt x="63549" y="27687"/>
                  <a:pt x="53726" y="26492"/>
                </a:cubicBezTo>
                <a:cubicBezTo>
                  <a:pt x="43904" y="25297"/>
                  <a:pt x="62177" y="19634"/>
                  <a:pt x="53726" y="17997"/>
                </a:cubicBezTo>
                <a:cubicBezTo>
                  <a:pt x="45275" y="16360"/>
                  <a:pt x="9879" y="18085"/>
                  <a:pt x="3021" y="16669"/>
                </a:cubicBezTo>
                <a:cubicBezTo>
                  <a:pt x="-3837" y="15253"/>
                  <a:pt x="1959" y="10387"/>
                  <a:pt x="12578" y="9502"/>
                </a:cubicBezTo>
                <a:cubicBezTo>
                  <a:pt x="23197" y="8617"/>
                  <a:pt x="51691" y="12909"/>
                  <a:pt x="66734" y="11360"/>
                </a:cubicBezTo>
                <a:cubicBezTo>
                  <a:pt x="81777" y="9811"/>
                  <a:pt x="95139" y="1051"/>
                  <a:pt x="102838" y="210"/>
                </a:cubicBezTo>
                <a:cubicBezTo>
                  <a:pt x="110537" y="-631"/>
                  <a:pt x="111289" y="2157"/>
                  <a:pt x="112926" y="6316"/>
                </a:cubicBezTo>
                <a:cubicBezTo>
                  <a:pt x="114563" y="10475"/>
                  <a:pt x="122528" y="21802"/>
                  <a:pt x="112661" y="25165"/>
                </a:cubicBezTo>
                <a:close/>
              </a:path>
            </a:pathLst>
          </a:custGeom>
          <a:solidFill>
            <a:srgbClr val="FFFFFF">
              <a:alpha val="70440"/>
            </a:srgbClr>
          </a:solidFill>
          <a:ln>
            <a:noFill/>
          </a:ln>
        </p:spPr>
      </p:sp>
      <p:sp>
        <p:nvSpPr>
          <p:cNvPr id="1420" name="Google Shape;1420;p31"/>
          <p:cNvSpPr/>
          <p:nvPr/>
        </p:nvSpPr>
        <p:spPr>
          <a:xfrm>
            <a:off x="8528226" y="1040375"/>
            <a:ext cx="997010" cy="810425"/>
          </a:xfrm>
          <a:custGeom>
            <a:avLst/>
            <a:gdLst/>
            <a:ahLst/>
            <a:cxnLst/>
            <a:rect l="l" t="t" r="r" b="b"/>
            <a:pathLst>
              <a:path w="74501" h="32417" extrusionOk="0">
                <a:moveTo>
                  <a:pt x="67535" y="2117"/>
                </a:moveTo>
                <a:cubicBezTo>
                  <a:pt x="65279" y="-2396"/>
                  <a:pt x="58376" y="1587"/>
                  <a:pt x="56385" y="2914"/>
                </a:cubicBezTo>
                <a:cubicBezTo>
                  <a:pt x="54394" y="4241"/>
                  <a:pt x="54571" y="8842"/>
                  <a:pt x="55589" y="10081"/>
                </a:cubicBezTo>
                <a:cubicBezTo>
                  <a:pt x="56607" y="11320"/>
                  <a:pt x="61474" y="9374"/>
                  <a:pt x="62491" y="10347"/>
                </a:cubicBezTo>
                <a:cubicBezTo>
                  <a:pt x="63509" y="11321"/>
                  <a:pt x="66163" y="14860"/>
                  <a:pt x="61694" y="15922"/>
                </a:cubicBezTo>
                <a:cubicBezTo>
                  <a:pt x="57225" y="16984"/>
                  <a:pt x="39926" y="15612"/>
                  <a:pt x="35678" y="16718"/>
                </a:cubicBezTo>
                <a:cubicBezTo>
                  <a:pt x="31431" y="17824"/>
                  <a:pt x="40766" y="21363"/>
                  <a:pt x="36209" y="22558"/>
                </a:cubicBezTo>
                <a:cubicBezTo>
                  <a:pt x="31652" y="23753"/>
                  <a:pt x="13556" y="22603"/>
                  <a:pt x="8335" y="23886"/>
                </a:cubicBezTo>
                <a:cubicBezTo>
                  <a:pt x="3114" y="25169"/>
                  <a:pt x="-5381" y="29239"/>
                  <a:pt x="4884" y="30257"/>
                </a:cubicBezTo>
                <a:cubicBezTo>
                  <a:pt x="15149" y="31275"/>
                  <a:pt x="59482" y="34682"/>
                  <a:pt x="69924" y="29992"/>
                </a:cubicBezTo>
                <a:cubicBezTo>
                  <a:pt x="80366" y="25302"/>
                  <a:pt x="69792" y="6630"/>
                  <a:pt x="67535" y="2117"/>
                </a:cubicBezTo>
                <a:close/>
              </a:path>
            </a:pathLst>
          </a:custGeom>
          <a:solidFill>
            <a:srgbClr val="FFFFFF">
              <a:alpha val="70440"/>
            </a:srgbClr>
          </a:solidFill>
          <a:ln>
            <a:no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4"/>
        <p:cNvGrpSpPr/>
        <p:nvPr/>
      </p:nvGrpSpPr>
      <p:grpSpPr>
        <a:xfrm>
          <a:off x="0" y="0"/>
          <a:ext cx="0" cy="0"/>
          <a:chOff x="0" y="0"/>
          <a:chExt cx="0" cy="0"/>
        </a:xfrm>
      </p:grpSpPr>
      <p:sp>
        <p:nvSpPr>
          <p:cNvPr id="1425" name="Google Shape;1425;p32"/>
          <p:cNvSpPr/>
          <p:nvPr/>
        </p:nvSpPr>
        <p:spPr>
          <a:xfrm flipH="1">
            <a:off x="3304537" y="3535450"/>
            <a:ext cx="2534875" cy="666275"/>
          </a:xfrm>
          <a:custGeom>
            <a:avLst/>
            <a:gdLst/>
            <a:ahLst/>
            <a:cxnLst/>
            <a:rect l="l" t="t" r="r" b="b"/>
            <a:pathLst>
              <a:path w="112175" h="26651" extrusionOk="0">
                <a:moveTo>
                  <a:pt x="5032" y="24291"/>
                </a:moveTo>
                <a:cubicBezTo>
                  <a:pt x="17686" y="24026"/>
                  <a:pt x="72860" y="25308"/>
                  <a:pt x="83612" y="24025"/>
                </a:cubicBezTo>
                <a:cubicBezTo>
                  <a:pt x="94364" y="22742"/>
                  <a:pt x="64852" y="18362"/>
                  <a:pt x="69542" y="16592"/>
                </a:cubicBezTo>
                <a:cubicBezTo>
                  <a:pt x="74232" y="14822"/>
                  <a:pt x="116618" y="14379"/>
                  <a:pt x="111751" y="13406"/>
                </a:cubicBezTo>
                <a:cubicBezTo>
                  <a:pt x="106884" y="12433"/>
                  <a:pt x="56003" y="12964"/>
                  <a:pt x="40340" y="10752"/>
                </a:cubicBezTo>
                <a:cubicBezTo>
                  <a:pt x="24677" y="8540"/>
                  <a:pt x="24014" y="664"/>
                  <a:pt x="17775" y="133"/>
                </a:cubicBezTo>
                <a:cubicBezTo>
                  <a:pt x="11536" y="-398"/>
                  <a:pt x="4589" y="3319"/>
                  <a:pt x="2908" y="7566"/>
                </a:cubicBezTo>
                <a:cubicBezTo>
                  <a:pt x="1227" y="11814"/>
                  <a:pt x="7333" y="22831"/>
                  <a:pt x="7687" y="25618"/>
                </a:cubicBezTo>
                <a:cubicBezTo>
                  <a:pt x="8041" y="28406"/>
                  <a:pt x="-7622" y="24557"/>
                  <a:pt x="5032" y="24291"/>
                </a:cubicBezTo>
                <a:close/>
              </a:path>
            </a:pathLst>
          </a:custGeom>
          <a:solidFill>
            <a:srgbClr val="FFFFFF">
              <a:alpha val="70440"/>
            </a:srgbClr>
          </a:solidFill>
          <a:ln>
            <a:noFill/>
          </a:ln>
        </p:spPr>
      </p:sp>
      <p:sp>
        <p:nvSpPr>
          <p:cNvPr id="1426" name="Google Shape;1426;p32"/>
          <p:cNvSpPr txBox="1">
            <a:spLocks noGrp="1"/>
          </p:cNvSpPr>
          <p:nvPr>
            <p:ph type="title"/>
          </p:nvPr>
        </p:nvSpPr>
        <p:spPr>
          <a:xfrm>
            <a:off x="713250" y="451100"/>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Consequences</a:t>
            </a:r>
            <a:endParaRPr/>
          </a:p>
        </p:txBody>
      </p:sp>
      <p:sp>
        <p:nvSpPr>
          <p:cNvPr id="1427" name="Google Shape;1427;p32"/>
          <p:cNvSpPr txBox="1">
            <a:spLocks noGrp="1"/>
          </p:cNvSpPr>
          <p:nvPr>
            <p:ph type="body" idx="1"/>
          </p:nvPr>
        </p:nvSpPr>
        <p:spPr>
          <a:xfrm>
            <a:off x="713250" y="2077191"/>
            <a:ext cx="3959100" cy="142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Mechanized production led to a decline in craftsmanship. This new form of production led to the displacement of workshops by large manufacturing centers.</a:t>
            </a:r>
            <a:endParaRPr/>
          </a:p>
        </p:txBody>
      </p:sp>
      <p:sp>
        <p:nvSpPr>
          <p:cNvPr id="1428" name="Google Shape;1428;p32"/>
          <p:cNvSpPr txBox="1">
            <a:spLocks noGrp="1"/>
          </p:cNvSpPr>
          <p:nvPr>
            <p:ph type="subTitle" idx="2"/>
          </p:nvPr>
        </p:nvSpPr>
        <p:spPr>
          <a:xfrm>
            <a:off x="714175" y="1258293"/>
            <a:ext cx="3959100" cy="805800"/>
          </a:xfrm>
          <a:prstGeom prst="rect">
            <a:avLst/>
          </a:prstGeom>
        </p:spPr>
        <p:txBody>
          <a:bodyPr spcFirstLastPara="1" wrap="square" lIns="91425" tIns="91425" rIns="91425" bIns="91425" anchor="b" anchorCtr="0">
            <a:noAutofit/>
          </a:bodyPr>
          <a:lstStyle/>
          <a:p>
            <a:pPr marL="0" lvl="0" indent="0" algn="l" rtl="0">
              <a:spcBef>
                <a:spcPts val="0"/>
              </a:spcBef>
              <a:spcAft>
                <a:spcPts val="1200"/>
              </a:spcAft>
              <a:buNone/>
            </a:pPr>
            <a:r>
              <a:rPr lang="en"/>
              <a:t>Mechanization of labor and large factories</a:t>
            </a:r>
            <a:endParaRPr/>
          </a:p>
        </p:txBody>
      </p:sp>
      <p:sp>
        <p:nvSpPr>
          <p:cNvPr id="1429" name="Google Shape;1429;p32"/>
          <p:cNvSpPr/>
          <p:nvPr/>
        </p:nvSpPr>
        <p:spPr>
          <a:xfrm flipH="1">
            <a:off x="-535490" y="4273896"/>
            <a:ext cx="6451700" cy="652050"/>
          </a:xfrm>
          <a:custGeom>
            <a:avLst/>
            <a:gdLst/>
            <a:ahLst/>
            <a:cxnLst/>
            <a:rect l="l" t="t" r="r" b="b"/>
            <a:pathLst>
              <a:path w="258068" h="26082" extrusionOk="0">
                <a:moveTo>
                  <a:pt x="257887" y="9033"/>
                </a:moveTo>
                <a:cubicBezTo>
                  <a:pt x="260055" y="4830"/>
                  <a:pt x="242180" y="273"/>
                  <a:pt x="236384" y="7"/>
                </a:cubicBezTo>
                <a:cubicBezTo>
                  <a:pt x="230588" y="-258"/>
                  <a:pt x="229128" y="6953"/>
                  <a:pt x="223110" y="7440"/>
                </a:cubicBezTo>
                <a:cubicBezTo>
                  <a:pt x="217093" y="7927"/>
                  <a:pt x="208420" y="2883"/>
                  <a:pt x="200279" y="2927"/>
                </a:cubicBezTo>
                <a:cubicBezTo>
                  <a:pt x="192138" y="2971"/>
                  <a:pt x="184572" y="7485"/>
                  <a:pt x="174263" y="7706"/>
                </a:cubicBezTo>
                <a:cubicBezTo>
                  <a:pt x="163954" y="7927"/>
                  <a:pt x="147761" y="4211"/>
                  <a:pt x="138425" y="4255"/>
                </a:cubicBezTo>
                <a:cubicBezTo>
                  <a:pt x="129089" y="4299"/>
                  <a:pt x="129399" y="7661"/>
                  <a:pt x="118249" y="7971"/>
                </a:cubicBezTo>
                <a:cubicBezTo>
                  <a:pt x="107099" y="8281"/>
                  <a:pt x="87764" y="5892"/>
                  <a:pt x="71526" y="6113"/>
                </a:cubicBezTo>
                <a:cubicBezTo>
                  <a:pt x="55288" y="6334"/>
                  <a:pt x="30113" y="6600"/>
                  <a:pt x="20821" y="9299"/>
                </a:cubicBezTo>
                <a:cubicBezTo>
                  <a:pt x="11530" y="11998"/>
                  <a:pt x="-17982" y="19652"/>
                  <a:pt x="15777" y="22307"/>
                </a:cubicBezTo>
                <a:cubicBezTo>
                  <a:pt x="49536" y="24962"/>
                  <a:pt x="183023" y="27439"/>
                  <a:pt x="223375" y="25227"/>
                </a:cubicBezTo>
                <a:cubicBezTo>
                  <a:pt x="263727" y="23015"/>
                  <a:pt x="255719" y="13236"/>
                  <a:pt x="257887" y="9033"/>
                </a:cubicBezTo>
                <a:close/>
              </a:path>
            </a:pathLst>
          </a:custGeom>
          <a:solidFill>
            <a:schemeClr val="accent1"/>
          </a:solidFill>
          <a:ln>
            <a:noFill/>
          </a:ln>
        </p:spPr>
      </p:sp>
      <p:sp>
        <p:nvSpPr>
          <p:cNvPr id="1430" name="Google Shape;1430;p32"/>
          <p:cNvSpPr/>
          <p:nvPr/>
        </p:nvSpPr>
        <p:spPr>
          <a:xfrm flipH="1">
            <a:off x="-224333" y="4608575"/>
            <a:ext cx="5480700" cy="550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31" name="Google Shape;1431;p32"/>
          <p:cNvGrpSpPr/>
          <p:nvPr/>
        </p:nvGrpSpPr>
        <p:grpSpPr>
          <a:xfrm flipH="1">
            <a:off x="5249159" y="0"/>
            <a:ext cx="4371822" cy="5143469"/>
            <a:chOff x="-4739714" y="0"/>
            <a:chExt cx="4371822" cy="5143469"/>
          </a:xfrm>
        </p:grpSpPr>
        <p:sp>
          <p:nvSpPr>
            <p:cNvPr id="1432" name="Google Shape;1432;p32"/>
            <p:cNvSpPr/>
            <p:nvPr/>
          </p:nvSpPr>
          <p:spPr>
            <a:xfrm>
              <a:off x="-4267197" y="0"/>
              <a:ext cx="3899305" cy="5143469"/>
            </a:xfrm>
            <a:custGeom>
              <a:avLst/>
              <a:gdLst/>
              <a:ahLst/>
              <a:cxnLst/>
              <a:rect l="l" t="t" r="r" b="b"/>
              <a:pathLst>
                <a:path w="156019" h="87111" extrusionOk="0">
                  <a:moveTo>
                    <a:pt x="1" y="0"/>
                  </a:moveTo>
                  <a:lnTo>
                    <a:pt x="1" y="87111"/>
                  </a:lnTo>
                  <a:lnTo>
                    <a:pt x="156018" y="87111"/>
                  </a:lnTo>
                  <a:lnTo>
                    <a:pt x="1560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32"/>
            <p:cNvSpPr/>
            <p:nvPr/>
          </p:nvSpPr>
          <p:spPr>
            <a:xfrm>
              <a:off x="-4301522" y="79063"/>
              <a:ext cx="615898" cy="286427"/>
            </a:xfrm>
            <a:custGeom>
              <a:avLst/>
              <a:gdLst/>
              <a:ahLst/>
              <a:cxnLst/>
              <a:rect l="l" t="t" r="r" b="b"/>
              <a:pathLst>
                <a:path w="10431" h="4851" extrusionOk="0">
                  <a:moveTo>
                    <a:pt x="0" y="0"/>
                  </a:moveTo>
                  <a:lnTo>
                    <a:pt x="0"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32"/>
            <p:cNvSpPr/>
            <p:nvPr/>
          </p:nvSpPr>
          <p:spPr>
            <a:xfrm>
              <a:off x="-3649401" y="79063"/>
              <a:ext cx="615780" cy="286427"/>
            </a:xfrm>
            <a:custGeom>
              <a:avLst/>
              <a:gdLst/>
              <a:ahLst/>
              <a:cxnLst/>
              <a:rect l="l" t="t" r="r" b="b"/>
              <a:pathLst>
                <a:path w="10429" h="4851" extrusionOk="0">
                  <a:moveTo>
                    <a:pt x="0" y="0"/>
                  </a:moveTo>
                  <a:lnTo>
                    <a:pt x="0" y="4850"/>
                  </a:lnTo>
                  <a:lnTo>
                    <a:pt x="10429" y="4850"/>
                  </a:lnTo>
                  <a:lnTo>
                    <a:pt x="104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32"/>
            <p:cNvSpPr/>
            <p:nvPr/>
          </p:nvSpPr>
          <p:spPr>
            <a:xfrm>
              <a:off x="-2997398" y="79063"/>
              <a:ext cx="615898" cy="286427"/>
            </a:xfrm>
            <a:custGeom>
              <a:avLst/>
              <a:gdLst/>
              <a:ahLst/>
              <a:cxnLst/>
              <a:rect l="l" t="t" r="r" b="b"/>
              <a:pathLst>
                <a:path w="10431" h="4851" extrusionOk="0">
                  <a:moveTo>
                    <a:pt x="0" y="0"/>
                  </a:moveTo>
                  <a:lnTo>
                    <a:pt x="0" y="4850"/>
                  </a:lnTo>
                  <a:lnTo>
                    <a:pt x="10430" y="4850"/>
                  </a:lnTo>
                  <a:lnTo>
                    <a:pt x="1043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2"/>
            <p:cNvSpPr/>
            <p:nvPr/>
          </p:nvSpPr>
          <p:spPr>
            <a:xfrm>
              <a:off x="-2345336" y="79063"/>
              <a:ext cx="615898" cy="286427"/>
            </a:xfrm>
            <a:custGeom>
              <a:avLst/>
              <a:gdLst/>
              <a:ahLst/>
              <a:cxnLst/>
              <a:rect l="l" t="t" r="r" b="b"/>
              <a:pathLst>
                <a:path w="10431" h="4851" extrusionOk="0">
                  <a:moveTo>
                    <a:pt x="1" y="0"/>
                  </a:moveTo>
                  <a:lnTo>
                    <a:pt x="1"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2"/>
            <p:cNvSpPr/>
            <p:nvPr/>
          </p:nvSpPr>
          <p:spPr>
            <a:xfrm>
              <a:off x="-1693216" y="79063"/>
              <a:ext cx="615839" cy="286427"/>
            </a:xfrm>
            <a:custGeom>
              <a:avLst/>
              <a:gdLst/>
              <a:ahLst/>
              <a:cxnLst/>
              <a:rect l="l" t="t" r="r" b="b"/>
              <a:pathLst>
                <a:path w="10430" h="4851" extrusionOk="0">
                  <a:moveTo>
                    <a:pt x="0" y="0"/>
                  </a:moveTo>
                  <a:lnTo>
                    <a:pt x="0" y="4850"/>
                  </a:lnTo>
                  <a:lnTo>
                    <a:pt x="10429" y="4850"/>
                  </a:lnTo>
                  <a:lnTo>
                    <a:pt x="104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32"/>
            <p:cNvSpPr/>
            <p:nvPr/>
          </p:nvSpPr>
          <p:spPr>
            <a:xfrm>
              <a:off x="-1041213" y="79063"/>
              <a:ext cx="615898" cy="286427"/>
            </a:xfrm>
            <a:custGeom>
              <a:avLst/>
              <a:gdLst/>
              <a:ahLst/>
              <a:cxnLst/>
              <a:rect l="l" t="t" r="r" b="b"/>
              <a:pathLst>
                <a:path w="10431" h="4851" extrusionOk="0">
                  <a:moveTo>
                    <a:pt x="1" y="0"/>
                  </a:moveTo>
                  <a:lnTo>
                    <a:pt x="1"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32"/>
            <p:cNvSpPr/>
            <p:nvPr/>
          </p:nvSpPr>
          <p:spPr>
            <a:xfrm>
              <a:off x="-4592331" y="422660"/>
              <a:ext cx="615898" cy="286427"/>
            </a:xfrm>
            <a:custGeom>
              <a:avLst/>
              <a:gdLst/>
              <a:ahLst/>
              <a:cxnLst/>
              <a:rect l="l" t="t" r="r" b="b"/>
              <a:pathLst>
                <a:path w="10431" h="4851" extrusionOk="0">
                  <a:moveTo>
                    <a:pt x="1" y="1"/>
                  </a:moveTo>
                  <a:lnTo>
                    <a:pt x="1" y="4851"/>
                  </a:lnTo>
                  <a:lnTo>
                    <a:pt x="10431" y="4851"/>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32"/>
            <p:cNvSpPr/>
            <p:nvPr/>
          </p:nvSpPr>
          <p:spPr>
            <a:xfrm>
              <a:off x="-3940210" y="422660"/>
              <a:ext cx="615898" cy="286427"/>
            </a:xfrm>
            <a:custGeom>
              <a:avLst/>
              <a:gdLst/>
              <a:ahLst/>
              <a:cxnLst/>
              <a:rect l="l" t="t" r="r" b="b"/>
              <a:pathLst>
                <a:path w="10431" h="4851" extrusionOk="0">
                  <a:moveTo>
                    <a:pt x="0" y="1"/>
                  </a:moveTo>
                  <a:lnTo>
                    <a:pt x="0"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32"/>
            <p:cNvSpPr/>
            <p:nvPr/>
          </p:nvSpPr>
          <p:spPr>
            <a:xfrm>
              <a:off x="-3288148" y="422660"/>
              <a:ext cx="615839" cy="286427"/>
            </a:xfrm>
            <a:custGeom>
              <a:avLst/>
              <a:gdLst/>
              <a:ahLst/>
              <a:cxnLst/>
              <a:rect l="l" t="t" r="r" b="b"/>
              <a:pathLst>
                <a:path w="10430" h="4851" extrusionOk="0">
                  <a:moveTo>
                    <a:pt x="1" y="1"/>
                  </a:moveTo>
                  <a:lnTo>
                    <a:pt x="1"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32"/>
            <p:cNvSpPr/>
            <p:nvPr/>
          </p:nvSpPr>
          <p:spPr>
            <a:xfrm>
              <a:off x="-2636086" y="422660"/>
              <a:ext cx="615898" cy="286427"/>
            </a:xfrm>
            <a:custGeom>
              <a:avLst/>
              <a:gdLst/>
              <a:ahLst/>
              <a:cxnLst/>
              <a:rect l="l" t="t" r="r" b="b"/>
              <a:pathLst>
                <a:path w="10431" h="4851" extrusionOk="0">
                  <a:moveTo>
                    <a:pt x="0" y="1"/>
                  </a:moveTo>
                  <a:lnTo>
                    <a:pt x="0"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32"/>
            <p:cNvSpPr/>
            <p:nvPr/>
          </p:nvSpPr>
          <p:spPr>
            <a:xfrm>
              <a:off x="-1984025" y="422660"/>
              <a:ext cx="615898" cy="286427"/>
            </a:xfrm>
            <a:custGeom>
              <a:avLst/>
              <a:gdLst/>
              <a:ahLst/>
              <a:cxnLst/>
              <a:rect l="l" t="t" r="r" b="b"/>
              <a:pathLst>
                <a:path w="10431" h="4851" extrusionOk="0">
                  <a:moveTo>
                    <a:pt x="1" y="1"/>
                  </a:moveTo>
                  <a:lnTo>
                    <a:pt x="1" y="4851"/>
                  </a:lnTo>
                  <a:lnTo>
                    <a:pt x="10431" y="4851"/>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32"/>
            <p:cNvSpPr/>
            <p:nvPr/>
          </p:nvSpPr>
          <p:spPr>
            <a:xfrm>
              <a:off x="-1331904" y="422660"/>
              <a:ext cx="615839" cy="286427"/>
            </a:xfrm>
            <a:custGeom>
              <a:avLst/>
              <a:gdLst/>
              <a:ahLst/>
              <a:cxnLst/>
              <a:rect l="l" t="t" r="r" b="b"/>
              <a:pathLst>
                <a:path w="10430" h="4851" extrusionOk="0">
                  <a:moveTo>
                    <a:pt x="0" y="1"/>
                  </a:moveTo>
                  <a:lnTo>
                    <a:pt x="0" y="4851"/>
                  </a:lnTo>
                  <a:lnTo>
                    <a:pt x="10429" y="4851"/>
                  </a:lnTo>
                  <a:lnTo>
                    <a:pt x="104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2"/>
            <p:cNvSpPr/>
            <p:nvPr/>
          </p:nvSpPr>
          <p:spPr>
            <a:xfrm>
              <a:off x="-679901" y="422660"/>
              <a:ext cx="251532" cy="286427"/>
            </a:xfrm>
            <a:custGeom>
              <a:avLst/>
              <a:gdLst/>
              <a:ahLst/>
              <a:cxnLst/>
              <a:rect l="l" t="t" r="r" b="b"/>
              <a:pathLst>
                <a:path w="4260" h="4851" extrusionOk="0">
                  <a:moveTo>
                    <a:pt x="1" y="1"/>
                  </a:moveTo>
                  <a:lnTo>
                    <a:pt x="1" y="4851"/>
                  </a:lnTo>
                  <a:lnTo>
                    <a:pt x="4260" y="4851"/>
                  </a:lnTo>
                  <a:lnTo>
                    <a:pt x="426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32"/>
            <p:cNvSpPr/>
            <p:nvPr/>
          </p:nvSpPr>
          <p:spPr>
            <a:xfrm>
              <a:off x="-4448905" y="749133"/>
              <a:ext cx="615898" cy="286427"/>
            </a:xfrm>
            <a:custGeom>
              <a:avLst/>
              <a:gdLst/>
              <a:ahLst/>
              <a:cxnLst/>
              <a:rect l="l" t="t" r="r" b="b"/>
              <a:pathLst>
                <a:path w="10431" h="4851" extrusionOk="0">
                  <a:moveTo>
                    <a:pt x="0" y="0"/>
                  </a:moveTo>
                  <a:lnTo>
                    <a:pt x="0" y="4850"/>
                  </a:lnTo>
                  <a:lnTo>
                    <a:pt x="10430" y="4850"/>
                  </a:lnTo>
                  <a:lnTo>
                    <a:pt x="1043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32"/>
            <p:cNvSpPr/>
            <p:nvPr/>
          </p:nvSpPr>
          <p:spPr>
            <a:xfrm>
              <a:off x="-3796843" y="749133"/>
              <a:ext cx="615839" cy="286427"/>
            </a:xfrm>
            <a:custGeom>
              <a:avLst/>
              <a:gdLst/>
              <a:ahLst/>
              <a:cxnLst/>
              <a:rect l="l" t="t" r="r" b="b"/>
              <a:pathLst>
                <a:path w="10430" h="4851" extrusionOk="0">
                  <a:moveTo>
                    <a:pt x="1" y="0"/>
                  </a:moveTo>
                  <a:lnTo>
                    <a:pt x="1" y="4850"/>
                  </a:lnTo>
                  <a:lnTo>
                    <a:pt x="10430" y="4850"/>
                  </a:lnTo>
                  <a:lnTo>
                    <a:pt x="1043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2"/>
            <p:cNvSpPr/>
            <p:nvPr/>
          </p:nvSpPr>
          <p:spPr>
            <a:xfrm>
              <a:off x="-3144781" y="749133"/>
              <a:ext cx="615898" cy="286427"/>
            </a:xfrm>
            <a:custGeom>
              <a:avLst/>
              <a:gdLst/>
              <a:ahLst/>
              <a:cxnLst/>
              <a:rect l="l" t="t" r="r" b="b"/>
              <a:pathLst>
                <a:path w="10431" h="4851" extrusionOk="0">
                  <a:moveTo>
                    <a:pt x="0" y="0"/>
                  </a:moveTo>
                  <a:lnTo>
                    <a:pt x="0" y="4850"/>
                  </a:lnTo>
                  <a:lnTo>
                    <a:pt x="10430" y="4850"/>
                  </a:lnTo>
                  <a:lnTo>
                    <a:pt x="1043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2"/>
            <p:cNvSpPr/>
            <p:nvPr/>
          </p:nvSpPr>
          <p:spPr>
            <a:xfrm>
              <a:off x="-2492719" y="749133"/>
              <a:ext cx="615898" cy="286427"/>
            </a:xfrm>
            <a:custGeom>
              <a:avLst/>
              <a:gdLst/>
              <a:ahLst/>
              <a:cxnLst/>
              <a:rect l="l" t="t" r="r" b="b"/>
              <a:pathLst>
                <a:path w="10431" h="4851" extrusionOk="0">
                  <a:moveTo>
                    <a:pt x="1" y="0"/>
                  </a:moveTo>
                  <a:lnTo>
                    <a:pt x="1"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32"/>
            <p:cNvSpPr/>
            <p:nvPr/>
          </p:nvSpPr>
          <p:spPr>
            <a:xfrm>
              <a:off x="-1840598" y="749133"/>
              <a:ext cx="615839" cy="286427"/>
            </a:xfrm>
            <a:custGeom>
              <a:avLst/>
              <a:gdLst/>
              <a:ahLst/>
              <a:cxnLst/>
              <a:rect l="l" t="t" r="r" b="b"/>
              <a:pathLst>
                <a:path w="10430" h="4851" extrusionOk="0">
                  <a:moveTo>
                    <a:pt x="0" y="0"/>
                  </a:moveTo>
                  <a:lnTo>
                    <a:pt x="0" y="4850"/>
                  </a:lnTo>
                  <a:lnTo>
                    <a:pt x="10429" y="4850"/>
                  </a:lnTo>
                  <a:lnTo>
                    <a:pt x="104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2"/>
            <p:cNvSpPr/>
            <p:nvPr/>
          </p:nvSpPr>
          <p:spPr>
            <a:xfrm>
              <a:off x="-1188595" y="749133"/>
              <a:ext cx="754123" cy="286427"/>
            </a:xfrm>
            <a:custGeom>
              <a:avLst/>
              <a:gdLst/>
              <a:ahLst/>
              <a:cxnLst/>
              <a:rect l="l" t="t" r="r" b="b"/>
              <a:pathLst>
                <a:path w="12772" h="4851" extrusionOk="0">
                  <a:moveTo>
                    <a:pt x="1" y="0"/>
                  </a:moveTo>
                  <a:lnTo>
                    <a:pt x="1" y="4850"/>
                  </a:lnTo>
                  <a:lnTo>
                    <a:pt x="12771" y="4850"/>
                  </a:lnTo>
                  <a:lnTo>
                    <a:pt x="1277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32"/>
            <p:cNvSpPr/>
            <p:nvPr/>
          </p:nvSpPr>
          <p:spPr>
            <a:xfrm>
              <a:off x="-4739714" y="1092730"/>
              <a:ext cx="615898" cy="286427"/>
            </a:xfrm>
            <a:custGeom>
              <a:avLst/>
              <a:gdLst/>
              <a:ahLst/>
              <a:cxnLst/>
              <a:rect l="l" t="t" r="r" b="b"/>
              <a:pathLst>
                <a:path w="10431" h="4851" extrusionOk="0">
                  <a:moveTo>
                    <a:pt x="1" y="1"/>
                  </a:moveTo>
                  <a:lnTo>
                    <a:pt x="1" y="4851"/>
                  </a:lnTo>
                  <a:lnTo>
                    <a:pt x="10431" y="4851"/>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32"/>
            <p:cNvSpPr/>
            <p:nvPr/>
          </p:nvSpPr>
          <p:spPr>
            <a:xfrm>
              <a:off x="-4087593" y="1092730"/>
              <a:ext cx="615898" cy="286427"/>
            </a:xfrm>
            <a:custGeom>
              <a:avLst/>
              <a:gdLst/>
              <a:ahLst/>
              <a:cxnLst/>
              <a:rect l="l" t="t" r="r" b="b"/>
              <a:pathLst>
                <a:path w="10431" h="4851" extrusionOk="0">
                  <a:moveTo>
                    <a:pt x="0" y="1"/>
                  </a:moveTo>
                  <a:lnTo>
                    <a:pt x="0"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32"/>
            <p:cNvSpPr/>
            <p:nvPr/>
          </p:nvSpPr>
          <p:spPr>
            <a:xfrm>
              <a:off x="-3435531" y="1092730"/>
              <a:ext cx="615839" cy="286427"/>
            </a:xfrm>
            <a:custGeom>
              <a:avLst/>
              <a:gdLst/>
              <a:ahLst/>
              <a:cxnLst/>
              <a:rect l="l" t="t" r="r" b="b"/>
              <a:pathLst>
                <a:path w="10430" h="4851" extrusionOk="0">
                  <a:moveTo>
                    <a:pt x="1" y="1"/>
                  </a:moveTo>
                  <a:lnTo>
                    <a:pt x="1"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32"/>
            <p:cNvSpPr/>
            <p:nvPr/>
          </p:nvSpPr>
          <p:spPr>
            <a:xfrm>
              <a:off x="-2783469" y="1092730"/>
              <a:ext cx="615898" cy="286427"/>
            </a:xfrm>
            <a:custGeom>
              <a:avLst/>
              <a:gdLst/>
              <a:ahLst/>
              <a:cxnLst/>
              <a:rect l="l" t="t" r="r" b="b"/>
              <a:pathLst>
                <a:path w="10431" h="4851" extrusionOk="0">
                  <a:moveTo>
                    <a:pt x="0" y="1"/>
                  </a:moveTo>
                  <a:lnTo>
                    <a:pt x="0"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32"/>
            <p:cNvSpPr/>
            <p:nvPr/>
          </p:nvSpPr>
          <p:spPr>
            <a:xfrm>
              <a:off x="-2131407" y="1092730"/>
              <a:ext cx="615898" cy="286427"/>
            </a:xfrm>
            <a:custGeom>
              <a:avLst/>
              <a:gdLst/>
              <a:ahLst/>
              <a:cxnLst/>
              <a:rect l="l" t="t" r="r" b="b"/>
              <a:pathLst>
                <a:path w="10431" h="4851" extrusionOk="0">
                  <a:moveTo>
                    <a:pt x="1" y="1"/>
                  </a:moveTo>
                  <a:lnTo>
                    <a:pt x="1" y="4851"/>
                  </a:lnTo>
                  <a:lnTo>
                    <a:pt x="10431" y="4851"/>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32"/>
            <p:cNvSpPr/>
            <p:nvPr/>
          </p:nvSpPr>
          <p:spPr>
            <a:xfrm>
              <a:off x="-1479286" y="1092730"/>
              <a:ext cx="615839" cy="286427"/>
            </a:xfrm>
            <a:custGeom>
              <a:avLst/>
              <a:gdLst/>
              <a:ahLst/>
              <a:cxnLst/>
              <a:rect l="l" t="t" r="r" b="b"/>
              <a:pathLst>
                <a:path w="10430" h="4851" extrusionOk="0">
                  <a:moveTo>
                    <a:pt x="0" y="1"/>
                  </a:moveTo>
                  <a:lnTo>
                    <a:pt x="0" y="4851"/>
                  </a:lnTo>
                  <a:lnTo>
                    <a:pt x="10429" y="4851"/>
                  </a:lnTo>
                  <a:lnTo>
                    <a:pt x="104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32"/>
            <p:cNvSpPr/>
            <p:nvPr/>
          </p:nvSpPr>
          <p:spPr>
            <a:xfrm>
              <a:off x="-827283" y="1092730"/>
              <a:ext cx="388162" cy="286427"/>
            </a:xfrm>
            <a:custGeom>
              <a:avLst/>
              <a:gdLst/>
              <a:ahLst/>
              <a:cxnLst/>
              <a:rect l="l" t="t" r="r" b="b"/>
              <a:pathLst>
                <a:path w="6574" h="4851" extrusionOk="0">
                  <a:moveTo>
                    <a:pt x="1" y="1"/>
                  </a:moveTo>
                  <a:lnTo>
                    <a:pt x="1" y="4851"/>
                  </a:lnTo>
                  <a:lnTo>
                    <a:pt x="6574" y="4851"/>
                  </a:lnTo>
                  <a:lnTo>
                    <a:pt x="6574"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32"/>
            <p:cNvSpPr/>
            <p:nvPr/>
          </p:nvSpPr>
          <p:spPr>
            <a:xfrm>
              <a:off x="-4301522" y="1427824"/>
              <a:ext cx="615898" cy="286427"/>
            </a:xfrm>
            <a:custGeom>
              <a:avLst/>
              <a:gdLst/>
              <a:ahLst/>
              <a:cxnLst/>
              <a:rect l="l" t="t" r="r" b="b"/>
              <a:pathLst>
                <a:path w="10431" h="4851" extrusionOk="0">
                  <a:moveTo>
                    <a:pt x="0" y="0"/>
                  </a:moveTo>
                  <a:lnTo>
                    <a:pt x="0"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32"/>
            <p:cNvSpPr/>
            <p:nvPr/>
          </p:nvSpPr>
          <p:spPr>
            <a:xfrm>
              <a:off x="-3649401" y="1427824"/>
              <a:ext cx="615780" cy="286427"/>
            </a:xfrm>
            <a:custGeom>
              <a:avLst/>
              <a:gdLst/>
              <a:ahLst/>
              <a:cxnLst/>
              <a:rect l="l" t="t" r="r" b="b"/>
              <a:pathLst>
                <a:path w="10429" h="4851" extrusionOk="0">
                  <a:moveTo>
                    <a:pt x="0" y="0"/>
                  </a:moveTo>
                  <a:lnTo>
                    <a:pt x="0" y="4850"/>
                  </a:lnTo>
                  <a:lnTo>
                    <a:pt x="10429" y="4850"/>
                  </a:lnTo>
                  <a:lnTo>
                    <a:pt x="104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32"/>
            <p:cNvSpPr/>
            <p:nvPr/>
          </p:nvSpPr>
          <p:spPr>
            <a:xfrm>
              <a:off x="-2997398" y="1427824"/>
              <a:ext cx="615898" cy="286427"/>
            </a:xfrm>
            <a:custGeom>
              <a:avLst/>
              <a:gdLst/>
              <a:ahLst/>
              <a:cxnLst/>
              <a:rect l="l" t="t" r="r" b="b"/>
              <a:pathLst>
                <a:path w="10431" h="4851" extrusionOk="0">
                  <a:moveTo>
                    <a:pt x="0" y="0"/>
                  </a:moveTo>
                  <a:lnTo>
                    <a:pt x="0" y="4850"/>
                  </a:lnTo>
                  <a:lnTo>
                    <a:pt x="10430" y="4850"/>
                  </a:lnTo>
                  <a:lnTo>
                    <a:pt x="1043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32"/>
            <p:cNvSpPr/>
            <p:nvPr/>
          </p:nvSpPr>
          <p:spPr>
            <a:xfrm>
              <a:off x="-2345336" y="1427824"/>
              <a:ext cx="615898" cy="286427"/>
            </a:xfrm>
            <a:custGeom>
              <a:avLst/>
              <a:gdLst/>
              <a:ahLst/>
              <a:cxnLst/>
              <a:rect l="l" t="t" r="r" b="b"/>
              <a:pathLst>
                <a:path w="10431" h="4851" extrusionOk="0">
                  <a:moveTo>
                    <a:pt x="1" y="0"/>
                  </a:moveTo>
                  <a:lnTo>
                    <a:pt x="1"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32"/>
            <p:cNvSpPr/>
            <p:nvPr/>
          </p:nvSpPr>
          <p:spPr>
            <a:xfrm>
              <a:off x="-1693216" y="1427824"/>
              <a:ext cx="615839" cy="286427"/>
            </a:xfrm>
            <a:custGeom>
              <a:avLst/>
              <a:gdLst/>
              <a:ahLst/>
              <a:cxnLst/>
              <a:rect l="l" t="t" r="r" b="b"/>
              <a:pathLst>
                <a:path w="10430" h="4851" extrusionOk="0">
                  <a:moveTo>
                    <a:pt x="0" y="0"/>
                  </a:moveTo>
                  <a:lnTo>
                    <a:pt x="0" y="4850"/>
                  </a:lnTo>
                  <a:lnTo>
                    <a:pt x="10429" y="4850"/>
                  </a:lnTo>
                  <a:lnTo>
                    <a:pt x="104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32"/>
            <p:cNvSpPr/>
            <p:nvPr/>
          </p:nvSpPr>
          <p:spPr>
            <a:xfrm>
              <a:off x="-1041213" y="1427824"/>
              <a:ext cx="615898" cy="286427"/>
            </a:xfrm>
            <a:custGeom>
              <a:avLst/>
              <a:gdLst/>
              <a:ahLst/>
              <a:cxnLst/>
              <a:rect l="l" t="t" r="r" b="b"/>
              <a:pathLst>
                <a:path w="10431" h="4851" extrusionOk="0">
                  <a:moveTo>
                    <a:pt x="1" y="0"/>
                  </a:moveTo>
                  <a:lnTo>
                    <a:pt x="1"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32"/>
            <p:cNvSpPr/>
            <p:nvPr/>
          </p:nvSpPr>
          <p:spPr>
            <a:xfrm>
              <a:off x="-4592331" y="1771421"/>
              <a:ext cx="615898" cy="286427"/>
            </a:xfrm>
            <a:custGeom>
              <a:avLst/>
              <a:gdLst/>
              <a:ahLst/>
              <a:cxnLst/>
              <a:rect l="l" t="t" r="r" b="b"/>
              <a:pathLst>
                <a:path w="10431" h="4851" extrusionOk="0">
                  <a:moveTo>
                    <a:pt x="1" y="1"/>
                  </a:moveTo>
                  <a:lnTo>
                    <a:pt x="1" y="4851"/>
                  </a:lnTo>
                  <a:lnTo>
                    <a:pt x="10431" y="4851"/>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32"/>
            <p:cNvSpPr/>
            <p:nvPr/>
          </p:nvSpPr>
          <p:spPr>
            <a:xfrm>
              <a:off x="-3940210" y="1771421"/>
              <a:ext cx="615898" cy="286427"/>
            </a:xfrm>
            <a:custGeom>
              <a:avLst/>
              <a:gdLst/>
              <a:ahLst/>
              <a:cxnLst/>
              <a:rect l="l" t="t" r="r" b="b"/>
              <a:pathLst>
                <a:path w="10431" h="4851" extrusionOk="0">
                  <a:moveTo>
                    <a:pt x="0" y="1"/>
                  </a:moveTo>
                  <a:lnTo>
                    <a:pt x="0"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32"/>
            <p:cNvSpPr/>
            <p:nvPr/>
          </p:nvSpPr>
          <p:spPr>
            <a:xfrm>
              <a:off x="-3288148" y="1771421"/>
              <a:ext cx="615839" cy="286427"/>
            </a:xfrm>
            <a:custGeom>
              <a:avLst/>
              <a:gdLst/>
              <a:ahLst/>
              <a:cxnLst/>
              <a:rect l="l" t="t" r="r" b="b"/>
              <a:pathLst>
                <a:path w="10430" h="4851" extrusionOk="0">
                  <a:moveTo>
                    <a:pt x="1" y="1"/>
                  </a:moveTo>
                  <a:lnTo>
                    <a:pt x="1"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32"/>
            <p:cNvSpPr/>
            <p:nvPr/>
          </p:nvSpPr>
          <p:spPr>
            <a:xfrm>
              <a:off x="-2636086" y="1771421"/>
              <a:ext cx="615898" cy="286427"/>
            </a:xfrm>
            <a:custGeom>
              <a:avLst/>
              <a:gdLst/>
              <a:ahLst/>
              <a:cxnLst/>
              <a:rect l="l" t="t" r="r" b="b"/>
              <a:pathLst>
                <a:path w="10431" h="4851" extrusionOk="0">
                  <a:moveTo>
                    <a:pt x="0" y="1"/>
                  </a:moveTo>
                  <a:lnTo>
                    <a:pt x="0"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32"/>
            <p:cNvSpPr/>
            <p:nvPr/>
          </p:nvSpPr>
          <p:spPr>
            <a:xfrm>
              <a:off x="-1984025" y="1771421"/>
              <a:ext cx="615898" cy="286427"/>
            </a:xfrm>
            <a:custGeom>
              <a:avLst/>
              <a:gdLst/>
              <a:ahLst/>
              <a:cxnLst/>
              <a:rect l="l" t="t" r="r" b="b"/>
              <a:pathLst>
                <a:path w="10431" h="4851" extrusionOk="0">
                  <a:moveTo>
                    <a:pt x="1" y="1"/>
                  </a:moveTo>
                  <a:lnTo>
                    <a:pt x="1" y="4851"/>
                  </a:lnTo>
                  <a:lnTo>
                    <a:pt x="10431" y="4851"/>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32"/>
            <p:cNvSpPr/>
            <p:nvPr/>
          </p:nvSpPr>
          <p:spPr>
            <a:xfrm>
              <a:off x="-1331904" y="1771421"/>
              <a:ext cx="615839" cy="286427"/>
            </a:xfrm>
            <a:custGeom>
              <a:avLst/>
              <a:gdLst/>
              <a:ahLst/>
              <a:cxnLst/>
              <a:rect l="l" t="t" r="r" b="b"/>
              <a:pathLst>
                <a:path w="10430" h="4851" extrusionOk="0">
                  <a:moveTo>
                    <a:pt x="0" y="1"/>
                  </a:moveTo>
                  <a:lnTo>
                    <a:pt x="0" y="4851"/>
                  </a:lnTo>
                  <a:lnTo>
                    <a:pt x="10429" y="4851"/>
                  </a:lnTo>
                  <a:lnTo>
                    <a:pt x="104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32"/>
            <p:cNvSpPr/>
            <p:nvPr/>
          </p:nvSpPr>
          <p:spPr>
            <a:xfrm>
              <a:off x="-679901" y="1771421"/>
              <a:ext cx="251532" cy="286427"/>
            </a:xfrm>
            <a:custGeom>
              <a:avLst/>
              <a:gdLst/>
              <a:ahLst/>
              <a:cxnLst/>
              <a:rect l="l" t="t" r="r" b="b"/>
              <a:pathLst>
                <a:path w="4260" h="4851" extrusionOk="0">
                  <a:moveTo>
                    <a:pt x="1" y="1"/>
                  </a:moveTo>
                  <a:lnTo>
                    <a:pt x="1" y="4851"/>
                  </a:lnTo>
                  <a:lnTo>
                    <a:pt x="4260" y="4851"/>
                  </a:lnTo>
                  <a:lnTo>
                    <a:pt x="426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32"/>
            <p:cNvSpPr/>
            <p:nvPr/>
          </p:nvSpPr>
          <p:spPr>
            <a:xfrm>
              <a:off x="-4448905" y="2097894"/>
              <a:ext cx="615898" cy="286368"/>
            </a:xfrm>
            <a:custGeom>
              <a:avLst/>
              <a:gdLst/>
              <a:ahLst/>
              <a:cxnLst/>
              <a:rect l="l" t="t" r="r" b="b"/>
              <a:pathLst>
                <a:path w="10431" h="4850" extrusionOk="0">
                  <a:moveTo>
                    <a:pt x="0" y="0"/>
                  </a:moveTo>
                  <a:lnTo>
                    <a:pt x="0" y="4850"/>
                  </a:lnTo>
                  <a:lnTo>
                    <a:pt x="10430" y="4850"/>
                  </a:lnTo>
                  <a:lnTo>
                    <a:pt x="1043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32"/>
            <p:cNvSpPr/>
            <p:nvPr/>
          </p:nvSpPr>
          <p:spPr>
            <a:xfrm>
              <a:off x="-3796843" y="2097894"/>
              <a:ext cx="615839" cy="286368"/>
            </a:xfrm>
            <a:custGeom>
              <a:avLst/>
              <a:gdLst/>
              <a:ahLst/>
              <a:cxnLst/>
              <a:rect l="l" t="t" r="r" b="b"/>
              <a:pathLst>
                <a:path w="10430" h="4850" extrusionOk="0">
                  <a:moveTo>
                    <a:pt x="1" y="0"/>
                  </a:moveTo>
                  <a:lnTo>
                    <a:pt x="1" y="4850"/>
                  </a:lnTo>
                  <a:lnTo>
                    <a:pt x="10430" y="4850"/>
                  </a:lnTo>
                  <a:lnTo>
                    <a:pt x="1043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32"/>
            <p:cNvSpPr/>
            <p:nvPr/>
          </p:nvSpPr>
          <p:spPr>
            <a:xfrm>
              <a:off x="-3144781" y="2097894"/>
              <a:ext cx="615898" cy="286368"/>
            </a:xfrm>
            <a:custGeom>
              <a:avLst/>
              <a:gdLst/>
              <a:ahLst/>
              <a:cxnLst/>
              <a:rect l="l" t="t" r="r" b="b"/>
              <a:pathLst>
                <a:path w="10431" h="4850" extrusionOk="0">
                  <a:moveTo>
                    <a:pt x="0" y="0"/>
                  </a:moveTo>
                  <a:lnTo>
                    <a:pt x="0" y="4850"/>
                  </a:lnTo>
                  <a:lnTo>
                    <a:pt x="10430" y="4850"/>
                  </a:lnTo>
                  <a:lnTo>
                    <a:pt x="1043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32"/>
            <p:cNvSpPr/>
            <p:nvPr/>
          </p:nvSpPr>
          <p:spPr>
            <a:xfrm>
              <a:off x="-2492719" y="2097894"/>
              <a:ext cx="615898" cy="286368"/>
            </a:xfrm>
            <a:custGeom>
              <a:avLst/>
              <a:gdLst/>
              <a:ahLst/>
              <a:cxnLst/>
              <a:rect l="l" t="t" r="r" b="b"/>
              <a:pathLst>
                <a:path w="10431" h="4850" extrusionOk="0">
                  <a:moveTo>
                    <a:pt x="1" y="0"/>
                  </a:moveTo>
                  <a:lnTo>
                    <a:pt x="1"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32"/>
            <p:cNvSpPr/>
            <p:nvPr/>
          </p:nvSpPr>
          <p:spPr>
            <a:xfrm>
              <a:off x="-1840598" y="2097894"/>
              <a:ext cx="615839" cy="286368"/>
            </a:xfrm>
            <a:custGeom>
              <a:avLst/>
              <a:gdLst/>
              <a:ahLst/>
              <a:cxnLst/>
              <a:rect l="l" t="t" r="r" b="b"/>
              <a:pathLst>
                <a:path w="10430" h="4850" extrusionOk="0">
                  <a:moveTo>
                    <a:pt x="0" y="0"/>
                  </a:moveTo>
                  <a:lnTo>
                    <a:pt x="0" y="4850"/>
                  </a:lnTo>
                  <a:lnTo>
                    <a:pt x="10429" y="4850"/>
                  </a:lnTo>
                  <a:lnTo>
                    <a:pt x="104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32"/>
            <p:cNvSpPr/>
            <p:nvPr/>
          </p:nvSpPr>
          <p:spPr>
            <a:xfrm>
              <a:off x="-1188595" y="2097894"/>
              <a:ext cx="754123" cy="286368"/>
            </a:xfrm>
            <a:custGeom>
              <a:avLst/>
              <a:gdLst/>
              <a:ahLst/>
              <a:cxnLst/>
              <a:rect l="l" t="t" r="r" b="b"/>
              <a:pathLst>
                <a:path w="12772" h="4850" extrusionOk="0">
                  <a:moveTo>
                    <a:pt x="1" y="0"/>
                  </a:moveTo>
                  <a:lnTo>
                    <a:pt x="1" y="4850"/>
                  </a:lnTo>
                  <a:lnTo>
                    <a:pt x="12771" y="4850"/>
                  </a:lnTo>
                  <a:lnTo>
                    <a:pt x="1277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32"/>
            <p:cNvSpPr/>
            <p:nvPr/>
          </p:nvSpPr>
          <p:spPr>
            <a:xfrm>
              <a:off x="-4739714" y="2441491"/>
              <a:ext cx="615898" cy="286427"/>
            </a:xfrm>
            <a:custGeom>
              <a:avLst/>
              <a:gdLst/>
              <a:ahLst/>
              <a:cxnLst/>
              <a:rect l="l" t="t" r="r" b="b"/>
              <a:pathLst>
                <a:path w="10431" h="4851" extrusionOk="0">
                  <a:moveTo>
                    <a:pt x="1" y="1"/>
                  </a:moveTo>
                  <a:lnTo>
                    <a:pt x="1" y="4850"/>
                  </a:lnTo>
                  <a:lnTo>
                    <a:pt x="10431" y="4850"/>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32"/>
            <p:cNvSpPr/>
            <p:nvPr/>
          </p:nvSpPr>
          <p:spPr>
            <a:xfrm>
              <a:off x="-4087593" y="2441491"/>
              <a:ext cx="615898" cy="286427"/>
            </a:xfrm>
            <a:custGeom>
              <a:avLst/>
              <a:gdLst/>
              <a:ahLst/>
              <a:cxnLst/>
              <a:rect l="l" t="t" r="r" b="b"/>
              <a:pathLst>
                <a:path w="10431" h="4851" extrusionOk="0">
                  <a:moveTo>
                    <a:pt x="0" y="1"/>
                  </a:moveTo>
                  <a:lnTo>
                    <a:pt x="0" y="4850"/>
                  </a:lnTo>
                  <a:lnTo>
                    <a:pt x="10430" y="4850"/>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32"/>
            <p:cNvSpPr/>
            <p:nvPr/>
          </p:nvSpPr>
          <p:spPr>
            <a:xfrm>
              <a:off x="-3435531" y="2441491"/>
              <a:ext cx="615839" cy="286427"/>
            </a:xfrm>
            <a:custGeom>
              <a:avLst/>
              <a:gdLst/>
              <a:ahLst/>
              <a:cxnLst/>
              <a:rect l="l" t="t" r="r" b="b"/>
              <a:pathLst>
                <a:path w="10430" h="4851" extrusionOk="0">
                  <a:moveTo>
                    <a:pt x="1" y="1"/>
                  </a:moveTo>
                  <a:lnTo>
                    <a:pt x="1" y="4850"/>
                  </a:lnTo>
                  <a:lnTo>
                    <a:pt x="10430" y="4850"/>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32"/>
            <p:cNvSpPr/>
            <p:nvPr/>
          </p:nvSpPr>
          <p:spPr>
            <a:xfrm>
              <a:off x="-2783469" y="2441491"/>
              <a:ext cx="615898" cy="286427"/>
            </a:xfrm>
            <a:custGeom>
              <a:avLst/>
              <a:gdLst/>
              <a:ahLst/>
              <a:cxnLst/>
              <a:rect l="l" t="t" r="r" b="b"/>
              <a:pathLst>
                <a:path w="10431" h="4851" extrusionOk="0">
                  <a:moveTo>
                    <a:pt x="0" y="1"/>
                  </a:moveTo>
                  <a:lnTo>
                    <a:pt x="0" y="4850"/>
                  </a:lnTo>
                  <a:lnTo>
                    <a:pt x="10430" y="4850"/>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32"/>
            <p:cNvSpPr/>
            <p:nvPr/>
          </p:nvSpPr>
          <p:spPr>
            <a:xfrm>
              <a:off x="-2131407" y="2441491"/>
              <a:ext cx="615898" cy="286427"/>
            </a:xfrm>
            <a:custGeom>
              <a:avLst/>
              <a:gdLst/>
              <a:ahLst/>
              <a:cxnLst/>
              <a:rect l="l" t="t" r="r" b="b"/>
              <a:pathLst>
                <a:path w="10431" h="4851" extrusionOk="0">
                  <a:moveTo>
                    <a:pt x="1" y="1"/>
                  </a:moveTo>
                  <a:lnTo>
                    <a:pt x="1" y="4850"/>
                  </a:lnTo>
                  <a:lnTo>
                    <a:pt x="10431" y="4850"/>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32"/>
            <p:cNvSpPr/>
            <p:nvPr/>
          </p:nvSpPr>
          <p:spPr>
            <a:xfrm>
              <a:off x="-1479286" y="2441491"/>
              <a:ext cx="615839" cy="286427"/>
            </a:xfrm>
            <a:custGeom>
              <a:avLst/>
              <a:gdLst/>
              <a:ahLst/>
              <a:cxnLst/>
              <a:rect l="l" t="t" r="r" b="b"/>
              <a:pathLst>
                <a:path w="10430" h="4851" extrusionOk="0">
                  <a:moveTo>
                    <a:pt x="0" y="1"/>
                  </a:moveTo>
                  <a:lnTo>
                    <a:pt x="0" y="4850"/>
                  </a:lnTo>
                  <a:lnTo>
                    <a:pt x="10429" y="4850"/>
                  </a:lnTo>
                  <a:lnTo>
                    <a:pt x="104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32"/>
            <p:cNvSpPr/>
            <p:nvPr/>
          </p:nvSpPr>
          <p:spPr>
            <a:xfrm>
              <a:off x="-827283" y="2441491"/>
              <a:ext cx="388162" cy="286427"/>
            </a:xfrm>
            <a:custGeom>
              <a:avLst/>
              <a:gdLst/>
              <a:ahLst/>
              <a:cxnLst/>
              <a:rect l="l" t="t" r="r" b="b"/>
              <a:pathLst>
                <a:path w="6574" h="4851" extrusionOk="0">
                  <a:moveTo>
                    <a:pt x="1" y="1"/>
                  </a:moveTo>
                  <a:lnTo>
                    <a:pt x="1" y="4850"/>
                  </a:lnTo>
                  <a:lnTo>
                    <a:pt x="6574" y="4850"/>
                  </a:lnTo>
                  <a:lnTo>
                    <a:pt x="6574"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32"/>
            <p:cNvSpPr/>
            <p:nvPr/>
          </p:nvSpPr>
          <p:spPr>
            <a:xfrm>
              <a:off x="-4301522" y="2767964"/>
              <a:ext cx="615898" cy="286368"/>
            </a:xfrm>
            <a:custGeom>
              <a:avLst/>
              <a:gdLst/>
              <a:ahLst/>
              <a:cxnLst/>
              <a:rect l="l" t="t" r="r" b="b"/>
              <a:pathLst>
                <a:path w="10431" h="4850" extrusionOk="0">
                  <a:moveTo>
                    <a:pt x="0" y="0"/>
                  </a:moveTo>
                  <a:lnTo>
                    <a:pt x="0"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2"/>
            <p:cNvSpPr/>
            <p:nvPr/>
          </p:nvSpPr>
          <p:spPr>
            <a:xfrm>
              <a:off x="-3649401" y="2767964"/>
              <a:ext cx="615780" cy="286368"/>
            </a:xfrm>
            <a:custGeom>
              <a:avLst/>
              <a:gdLst/>
              <a:ahLst/>
              <a:cxnLst/>
              <a:rect l="l" t="t" r="r" b="b"/>
              <a:pathLst>
                <a:path w="10429" h="4850" extrusionOk="0">
                  <a:moveTo>
                    <a:pt x="0" y="0"/>
                  </a:moveTo>
                  <a:lnTo>
                    <a:pt x="0" y="4850"/>
                  </a:lnTo>
                  <a:lnTo>
                    <a:pt x="10429" y="4850"/>
                  </a:lnTo>
                  <a:lnTo>
                    <a:pt x="104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2"/>
            <p:cNvSpPr/>
            <p:nvPr/>
          </p:nvSpPr>
          <p:spPr>
            <a:xfrm>
              <a:off x="-2997398" y="2767964"/>
              <a:ext cx="615898" cy="286368"/>
            </a:xfrm>
            <a:custGeom>
              <a:avLst/>
              <a:gdLst/>
              <a:ahLst/>
              <a:cxnLst/>
              <a:rect l="l" t="t" r="r" b="b"/>
              <a:pathLst>
                <a:path w="10431" h="4850" extrusionOk="0">
                  <a:moveTo>
                    <a:pt x="0" y="0"/>
                  </a:moveTo>
                  <a:lnTo>
                    <a:pt x="0" y="4850"/>
                  </a:lnTo>
                  <a:lnTo>
                    <a:pt x="10430" y="4850"/>
                  </a:lnTo>
                  <a:lnTo>
                    <a:pt x="1043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2"/>
            <p:cNvSpPr/>
            <p:nvPr/>
          </p:nvSpPr>
          <p:spPr>
            <a:xfrm>
              <a:off x="-2345336" y="2767964"/>
              <a:ext cx="615898" cy="286368"/>
            </a:xfrm>
            <a:custGeom>
              <a:avLst/>
              <a:gdLst/>
              <a:ahLst/>
              <a:cxnLst/>
              <a:rect l="l" t="t" r="r" b="b"/>
              <a:pathLst>
                <a:path w="10431" h="4850" extrusionOk="0">
                  <a:moveTo>
                    <a:pt x="1" y="0"/>
                  </a:moveTo>
                  <a:lnTo>
                    <a:pt x="1"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2"/>
            <p:cNvSpPr/>
            <p:nvPr/>
          </p:nvSpPr>
          <p:spPr>
            <a:xfrm>
              <a:off x="-1693216" y="2767964"/>
              <a:ext cx="615839" cy="286368"/>
            </a:xfrm>
            <a:custGeom>
              <a:avLst/>
              <a:gdLst/>
              <a:ahLst/>
              <a:cxnLst/>
              <a:rect l="l" t="t" r="r" b="b"/>
              <a:pathLst>
                <a:path w="10430" h="4850" extrusionOk="0">
                  <a:moveTo>
                    <a:pt x="0" y="0"/>
                  </a:moveTo>
                  <a:lnTo>
                    <a:pt x="0" y="4850"/>
                  </a:lnTo>
                  <a:lnTo>
                    <a:pt x="10429" y="4850"/>
                  </a:lnTo>
                  <a:lnTo>
                    <a:pt x="104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2"/>
            <p:cNvSpPr/>
            <p:nvPr/>
          </p:nvSpPr>
          <p:spPr>
            <a:xfrm>
              <a:off x="-1041213" y="2767964"/>
              <a:ext cx="615898" cy="286368"/>
            </a:xfrm>
            <a:custGeom>
              <a:avLst/>
              <a:gdLst/>
              <a:ahLst/>
              <a:cxnLst/>
              <a:rect l="l" t="t" r="r" b="b"/>
              <a:pathLst>
                <a:path w="10431" h="4850" extrusionOk="0">
                  <a:moveTo>
                    <a:pt x="1" y="0"/>
                  </a:moveTo>
                  <a:lnTo>
                    <a:pt x="1"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2"/>
            <p:cNvSpPr/>
            <p:nvPr/>
          </p:nvSpPr>
          <p:spPr>
            <a:xfrm>
              <a:off x="-4592331" y="3111561"/>
              <a:ext cx="615898" cy="286427"/>
            </a:xfrm>
            <a:custGeom>
              <a:avLst/>
              <a:gdLst/>
              <a:ahLst/>
              <a:cxnLst/>
              <a:rect l="l" t="t" r="r" b="b"/>
              <a:pathLst>
                <a:path w="10431" h="4851" extrusionOk="0">
                  <a:moveTo>
                    <a:pt x="1" y="1"/>
                  </a:moveTo>
                  <a:lnTo>
                    <a:pt x="1" y="4850"/>
                  </a:lnTo>
                  <a:lnTo>
                    <a:pt x="10431" y="4850"/>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32"/>
            <p:cNvSpPr/>
            <p:nvPr/>
          </p:nvSpPr>
          <p:spPr>
            <a:xfrm>
              <a:off x="-3940210" y="3111561"/>
              <a:ext cx="615898" cy="286427"/>
            </a:xfrm>
            <a:custGeom>
              <a:avLst/>
              <a:gdLst/>
              <a:ahLst/>
              <a:cxnLst/>
              <a:rect l="l" t="t" r="r" b="b"/>
              <a:pathLst>
                <a:path w="10431" h="4851" extrusionOk="0">
                  <a:moveTo>
                    <a:pt x="0" y="1"/>
                  </a:moveTo>
                  <a:lnTo>
                    <a:pt x="0" y="4850"/>
                  </a:lnTo>
                  <a:lnTo>
                    <a:pt x="10430" y="4850"/>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2"/>
            <p:cNvSpPr/>
            <p:nvPr/>
          </p:nvSpPr>
          <p:spPr>
            <a:xfrm>
              <a:off x="-3288148" y="3111561"/>
              <a:ext cx="615839" cy="286427"/>
            </a:xfrm>
            <a:custGeom>
              <a:avLst/>
              <a:gdLst/>
              <a:ahLst/>
              <a:cxnLst/>
              <a:rect l="l" t="t" r="r" b="b"/>
              <a:pathLst>
                <a:path w="10430" h="4851" extrusionOk="0">
                  <a:moveTo>
                    <a:pt x="1" y="1"/>
                  </a:moveTo>
                  <a:lnTo>
                    <a:pt x="1" y="4850"/>
                  </a:lnTo>
                  <a:lnTo>
                    <a:pt x="10430" y="4850"/>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2"/>
            <p:cNvSpPr/>
            <p:nvPr/>
          </p:nvSpPr>
          <p:spPr>
            <a:xfrm>
              <a:off x="-2636086" y="3111561"/>
              <a:ext cx="615898" cy="286427"/>
            </a:xfrm>
            <a:custGeom>
              <a:avLst/>
              <a:gdLst/>
              <a:ahLst/>
              <a:cxnLst/>
              <a:rect l="l" t="t" r="r" b="b"/>
              <a:pathLst>
                <a:path w="10431" h="4851" extrusionOk="0">
                  <a:moveTo>
                    <a:pt x="0" y="1"/>
                  </a:moveTo>
                  <a:lnTo>
                    <a:pt x="0" y="4850"/>
                  </a:lnTo>
                  <a:lnTo>
                    <a:pt x="10430" y="4850"/>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2"/>
            <p:cNvSpPr/>
            <p:nvPr/>
          </p:nvSpPr>
          <p:spPr>
            <a:xfrm>
              <a:off x="-1984025" y="3111561"/>
              <a:ext cx="615898" cy="286427"/>
            </a:xfrm>
            <a:custGeom>
              <a:avLst/>
              <a:gdLst/>
              <a:ahLst/>
              <a:cxnLst/>
              <a:rect l="l" t="t" r="r" b="b"/>
              <a:pathLst>
                <a:path w="10431" h="4851" extrusionOk="0">
                  <a:moveTo>
                    <a:pt x="1" y="1"/>
                  </a:moveTo>
                  <a:lnTo>
                    <a:pt x="1" y="4850"/>
                  </a:lnTo>
                  <a:lnTo>
                    <a:pt x="10431" y="4850"/>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2"/>
            <p:cNvSpPr/>
            <p:nvPr/>
          </p:nvSpPr>
          <p:spPr>
            <a:xfrm>
              <a:off x="-1331904" y="3111561"/>
              <a:ext cx="615839" cy="286427"/>
            </a:xfrm>
            <a:custGeom>
              <a:avLst/>
              <a:gdLst/>
              <a:ahLst/>
              <a:cxnLst/>
              <a:rect l="l" t="t" r="r" b="b"/>
              <a:pathLst>
                <a:path w="10430" h="4851" extrusionOk="0">
                  <a:moveTo>
                    <a:pt x="0" y="1"/>
                  </a:moveTo>
                  <a:lnTo>
                    <a:pt x="0" y="4850"/>
                  </a:lnTo>
                  <a:lnTo>
                    <a:pt x="10429" y="4850"/>
                  </a:lnTo>
                  <a:lnTo>
                    <a:pt x="104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2"/>
            <p:cNvSpPr/>
            <p:nvPr/>
          </p:nvSpPr>
          <p:spPr>
            <a:xfrm>
              <a:off x="-679901" y="3111561"/>
              <a:ext cx="251532" cy="286427"/>
            </a:xfrm>
            <a:custGeom>
              <a:avLst/>
              <a:gdLst/>
              <a:ahLst/>
              <a:cxnLst/>
              <a:rect l="l" t="t" r="r" b="b"/>
              <a:pathLst>
                <a:path w="4260" h="4851" extrusionOk="0">
                  <a:moveTo>
                    <a:pt x="1" y="1"/>
                  </a:moveTo>
                  <a:lnTo>
                    <a:pt x="1" y="4850"/>
                  </a:lnTo>
                  <a:lnTo>
                    <a:pt x="4260" y="4850"/>
                  </a:lnTo>
                  <a:lnTo>
                    <a:pt x="426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2"/>
            <p:cNvSpPr/>
            <p:nvPr/>
          </p:nvSpPr>
          <p:spPr>
            <a:xfrm>
              <a:off x="-4448905" y="3437975"/>
              <a:ext cx="615898" cy="286427"/>
            </a:xfrm>
            <a:custGeom>
              <a:avLst/>
              <a:gdLst/>
              <a:ahLst/>
              <a:cxnLst/>
              <a:rect l="l" t="t" r="r" b="b"/>
              <a:pathLst>
                <a:path w="10431" h="4851" extrusionOk="0">
                  <a:moveTo>
                    <a:pt x="0" y="1"/>
                  </a:moveTo>
                  <a:lnTo>
                    <a:pt x="0"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2"/>
            <p:cNvSpPr/>
            <p:nvPr/>
          </p:nvSpPr>
          <p:spPr>
            <a:xfrm>
              <a:off x="-3796843" y="3437975"/>
              <a:ext cx="615839" cy="286427"/>
            </a:xfrm>
            <a:custGeom>
              <a:avLst/>
              <a:gdLst/>
              <a:ahLst/>
              <a:cxnLst/>
              <a:rect l="l" t="t" r="r" b="b"/>
              <a:pathLst>
                <a:path w="10430" h="4851" extrusionOk="0">
                  <a:moveTo>
                    <a:pt x="1" y="1"/>
                  </a:moveTo>
                  <a:lnTo>
                    <a:pt x="1"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2"/>
            <p:cNvSpPr/>
            <p:nvPr/>
          </p:nvSpPr>
          <p:spPr>
            <a:xfrm>
              <a:off x="-3144781" y="3437975"/>
              <a:ext cx="615898" cy="286427"/>
            </a:xfrm>
            <a:custGeom>
              <a:avLst/>
              <a:gdLst/>
              <a:ahLst/>
              <a:cxnLst/>
              <a:rect l="l" t="t" r="r" b="b"/>
              <a:pathLst>
                <a:path w="10431" h="4851" extrusionOk="0">
                  <a:moveTo>
                    <a:pt x="0" y="1"/>
                  </a:moveTo>
                  <a:lnTo>
                    <a:pt x="0"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2"/>
            <p:cNvSpPr/>
            <p:nvPr/>
          </p:nvSpPr>
          <p:spPr>
            <a:xfrm>
              <a:off x="-2492719" y="3437975"/>
              <a:ext cx="615898" cy="286427"/>
            </a:xfrm>
            <a:custGeom>
              <a:avLst/>
              <a:gdLst/>
              <a:ahLst/>
              <a:cxnLst/>
              <a:rect l="l" t="t" r="r" b="b"/>
              <a:pathLst>
                <a:path w="10431" h="4851" extrusionOk="0">
                  <a:moveTo>
                    <a:pt x="1" y="1"/>
                  </a:moveTo>
                  <a:lnTo>
                    <a:pt x="1" y="4851"/>
                  </a:lnTo>
                  <a:lnTo>
                    <a:pt x="10431" y="4851"/>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2"/>
            <p:cNvSpPr/>
            <p:nvPr/>
          </p:nvSpPr>
          <p:spPr>
            <a:xfrm>
              <a:off x="-1840598" y="3437975"/>
              <a:ext cx="615839" cy="286427"/>
            </a:xfrm>
            <a:custGeom>
              <a:avLst/>
              <a:gdLst/>
              <a:ahLst/>
              <a:cxnLst/>
              <a:rect l="l" t="t" r="r" b="b"/>
              <a:pathLst>
                <a:path w="10430" h="4851" extrusionOk="0">
                  <a:moveTo>
                    <a:pt x="0" y="1"/>
                  </a:moveTo>
                  <a:lnTo>
                    <a:pt x="0" y="4851"/>
                  </a:lnTo>
                  <a:lnTo>
                    <a:pt x="10429" y="4851"/>
                  </a:lnTo>
                  <a:lnTo>
                    <a:pt x="104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2"/>
            <p:cNvSpPr/>
            <p:nvPr/>
          </p:nvSpPr>
          <p:spPr>
            <a:xfrm>
              <a:off x="-1188595" y="3437975"/>
              <a:ext cx="754123" cy="286427"/>
            </a:xfrm>
            <a:custGeom>
              <a:avLst/>
              <a:gdLst/>
              <a:ahLst/>
              <a:cxnLst/>
              <a:rect l="l" t="t" r="r" b="b"/>
              <a:pathLst>
                <a:path w="12772" h="4851" extrusionOk="0">
                  <a:moveTo>
                    <a:pt x="1" y="1"/>
                  </a:moveTo>
                  <a:lnTo>
                    <a:pt x="1" y="4851"/>
                  </a:lnTo>
                  <a:lnTo>
                    <a:pt x="12771" y="4851"/>
                  </a:lnTo>
                  <a:lnTo>
                    <a:pt x="1277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2"/>
            <p:cNvSpPr/>
            <p:nvPr/>
          </p:nvSpPr>
          <p:spPr>
            <a:xfrm>
              <a:off x="-4739714" y="3781690"/>
              <a:ext cx="615898" cy="286368"/>
            </a:xfrm>
            <a:custGeom>
              <a:avLst/>
              <a:gdLst/>
              <a:ahLst/>
              <a:cxnLst/>
              <a:rect l="l" t="t" r="r" b="b"/>
              <a:pathLst>
                <a:path w="10431" h="4850" extrusionOk="0">
                  <a:moveTo>
                    <a:pt x="1" y="1"/>
                  </a:moveTo>
                  <a:lnTo>
                    <a:pt x="1" y="4849"/>
                  </a:lnTo>
                  <a:lnTo>
                    <a:pt x="10431" y="4849"/>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2"/>
            <p:cNvSpPr/>
            <p:nvPr/>
          </p:nvSpPr>
          <p:spPr>
            <a:xfrm>
              <a:off x="-4087593" y="3781690"/>
              <a:ext cx="615898" cy="286368"/>
            </a:xfrm>
            <a:custGeom>
              <a:avLst/>
              <a:gdLst/>
              <a:ahLst/>
              <a:cxnLst/>
              <a:rect l="l" t="t" r="r" b="b"/>
              <a:pathLst>
                <a:path w="10431" h="4850" extrusionOk="0">
                  <a:moveTo>
                    <a:pt x="0" y="1"/>
                  </a:moveTo>
                  <a:lnTo>
                    <a:pt x="0" y="4849"/>
                  </a:lnTo>
                  <a:lnTo>
                    <a:pt x="10430" y="4849"/>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2"/>
            <p:cNvSpPr/>
            <p:nvPr/>
          </p:nvSpPr>
          <p:spPr>
            <a:xfrm>
              <a:off x="-3435531" y="3781690"/>
              <a:ext cx="615839" cy="286368"/>
            </a:xfrm>
            <a:custGeom>
              <a:avLst/>
              <a:gdLst/>
              <a:ahLst/>
              <a:cxnLst/>
              <a:rect l="l" t="t" r="r" b="b"/>
              <a:pathLst>
                <a:path w="10430" h="4850" extrusionOk="0">
                  <a:moveTo>
                    <a:pt x="1" y="1"/>
                  </a:moveTo>
                  <a:lnTo>
                    <a:pt x="1" y="4849"/>
                  </a:lnTo>
                  <a:lnTo>
                    <a:pt x="10430" y="4849"/>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2"/>
            <p:cNvSpPr/>
            <p:nvPr/>
          </p:nvSpPr>
          <p:spPr>
            <a:xfrm>
              <a:off x="-2783469" y="3781690"/>
              <a:ext cx="615898" cy="286368"/>
            </a:xfrm>
            <a:custGeom>
              <a:avLst/>
              <a:gdLst/>
              <a:ahLst/>
              <a:cxnLst/>
              <a:rect l="l" t="t" r="r" b="b"/>
              <a:pathLst>
                <a:path w="10431" h="4850" extrusionOk="0">
                  <a:moveTo>
                    <a:pt x="0" y="1"/>
                  </a:moveTo>
                  <a:lnTo>
                    <a:pt x="0" y="4849"/>
                  </a:lnTo>
                  <a:lnTo>
                    <a:pt x="10430" y="4849"/>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32"/>
            <p:cNvSpPr/>
            <p:nvPr/>
          </p:nvSpPr>
          <p:spPr>
            <a:xfrm>
              <a:off x="-2131407" y="3781690"/>
              <a:ext cx="615898" cy="286368"/>
            </a:xfrm>
            <a:custGeom>
              <a:avLst/>
              <a:gdLst/>
              <a:ahLst/>
              <a:cxnLst/>
              <a:rect l="l" t="t" r="r" b="b"/>
              <a:pathLst>
                <a:path w="10431" h="4850" extrusionOk="0">
                  <a:moveTo>
                    <a:pt x="1" y="1"/>
                  </a:moveTo>
                  <a:lnTo>
                    <a:pt x="1" y="4849"/>
                  </a:lnTo>
                  <a:lnTo>
                    <a:pt x="10431" y="4849"/>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2"/>
            <p:cNvSpPr/>
            <p:nvPr/>
          </p:nvSpPr>
          <p:spPr>
            <a:xfrm>
              <a:off x="-1479286" y="3781690"/>
              <a:ext cx="615839" cy="286368"/>
            </a:xfrm>
            <a:custGeom>
              <a:avLst/>
              <a:gdLst/>
              <a:ahLst/>
              <a:cxnLst/>
              <a:rect l="l" t="t" r="r" b="b"/>
              <a:pathLst>
                <a:path w="10430" h="4850" extrusionOk="0">
                  <a:moveTo>
                    <a:pt x="0" y="1"/>
                  </a:moveTo>
                  <a:lnTo>
                    <a:pt x="0" y="4849"/>
                  </a:lnTo>
                  <a:lnTo>
                    <a:pt x="10429" y="4849"/>
                  </a:lnTo>
                  <a:lnTo>
                    <a:pt x="104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2"/>
            <p:cNvSpPr/>
            <p:nvPr/>
          </p:nvSpPr>
          <p:spPr>
            <a:xfrm>
              <a:off x="-827283" y="3781690"/>
              <a:ext cx="388162" cy="286368"/>
            </a:xfrm>
            <a:custGeom>
              <a:avLst/>
              <a:gdLst/>
              <a:ahLst/>
              <a:cxnLst/>
              <a:rect l="l" t="t" r="r" b="b"/>
              <a:pathLst>
                <a:path w="6574" h="4850" extrusionOk="0">
                  <a:moveTo>
                    <a:pt x="1" y="1"/>
                  </a:moveTo>
                  <a:lnTo>
                    <a:pt x="1" y="4849"/>
                  </a:lnTo>
                  <a:lnTo>
                    <a:pt x="6574" y="4849"/>
                  </a:lnTo>
                  <a:lnTo>
                    <a:pt x="6574"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2"/>
            <p:cNvSpPr/>
            <p:nvPr/>
          </p:nvSpPr>
          <p:spPr>
            <a:xfrm>
              <a:off x="-4301522" y="4108164"/>
              <a:ext cx="615898" cy="286368"/>
            </a:xfrm>
            <a:custGeom>
              <a:avLst/>
              <a:gdLst/>
              <a:ahLst/>
              <a:cxnLst/>
              <a:rect l="l" t="t" r="r" b="b"/>
              <a:pathLst>
                <a:path w="10431" h="4850" extrusionOk="0">
                  <a:moveTo>
                    <a:pt x="0" y="0"/>
                  </a:moveTo>
                  <a:lnTo>
                    <a:pt x="0"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2"/>
            <p:cNvSpPr/>
            <p:nvPr/>
          </p:nvSpPr>
          <p:spPr>
            <a:xfrm>
              <a:off x="-3649401" y="4108164"/>
              <a:ext cx="615780" cy="286368"/>
            </a:xfrm>
            <a:custGeom>
              <a:avLst/>
              <a:gdLst/>
              <a:ahLst/>
              <a:cxnLst/>
              <a:rect l="l" t="t" r="r" b="b"/>
              <a:pathLst>
                <a:path w="10429" h="4850" extrusionOk="0">
                  <a:moveTo>
                    <a:pt x="0" y="0"/>
                  </a:moveTo>
                  <a:lnTo>
                    <a:pt x="0" y="4850"/>
                  </a:lnTo>
                  <a:lnTo>
                    <a:pt x="10429" y="4850"/>
                  </a:lnTo>
                  <a:lnTo>
                    <a:pt x="104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2"/>
            <p:cNvSpPr/>
            <p:nvPr/>
          </p:nvSpPr>
          <p:spPr>
            <a:xfrm>
              <a:off x="-2997398" y="4108164"/>
              <a:ext cx="615898" cy="286368"/>
            </a:xfrm>
            <a:custGeom>
              <a:avLst/>
              <a:gdLst/>
              <a:ahLst/>
              <a:cxnLst/>
              <a:rect l="l" t="t" r="r" b="b"/>
              <a:pathLst>
                <a:path w="10431" h="4850" extrusionOk="0">
                  <a:moveTo>
                    <a:pt x="0" y="0"/>
                  </a:moveTo>
                  <a:lnTo>
                    <a:pt x="0" y="4850"/>
                  </a:lnTo>
                  <a:lnTo>
                    <a:pt x="10430" y="4850"/>
                  </a:lnTo>
                  <a:lnTo>
                    <a:pt x="10430"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2"/>
            <p:cNvSpPr/>
            <p:nvPr/>
          </p:nvSpPr>
          <p:spPr>
            <a:xfrm>
              <a:off x="-2345336" y="4108164"/>
              <a:ext cx="615898" cy="286368"/>
            </a:xfrm>
            <a:custGeom>
              <a:avLst/>
              <a:gdLst/>
              <a:ahLst/>
              <a:cxnLst/>
              <a:rect l="l" t="t" r="r" b="b"/>
              <a:pathLst>
                <a:path w="10431" h="4850" extrusionOk="0">
                  <a:moveTo>
                    <a:pt x="1" y="0"/>
                  </a:moveTo>
                  <a:lnTo>
                    <a:pt x="1"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2"/>
            <p:cNvSpPr/>
            <p:nvPr/>
          </p:nvSpPr>
          <p:spPr>
            <a:xfrm>
              <a:off x="-1693216" y="4108164"/>
              <a:ext cx="615839" cy="286368"/>
            </a:xfrm>
            <a:custGeom>
              <a:avLst/>
              <a:gdLst/>
              <a:ahLst/>
              <a:cxnLst/>
              <a:rect l="l" t="t" r="r" b="b"/>
              <a:pathLst>
                <a:path w="10430" h="4850" extrusionOk="0">
                  <a:moveTo>
                    <a:pt x="0" y="0"/>
                  </a:moveTo>
                  <a:lnTo>
                    <a:pt x="0" y="4850"/>
                  </a:lnTo>
                  <a:lnTo>
                    <a:pt x="10429" y="4850"/>
                  </a:lnTo>
                  <a:lnTo>
                    <a:pt x="104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32"/>
            <p:cNvSpPr/>
            <p:nvPr/>
          </p:nvSpPr>
          <p:spPr>
            <a:xfrm>
              <a:off x="-1041213" y="4108164"/>
              <a:ext cx="615898" cy="286368"/>
            </a:xfrm>
            <a:custGeom>
              <a:avLst/>
              <a:gdLst/>
              <a:ahLst/>
              <a:cxnLst/>
              <a:rect l="l" t="t" r="r" b="b"/>
              <a:pathLst>
                <a:path w="10431" h="4850" extrusionOk="0">
                  <a:moveTo>
                    <a:pt x="1" y="0"/>
                  </a:moveTo>
                  <a:lnTo>
                    <a:pt x="1" y="4850"/>
                  </a:lnTo>
                  <a:lnTo>
                    <a:pt x="10431" y="4850"/>
                  </a:lnTo>
                  <a:lnTo>
                    <a:pt x="10431"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2"/>
            <p:cNvSpPr/>
            <p:nvPr/>
          </p:nvSpPr>
          <p:spPr>
            <a:xfrm>
              <a:off x="-4592331" y="4451760"/>
              <a:ext cx="615898" cy="286427"/>
            </a:xfrm>
            <a:custGeom>
              <a:avLst/>
              <a:gdLst/>
              <a:ahLst/>
              <a:cxnLst/>
              <a:rect l="l" t="t" r="r" b="b"/>
              <a:pathLst>
                <a:path w="10431" h="4851" extrusionOk="0">
                  <a:moveTo>
                    <a:pt x="1" y="1"/>
                  </a:moveTo>
                  <a:lnTo>
                    <a:pt x="1" y="4850"/>
                  </a:lnTo>
                  <a:lnTo>
                    <a:pt x="10431" y="4850"/>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2"/>
            <p:cNvSpPr/>
            <p:nvPr/>
          </p:nvSpPr>
          <p:spPr>
            <a:xfrm>
              <a:off x="-3940210" y="4451760"/>
              <a:ext cx="615898" cy="286427"/>
            </a:xfrm>
            <a:custGeom>
              <a:avLst/>
              <a:gdLst/>
              <a:ahLst/>
              <a:cxnLst/>
              <a:rect l="l" t="t" r="r" b="b"/>
              <a:pathLst>
                <a:path w="10431" h="4851" extrusionOk="0">
                  <a:moveTo>
                    <a:pt x="0" y="1"/>
                  </a:moveTo>
                  <a:lnTo>
                    <a:pt x="0" y="4850"/>
                  </a:lnTo>
                  <a:lnTo>
                    <a:pt x="10430" y="4850"/>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2"/>
            <p:cNvSpPr/>
            <p:nvPr/>
          </p:nvSpPr>
          <p:spPr>
            <a:xfrm>
              <a:off x="-3288148" y="4451760"/>
              <a:ext cx="615839" cy="286427"/>
            </a:xfrm>
            <a:custGeom>
              <a:avLst/>
              <a:gdLst/>
              <a:ahLst/>
              <a:cxnLst/>
              <a:rect l="l" t="t" r="r" b="b"/>
              <a:pathLst>
                <a:path w="10430" h="4851" extrusionOk="0">
                  <a:moveTo>
                    <a:pt x="1" y="1"/>
                  </a:moveTo>
                  <a:lnTo>
                    <a:pt x="1" y="4850"/>
                  </a:lnTo>
                  <a:lnTo>
                    <a:pt x="10430" y="4850"/>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2"/>
            <p:cNvSpPr/>
            <p:nvPr/>
          </p:nvSpPr>
          <p:spPr>
            <a:xfrm>
              <a:off x="-2636086" y="4451760"/>
              <a:ext cx="615898" cy="286427"/>
            </a:xfrm>
            <a:custGeom>
              <a:avLst/>
              <a:gdLst/>
              <a:ahLst/>
              <a:cxnLst/>
              <a:rect l="l" t="t" r="r" b="b"/>
              <a:pathLst>
                <a:path w="10431" h="4851" extrusionOk="0">
                  <a:moveTo>
                    <a:pt x="0" y="1"/>
                  </a:moveTo>
                  <a:lnTo>
                    <a:pt x="0" y="4850"/>
                  </a:lnTo>
                  <a:lnTo>
                    <a:pt x="10430" y="4850"/>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2"/>
            <p:cNvSpPr/>
            <p:nvPr/>
          </p:nvSpPr>
          <p:spPr>
            <a:xfrm>
              <a:off x="-1984025" y="4451760"/>
              <a:ext cx="615898" cy="286427"/>
            </a:xfrm>
            <a:custGeom>
              <a:avLst/>
              <a:gdLst/>
              <a:ahLst/>
              <a:cxnLst/>
              <a:rect l="l" t="t" r="r" b="b"/>
              <a:pathLst>
                <a:path w="10431" h="4851" extrusionOk="0">
                  <a:moveTo>
                    <a:pt x="1" y="1"/>
                  </a:moveTo>
                  <a:lnTo>
                    <a:pt x="1" y="4850"/>
                  </a:lnTo>
                  <a:lnTo>
                    <a:pt x="10431" y="4850"/>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32"/>
            <p:cNvSpPr/>
            <p:nvPr/>
          </p:nvSpPr>
          <p:spPr>
            <a:xfrm>
              <a:off x="-1331904" y="4451760"/>
              <a:ext cx="615839" cy="286427"/>
            </a:xfrm>
            <a:custGeom>
              <a:avLst/>
              <a:gdLst/>
              <a:ahLst/>
              <a:cxnLst/>
              <a:rect l="l" t="t" r="r" b="b"/>
              <a:pathLst>
                <a:path w="10430" h="4851" extrusionOk="0">
                  <a:moveTo>
                    <a:pt x="0" y="1"/>
                  </a:moveTo>
                  <a:lnTo>
                    <a:pt x="0" y="4850"/>
                  </a:lnTo>
                  <a:lnTo>
                    <a:pt x="10429" y="4850"/>
                  </a:lnTo>
                  <a:lnTo>
                    <a:pt x="104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32"/>
            <p:cNvSpPr/>
            <p:nvPr/>
          </p:nvSpPr>
          <p:spPr>
            <a:xfrm>
              <a:off x="-679901" y="4451760"/>
              <a:ext cx="251532" cy="286427"/>
            </a:xfrm>
            <a:custGeom>
              <a:avLst/>
              <a:gdLst/>
              <a:ahLst/>
              <a:cxnLst/>
              <a:rect l="l" t="t" r="r" b="b"/>
              <a:pathLst>
                <a:path w="4260" h="4851" extrusionOk="0">
                  <a:moveTo>
                    <a:pt x="1" y="1"/>
                  </a:moveTo>
                  <a:lnTo>
                    <a:pt x="1" y="4850"/>
                  </a:lnTo>
                  <a:lnTo>
                    <a:pt x="4260" y="4850"/>
                  </a:lnTo>
                  <a:lnTo>
                    <a:pt x="426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2"/>
            <p:cNvSpPr/>
            <p:nvPr/>
          </p:nvSpPr>
          <p:spPr>
            <a:xfrm>
              <a:off x="-4448905" y="4778175"/>
              <a:ext cx="615898" cy="286427"/>
            </a:xfrm>
            <a:custGeom>
              <a:avLst/>
              <a:gdLst/>
              <a:ahLst/>
              <a:cxnLst/>
              <a:rect l="l" t="t" r="r" b="b"/>
              <a:pathLst>
                <a:path w="10431" h="4851" extrusionOk="0">
                  <a:moveTo>
                    <a:pt x="0" y="1"/>
                  </a:moveTo>
                  <a:lnTo>
                    <a:pt x="0"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2"/>
            <p:cNvSpPr/>
            <p:nvPr/>
          </p:nvSpPr>
          <p:spPr>
            <a:xfrm>
              <a:off x="-3796843" y="4778175"/>
              <a:ext cx="615839" cy="286427"/>
            </a:xfrm>
            <a:custGeom>
              <a:avLst/>
              <a:gdLst/>
              <a:ahLst/>
              <a:cxnLst/>
              <a:rect l="l" t="t" r="r" b="b"/>
              <a:pathLst>
                <a:path w="10430" h="4851" extrusionOk="0">
                  <a:moveTo>
                    <a:pt x="1" y="1"/>
                  </a:moveTo>
                  <a:lnTo>
                    <a:pt x="1"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2"/>
            <p:cNvSpPr/>
            <p:nvPr/>
          </p:nvSpPr>
          <p:spPr>
            <a:xfrm>
              <a:off x="-3144781" y="4778175"/>
              <a:ext cx="615898" cy="286427"/>
            </a:xfrm>
            <a:custGeom>
              <a:avLst/>
              <a:gdLst/>
              <a:ahLst/>
              <a:cxnLst/>
              <a:rect l="l" t="t" r="r" b="b"/>
              <a:pathLst>
                <a:path w="10431" h="4851" extrusionOk="0">
                  <a:moveTo>
                    <a:pt x="0" y="1"/>
                  </a:moveTo>
                  <a:lnTo>
                    <a:pt x="0" y="4851"/>
                  </a:lnTo>
                  <a:lnTo>
                    <a:pt x="10430" y="4851"/>
                  </a:lnTo>
                  <a:lnTo>
                    <a:pt x="1043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32"/>
            <p:cNvSpPr/>
            <p:nvPr/>
          </p:nvSpPr>
          <p:spPr>
            <a:xfrm>
              <a:off x="-2492719" y="4778175"/>
              <a:ext cx="615898" cy="286427"/>
            </a:xfrm>
            <a:custGeom>
              <a:avLst/>
              <a:gdLst/>
              <a:ahLst/>
              <a:cxnLst/>
              <a:rect l="l" t="t" r="r" b="b"/>
              <a:pathLst>
                <a:path w="10431" h="4851" extrusionOk="0">
                  <a:moveTo>
                    <a:pt x="1" y="1"/>
                  </a:moveTo>
                  <a:lnTo>
                    <a:pt x="1" y="4851"/>
                  </a:lnTo>
                  <a:lnTo>
                    <a:pt x="10431" y="4851"/>
                  </a:lnTo>
                  <a:lnTo>
                    <a:pt x="1043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32"/>
            <p:cNvSpPr/>
            <p:nvPr/>
          </p:nvSpPr>
          <p:spPr>
            <a:xfrm>
              <a:off x="-1840598" y="4778175"/>
              <a:ext cx="615839" cy="286427"/>
            </a:xfrm>
            <a:custGeom>
              <a:avLst/>
              <a:gdLst/>
              <a:ahLst/>
              <a:cxnLst/>
              <a:rect l="l" t="t" r="r" b="b"/>
              <a:pathLst>
                <a:path w="10430" h="4851" extrusionOk="0">
                  <a:moveTo>
                    <a:pt x="0" y="1"/>
                  </a:moveTo>
                  <a:lnTo>
                    <a:pt x="0" y="4851"/>
                  </a:lnTo>
                  <a:lnTo>
                    <a:pt x="10429" y="4851"/>
                  </a:lnTo>
                  <a:lnTo>
                    <a:pt x="104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2"/>
            <p:cNvSpPr/>
            <p:nvPr/>
          </p:nvSpPr>
          <p:spPr>
            <a:xfrm>
              <a:off x="-1188595" y="4778175"/>
              <a:ext cx="754123" cy="286427"/>
            </a:xfrm>
            <a:custGeom>
              <a:avLst/>
              <a:gdLst/>
              <a:ahLst/>
              <a:cxnLst/>
              <a:rect l="l" t="t" r="r" b="b"/>
              <a:pathLst>
                <a:path w="12772" h="4851" extrusionOk="0">
                  <a:moveTo>
                    <a:pt x="1" y="1"/>
                  </a:moveTo>
                  <a:lnTo>
                    <a:pt x="1" y="4851"/>
                  </a:lnTo>
                  <a:lnTo>
                    <a:pt x="12771" y="4851"/>
                  </a:lnTo>
                  <a:lnTo>
                    <a:pt x="12771"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0" name="Google Shape;1530;p32"/>
          <p:cNvSpPr/>
          <p:nvPr/>
        </p:nvSpPr>
        <p:spPr>
          <a:xfrm flipH="1">
            <a:off x="5249167" y="4608575"/>
            <a:ext cx="3916200" cy="550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1" name="Google Shape;1531;p32"/>
          <p:cNvGrpSpPr/>
          <p:nvPr/>
        </p:nvGrpSpPr>
        <p:grpSpPr>
          <a:xfrm>
            <a:off x="5346625" y="1040338"/>
            <a:ext cx="3421225" cy="3551693"/>
            <a:chOff x="70400" y="106100"/>
            <a:chExt cx="3421225" cy="3551693"/>
          </a:xfrm>
        </p:grpSpPr>
        <p:sp>
          <p:nvSpPr>
            <p:cNvPr id="1532" name="Google Shape;1532;p32"/>
            <p:cNvSpPr/>
            <p:nvPr/>
          </p:nvSpPr>
          <p:spPr>
            <a:xfrm>
              <a:off x="70400" y="106100"/>
              <a:ext cx="2869485" cy="3453014"/>
            </a:xfrm>
            <a:custGeom>
              <a:avLst/>
              <a:gdLst/>
              <a:ahLst/>
              <a:cxnLst/>
              <a:rect l="l" t="t" r="r" b="b"/>
              <a:pathLst>
                <a:path w="87531" h="105331" extrusionOk="0">
                  <a:moveTo>
                    <a:pt x="7568" y="1"/>
                  </a:moveTo>
                  <a:lnTo>
                    <a:pt x="7568" y="18493"/>
                  </a:lnTo>
                  <a:lnTo>
                    <a:pt x="7568" y="37852"/>
                  </a:lnTo>
                  <a:cubicBezTo>
                    <a:pt x="7206" y="37966"/>
                    <a:pt x="6942" y="38306"/>
                    <a:pt x="6942" y="38711"/>
                  </a:cubicBezTo>
                  <a:cubicBezTo>
                    <a:pt x="6942" y="39212"/>
                    <a:pt x="7342" y="39617"/>
                    <a:pt x="7834" y="39617"/>
                  </a:cubicBezTo>
                  <a:lnTo>
                    <a:pt x="10296" y="39617"/>
                  </a:lnTo>
                  <a:lnTo>
                    <a:pt x="10296" y="46194"/>
                  </a:lnTo>
                  <a:lnTo>
                    <a:pt x="10296" y="69447"/>
                  </a:lnTo>
                  <a:lnTo>
                    <a:pt x="8921" y="69447"/>
                  </a:lnTo>
                  <a:cubicBezTo>
                    <a:pt x="8591" y="69447"/>
                    <a:pt x="8320" y="69721"/>
                    <a:pt x="8320" y="70057"/>
                  </a:cubicBezTo>
                  <a:lnTo>
                    <a:pt x="8320" y="70649"/>
                  </a:lnTo>
                  <a:cubicBezTo>
                    <a:pt x="8320" y="70986"/>
                    <a:pt x="8591" y="71258"/>
                    <a:pt x="8921" y="71258"/>
                  </a:cubicBezTo>
                  <a:lnTo>
                    <a:pt x="9920" y="71258"/>
                  </a:lnTo>
                  <a:lnTo>
                    <a:pt x="9920" y="86763"/>
                  </a:lnTo>
                  <a:lnTo>
                    <a:pt x="8870" y="85934"/>
                  </a:lnTo>
                  <a:cubicBezTo>
                    <a:pt x="8820" y="85866"/>
                    <a:pt x="8754" y="85813"/>
                    <a:pt x="8675" y="85780"/>
                  </a:cubicBezTo>
                  <a:lnTo>
                    <a:pt x="8650" y="85760"/>
                  </a:lnTo>
                  <a:lnTo>
                    <a:pt x="8650" y="85772"/>
                  </a:lnTo>
                  <a:cubicBezTo>
                    <a:pt x="8603" y="85756"/>
                    <a:pt x="8553" y="85745"/>
                    <a:pt x="8502" y="85745"/>
                  </a:cubicBezTo>
                  <a:lnTo>
                    <a:pt x="1" y="85745"/>
                  </a:lnTo>
                  <a:lnTo>
                    <a:pt x="1" y="105330"/>
                  </a:lnTo>
                  <a:lnTo>
                    <a:pt x="86872" y="105330"/>
                  </a:lnTo>
                  <a:lnTo>
                    <a:pt x="86872" y="104234"/>
                  </a:lnTo>
                  <a:lnTo>
                    <a:pt x="86872" y="100232"/>
                  </a:lnTo>
                  <a:lnTo>
                    <a:pt x="86872" y="99723"/>
                  </a:lnTo>
                  <a:lnTo>
                    <a:pt x="86872" y="95721"/>
                  </a:lnTo>
                  <a:lnTo>
                    <a:pt x="86872" y="95149"/>
                  </a:lnTo>
                  <a:lnTo>
                    <a:pt x="86872" y="91145"/>
                  </a:lnTo>
                  <a:lnTo>
                    <a:pt x="86872" y="85935"/>
                  </a:lnTo>
                  <a:lnTo>
                    <a:pt x="86872" y="81933"/>
                  </a:lnTo>
                  <a:lnTo>
                    <a:pt x="86872" y="81424"/>
                  </a:lnTo>
                  <a:lnTo>
                    <a:pt x="86872" y="77423"/>
                  </a:lnTo>
                  <a:lnTo>
                    <a:pt x="86872" y="76850"/>
                  </a:lnTo>
                  <a:lnTo>
                    <a:pt x="86872" y="74213"/>
                  </a:lnTo>
                  <a:lnTo>
                    <a:pt x="86872" y="72847"/>
                  </a:lnTo>
                  <a:lnTo>
                    <a:pt x="86872" y="71223"/>
                  </a:lnTo>
                  <a:cubicBezTo>
                    <a:pt x="87251" y="71118"/>
                    <a:pt x="87530" y="70770"/>
                    <a:pt x="87530" y="70353"/>
                  </a:cubicBezTo>
                  <a:cubicBezTo>
                    <a:pt x="87530" y="69854"/>
                    <a:pt x="87130" y="69447"/>
                    <a:pt x="86636" y="69447"/>
                  </a:cubicBezTo>
                  <a:lnTo>
                    <a:pt x="74643" y="69447"/>
                  </a:lnTo>
                  <a:lnTo>
                    <a:pt x="74643" y="68494"/>
                  </a:lnTo>
                  <a:lnTo>
                    <a:pt x="74643" y="64110"/>
                  </a:lnTo>
                  <a:lnTo>
                    <a:pt x="74643" y="63443"/>
                  </a:lnTo>
                  <a:lnTo>
                    <a:pt x="74643" y="59059"/>
                  </a:lnTo>
                  <a:lnTo>
                    <a:pt x="74643" y="58532"/>
                  </a:lnTo>
                  <a:lnTo>
                    <a:pt x="77400" y="58532"/>
                  </a:lnTo>
                  <a:lnTo>
                    <a:pt x="77371" y="58997"/>
                  </a:lnTo>
                  <a:lnTo>
                    <a:pt x="78406" y="59251"/>
                  </a:lnTo>
                  <a:lnTo>
                    <a:pt x="79770" y="53109"/>
                  </a:lnTo>
                  <a:lnTo>
                    <a:pt x="77747" y="53008"/>
                  </a:lnTo>
                  <a:lnTo>
                    <a:pt x="77696" y="53817"/>
                  </a:lnTo>
                  <a:lnTo>
                    <a:pt x="74643" y="53817"/>
                  </a:lnTo>
                  <a:lnTo>
                    <a:pt x="74643" y="50196"/>
                  </a:lnTo>
                  <a:lnTo>
                    <a:pt x="74643" y="49243"/>
                  </a:lnTo>
                  <a:lnTo>
                    <a:pt x="74643" y="44859"/>
                  </a:lnTo>
                  <a:lnTo>
                    <a:pt x="74643" y="43969"/>
                  </a:lnTo>
                  <a:lnTo>
                    <a:pt x="74643" y="39617"/>
                  </a:lnTo>
                  <a:lnTo>
                    <a:pt x="76665" y="39617"/>
                  </a:lnTo>
                  <a:cubicBezTo>
                    <a:pt x="77158" y="39617"/>
                    <a:pt x="77559" y="39212"/>
                    <a:pt x="77559" y="38711"/>
                  </a:cubicBezTo>
                  <a:cubicBezTo>
                    <a:pt x="77559" y="38211"/>
                    <a:pt x="77158" y="37806"/>
                    <a:pt x="76665" y="37806"/>
                  </a:cubicBezTo>
                  <a:lnTo>
                    <a:pt x="75490" y="37806"/>
                  </a:lnTo>
                  <a:lnTo>
                    <a:pt x="75490" y="15886"/>
                  </a:lnTo>
                  <a:lnTo>
                    <a:pt x="75387" y="15726"/>
                  </a:lnTo>
                  <a:lnTo>
                    <a:pt x="70518" y="8189"/>
                  </a:lnTo>
                  <a:lnTo>
                    <a:pt x="65228"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2"/>
            <p:cNvSpPr/>
            <p:nvPr/>
          </p:nvSpPr>
          <p:spPr>
            <a:xfrm>
              <a:off x="951419" y="106100"/>
              <a:ext cx="2145483" cy="1258323"/>
            </a:xfrm>
            <a:custGeom>
              <a:avLst/>
              <a:gdLst/>
              <a:ahLst/>
              <a:cxnLst/>
              <a:rect l="l" t="t" r="r" b="b"/>
              <a:pathLst>
                <a:path w="65446" h="38384" extrusionOk="0">
                  <a:moveTo>
                    <a:pt x="1" y="1"/>
                  </a:moveTo>
                  <a:lnTo>
                    <a:pt x="1" y="38383"/>
                  </a:lnTo>
                  <a:lnTo>
                    <a:pt x="65446" y="38383"/>
                  </a:lnTo>
                  <a:lnTo>
                    <a:pt x="65446" y="15681"/>
                  </a:lnTo>
                  <a:lnTo>
                    <a:pt x="5518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2"/>
            <p:cNvSpPr/>
            <p:nvPr/>
          </p:nvSpPr>
          <p:spPr>
            <a:xfrm>
              <a:off x="2187074" y="382650"/>
              <a:ext cx="733115" cy="981770"/>
            </a:xfrm>
            <a:custGeom>
              <a:avLst/>
              <a:gdLst/>
              <a:ahLst/>
              <a:cxnLst/>
              <a:rect l="l" t="t" r="r" b="b"/>
              <a:pathLst>
                <a:path w="22363" h="29948" extrusionOk="0">
                  <a:moveTo>
                    <a:pt x="15428" y="0"/>
                  </a:moveTo>
                  <a:cubicBezTo>
                    <a:pt x="15449" y="8389"/>
                    <a:pt x="11254" y="18946"/>
                    <a:pt x="4667" y="25950"/>
                  </a:cubicBezTo>
                  <a:cubicBezTo>
                    <a:pt x="3117" y="27599"/>
                    <a:pt x="1545" y="28929"/>
                    <a:pt x="0" y="29947"/>
                  </a:cubicBezTo>
                  <a:lnTo>
                    <a:pt x="9058" y="29947"/>
                  </a:lnTo>
                  <a:cubicBezTo>
                    <a:pt x="10304" y="22682"/>
                    <a:pt x="14058" y="14731"/>
                    <a:pt x="19367" y="9087"/>
                  </a:cubicBezTo>
                  <a:cubicBezTo>
                    <a:pt x="20362" y="8030"/>
                    <a:pt x="21363" y="7104"/>
                    <a:pt x="22363" y="6307"/>
                  </a:cubicBezTo>
                  <a:lnTo>
                    <a:pt x="20175"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2"/>
            <p:cNvSpPr/>
            <p:nvPr/>
          </p:nvSpPr>
          <p:spPr>
            <a:xfrm>
              <a:off x="1161847" y="106100"/>
              <a:ext cx="1772091" cy="1258323"/>
            </a:xfrm>
            <a:custGeom>
              <a:avLst/>
              <a:gdLst/>
              <a:ahLst/>
              <a:cxnLst/>
              <a:rect l="l" t="t" r="r" b="b"/>
              <a:pathLst>
                <a:path w="54056" h="38384" extrusionOk="0">
                  <a:moveTo>
                    <a:pt x="37292" y="1"/>
                  </a:moveTo>
                  <a:cubicBezTo>
                    <a:pt x="37344" y="10753"/>
                    <a:pt x="27204" y="24283"/>
                    <a:pt x="11281" y="33261"/>
                  </a:cubicBezTo>
                  <a:cubicBezTo>
                    <a:pt x="7533" y="35372"/>
                    <a:pt x="3736" y="37080"/>
                    <a:pt x="0" y="38383"/>
                  </a:cubicBezTo>
                  <a:lnTo>
                    <a:pt x="21895" y="38383"/>
                  </a:lnTo>
                  <a:cubicBezTo>
                    <a:pt x="24909" y="29071"/>
                    <a:pt x="33983" y="18881"/>
                    <a:pt x="46815" y="11647"/>
                  </a:cubicBezTo>
                  <a:cubicBezTo>
                    <a:pt x="49218" y="10292"/>
                    <a:pt x="51640" y="9105"/>
                    <a:pt x="54055" y="8083"/>
                  </a:cubicBezTo>
                  <a:lnTo>
                    <a:pt x="48765"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2"/>
            <p:cNvSpPr/>
            <p:nvPr/>
          </p:nvSpPr>
          <p:spPr>
            <a:xfrm>
              <a:off x="951419" y="106100"/>
              <a:ext cx="2142107" cy="508916"/>
            </a:xfrm>
            <a:custGeom>
              <a:avLst/>
              <a:gdLst/>
              <a:ahLst/>
              <a:cxnLst/>
              <a:rect l="l" t="t" r="r" b="b"/>
              <a:pathLst>
                <a:path w="65343" h="15524" extrusionOk="0">
                  <a:moveTo>
                    <a:pt x="1" y="1"/>
                  </a:moveTo>
                  <a:lnTo>
                    <a:pt x="1" y="15524"/>
                  </a:lnTo>
                  <a:lnTo>
                    <a:pt x="65343" y="15524"/>
                  </a:lnTo>
                  <a:lnTo>
                    <a:pt x="5518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2"/>
            <p:cNvSpPr/>
            <p:nvPr/>
          </p:nvSpPr>
          <p:spPr>
            <a:xfrm>
              <a:off x="951419" y="478832"/>
              <a:ext cx="2142107" cy="136179"/>
            </a:xfrm>
            <a:custGeom>
              <a:avLst/>
              <a:gdLst/>
              <a:ahLst/>
              <a:cxnLst/>
              <a:rect l="l" t="t" r="r" b="b"/>
              <a:pathLst>
                <a:path w="65343" h="4154" extrusionOk="0">
                  <a:moveTo>
                    <a:pt x="1" y="1"/>
                  </a:moveTo>
                  <a:lnTo>
                    <a:pt x="1" y="4154"/>
                  </a:lnTo>
                  <a:lnTo>
                    <a:pt x="65343" y="4154"/>
                  </a:lnTo>
                  <a:lnTo>
                    <a:pt x="63195" y="872"/>
                  </a:lnTo>
                  <a:cubicBezTo>
                    <a:pt x="55074" y="1976"/>
                    <a:pt x="45307" y="2616"/>
                    <a:pt x="34730" y="2616"/>
                  </a:cubicBezTo>
                  <a:cubicBezTo>
                    <a:pt x="21616" y="2616"/>
                    <a:pt x="9480" y="1632"/>
                    <a:pt x="1"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32"/>
            <p:cNvSpPr/>
            <p:nvPr/>
          </p:nvSpPr>
          <p:spPr>
            <a:xfrm>
              <a:off x="1147783" y="1357196"/>
              <a:ext cx="1575920" cy="1036189"/>
            </a:xfrm>
            <a:custGeom>
              <a:avLst/>
              <a:gdLst/>
              <a:ahLst/>
              <a:cxnLst/>
              <a:rect l="l" t="t" r="r" b="b"/>
              <a:pathLst>
                <a:path w="48072" h="31608" extrusionOk="0">
                  <a:moveTo>
                    <a:pt x="0" y="0"/>
                  </a:moveTo>
                  <a:lnTo>
                    <a:pt x="0" y="31608"/>
                  </a:lnTo>
                  <a:lnTo>
                    <a:pt x="48072" y="31608"/>
                  </a:lnTo>
                  <a:lnTo>
                    <a:pt x="480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32"/>
            <p:cNvSpPr/>
            <p:nvPr/>
          </p:nvSpPr>
          <p:spPr>
            <a:xfrm>
              <a:off x="1147783" y="1355491"/>
              <a:ext cx="1575920" cy="419518"/>
            </a:xfrm>
            <a:custGeom>
              <a:avLst/>
              <a:gdLst/>
              <a:ahLst/>
              <a:cxnLst/>
              <a:rect l="l" t="t" r="r" b="b"/>
              <a:pathLst>
                <a:path w="48072" h="12797" extrusionOk="0">
                  <a:moveTo>
                    <a:pt x="0" y="1"/>
                  </a:moveTo>
                  <a:lnTo>
                    <a:pt x="0" y="12796"/>
                  </a:lnTo>
                  <a:lnTo>
                    <a:pt x="48072" y="12796"/>
                  </a:lnTo>
                  <a:lnTo>
                    <a:pt x="48072"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2"/>
            <p:cNvSpPr/>
            <p:nvPr/>
          </p:nvSpPr>
          <p:spPr>
            <a:xfrm>
              <a:off x="2469618" y="2298599"/>
              <a:ext cx="232821" cy="119492"/>
            </a:xfrm>
            <a:custGeom>
              <a:avLst/>
              <a:gdLst/>
              <a:ahLst/>
              <a:cxnLst/>
              <a:rect l="l" t="t" r="r" b="b"/>
              <a:pathLst>
                <a:path w="7102" h="3645" extrusionOk="0">
                  <a:moveTo>
                    <a:pt x="0" y="1"/>
                  </a:moveTo>
                  <a:lnTo>
                    <a:pt x="0" y="3645"/>
                  </a:lnTo>
                  <a:lnTo>
                    <a:pt x="7101" y="3645"/>
                  </a:lnTo>
                  <a:lnTo>
                    <a:pt x="710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2"/>
            <p:cNvSpPr/>
            <p:nvPr/>
          </p:nvSpPr>
          <p:spPr>
            <a:xfrm>
              <a:off x="2214868" y="2298599"/>
              <a:ext cx="232756" cy="119492"/>
            </a:xfrm>
            <a:custGeom>
              <a:avLst/>
              <a:gdLst/>
              <a:ahLst/>
              <a:cxnLst/>
              <a:rect l="l" t="t" r="r" b="b"/>
              <a:pathLst>
                <a:path w="7100" h="3645" extrusionOk="0">
                  <a:moveTo>
                    <a:pt x="0" y="1"/>
                  </a:moveTo>
                  <a:lnTo>
                    <a:pt x="0" y="3645"/>
                  </a:lnTo>
                  <a:lnTo>
                    <a:pt x="7099" y="3645"/>
                  </a:lnTo>
                  <a:lnTo>
                    <a:pt x="709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32"/>
            <p:cNvSpPr/>
            <p:nvPr/>
          </p:nvSpPr>
          <p:spPr>
            <a:xfrm>
              <a:off x="1960086" y="2298599"/>
              <a:ext cx="232789" cy="119492"/>
            </a:xfrm>
            <a:custGeom>
              <a:avLst/>
              <a:gdLst/>
              <a:ahLst/>
              <a:cxnLst/>
              <a:rect l="l" t="t" r="r" b="b"/>
              <a:pathLst>
                <a:path w="7101" h="3645" extrusionOk="0">
                  <a:moveTo>
                    <a:pt x="1" y="1"/>
                  </a:moveTo>
                  <a:lnTo>
                    <a:pt x="1" y="3645"/>
                  </a:lnTo>
                  <a:lnTo>
                    <a:pt x="7100" y="3645"/>
                  </a:lnTo>
                  <a:lnTo>
                    <a:pt x="71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32"/>
            <p:cNvSpPr/>
            <p:nvPr/>
          </p:nvSpPr>
          <p:spPr>
            <a:xfrm>
              <a:off x="1705336" y="2298599"/>
              <a:ext cx="232756" cy="119492"/>
            </a:xfrm>
            <a:custGeom>
              <a:avLst/>
              <a:gdLst/>
              <a:ahLst/>
              <a:cxnLst/>
              <a:rect l="l" t="t" r="r" b="b"/>
              <a:pathLst>
                <a:path w="7100" h="3645" extrusionOk="0">
                  <a:moveTo>
                    <a:pt x="0" y="1"/>
                  </a:moveTo>
                  <a:lnTo>
                    <a:pt x="0" y="3645"/>
                  </a:lnTo>
                  <a:lnTo>
                    <a:pt x="7100" y="3645"/>
                  </a:lnTo>
                  <a:lnTo>
                    <a:pt x="71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2"/>
            <p:cNvSpPr/>
            <p:nvPr/>
          </p:nvSpPr>
          <p:spPr>
            <a:xfrm>
              <a:off x="1450521" y="2298599"/>
              <a:ext cx="232821" cy="119492"/>
            </a:xfrm>
            <a:custGeom>
              <a:avLst/>
              <a:gdLst/>
              <a:ahLst/>
              <a:cxnLst/>
              <a:rect l="l" t="t" r="r" b="b"/>
              <a:pathLst>
                <a:path w="7102" h="3645" extrusionOk="0">
                  <a:moveTo>
                    <a:pt x="1" y="1"/>
                  </a:moveTo>
                  <a:lnTo>
                    <a:pt x="1" y="3645"/>
                  </a:lnTo>
                  <a:lnTo>
                    <a:pt x="7101" y="3645"/>
                  </a:lnTo>
                  <a:lnTo>
                    <a:pt x="710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2"/>
            <p:cNvSpPr/>
            <p:nvPr/>
          </p:nvSpPr>
          <p:spPr>
            <a:xfrm>
              <a:off x="1195772" y="2298599"/>
              <a:ext cx="232756" cy="119492"/>
            </a:xfrm>
            <a:custGeom>
              <a:avLst/>
              <a:gdLst/>
              <a:ahLst/>
              <a:cxnLst/>
              <a:rect l="l" t="t" r="r" b="b"/>
              <a:pathLst>
                <a:path w="7100" h="3645" extrusionOk="0">
                  <a:moveTo>
                    <a:pt x="0" y="1"/>
                  </a:moveTo>
                  <a:lnTo>
                    <a:pt x="0" y="3645"/>
                  </a:lnTo>
                  <a:lnTo>
                    <a:pt x="7099" y="3645"/>
                  </a:lnTo>
                  <a:lnTo>
                    <a:pt x="709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32"/>
            <p:cNvSpPr/>
            <p:nvPr/>
          </p:nvSpPr>
          <p:spPr>
            <a:xfrm>
              <a:off x="2586486" y="2162062"/>
              <a:ext cx="138899" cy="119492"/>
            </a:xfrm>
            <a:custGeom>
              <a:avLst/>
              <a:gdLst/>
              <a:ahLst/>
              <a:cxnLst/>
              <a:rect l="l" t="t" r="r" b="b"/>
              <a:pathLst>
                <a:path w="4237" h="3645" extrusionOk="0">
                  <a:moveTo>
                    <a:pt x="1" y="0"/>
                  </a:moveTo>
                  <a:lnTo>
                    <a:pt x="1" y="3645"/>
                  </a:lnTo>
                  <a:lnTo>
                    <a:pt x="4237" y="3645"/>
                  </a:lnTo>
                  <a:lnTo>
                    <a:pt x="4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32"/>
            <p:cNvSpPr/>
            <p:nvPr/>
          </p:nvSpPr>
          <p:spPr>
            <a:xfrm>
              <a:off x="2330753" y="2162062"/>
              <a:ext cx="232756" cy="119492"/>
            </a:xfrm>
            <a:custGeom>
              <a:avLst/>
              <a:gdLst/>
              <a:ahLst/>
              <a:cxnLst/>
              <a:rect l="l" t="t" r="r" b="b"/>
              <a:pathLst>
                <a:path w="7100" h="3645" extrusionOk="0">
                  <a:moveTo>
                    <a:pt x="0" y="0"/>
                  </a:moveTo>
                  <a:lnTo>
                    <a:pt x="0" y="3645"/>
                  </a:lnTo>
                  <a:lnTo>
                    <a:pt x="7100" y="3645"/>
                  </a:lnTo>
                  <a:lnTo>
                    <a:pt x="71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32"/>
            <p:cNvSpPr/>
            <p:nvPr/>
          </p:nvSpPr>
          <p:spPr>
            <a:xfrm>
              <a:off x="2074987" y="2162062"/>
              <a:ext cx="232821" cy="119492"/>
            </a:xfrm>
            <a:custGeom>
              <a:avLst/>
              <a:gdLst/>
              <a:ahLst/>
              <a:cxnLst/>
              <a:rect l="l" t="t" r="r" b="b"/>
              <a:pathLst>
                <a:path w="7102" h="3645" extrusionOk="0">
                  <a:moveTo>
                    <a:pt x="1" y="0"/>
                  </a:moveTo>
                  <a:lnTo>
                    <a:pt x="1" y="3645"/>
                  </a:lnTo>
                  <a:lnTo>
                    <a:pt x="7102" y="3645"/>
                  </a:lnTo>
                  <a:lnTo>
                    <a:pt x="710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32"/>
            <p:cNvSpPr/>
            <p:nvPr/>
          </p:nvSpPr>
          <p:spPr>
            <a:xfrm>
              <a:off x="1819287" y="2162062"/>
              <a:ext cx="232789" cy="119492"/>
            </a:xfrm>
            <a:custGeom>
              <a:avLst/>
              <a:gdLst/>
              <a:ahLst/>
              <a:cxnLst/>
              <a:rect l="l" t="t" r="r" b="b"/>
              <a:pathLst>
                <a:path w="7101" h="3645" extrusionOk="0">
                  <a:moveTo>
                    <a:pt x="1" y="0"/>
                  </a:moveTo>
                  <a:lnTo>
                    <a:pt x="1" y="3645"/>
                  </a:lnTo>
                  <a:lnTo>
                    <a:pt x="7100" y="3645"/>
                  </a:lnTo>
                  <a:lnTo>
                    <a:pt x="71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32"/>
            <p:cNvSpPr/>
            <p:nvPr/>
          </p:nvSpPr>
          <p:spPr>
            <a:xfrm>
              <a:off x="1563554" y="2162062"/>
              <a:ext cx="232821" cy="119492"/>
            </a:xfrm>
            <a:custGeom>
              <a:avLst/>
              <a:gdLst/>
              <a:ahLst/>
              <a:cxnLst/>
              <a:rect l="l" t="t" r="r" b="b"/>
              <a:pathLst>
                <a:path w="7102" h="3645" extrusionOk="0">
                  <a:moveTo>
                    <a:pt x="0" y="0"/>
                  </a:moveTo>
                  <a:lnTo>
                    <a:pt x="0" y="3645"/>
                  </a:lnTo>
                  <a:lnTo>
                    <a:pt x="7101" y="3645"/>
                  </a:lnTo>
                  <a:lnTo>
                    <a:pt x="710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32"/>
            <p:cNvSpPr/>
            <p:nvPr/>
          </p:nvSpPr>
          <p:spPr>
            <a:xfrm>
              <a:off x="1307853" y="2162062"/>
              <a:ext cx="232756" cy="119492"/>
            </a:xfrm>
            <a:custGeom>
              <a:avLst/>
              <a:gdLst/>
              <a:ahLst/>
              <a:cxnLst/>
              <a:rect l="l" t="t" r="r" b="b"/>
              <a:pathLst>
                <a:path w="7100" h="3645" extrusionOk="0">
                  <a:moveTo>
                    <a:pt x="0" y="0"/>
                  </a:moveTo>
                  <a:lnTo>
                    <a:pt x="0" y="3645"/>
                  </a:lnTo>
                  <a:lnTo>
                    <a:pt x="7100" y="3645"/>
                  </a:lnTo>
                  <a:lnTo>
                    <a:pt x="71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32"/>
            <p:cNvSpPr/>
            <p:nvPr/>
          </p:nvSpPr>
          <p:spPr>
            <a:xfrm>
              <a:off x="1166272" y="2162062"/>
              <a:ext cx="116870" cy="119492"/>
            </a:xfrm>
            <a:custGeom>
              <a:avLst/>
              <a:gdLst/>
              <a:ahLst/>
              <a:cxnLst/>
              <a:rect l="l" t="t" r="r" b="b"/>
              <a:pathLst>
                <a:path w="3565" h="3645" extrusionOk="0">
                  <a:moveTo>
                    <a:pt x="1" y="0"/>
                  </a:moveTo>
                  <a:lnTo>
                    <a:pt x="1" y="3645"/>
                  </a:lnTo>
                  <a:lnTo>
                    <a:pt x="3565" y="3645"/>
                  </a:lnTo>
                  <a:lnTo>
                    <a:pt x="3565" y="0"/>
                  </a:lnTo>
                  <a:close/>
                </a:path>
              </a:pathLst>
            </a:custGeom>
            <a:solidFill>
              <a:srgbClr val="9B4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32"/>
            <p:cNvSpPr/>
            <p:nvPr/>
          </p:nvSpPr>
          <p:spPr>
            <a:xfrm>
              <a:off x="2527085" y="2027459"/>
              <a:ext cx="198301" cy="119492"/>
            </a:xfrm>
            <a:custGeom>
              <a:avLst/>
              <a:gdLst/>
              <a:ahLst/>
              <a:cxnLst/>
              <a:rect l="l" t="t" r="r" b="b"/>
              <a:pathLst>
                <a:path w="6049" h="3645" extrusionOk="0">
                  <a:moveTo>
                    <a:pt x="1" y="0"/>
                  </a:moveTo>
                  <a:lnTo>
                    <a:pt x="1" y="3644"/>
                  </a:lnTo>
                  <a:lnTo>
                    <a:pt x="6049" y="3644"/>
                  </a:lnTo>
                  <a:lnTo>
                    <a:pt x="60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32"/>
            <p:cNvSpPr/>
            <p:nvPr/>
          </p:nvSpPr>
          <p:spPr>
            <a:xfrm>
              <a:off x="2271057" y="2027459"/>
              <a:ext cx="232756" cy="119492"/>
            </a:xfrm>
            <a:custGeom>
              <a:avLst/>
              <a:gdLst/>
              <a:ahLst/>
              <a:cxnLst/>
              <a:rect l="l" t="t" r="r" b="b"/>
              <a:pathLst>
                <a:path w="7100" h="3645" extrusionOk="0">
                  <a:moveTo>
                    <a:pt x="0" y="0"/>
                  </a:moveTo>
                  <a:lnTo>
                    <a:pt x="0" y="3644"/>
                  </a:lnTo>
                  <a:lnTo>
                    <a:pt x="7099" y="3644"/>
                  </a:lnTo>
                  <a:lnTo>
                    <a:pt x="70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32"/>
            <p:cNvSpPr/>
            <p:nvPr/>
          </p:nvSpPr>
          <p:spPr>
            <a:xfrm>
              <a:off x="2014996" y="2027459"/>
              <a:ext cx="232756" cy="119492"/>
            </a:xfrm>
            <a:custGeom>
              <a:avLst/>
              <a:gdLst/>
              <a:ahLst/>
              <a:cxnLst/>
              <a:rect l="l" t="t" r="r" b="b"/>
              <a:pathLst>
                <a:path w="7100" h="3645" extrusionOk="0">
                  <a:moveTo>
                    <a:pt x="0" y="0"/>
                  </a:moveTo>
                  <a:lnTo>
                    <a:pt x="0" y="3644"/>
                  </a:lnTo>
                  <a:lnTo>
                    <a:pt x="7100" y="3644"/>
                  </a:lnTo>
                  <a:lnTo>
                    <a:pt x="71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32"/>
            <p:cNvSpPr/>
            <p:nvPr/>
          </p:nvSpPr>
          <p:spPr>
            <a:xfrm>
              <a:off x="1758935" y="2027459"/>
              <a:ext cx="232789" cy="119492"/>
            </a:xfrm>
            <a:custGeom>
              <a:avLst/>
              <a:gdLst/>
              <a:ahLst/>
              <a:cxnLst/>
              <a:rect l="l" t="t" r="r" b="b"/>
              <a:pathLst>
                <a:path w="7101" h="3645" extrusionOk="0">
                  <a:moveTo>
                    <a:pt x="1" y="0"/>
                  </a:moveTo>
                  <a:lnTo>
                    <a:pt x="1" y="3644"/>
                  </a:lnTo>
                  <a:lnTo>
                    <a:pt x="7100" y="3644"/>
                  </a:lnTo>
                  <a:lnTo>
                    <a:pt x="71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32"/>
            <p:cNvSpPr/>
            <p:nvPr/>
          </p:nvSpPr>
          <p:spPr>
            <a:xfrm>
              <a:off x="1502907" y="2027459"/>
              <a:ext cx="232756" cy="119492"/>
            </a:xfrm>
            <a:custGeom>
              <a:avLst/>
              <a:gdLst/>
              <a:ahLst/>
              <a:cxnLst/>
              <a:rect l="l" t="t" r="r" b="b"/>
              <a:pathLst>
                <a:path w="7100" h="3645" extrusionOk="0">
                  <a:moveTo>
                    <a:pt x="0" y="0"/>
                  </a:moveTo>
                  <a:lnTo>
                    <a:pt x="0" y="3644"/>
                  </a:lnTo>
                  <a:lnTo>
                    <a:pt x="7100" y="3644"/>
                  </a:lnTo>
                  <a:lnTo>
                    <a:pt x="71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2"/>
            <p:cNvSpPr/>
            <p:nvPr/>
          </p:nvSpPr>
          <p:spPr>
            <a:xfrm>
              <a:off x="1246846" y="2027459"/>
              <a:ext cx="232756" cy="119492"/>
            </a:xfrm>
            <a:custGeom>
              <a:avLst/>
              <a:gdLst/>
              <a:ahLst/>
              <a:cxnLst/>
              <a:rect l="l" t="t" r="r" b="b"/>
              <a:pathLst>
                <a:path w="7100" h="3645" extrusionOk="0">
                  <a:moveTo>
                    <a:pt x="1" y="0"/>
                  </a:moveTo>
                  <a:lnTo>
                    <a:pt x="1" y="3644"/>
                  </a:lnTo>
                  <a:lnTo>
                    <a:pt x="7100" y="3644"/>
                  </a:lnTo>
                  <a:lnTo>
                    <a:pt x="71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2"/>
            <p:cNvSpPr/>
            <p:nvPr/>
          </p:nvSpPr>
          <p:spPr>
            <a:xfrm>
              <a:off x="1166272" y="2027459"/>
              <a:ext cx="55599" cy="119492"/>
            </a:xfrm>
            <a:custGeom>
              <a:avLst/>
              <a:gdLst/>
              <a:ahLst/>
              <a:cxnLst/>
              <a:rect l="l" t="t" r="r" b="b"/>
              <a:pathLst>
                <a:path w="1696" h="3645" extrusionOk="0">
                  <a:moveTo>
                    <a:pt x="1" y="0"/>
                  </a:moveTo>
                  <a:lnTo>
                    <a:pt x="1" y="3644"/>
                  </a:lnTo>
                  <a:lnTo>
                    <a:pt x="1695" y="3644"/>
                  </a:lnTo>
                  <a:lnTo>
                    <a:pt x="1695" y="0"/>
                  </a:lnTo>
                  <a:close/>
                </a:path>
              </a:pathLst>
            </a:custGeom>
            <a:solidFill>
              <a:srgbClr val="9B4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2"/>
            <p:cNvSpPr/>
            <p:nvPr/>
          </p:nvSpPr>
          <p:spPr>
            <a:xfrm>
              <a:off x="2642286" y="1890921"/>
              <a:ext cx="81399" cy="119492"/>
            </a:xfrm>
            <a:custGeom>
              <a:avLst/>
              <a:gdLst/>
              <a:ahLst/>
              <a:cxnLst/>
              <a:rect l="l" t="t" r="r" b="b"/>
              <a:pathLst>
                <a:path w="2483" h="3645" extrusionOk="0">
                  <a:moveTo>
                    <a:pt x="0" y="0"/>
                  </a:moveTo>
                  <a:lnTo>
                    <a:pt x="0" y="3644"/>
                  </a:lnTo>
                  <a:lnTo>
                    <a:pt x="2483" y="3644"/>
                  </a:lnTo>
                  <a:lnTo>
                    <a:pt x="24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2"/>
            <p:cNvSpPr/>
            <p:nvPr/>
          </p:nvSpPr>
          <p:spPr>
            <a:xfrm>
              <a:off x="2386520" y="1890921"/>
              <a:ext cx="232756" cy="119492"/>
            </a:xfrm>
            <a:custGeom>
              <a:avLst/>
              <a:gdLst/>
              <a:ahLst/>
              <a:cxnLst/>
              <a:rect l="l" t="t" r="r" b="b"/>
              <a:pathLst>
                <a:path w="7100" h="3645" extrusionOk="0">
                  <a:moveTo>
                    <a:pt x="1" y="0"/>
                  </a:moveTo>
                  <a:lnTo>
                    <a:pt x="1" y="3644"/>
                  </a:lnTo>
                  <a:lnTo>
                    <a:pt x="7100" y="3644"/>
                  </a:lnTo>
                  <a:lnTo>
                    <a:pt x="71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2"/>
            <p:cNvSpPr/>
            <p:nvPr/>
          </p:nvSpPr>
          <p:spPr>
            <a:xfrm>
              <a:off x="2130787" y="1890921"/>
              <a:ext cx="232789" cy="119492"/>
            </a:xfrm>
            <a:custGeom>
              <a:avLst/>
              <a:gdLst/>
              <a:ahLst/>
              <a:cxnLst/>
              <a:rect l="l" t="t" r="r" b="b"/>
              <a:pathLst>
                <a:path w="7101" h="3645" extrusionOk="0">
                  <a:moveTo>
                    <a:pt x="0" y="0"/>
                  </a:moveTo>
                  <a:lnTo>
                    <a:pt x="0" y="3644"/>
                  </a:lnTo>
                  <a:lnTo>
                    <a:pt x="7101" y="3644"/>
                  </a:lnTo>
                  <a:lnTo>
                    <a:pt x="710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2"/>
            <p:cNvSpPr/>
            <p:nvPr/>
          </p:nvSpPr>
          <p:spPr>
            <a:xfrm>
              <a:off x="1875087" y="1890921"/>
              <a:ext cx="232756" cy="119492"/>
            </a:xfrm>
            <a:custGeom>
              <a:avLst/>
              <a:gdLst/>
              <a:ahLst/>
              <a:cxnLst/>
              <a:rect l="l" t="t" r="r" b="b"/>
              <a:pathLst>
                <a:path w="7100" h="3645" extrusionOk="0">
                  <a:moveTo>
                    <a:pt x="0" y="0"/>
                  </a:moveTo>
                  <a:lnTo>
                    <a:pt x="0" y="3644"/>
                  </a:lnTo>
                  <a:lnTo>
                    <a:pt x="7099" y="3644"/>
                  </a:lnTo>
                  <a:lnTo>
                    <a:pt x="70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2"/>
            <p:cNvSpPr/>
            <p:nvPr/>
          </p:nvSpPr>
          <p:spPr>
            <a:xfrm>
              <a:off x="1619321" y="1890921"/>
              <a:ext cx="232756" cy="119492"/>
            </a:xfrm>
            <a:custGeom>
              <a:avLst/>
              <a:gdLst/>
              <a:ahLst/>
              <a:cxnLst/>
              <a:rect l="l" t="t" r="r" b="b"/>
              <a:pathLst>
                <a:path w="7100" h="3645" extrusionOk="0">
                  <a:moveTo>
                    <a:pt x="1" y="0"/>
                  </a:moveTo>
                  <a:lnTo>
                    <a:pt x="1" y="3644"/>
                  </a:lnTo>
                  <a:lnTo>
                    <a:pt x="7100" y="3644"/>
                  </a:lnTo>
                  <a:lnTo>
                    <a:pt x="71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2"/>
            <p:cNvSpPr/>
            <p:nvPr/>
          </p:nvSpPr>
          <p:spPr>
            <a:xfrm>
              <a:off x="1363555" y="1890921"/>
              <a:ext cx="232821" cy="119492"/>
            </a:xfrm>
            <a:custGeom>
              <a:avLst/>
              <a:gdLst/>
              <a:ahLst/>
              <a:cxnLst/>
              <a:rect l="l" t="t" r="r" b="b"/>
              <a:pathLst>
                <a:path w="7102" h="3645" extrusionOk="0">
                  <a:moveTo>
                    <a:pt x="1" y="0"/>
                  </a:moveTo>
                  <a:lnTo>
                    <a:pt x="1" y="3644"/>
                  </a:lnTo>
                  <a:lnTo>
                    <a:pt x="7102" y="3644"/>
                  </a:lnTo>
                  <a:lnTo>
                    <a:pt x="710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2"/>
            <p:cNvSpPr/>
            <p:nvPr/>
          </p:nvSpPr>
          <p:spPr>
            <a:xfrm>
              <a:off x="1166272" y="1890921"/>
              <a:ext cx="174370" cy="119492"/>
            </a:xfrm>
            <a:custGeom>
              <a:avLst/>
              <a:gdLst/>
              <a:ahLst/>
              <a:cxnLst/>
              <a:rect l="l" t="t" r="r" b="b"/>
              <a:pathLst>
                <a:path w="5319" h="3645" extrusionOk="0">
                  <a:moveTo>
                    <a:pt x="1" y="0"/>
                  </a:moveTo>
                  <a:lnTo>
                    <a:pt x="1" y="3644"/>
                  </a:lnTo>
                  <a:lnTo>
                    <a:pt x="5318" y="3644"/>
                  </a:lnTo>
                  <a:lnTo>
                    <a:pt x="5318" y="0"/>
                  </a:lnTo>
                  <a:close/>
                </a:path>
              </a:pathLst>
            </a:custGeom>
            <a:solidFill>
              <a:srgbClr val="A54D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2"/>
            <p:cNvSpPr/>
            <p:nvPr/>
          </p:nvSpPr>
          <p:spPr>
            <a:xfrm>
              <a:off x="2469618" y="1752482"/>
              <a:ext cx="232821" cy="119492"/>
            </a:xfrm>
            <a:custGeom>
              <a:avLst/>
              <a:gdLst/>
              <a:ahLst/>
              <a:cxnLst/>
              <a:rect l="l" t="t" r="r" b="b"/>
              <a:pathLst>
                <a:path w="7102" h="3645" extrusionOk="0">
                  <a:moveTo>
                    <a:pt x="0" y="1"/>
                  </a:moveTo>
                  <a:lnTo>
                    <a:pt x="0" y="3645"/>
                  </a:lnTo>
                  <a:lnTo>
                    <a:pt x="7101" y="3645"/>
                  </a:lnTo>
                  <a:lnTo>
                    <a:pt x="710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32"/>
            <p:cNvSpPr/>
            <p:nvPr/>
          </p:nvSpPr>
          <p:spPr>
            <a:xfrm>
              <a:off x="2214868" y="1752482"/>
              <a:ext cx="232756" cy="119492"/>
            </a:xfrm>
            <a:custGeom>
              <a:avLst/>
              <a:gdLst/>
              <a:ahLst/>
              <a:cxnLst/>
              <a:rect l="l" t="t" r="r" b="b"/>
              <a:pathLst>
                <a:path w="7100" h="3645" extrusionOk="0">
                  <a:moveTo>
                    <a:pt x="0" y="1"/>
                  </a:moveTo>
                  <a:lnTo>
                    <a:pt x="0" y="3645"/>
                  </a:lnTo>
                  <a:lnTo>
                    <a:pt x="7099" y="3645"/>
                  </a:lnTo>
                  <a:lnTo>
                    <a:pt x="709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2"/>
            <p:cNvSpPr/>
            <p:nvPr/>
          </p:nvSpPr>
          <p:spPr>
            <a:xfrm>
              <a:off x="1960086" y="1752482"/>
              <a:ext cx="232789" cy="119492"/>
            </a:xfrm>
            <a:custGeom>
              <a:avLst/>
              <a:gdLst/>
              <a:ahLst/>
              <a:cxnLst/>
              <a:rect l="l" t="t" r="r" b="b"/>
              <a:pathLst>
                <a:path w="7101" h="3645" extrusionOk="0">
                  <a:moveTo>
                    <a:pt x="1" y="1"/>
                  </a:moveTo>
                  <a:lnTo>
                    <a:pt x="1" y="3645"/>
                  </a:lnTo>
                  <a:lnTo>
                    <a:pt x="7100" y="3645"/>
                  </a:lnTo>
                  <a:lnTo>
                    <a:pt x="71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2"/>
            <p:cNvSpPr/>
            <p:nvPr/>
          </p:nvSpPr>
          <p:spPr>
            <a:xfrm>
              <a:off x="1705336" y="1752482"/>
              <a:ext cx="232756" cy="119492"/>
            </a:xfrm>
            <a:custGeom>
              <a:avLst/>
              <a:gdLst/>
              <a:ahLst/>
              <a:cxnLst/>
              <a:rect l="l" t="t" r="r" b="b"/>
              <a:pathLst>
                <a:path w="7100" h="3645" extrusionOk="0">
                  <a:moveTo>
                    <a:pt x="0" y="1"/>
                  </a:moveTo>
                  <a:lnTo>
                    <a:pt x="0" y="3645"/>
                  </a:lnTo>
                  <a:lnTo>
                    <a:pt x="7100" y="3645"/>
                  </a:lnTo>
                  <a:lnTo>
                    <a:pt x="71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2"/>
            <p:cNvSpPr/>
            <p:nvPr/>
          </p:nvSpPr>
          <p:spPr>
            <a:xfrm>
              <a:off x="1450521" y="1752482"/>
              <a:ext cx="232821" cy="119492"/>
            </a:xfrm>
            <a:custGeom>
              <a:avLst/>
              <a:gdLst/>
              <a:ahLst/>
              <a:cxnLst/>
              <a:rect l="l" t="t" r="r" b="b"/>
              <a:pathLst>
                <a:path w="7102" h="3645" extrusionOk="0">
                  <a:moveTo>
                    <a:pt x="1" y="1"/>
                  </a:moveTo>
                  <a:lnTo>
                    <a:pt x="1" y="3645"/>
                  </a:lnTo>
                  <a:lnTo>
                    <a:pt x="7101" y="3645"/>
                  </a:lnTo>
                  <a:lnTo>
                    <a:pt x="710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2"/>
            <p:cNvSpPr/>
            <p:nvPr/>
          </p:nvSpPr>
          <p:spPr>
            <a:xfrm>
              <a:off x="1195772" y="1752482"/>
              <a:ext cx="232756" cy="119492"/>
            </a:xfrm>
            <a:custGeom>
              <a:avLst/>
              <a:gdLst/>
              <a:ahLst/>
              <a:cxnLst/>
              <a:rect l="l" t="t" r="r" b="b"/>
              <a:pathLst>
                <a:path w="7100" h="3645" extrusionOk="0">
                  <a:moveTo>
                    <a:pt x="0" y="1"/>
                  </a:moveTo>
                  <a:lnTo>
                    <a:pt x="0" y="3645"/>
                  </a:lnTo>
                  <a:lnTo>
                    <a:pt x="7099" y="3645"/>
                  </a:lnTo>
                  <a:lnTo>
                    <a:pt x="709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2"/>
            <p:cNvSpPr/>
            <p:nvPr/>
          </p:nvSpPr>
          <p:spPr>
            <a:xfrm>
              <a:off x="2586486" y="1615945"/>
              <a:ext cx="138899" cy="119492"/>
            </a:xfrm>
            <a:custGeom>
              <a:avLst/>
              <a:gdLst/>
              <a:ahLst/>
              <a:cxnLst/>
              <a:rect l="l" t="t" r="r" b="b"/>
              <a:pathLst>
                <a:path w="4237" h="3645" extrusionOk="0">
                  <a:moveTo>
                    <a:pt x="1" y="1"/>
                  </a:moveTo>
                  <a:lnTo>
                    <a:pt x="1" y="3645"/>
                  </a:lnTo>
                  <a:lnTo>
                    <a:pt x="4237" y="3645"/>
                  </a:lnTo>
                  <a:lnTo>
                    <a:pt x="4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2"/>
            <p:cNvSpPr/>
            <p:nvPr/>
          </p:nvSpPr>
          <p:spPr>
            <a:xfrm>
              <a:off x="2330753" y="1615945"/>
              <a:ext cx="232756" cy="119492"/>
            </a:xfrm>
            <a:custGeom>
              <a:avLst/>
              <a:gdLst/>
              <a:ahLst/>
              <a:cxnLst/>
              <a:rect l="l" t="t" r="r" b="b"/>
              <a:pathLst>
                <a:path w="7100" h="3645" extrusionOk="0">
                  <a:moveTo>
                    <a:pt x="0" y="1"/>
                  </a:moveTo>
                  <a:lnTo>
                    <a:pt x="0" y="3645"/>
                  </a:lnTo>
                  <a:lnTo>
                    <a:pt x="7100" y="3645"/>
                  </a:lnTo>
                  <a:lnTo>
                    <a:pt x="71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2"/>
            <p:cNvSpPr/>
            <p:nvPr/>
          </p:nvSpPr>
          <p:spPr>
            <a:xfrm>
              <a:off x="2074987" y="1615945"/>
              <a:ext cx="232821" cy="119492"/>
            </a:xfrm>
            <a:custGeom>
              <a:avLst/>
              <a:gdLst/>
              <a:ahLst/>
              <a:cxnLst/>
              <a:rect l="l" t="t" r="r" b="b"/>
              <a:pathLst>
                <a:path w="7102" h="3645" extrusionOk="0">
                  <a:moveTo>
                    <a:pt x="1" y="1"/>
                  </a:moveTo>
                  <a:lnTo>
                    <a:pt x="1" y="3645"/>
                  </a:lnTo>
                  <a:lnTo>
                    <a:pt x="7102" y="3645"/>
                  </a:lnTo>
                  <a:lnTo>
                    <a:pt x="71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2"/>
            <p:cNvSpPr/>
            <p:nvPr/>
          </p:nvSpPr>
          <p:spPr>
            <a:xfrm>
              <a:off x="1819287" y="1615945"/>
              <a:ext cx="232789" cy="119492"/>
            </a:xfrm>
            <a:custGeom>
              <a:avLst/>
              <a:gdLst/>
              <a:ahLst/>
              <a:cxnLst/>
              <a:rect l="l" t="t" r="r" b="b"/>
              <a:pathLst>
                <a:path w="7101" h="3645" extrusionOk="0">
                  <a:moveTo>
                    <a:pt x="1" y="1"/>
                  </a:moveTo>
                  <a:lnTo>
                    <a:pt x="1" y="3645"/>
                  </a:lnTo>
                  <a:lnTo>
                    <a:pt x="7100" y="3645"/>
                  </a:lnTo>
                  <a:lnTo>
                    <a:pt x="71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2"/>
            <p:cNvSpPr/>
            <p:nvPr/>
          </p:nvSpPr>
          <p:spPr>
            <a:xfrm>
              <a:off x="1563554" y="1615945"/>
              <a:ext cx="232821" cy="119492"/>
            </a:xfrm>
            <a:custGeom>
              <a:avLst/>
              <a:gdLst/>
              <a:ahLst/>
              <a:cxnLst/>
              <a:rect l="l" t="t" r="r" b="b"/>
              <a:pathLst>
                <a:path w="7102" h="3645" extrusionOk="0">
                  <a:moveTo>
                    <a:pt x="0" y="1"/>
                  </a:moveTo>
                  <a:lnTo>
                    <a:pt x="0" y="3645"/>
                  </a:lnTo>
                  <a:lnTo>
                    <a:pt x="7101" y="3645"/>
                  </a:lnTo>
                  <a:lnTo>
                    <a:pt x="710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2"/>
            <p:cNvSpPr/>
            <p:nvPr/>
          </p:nvSpPr>
          <p:spPr>
            <a:xfrm>
              <a:off x="1307853" y="1615945"/>
              <a:ext cx="232756" cy="119492"/>
            </a:xfrm>
            <a:custGeom>
              <a:avLst/>
              <a:gdLst/>
              <a:ahLst/>
              <a:cxnLst/>
              <a:rect l="l" t="t" r="r" b="b"/>
              <a:pathLst>
                <a:path w="7100" h="3645" extrusionOk="0">
                  <a:moveTo>
                    <a:pt x="0" y="1"/>
                  </a:moveTo>
                  <a:lnTo>
                    <a:pt x="0" y="3645"/>
                  </a:lnTo>
                  <a:lnTo>
                    <a:pt x="7100" y="3645"/>
                  </a:lnTo>
                  <a:lnTo>
                    <a:pt x="71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2"/>
            <p:cNvSpPr/>
            <p:nvPr/>
          </p:nvSpPr>
          <p:spPr>
            <a:xfrm>
              <a:off x="1166272" y="1615945"/>
              <a:ext cx="116870" cy="119492"/>
            </a:xfrm>
            <a:custGeom>
              <a:avLst/>
              <a:gdLst/>
              <a:ahLst/>
              <a:cxnLst/>
              <a:rect l="l" t="t" r="r" b="b"/>
              <a:pathLst>
                <a:path w="3565" h="3645" extrusionOk="0">
                  <a:moveTo>
                    <a:pt x="1" y="1"/>
                  </a:moveTo>
                  <a:lnTo>
                    <a:pt x="1" y="3645"/>
                  </a:lnTo>
                  <a:lnTo>
                    <a:pt x="3565" y="3645"/>
                  </a:lnTo>
                  <a:lnTo>
                    <a:pt x="3565" y="1"/>
                  </a:lnTo>
                  <a:close/>
                </a:path>
              </a:pathLst>
            </a:custGeom>
            <a:solidFill>
              <a:srgbClr val="A54D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2"/>
            <p:cNvSpPr/>
            <p:nvPr/>
          </p:nvSpPr>
          <p:spPr>
            <a:xfrm>
              <a:off x="2527085" y="1481342"/>
              <a:ext cx="198301" cy="119492"/>
            </a:xfrm>
            <a:custGeom>
              <a:avLst/>
              <a:gdLst/>
              <a:ahLst/>
              <a:cxnLst/>
              <a:rect l="l" t="t" r="r" b="b"/>
              <a:pathLst>
                <a:path w="6049" h="3645" extrusionOk="0">
                  <a:moveTo>
                    <a:pt x="1" y="1"/>
                  </a:moveTo>
                  <a:lnTo>
                    <a:pt x="1" y="3645"/>
                  </a:lnTo>
                  <a:lnTo>
                    <a:pt x="6049" y="3645"/>
                  </a:lnTo>
                  <a:lnTo>
                    <a:pt x="604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2"/>
            <p:cNvSpPr/>
            <p:nvPr/>
          </p:nvSpPr>
          <p:spPr>
            <a:xfrm>
              <a:off x="2271057" y="1481342"/>
              <a:ext cx="232756" cy="119492"/>
            </a:xfrm>
            <a:custGeom>
              <a:avLst/>
              <a:gdLst/>
              <a:ahLst/>
              <a:cxnLst/>
              <a:rect l="l" t="t" r="r" b="b"/>
              <a:pathLst>
                <a:path w="7100" h="3645" extrusionOk="0">
                  <a:moveTo>
                    <a:pt x="0" y="1"/>
                  </a:moveTo>
                  <a:lnTo>
                    <a:pt x="0" y="3645"/>
                  </a:lnTo>
                  <a:lnTo>
                    <a:pt x="7099" y="3645"/>
                  </a:lnTo>
                  <a:lnTo>
                    <a:pt x="709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2"/>
            <p:cNvSpPr/>
            <p:nvPr/>
          </p:nvSpPr>
          <p:spPr>
            <a:xfrm>
              <a:off x="2014996" y="1481342"/>
              <a:ext cx="232756" cy="119492"/>
            </a:xfrm>
            <a:custGeom>
              <a:avLst/>
              <a:gdLst/>
              <a:ahLst/>
              <a:cxnLst/>
              <a:rect l="l" t="t" r="r" b="b"/>
              <a:pathLst>
                <a:path w="7100" h="3645" extrusionOk="0">
                  <a:moveTo>
                    <a:pt x="0" y="1"/>
                  </a:moveTo>
                  <a:lnTo>
                    <a:pt x="0" y="3645"/>
                  </a:lnTo>
                  <a:lnTo>
                    <a:pt x="7100" y="3645"/>
                  </a:lnTo>
                  <a:lnTo>
                    <a:pt x="71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2"/>
            <p:cNvSpPr/>
            <p:nvPr/>
          </p:nvSpPr>
          <p:spPr>
            <a:xfrm>
              <a:off x="1758935" y="1481342"/>
              <a:ext cx="232789" cy="119492"/>
            </a:xfrm>
            <a:custGeom>
              <a:avLst/>
              <a:gdLst/>
              <a:ahLst/>
              <a:cxnLst/>
              <a:rect l="l" t="t" r="r" b="b"/>
              <a:pathLst>
                <a:path w="7101" h="3645" extrusionOk="0">
                  <a:moveTo>
                    <a:pt x="1" y="1"/>
                  </a:moveTo>
                  <a:lnTo>
                    <a:pt x="1" y="3645"/>
                  </a:lnTo>
                  <a:lnTo>
                    <a:pt x="7100" y="3645"/>
                  </a:lnTo>
                  <a:lnTo>
                    <a:pt x="71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2"/>
            <p:cNvSpPr/>
            <p:nvPr/>
          </p:nvSpPr>
          <p:spPr>
            <a:xfrm>
              <a:off x="1502907" y="1481342"/>
              <a:ext cx="232756" cy="119492"/>
            </a:xfrm>
            <a:custGeom>
              <a:avLst/>
              <a:gdLst/>
              <a:ahLst/>
              <a:cxnLst/>
              <a:rect l="l" t="t" r="r" b="b"/>
              <a:pathLst>
                <a:path w="7100" h="3645" extrusionOk="0">
                  <a:moveTo>
                    <a:pt x="0" y="1"/>
                  </a:moveTo>
                  <a:lnTo>
                    <a:pt x="0" y="3645"/>
                  </a:lnTo>
                  <a:lnTo>
                    <a:pt x="7100" y="3645"/>
                  </a:lnTo>
                  <a:lnTo>
                    <a:pt x="71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2"/>
            <p:cNvSpPr/>
            <p:nvPr/>
          </p:nvSpPr>
          <p:spPr>
            <a:xfrm>
              <a:off x="1246846" y="1481342"/>
              <a:ext cx="232756" cy="119492"/>
            </a:xfrm>
            <a:custGeom>
              <a:avLst/>
              <a:gdLst/>
              <a:ahLst/>
              <a:cxnLst/>
              <a:rect l="l" t="t" r="r" b="b"/>
              <a:pathLst>
                <a:path w="7100" h="3645" extrusionOk="0">
                  <a:moveTo>
                    <a:pt x="1" y="1"/>
                  </a:moveTo>
                  <a:lnTo>
                    <a:pt x="1" y="3645"/>
                  </a:lnTo>
                  <a:lnTo>
                    <a:pt x="7100" y="3645"/>
                  </a:lnTo>
                  <a:lnTo>
                    <a:pt x="71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2"/>
            <p:cNvSpPr/>
            <p:nvPr/>
          </p:nvSpPr>
          <p:spPr>
            <a:xfrm>
              <a:off x="1166272" y="1481342"/>
              <a:ext cx="55599" cy="119492"/>
            </a:xfrm>
            <a:custGeom>
              <a:avLst/>
              <a:gdLst/>
              <a:ahLst/>
              <a:cxnLst/>
              <a:rect l="l" t="t" r="r" b="b"/>
              <a:pathLst>
                <a:path w="1696" h="3645" extrusionOk="0">
                  <a:moveTo>
                    <a:pt x="1" y="1"/>
                  </a:moveTo>
                  <a:lnTo>
                    <a:pt x="1" y="3645"/>
                  </a:lnTo>
                  <a:lnTo>
                    <a:pt x="1695" y="3645"/>
                  </a:lnTo>
                  <a:lnTo>
                    <a:pt x="1695" y="1"/>
                  </a:lnTo>
                  <a:close/>
                </a:path>
              </a:pathLst>
            </a:custGeom>
            <a:solidFill>
              <a:srgbClr val="9B4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2"/>
            <p:cNvSpPr/>
            <p:nvPr/>
          </p:nvSpPr>
          <p:spPr>
            <a:xfrm>
              <a:off x="2642286" y="1344870"/>
              <a:ext cx="81399" cy="119427"/>
            </a:xfrm>
            <a:custGeom>
              <a:avLst/>
              <a:gdLst/>
              <a:ahLst/>
              <a:cxnLst/>
              <a:rect l="l" t="t" r="r" b="b"/>
              <a:pathLst>
                <a:path w="2483" h="3643" extrusionOk="0">
                  <a:moveTo>
                    <a:pt x="0" y="0"/>
                  </a:moveTo>
                  <a:lnTo>
                    <a:pt x="0" y="3643"/>
                  </a:lnTo>
                  <a:lnTo>
                    <a:pt x="2483" y="3643"/>
                  </a:lnTo>
                  <a:lnTo>
                    <a:pt x="24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2"/>
            <p:cNvSpPr/>
            <p:nvPr/>
          </p:nvSpPr>
          <p:spPr>
            <a:xfrm>
              <a:off x="2386520" y="1344870"/>
              <a:ext cx="232756" cy="119427"/>
            </a:xfrm>
            <a:custGeom>
              <a:avLst/>
              <a:gdLst/>
              <a:ahLst/>
              <a:cxnLst/>
              <a:rect l="l" t="t" r="r" b="b"/>
              <a:pathLst>
                <a:path w="7100" h="3643" extrusionOk="0">
                  <a:moveTo>
                    <a:pt x="1" y="0"/>
                  </a:moveTo>
                  <a:lnTo>
                    <a:pt x="1" y="3643"/>
                  </a:lnTo>
                  <a:lnTo>
                    <a:pt x="7100" y="3643"/>
                  </a:lnTo>
                  <a:lnTo>
                    <a:pt x="71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2"/>
            <p:cNvSpPr/>
            <p:nvPr/>
          </p:nvSpPr>
          <p:spPr>
            <a:xfrm>
              <a:off x="2130787" y="1344870"/>
              <a:ext cx="232789" cy="119427"/>
            </a:xfrm>
            <a:custGeom>
              <a:avLst/>
              <a:gdLst/>
              <a:ahLst/>
              <a:cxnLst/>
              <a:rect l="l" t="t" r="r" b="b"/>
              <a:pathLst>
                <a:path w="7101" h="3643" extrusionOk="0">
                  <a:moveTo>
                    <a:pt x="0" y="0"/>
                  </a:moveTo>
                  <a:lnTo>
                    <a:pt x="0" y="3643"/>
                  </a:lnTo>
                  <a:lnTo>
                    <a:pt x="7101" y="3643"/>
                  </a:lnTo>
                  <a:lnTo>
                    <a:pt x="710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2"/>
            <p:cNvSpPr/>
            <p:nvPr/>
          </p:nvSpPr>
          <p:spPr>
            <a:xfrm>
              <a:off x="1876787" y="1344870"/>
              <a:ext cx="232756" cy="119427"/>
            </a:xfrm>
            <a:custGeom>
              <a:avLst/>
              <a:gdLst/>
              <a:ahLst/>
              <a:cxnLst/>
              <a:rect l="l" t="t" r="r" b="b"/>
              <a:pathLst>
                <a:path w="7100" h="3643" extrusionOk="0">
                  <a:moveTo>
                    <a:pt x="0" y="0"/>
                  </a:moveTo>
                  <a:lnTo>
                    <a:pt x="0" y="3643"/>
                  </a:lnTo>
                  <a:lnTo>
                    <a:pt x="7099" y="3643"/>
                  </a:lnTo>
                  <a:lnTo>
                    <a:pt x="70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2"/>
            <p:cNvSpPr/>
            <p:nvPr/>
          </p:nvSpPr>
          <p:spPr>
            <a:xfrm>
              <a:off x="1621021" y="1344870"/>
              <a:ext cx="232756" cy="119427"/>
            </a:xfrm>
            <a:custGeom>
              <a:avLst/>
              <a:gdLst/>
              <a:ahLst/>
              <a:cxnLst/>
              <a:rect l="l" t="t" r="r" b="b"/>
              <a:pathLst>
                <a:path w="7100" h="3643" extrusionOk="0">
                  <a:moveTo>
                    <a:pt x="1" y="0"/>
                  </a:moveTo>
                  <a:lnTo>
                    <a:pt x="1" y="3643"/>
                  </a:lnTo>
                  <a:lnTo>
                    <a:pt x="7100" y="3643"/>
                  </a:lnTo>
                  <a:lnTo>
                    <a:pt x="71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2"/>
            <p:cNvSpPr/>
            <p:nvPr/>
          </p:nvSpPr>
          <p:spPr>
            <a:xfrm>
              <a:off x="1365255" y="1344870"/>
              <a:ext cx="232821" cy="119427"/>
            </a:xfrm>
            <a:custGeom>
              <a:avLst/>
              <a:gdLst/>
              <a:ahLst/>
              <a:cxnLst/>
              <a:rect l="l" t="t" r="r" b="b"/>
              <a:pathLst>
                <a:path w="7102" h="3643" extrusionOk="0">
                  <a:moveTo>
                    <a:pt x="1" y="0"/>
                  </a:moveTo>
                  <a:lnTo>
                    <a:pt x="1" y="3643"/>
                  </a:lnTo>
                  <a:lnTo>
                    <a:pt x="7102" y="3643"/>
                  </a:lnTo>
                  <a:lnTo>
                    <a:pt x="710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2"/>
            <p:cNvSpPr/>
            <p:nvPr/>
          </p:nvSpPr>
          <p:spPr>
            <a:xfrm>
              <a:off x="1166272" y="1344870"/>
              <a:ext cx="174370" cy="119427"/>
            </a:xfrm>
            <a:custGeom>
              <a:avLst/>
              <a:gdLst/>
              <a:ahLst/>
              <a:cxnLst/>
              <a:rect l="l" t="t" r="r" b="b"/>
              <a:pathLst>
                <a:path w="5319" h="3643" extrusionOk="0">
                  <a:moveTo>
                    <a:pt x="1" y="0"/>
                  </a:moveTo>
                  <a:lnTo>
                    <a:pt x="1" y="3643"/>
                  </a:lnTo>
                  <a:lnTo>
                    <a:pt x="5318" y="3643"/>
                  </a:lnTo>
                  <a:lnTo>
                    <a:pt x="5318" y="0"/>
                  </a:lnTo>
                  <a:close/>
                </a:path>
              </a:pathLst>
            </a:custGeom>
            <a:solidFill>
              <a:srgbClr val="9B4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2"/>
            <p:cNvSpPr/>
            <p:nvPr/>
          </p:nvSpPr>
          <p:spPr>
            <a:xfrm>
              <a:off x="959647" y="1357196"/>
              <a:ext cx="357788" cy="1036189"/>
            </a:xfrm>
            <a:custGeom>
              <a:avLst/>
              <a:gdLst/>
              <a:ahLst/>
              <a:cxnLst/>
              <a:rect l="l" t="t" r="r" b="b"/>
              <a:pathLst>
                <a:path w="10914" h="31608" extrusionOk="0">
                  <a:moveTo>
                    <a:pt x="1" y="0"/>
                  </a:moveTo>
                  <a:lnTo>
                    <a:pt x="1" y="31608"/>
                  </a:lnTo>
                  <a:lnTo>
                    <a:pt x="10913" y="31608"/>
                  </a:lnTo>
                  <a:lnTo>
                    <a:pt x="109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2"/>
            <p:cNvSpPr/>
            <p:nvPr/>
          </p:nvSpPr>
          <p:spPr>
            <a:xfrm>
              <a:off x="959647" y="1357196"/>
              <a:ext cx="357788" cy="243640"/>
            </a:xfrm>
            <a:custGeom>
              <a:avLst/>
              <a:gdLst/>
              <a:ahLst/>
              <a:cxnLst/>
              <a:rect l="l" t="t" r="r" b="b"/>
              <a:pathLst>
                <a:path w="10914" h="7432" extrusionOk="0">
                  <a:moveTo>
                    <a:pt x="1" y="0"/>
                  </a:moveTo>
                  <a:lnTo>
                    <a:pt x="1" y="7432"/>
                  </a:lnTo>
                  <a:lnTo>
                    <a:pt x="10913" y="7432"/>
                  </a:lnTo>
                  <a:lnTo>
                    <a:pt x="10913"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2"/>
            <p:cNvSpPr/>
            <p:nvPr/>
          </p:nvSpPr>
          <p:spPr>
            <a:xfrm>
              <a:off x="1209446" y="1357196"/>
              <a:ext cx="141915" cy="1036189"/>
            </a:xfrm>
            <a:custGeom>
              <a:avLst/>
              <a:gdLst/>
              <a:ahLst/>
              <a:cxnLst/>
              <a:rect l="l" t="t" r="r" b="b"/>
              <a:pathLst>
                <a:path w="4329" h="31608" extrusionOk="0">
                  <a:moveTo>
                    <a:pt x="1" y="0"/>
                  </a:moveTo>
                  <a:lnTo>
                    <a:pt x="1" y="31608"/>
                  </a:lnTo>
                  <a:lnTo>
                    <a:pt x="4329" y="31608"/>
                  </a:lnTo>
                  <a:lnTo>
                    <a:pt x="43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2"/>
            <p:cNvSpPr/>
            <p:nvPr/>
          </p:nvSpPr>
          <p:spPr>
            <a:xfrm>
              <a:off x="2677428" y="1357196"/>
              <a:ext cx="357755" cy="1036189"/>
            </a:xfrm>
            <a:custGeom>
              <a:avLst/>
              <a:gdLst/>
              <a:ahLst/>
              <a:cxnLst/>
              <a:rect l="l" t="t" r="r" b="b"/>
              <a:pathLst>
                <a:path w="10913" h="31608" extrusionOk="0">
                  <a:moveTo>
                    <a:pt x="0" y="0"/>
                  </a:moveTo>
                  <a:lnTo>
                    <a:pt x="0" y="31608"/>
                  </a:lnTo>
                  <a:lnTo>
                    <a:pt x="10913" y="31608"/>
                  </a:lnTo>
                  <a:lnTo>
                    <a:pt x="109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2"/>
            <p:cNvSpPr/>
            <p:nvPr/>
          </p:nvSpPr>
          <p:spPr>
            <a:xfrm>
              <a:off x="2677428" y="1347918"/>
              <a:ext cx="357755" cy="427090"/>
            </a:xfrm>
            <a:custGeom>
              <a:avLst/>
              <a:gdLst/>
              <a:ahLst/>
              <a:cxnLst/>
              <a:rect l="l" t="t" r="r" b="b"/>
              <a:pathLst>
                <a:path w="10913" h="13028" extrusionOk="0">
                  <a:moveTo>
                    <a:pt x="0" y="1"/>
                  </a:moveTo>
                  <a:lnTo>
                    <a:pt x="0" y="13027"/>
                  </a:lnTo>
                  <a:lnTo>
                    <a:pt x="10913" y="4196"/>
                  </a:lnTo>
                  <a:lnTo>
                    <a:pt x="10913"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2"/>
            <p:cNvSpPr/>
            <p:nvPr/>
          </p:nvSpPr>
          <p:spPr>
            <a:xfrm>
              <a:off x="2927195" y="1357196"/>
              <a:ext cx="141915" cy="1036189"/>
            </a:xfrm>
            <a:custGeom>
              <a:avLst/>
              <a:gdLst/>
              <a:ahLst/>
              <a:cxnLst/>
              <a:rect l="l" t="t" r="r" b="b"/>
              <a:pathLst>
                <a:path w="4329" h="31608" extrusionOk="0">
                  <a:moveTo>
                    <a:pt x="0" y="0"/>
                  </a:moveTo>
                  <a:lnTo>
                    <a:pt x="0" y="31608"/>
                  </a:lnTo>
                  <a:lnTo>
                    <a:pt x="4328" y="31608"/>
                  </a:lnTo>
                  <a:lnTo>
                    <a:pt x="432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2"/>
            <p:cNvSpPr/>
            <p:nvPr/>
          </p:nvSpPr>
          <p:spPr>
            <a:xfrm>
              <a:off x="1209446" y="1360245"/>
              <a:ext cx="141915" cy="168600"/>
            </a:xfrm>
            <a:custGeom>
              <a:avLst/>
              <a:gdLst/>
              <a:ahLst/>
              <a:cxnLst/>
              <a:rect l="l" t="t" r="r" b="b"/>
              <a:pathLst>
                <a:path w="4329" h="5143" extrusionOk="0">
                  <a:moveTo>
                    <a:pt x="1" y="1"/>
                  </a:moveTo>
                  <a:lnTo>
                    <a:pt x="1" y="5143"/>
                  </a:lnTo>
                  <a:lnTo>
                    <a:pt x="4329" y="5143"/>
                  </a:lnTo>
                  <a:lnTo>
                    <a:pt x="43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2"/>
            <p:cNvSpPr/>
            <p:nvPr/>
          </p:nvSpPr>
          <p:spPr>
            <a:xfrm>
              <a:off x="1209446" y="1560707"/>
              <a:ext cx="141915" cy="168600"/>
            </a:xfrm>
            <a:custGeom>
              <a:avLst/>
              <a:gdLst/>
              <a:ahLst/>
              <a:cxnLst/>
              <a:rect l="l" t="t" r="r" b="b"/>
              <a:pathLst>
                <a:path w="4329" h="5143" extrusionOk="0">
                  <a:moveTo>
                    <a:pt x="1" y="0"/>
                  </a:moveTo>
                  <a:lnTo>
                    <a:pt x="1" y="5143"/>
                  </a:lnTo>
                  <a:lnTo>
                    <a:pt x="4329" y="5143"/>
                  </a:lnTo>
                  <a:lnTo>
                    <a:pt x="43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2"/>
            <p:cNvSpPr/>
            <p:nvPr/>
          </p:nvSpPr>
          <p:spPr>
            <a:xfrm>
              <a:off x="1209446" y="1761170"/>
              <a:ext cx="141915" cy="138801"/>
            </a:xfrm>
            <a:custGeom>
              <a:avLst/>
              <a:gdLst/>
              <a:ahLst/>
              <a:cxnLst/>
              <a:rect l="l" t="t" r="r" b="b"/>
              <a:pathLst>
                <a:path w="4329" h="4234" extrusionOk="0">
                  <a:moveTo>
                    <a:pt x="1" y="0"/>
                  </a:moveTo>
                  <a:lnTo>
                    <a:pt x="1" y="4233"/>
                  </a:lnTo>
                  <a:lnTo>
                    <a:pt x="4329" y="4233"/>
                  </a:lnTo>
                  <a:lnTo>
                    <a:pt x="432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2"/>
            <p:cNvSpPr/>
            <p:nvPr/>
          </p:nvSpPr>
          <p:spPr>
            <a:xfrm>
              <a:off x="1209446" y="1924621"/>
              <a:ext cx="141915" cy="138801"/>
            </a:xfrm>
            <a:custGeom>
              <a:avLst/>
              <a:gdLst/>
              <a:ahLst/>
              <a:cxnLst/>
              <a:rect l="l" t="t" r="r" b="b"/>
              <a:pathLst>
                <a:path w="4329" h="4234" extrusionOk="0">
                  <a:moveTo>
                    <a:pt x="1" y="1"/>
                  </a:moveTo>
                  <a:lnTo>
                    <a:pt x="1" y="4234"/>
                  </a:lnTo>
                  <a:lnTo>
                    <a:pt x="4329" y="4234"/>
                  </a:lnTo>
                  <a:lnTo>
                    <a:pt x="43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2"/>
            <p:cNvSpPr/>
            <p:nvPr/>
          </p:nvSpPr>
          <p:spPr>
            <a:xfrm>
              <a:off x="1209446" y="2094236"/>
              <a:ext cx="141915" cy="138801"/>
            </a:xfrm>
            <a:custGeom>
              <a:avLst/>
              <a:gdLst/>
              <a:ahLst/>
              <a:cxnLst/>
              <a:rect l="l" t="t" r="r" b="b"/>
              <a:pathLst>
                <a:path w="4329" h="4234" extrusionOk="0">
                  <a:moveTo>
                    <a:pt x="1" y="1"/>
                  </a:moveTo>
                  <a:lnTo>
                    <a:pt x="1" y="4234"/>
                  </a:lnTo>
                  <a:lnTo>
                    <a:pt x="4329" y="4234"/>
                  </a:lnTo>
                  <a:lnTo>
                    <a:pt x="43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2"/>
            <p:cNvSpPr/>
            <p:nvPr/>
          </p:nvSpPr>
          <p:spPr>
            <a:xfrm>
              <a:off x="1209446" y="2269980"/>
              <a:ext cx="141915" cy="108018"/>
            </a:xfrm>
            <a:custGeom>
              <a:avLst/>
              <a:gdLst/>
              <a:ahLst/>
              <a:cxnLst/>
              <a:rect l="l" t="t" r="r" b="b"/>
              <a:pathLst>
                <a:path w="4329" h="3295" extrusionOk="0">
                  <a:moveTo>
                    <a:pt x="1" y="1"/>
                  </a:moveTo>
                  <a:lnTo>
                    <a:pt x="1" y="3294"/>
                  </a:lnTo>
                  <a:lnTo>
                    <a:pt x="4329" y="3294"/>
                  </a:lnTo>
                  <a:lnTo>
                    <a:pt x="4329"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2"/>
            <p:cNvSpPr/>
            <p:nvPr/>
          </p:nvSpPr>
          <p:spPr>
            <a:xfrm>
              <a:off x="2927195" y="1360245"/>
              <a:ext cx="141915" cy="168600"/>
            </a:xfrm>
            <a:custGeom>
              <a:avLst/>
              <a:gdLst/>
              <a:ahLst/>
              <a:cxnLst/>
              <a:rect l="l" t="t" r="r" b="b"/>
              <a:pathLst>
                <a:path w="4329" h="5143" extrusionOk="0">
                  <a:moveTo>
                    <a:pt x="0" y="1"/>
                  </a:moveTo>
                  <a:lnTo>
                    <a:pt x="0" y="5143"/>
                  </a:lnTo>
                  <a:lnTo>
                    <a:pt x="4328" y="5143"/>
                  </a:lnTo>
                  <a:lnTo>
                    <a:pt x="4328"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2"/>
            <p:cNvSpPr/>
            <p:nvPr/>
          </p:nvSpPr>
          <p:spPr>
            <a:xfrm>
              <a:off x="2927195" y="1557626"/>
              <a:ext cx="141915" cy="141883"/>
            </a:xfrm>
            <a:custGeom>
              <a:avLst/>
              <a:gdLst/>
              <a:ahLst/>
              <a:cxnLst/>
              <a:rect l="l" t="t" r="r" b="b"/>
              <a:pathLst>
                <a:path w="4329" h="4328" extrusionOk="0">
                  <a:moveTo>
                    <a:pt x="0" y="1"/>
                  </a:moveTo>
                  <a:lnTo>
                    <a:pt x="0" y="4327"/>
                  </a:lnTo>
                  <a:lnTo>
                    <a:pt x="4328" y="4327"/>
                  </a:lnTo>
                  <a:lnTo>
                    <a:pt x="4328"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2"/>
            <p:cNvSpPr/>
            <p:nvPr/>
          </p:nvSpPr>
          <p:spPr>
            <a:xfrm>
              <a:off x="2927195" y="1730322"/>
              <a:ext cx="141915" cy="141915"/>
            </a:xfrm>
            <a:custGeom>
              <a:avLst/>
              <a:gdLst/>
              <a:ahLst/>
              <a:cxnLst/>
              <a:rect l="l" t="t" r="r" b="b"/>
              <a:pathLst>
                <a:path w="4329" h="4329" extrusionOk="0">
                  <a:moveTo>
                    <a:pt x="0" y="0"/>
                  </a:moveTo>
                  <a:lnTo>
                    <a:pt x="0" y="4328"/>
                  </a:lnTo>
                  <a:lnTo>
                    <a:pt x="4328" y="4328"/>
                  </a:lnTo>
                  <a:lnTo>
                    <a:pt x="4328"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2"/>
            <p:cNvSpPr/>
            <p:nvPr/>
          </p:nvSpPr>
          <p:spPr>
            <a:xfrm>
              <a:off x="2927195" y="2017099"/>
              <a:ext cx="141915" cy="141915"/>
            </a:xfrm>
            <a:custGeom>
              <a:avLst/>
              <a:gdLst/>
              <a:ahLst/>
              <a:cxnLst/>
              <a:rect l="l" t="t" r="r" b="b"/>
              <a:pathLst>
                <a:path w="4329" h="4329" extrusionOk="0">
                  <a:moveTo>
                    <a:pt x="0" y="1"/>
                  </a:moveTo>
                  <a:lnTo>
                    <a:pt x="0" y="4329"/>
                  </a:lnTo>
                  <a:lnTo>
                    <a:pt x="4328" y="4329"/>
                  </a:lnTo>
                  <a:lnTo>
                    <a:pt x="4328"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2"/>
            <p:cNvSpPr/>
            <p:nvPr/>
          </p:nvSpPr>
          <p:spPr>
            <a:xfrm>
              <a:off x="2927195" y="2180584"/>
              <a:ext cx="141915" cy="141850"/>
            </a:xfrm>
            <a:custGeom>
              <a:avLst/>
              <a:gdLst/>
              <a:ahLst/>
              <a:cxnLst/>
              <a:rect l="l" t="t" r="r" b="b"/>
              <a:pathLst>
                <a:path w="4329" h="4327" extrusionOk="0">
                  <a:moveTo>
                    <a:pt x="0" y="0"/>
                  </a:moveTo>
                  <a:lnTo>
                    <a:pt x="0" y="4327"/>
                  </a:lnTo>
                  <a:lnTo>
                    <a:pt x="4328" y="4327"/>
                  </a:lnTo>
                  <a:lnTo>
                    <a:pt x="4328"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2"/>
            <p:cNvSpPr/>
            <p:nvPr/>
          </p:nvSpPr>
          <p:spPr>
            <a:xfrm>
              <a:off x="870250" y="106100"/>
              <a:ext cx="468757" cy="1258323"/>
            </a:xfrm>
            <a:custGeom>
              <a:avLst/>
              <a:gdLst/>
              <a:ahLst/>
              <a:cxnLst/>
              <a:rect l="l" t="t" r="r" b="b"/>
              <a:pathLst>
                <a:path w="14299" h="38384" extrusionOk="0">
                  <a:moveTo>
                    <a:pt x="0" y="1"/>
                  </a:moveTo>
                  <a:lnTo>
                    <a:pt x="0" y="38383"/>
                  </a:lnTo>
                  <a:lnTo>
                    <a:pt x="14298" y="38383"/>
                  </a:lnTo>
                  <a:lnTo>
                    <a:pt x="14298" y="15681"/>
                  </a:lnTo>
                  <a:lnTo>
                    <a:pt x="4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2"/>
            <p:cNvSpPr/>
            <p:nvPr/>
          </p:nvSpPr>
          <p:spPr>
            <a:xfrm>
              <a:off x="870250" y="106100"/>
              <a:ext cx="468757" cy="1258323"/>
            </a:xfrm>
            <a:custGeom>
              <a:avLst/>
              <a:gdLst/>
              <a:ahLst/>
              <a:cxnLst/>
              <a:rect l="l" t="t" r="r" b="b"/>
              <a:pathLst>
                <a:path w="14299" h="38384" extrusionOk="0">
                  <a:moveTo>
                    <a:pt x="0" y="1"/>
                  </a:moveTo>
                  <a:lnTo>
                    <a:pt x="0" y="18253"/>
                  </a:lnTo>
                  <a:cubicBezTo>
                    <a:pt x="4458" y="20618"/>
                    <a:pt x="9131" y="26575"/>
                    <a:pt x="12082" y="34331"/>
                  </a:cubicBezTo>
                  <a:cubicBezTo>
                    <a:pt x="12600" y="35694"/>
                    <a:pt x="13037" y="37048"/>
                    <a:pt x="13404" y="38383"/>
                  </a:cubicBezTo>
                  <a:lnTo>
                    <a:pt x="14298" y="38383"/>
                  </a:lnTo>
                  <a:lnTo>
                    <a:pt x="14298" y="31633"/>
                  </a:lnTo>
                  <a:cubicBezTo>
                    <a:pt x="10707" y="28653"/>
                    <a:pt x="7223" y="23583"/>
                    <a:pt x="4852" y="17350"/>
                  </a:cubicBezTo>
                  <a:cubicBezTo>
                    <a:pt x="2412" y="10936"/>
                    <a:pt x="1669" y="4657"/>
                    <a:pt x="2480"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2"/>
            <p:cNvSpPr/>
            <p:nvPr/>
          </p:nvSpPr>
          <p:spPr>
            <a:xfrm>
              <a:off x="849630" y="1329397"/>
              <a:ext cx="752555" cy="58648"/>
            </a:xfrm>
            <a:custGeom>
              <a:avLst/>
              <a:gdLst/>
              <a:ahLst/>
              <a:cxnLst/>
              <a:rect l="l" t="t" r="r" b="b"/>
              <a:pathLst>
                <a:path w="22956" h="1789" extrusionOk="0">
                  <a:moveTo>
                    <a:pt x="895" y="1"/>
                  </a:moveTo>
                  <a:cubicBezTo>
                    <a:pt x="401" y="1"/>
                    <a:pt x="1" y="401"/>
                    <a:pt x="1" y="895"/>
                  </a:cubicBezTo>
                  <a:cubicBezTo>
                    <a:pt x="1" y="1389"/>
                    <a:pt x="401" y="1789"/>
                    <a:pt x="895" y="1789"/>
                  </a:cubicBezTo>
                  <a:lnTo>
                    <a:pt x="22061" y="1789"/>
                  </a:lnTo>
                  <a:cubicBezTo>
                    <a:pt x="22555" y="1789"/>
                    <a:pt x="22956" y="1389"/>
                    <a:pt x="22956" y="895"/>
                  </a:cubicBezTo>
                  <a:cubicBezTo>
                    <a:pt x="22956" y="401"/>
                    <a:pt x="22555" y="1"/>
                    <a:pt x="220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2"/>
            <p:cNvSpPr/>
            <p:nvPr/>
          </p:nvSpPr>
          <p:spPr>
            <a:xfrm>
              <a:off x="1296843" y="1329397"/>
              <a:ext cx="1867881" cy="58648"/>
            </a:xfrm>
            <a:custGeom>
              <a:avLst/>
              <a:gdLst/>
              <a:ahLst/>
              <a:cxnLst/>
              <a:rect l="l" t="t" r="r" b="b"/>
              <a:pathLst>
                <a:path w="56978" h="1789" extrusionOk="0">
                  <a:moveTo>
                    <a:pt x="894" y="1"/>
                  </a:moveTo>
                  <a:cubicBezTo>
                    <a:pt x="400" y="1"/>
                    <a:pt x="0" y="401"/>
                    <a:pt x="0" y="895"/>
                  </a:cubicBezTo>
                  <a:cubicBezTo>
                    <a:pt x="0" y="1389"/>
                    <a:pt x="400" y="1789"/>
                    <a:pt x="894" y="1789"/>
                  </a:cubicBezTo>
                  <a:lnTo>
                    <a:pt x="56084" y="1789"/>
                  </a:lnTo>
                  <a:cubicBezTo>
                    <a:pt x="56577" y="1789"/>
                    <a:pt x="56978" y="1389"/>
                    <a:pt x="56978" y="895"/>
                  </a:cubicBezTo>
                  <a:cubicBezTo>
                    <a:pt x="56978" y="401"/>
                    <a:pt x="56577" y="1"/>
                    <a:pt x="560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2"/>
            <p:cNvSpPr/>
            <p:nvPr/>
          </p:nvSpPr>
          <p:spPr>
            <a:xfrm>
              <a:off x="2953289" y="2011363"/>
              <a:ext cx="36257" cy="384768"/>
            </a:xfrm>
            <a:custGeom>
              <a:avLst/>
              <a:gdLst/>
              <a:ahLst/>
              <a:cxnLst/>
              <a:rect l="l" t="t" r="r" b="b"/>
              <a:pathLst>
                <a:path w="1106" h="11737" extrusionOk="0">
                  <a:moveTo>
                    <a:pt x="553" y="1"/>
                  </a:moveTo>
                  <a:cubicBezTo>
                    <a:pt x="248" y="1"/>
                    <a:pt x="0" y="248"/>
                    <a:pt x="0" y="553"/>
                  </a:cubicBezTo>
                  <a:lnTo>
                    <a:pt x="0" y="11183"/>
                  </a:lnTo>
                  <a:cubicBezTo>
                    <a:pt x="0" y="11488"/>
                    <a:pt x="248" y="11736"/>
                    <a:pt x="553" y="11736"/>
                  </a:cubicBezTo>
                  <a:cubicBezTo>
                    <a:pt x="858" y="11736"/>
                    <a:pt x="1106" y="11488"/>
                    <a:pt x="1106" y="11183"/>
                  </a:cubicBezTo>
                  <a:lnTo>
                    <a:pt x="1106" y="553"/>
                  </a:lnTo>
                  <a:cubicBezTo>
                    <a:pt x="1106" y="248"/>
                    <a:pt x="858" y="1"/>
                    <a:pt x="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2"/>
            <p:cNvSpPr/>
            <p:nvPr/>
          </p:nvSpPr>
          <p:spPr>
            <a:xfrm>
              <a:off x="2856648" y="1903378"/>
              <a:ext cx="144341" cy="132343"/>
            </a:xfrm>
            <a:custGeom>
              <a:avLst/>
              <a:gdLst/>
              <a:ahLst/>
              <a:cxnLst/>
              <a:rect l="l" t="t" r="r" b="b"/>
              <a:pathLst>
                <a:path w="4403" h="4037" extrusionOk="0">
                  <a:moveTo>
                    <a:pt x="553" y="1"/>
                  </a:moveTo>
                  <a:cubicBezTo>
                    <a:pt x="248" y="1"/>
                    <a:pt x="0" y="249"/>
                    <a:pt x="0" y="554"/>
                  </a:cubicBezTo>
                  <a:cubicBezTo>
                    <a:pt x="0" y="2366"/>
                    <a:pt x="1385" y="3861"/>
                    <a:pt x="3150" y="4036"/>
                  </a:cubicBezTo>
                  <a:cubicBezTo>
                    <a:pt x="4330" y="3461"/>
                    <a:pt x="4402" y="3012"/>
                    <a:pt x="2688" y="2804"/>
                  </a:cubicBezTo>
                  <a:cubicBezTo>
                    <a:pt x="1767" y="2470"/>
                    <a:pt x="1106" y="1590"/>
                    <a:pt x="1106" y="554"/>
                  </a:cubicBezTo>
                  <a:cubicBezTo>
                    <a:pt x="1106" y="249"/>
                    <a:pt x="858" y="1"/>
                    <a:pt x="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2"/>
            <p:cNvSpPr/>
            <p:nvPr/>
          </p:nvSpPr>
          <p:spPr>
            <a:xfrm>
              <a:off x="1838600" y="2278110"/>
              <a:ext cx="150275" cy="160831"/>
            </a:xfrm>
            <a:custGeom>
              <a:avLst/>
              <a:gdLst/>
              <a:ahLst/>
              <a:cxnLst/>
              <a:rect l="l" t="t" r="r" b="b"/>
              <a:pathLst>
                <a:path w="4584" h="4906" extrusionOk="0">
                  <a:moveTo>
                    <a:pt x="2593" y="0"/>
                  </a:moveTo>
                  <a:cubicBezTo>
                    <a:pt x="2593" y="0"/>
                    <a:pt x="0" y="1995"/>
                    <a:pt x="1169" y="4499"/>
                  </a:cubicBezTo>
                  <a:lnTo>
                    <a:pt x="4278" y="4905"/>
                  </a:lnTo>
                  <a:cubicBezTo>
                    <a:pt x="4583" y="2474"/>
                    <a:pt x="3061" y="1918"/>
                    <a:pt x="3061" y="1918"/>
                  </a:cubicBezTo>
                  <a:cubicBezTo>
                    <a:pt x="3061" y="1918"/>
                    <a:pt x="1929" y="1131"/>
                    <a:pt x="259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32"/>
            <p:cNvSpPr/>
            <p:nvPr/>
          </p:nvSpPr>
          <p:spPr>
            <a:xfrm>
              <a:off x="2219003" y="2285093"/>
              <a:ext cx="217905" cy="198793"/>
            </a:xfrm>
            <a:custGeom>
              <a:avLst/>
              <a:gdLst/>
              <a:ahLst/>
              <a:cxnLst/>
              <a:rect l="l" t="t" r="r" b="b"/>
              <a:pathLst>
                <a:path w="6647" h="6064" extrusionOk="0">
                  <a:moveTo>
                    <a:pt x="3132" y="0"/>
                  </a:moveTo>
                  <a:cubicBezTo>
                    <a:pt x="3966" y="1569"/>
                    <a:pt x="2250" y="2403"/>
                    <a:pt x="2250" y="2403"/>
                  </a:cubicBezTo>
                  <a:cubicBezTo>
                    <a:pt x="2250" y="2403"/>
                    <a:pt x="0" y="2873"/>
                    <a:pt x="172" y="6064"/>
                  </a:cubicBezTo>
                  <a:lnTo>
                    <a:pt x="4691" y="6045"/>
                  </a:lnTo>
                  <a:cubicBezTo>
                    <a:pt x="6646" y="3000"/>
                    <a:pt x="3133" y="0"/>
                    <a:pt x="31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2"/>
            <p:cNvSpPr/>
            <p:nvPr/>
          </p:nvSpPr>
          <p:spPr>
            <a:xfrm>
              <a:off x="2134688" y="2233887"/>
              <a:ext cx="217905" cy="198826"/>
            </a:xfrm>
            <a:custGeom>
              <a:avLst/>
              <a:gdLst/>
              <a:ahLst/>
              <a:cxnLst/>
              <a:rect l="l" t="t" r="r" b="b"/>
              <a:pathLst>
                <a:path w="6647" h="6065" extrusionOk="0">
                  <a:moveTo>
                    <a:pt x="3134" y="1"/>
                  </a:moveTo>
                  <a:lnTo>
                    <a:pt x="3134" y="1"/>
                  </a:lnTo>
                  <a:cubicBezTo>
                    <a:pt x="3968" y="1570"/>
                    <a:pt x="2251" y="2403"/>
                    <a:pt x="2251" y="2403"/>
                  </a:cubicBezTo>
                  <a:cubicBezTo>
                    <a:pt x="2251" y="2403"/>
                    <a:pt x="0" y="2873"/>
                    <a:pt x="174" y="6064"/>
                  </a:cubicBezTo>
                  <a:lnTo>
                    <a:pt x="4693" y="6046"/>
                  </a:lnTo>
                  <a:cubicBezTo>
                    <a:pt x="6647" y="3000"/>
                    <a:pt x="3134" y="1"/>
                    <a:pt x="31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2"/>
            <p:cNvSpPr/>
            <p:nvPr/>
          </p:nvSpPr>
          <p:spPr>
            <a:xfrm>
              <a:off x="1936127" y="2124789"/>
              <a:ext cx="263997" cy="332972"/>
            </a:xfrm>
            <a:custGeom>
              <a:avLst/>
              <a:gdLst/>
              <a:ahLst/>
              <a:cxnLst/>
              <a:rect l="l" t="t" r="r" b="b"/>
              <a:pathLst>
                <a:path w="8053" h="10157" extrusionOk="0">
                  <a:moveTo>
                    <a:pt x="4118" y="0"/>
                  </a:moveTo>
                  <a:cubicBezTo>
                    <a:pt x="4118" y="0"/>
                    <a:pt x="1548" y="1331"/>
                    <a:pt x="3390" y="3083"/>
                  </a:cubicBezTo>
                  <a:cubicBezTo>
                    <a:pt x="4645" y="4274"/>
                    <a:pt x="2764" y="5623"/>
                    <a:pt x="2764" y="5623"/>
                  </a:cubicBezTo>
                  <a:cubicBezTo>
                    <a:pt x="2764" y="5623"/>
                    <a:pt x="0" y="6405"/>
                    <a:pt x="1556" y="10156"/>
                  </a:cubicBezTo>
                  <a:lnTo>
                    <a:pt x="6954" y="9241"/>
                  </a:lnTo>
                  <a:cubicBezTo>
                    <a:pt x="6954" y="9241"/>
                    <a:pt x="5490" y="8143"/>
                    <a:pt x="6772" y="6039"/>
                  </a:cubicBezTo>
                  <a:cubicBezTo>
                    <a:pt x="8052" y="3934"/>
                    <a:pt x="5490" y="2196"/>
                    <a:pt x="4392" y="1921"/>
                  </a:cubicBezTo>
                  <a:cubicBezTo>
                    <a:pt x="3294" y="1646"/>
                    <a:pt x="4118" y="0"/>
                    <a:pt x="41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2"/>
            <p:cNvSpPr/>
            <p:nvPr/>
          </p:nvSpPr>
          <p:spPr>
            <a:xfrm>
              <a:off x="2158094" y="2091810"/>
              <a:ext cx="90775" cy="130835"/>
            </a:xfrm>
            <a:custGeom>
              <a:avLst/>
              <a:gdLst/>
              <a:ahLst/>
              <a:cxnLst/>
              <a:rect l="l" t="t" r="r" b="b"/>
              <a:pathLst>
                <a:path w="2769" h="3991" extrusionOk="0">
                  <a:moveTo>
                    <a:pt x="1003" y="1"/>
                  </a:moveTo>
                  <a:cubicBezTo>
                    <a:pt x="1004" y="1"/>
                    <a:pt x="1444" y="1222"/>
                    <a:pt x="797" y="1586"/>
                  </a:cubicBezTo>
                  <a:cubicBezTo>
                    <a:pt x="149" y="1950"/>
                    <a:pt x="1" y="2387"/>
                    <a:pt x="1130" y="3990"/>
                  </a:cubicBezTo>
                  <a:cubicBezTo>
                    <a:pt x="1130" y="3990"/>
                    <a:pt x="2769" y="2748"/>
                    <a:pt x="2195" y="1479"/>
                  </a:cubicBezTo>
                  <a:cubicBezTo>
                    <a:pt x="1621" y="212"/>
                    <a:pt x="1004" y="1"/>
                    <a:pt x="10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2"/>
            <p:cNvSpPr/>
            <p:nvPr/>
          </p:nvSpPr>
          <p:spPr>
            <a:xfrm>
              <a:off x="1933504" y="2173339"/>
              <a:ext cx="46617" cy="85005"/>
            </a:xfrm>
            <a:custGeom>
              <a:avLst/>
              <a:gdLst/>
              <a:ahLst/>
              <a:cxnLst/>
              <a:rect l="l" t="t" r="r" b="b"/>
              <a:pathLst>
                <a:path w="1422" h="2593" extrusionOk="0">
                  <a:moveTo>
                    <a:pt x="393" y="1"/>
                  </a:moveTo>
                  <a:lnTo>
                    <a:pt x="393" y="1"/>
                  </a:lnTo>
                  <a:cubicBezTo>
                    <a:pt x="393" y="1"/>
                    <a:pt x="568" y="831"/>
                    <a:pt x="289" y="1198"/>
                  </a:cubicBezTo>
                  <a:cubicBezTo>
                    <a:pt x="0" y="1574"/>
                    <a:pt x="9" y="1934"/>
                    <a:pt x="711" y="2592"/>
                  </a:cubicBezTo>
                  <a:cubicBezTo>
                    <a:pt x="711" y="2592"/>
                    <a:pt x="1421" y="1748"/>
                    <a:pt x="1096" y="948"/>
                  </a:cubicBezTo>
                  <a:cubicBezTo>
                    <a:pt x="772" y="147"/>
                    <a:pt x="393" y="1"/>
                    <a:pt x="3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2"/>
            <p:cNvSpPr/>
            <p:nvPr/>
          </p:nvSpPr>
          <p:spPr>
            <a:xfrm>
              <a:off x="2280634" y="2123543"/>
              <a:ext cx="252917" cy="322285"/>
            </a:xfrm>
            <a:custGeom>
              <a:avLst/>
              <a:gdLst/>
              <a:ahLst/>
              <a:cxnLst/>
              <a:rect l="l" t="t" r="r" b="b"/>
              <a:pathLst>
                <a:path w="7715" h="9831" extrusionOk="0">
                  <a:moveTo>
                    <a:pt x="4750" y="1"/>
                  </a:moveTo>
                  <a:cubicBezTo>
                    <a:pt x="4750" y="1"/>
                    <a:pt x="5737" y="1222"/>
                    <a:pt x="4138" y="1552"/>
                  </a:cubicBezTo>
                  <a:cubicBezTo>
                    <a:pt x="2539" y="1881"/>
                    <a:pt x="0" y="3293"/>
                    <a:pt x="1740" y="6303"/>
                  </a:cubicBezTo>
                  <a:cubicBezTo>
                    <a:pt x="3330" y="9054"/>
                    <a:pt x="1700" y="9173"/>
                    <a:pt x="1407" y="9173"/>
                  </a:cubicBezTo>
                  <a:cubicBezTo>
                    <a:pt x="1380" y="9173"/>
                    <a:pt x="1364" y="9172"/>
                    <a:pt x="1364" y="9172"/>
                  </a:cubicBezTo>
                  <a:lnTo>
                    <a:pt x="1364" y="9172"/>
                  </a:lnTo>
                  <a:lnTo>
                    <a:pt x="2116" y="9830"/>
                  </a:lnTo>
                  <a:lnTo>
                    <a:pt x="7714" y="8655"/>
                  </a:lnTo>
                  <a:cubicBezTo>
                    <a:pt x="7526" y="6538"/>
                    <a:pt x="6162" y="4845"/>
                    <a:pt x="4798" y="4138"/>
                  </a:cubicBezTo>
                  <a:cubicBezTo>
                    <a:pt x="3433" y="3433"/>
                    <a:pt x="4668" y="2521"/>
                    <a:pt x="5362" y="1787"/>
                  </a:cubicBezTo>
                  <a:cubicBezTo>
                    <a:pt x="6177" y="925"/>
                    <a:pt x="4750" y="1"/>
                    <a:pt x="47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2"/>
            <p:cNvSpPr/>
            <p:nvPr/>
          </p:nvSpPr>
          <p:spPr>
            <a:xfrm>
              <a:off x="2478277" y="2121150"/>
              <a:ext cx="393456" cy="303074"/>
            </a:xfrm>
            <a:custGeom>
              <a:avLst/>
              <a:gdLst/>
              <a:ahLst/>
              <a:cxnLst/>
              <a:rect l="l" t="t" r="r" b="b"/>
              <a:pathLst>
                <a:path w="12002" h="9245" extrusionOk="0">
                  <a:moveTo>
                    <a:pt x="4119" y="0"/>
                  </a:moveTo>
                  <a:cubicBezTo>
                    <a:pt x="3873" y="0"/>
                    <a:pt x="3692" y="57"/>
                    <a:pt x="3692" y="57"/>
                  </a:cubicBezTo>
                  <a:cubicBezTo>
                    <a:pt x="3692" y="57"/>
                    <a:pt x="5801" y="826"/>
                    <a:pt x="3689" y="1463"/>
                  </a:cubicBezTo>
                  <a:cubicBezTo>
                    <a:pt x="2406" y="1850"/>
                    <a:pt x="2594" y="3570"/>
                    <a:pt x="4319" y="3632"/>
                  </a:cubicBezTo>
                  <a:cubicBezTo>
                    <a:pt x="6044" y="3695"/>
                    <a:pt x="7172" y="4353"/>
                    <a:pt x="7046" y="5670"/>
                  </a:cubicBezTo>
                  <a:cubicBezTo>
                    <a:pt x="6964" y="6539"/>
                    <a:pt x="6592" y="6889"/>
                    <a:pt x="5935" y="6889"/>
                  </a:cubicBezTo>
                  <a:cubicBezTo>
                    <a:pt x="5193" y="6889"/>
                    <a:pt x="4089" y="6444"/>
                    <a:pt x="2626" y="5796"/>
                  </a:cubicBezTo>
                  <a:cubicBezTo>
                    <a:pt x="2153" y="5586"/>
                    <a:pt x="1772" y="5493"/>
                    <a:pt x="1469" y="5493"/>
                  </a:cubicBezTo>
                  <a:cubicBezTo>
                    <a:pt x="1" y="5493"/>
                    <a:pt x="344" y="7661"/>
                    <a:pt x="838" y="9245"/>
                  </a:cubicBezTo>
                  <a:lnTo>
                    <a:pt x="9682" y="9119"/>
                  </a:lnTo>
                  <a:cubicBezTo>
                    <a:pt x="9682" y="9119"/>
                    <a:pt x="12001" y="7081"/>
                    <a:pt x="10277" y="4385"/>
                  </a:cubicBezTo>
                  <a:cubicBezTo>
                    <a:pt x="9061" y="2484"/>
                    <a:pt x="7471" y="2296"/>
                    <a:pt x="6232" y="2296"/>
                  </a:cubicBezTo>
                  <a:cubicBezTo>
                    <a:pt x="5929" y="2296"/>
                    <a:pt x="5646" y="2308"/>
                    <a:pt x="5395" y="2308"/>
                  </a:cubicBezTo>
                  <a:cubicBezTo>
                    <a:pt x="5217" y="2308"/>
                    <a:pt x="5056" y="2302"/>
                    <a:pt x="4914" y="2283"/>
                  </a:cubicBezTo>
                  <a:cubicBezTo>
                    <a:pt x="3754" y="2127"/>
                    <a:pt x="5950" y="1845"/>
                    <a:pt x="5184" y="579"/>
                  </a:cubicBezTo>
                  <a:cubicBezTo>
                    <a:pt x="4896" y="102"/>
                    <a:pt x="4449" y="0"/>
                    <a:pt x="41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2"/>
            <p:cNvSpPr/>
            <p:nvPr/>
          </p:nvSpPr>
          <p:spPr>
            <a:xfrm>
              <a:off x="2495946" y="2190779"/>
              <a:ext cx="44388" cy="85431"/>
            </a:xfrm>
            <a:custGeom>
              <a:avLst/>
              <a:gdLst/>
              <a:ahLst/>
              <a:cxnLst/>
              <a:rect l="l" t="t" r="r" b="b"/>
              <a:pathLst>
                <a:path w="1354" h="2606" extrusionOk="0">
                  <a:moveTo>
                    <a:pt x="557" y="0"/>
                  </a:moveTo>
                  <a:cubicBezTo>
                    <a:pt x="557" y="1"/>
                    <a:pt x="0" y="828"/>
                    <a:pt x="280" y="1298"/>
                  </a:cubicBezTo>
                  <a:cubicBezTo>
                    <a:pt x="603" y="1841"/>
                    <a:pt x="483" y="2605"/>
                    <a:pt x="483" y="2605"/>
                  </a:cubicBezTo>
                  <a:cubicBezTo>
                    <a:pt x="826" y="1804"/>
                    <a:pt x="1112" y="1887"/>
                    <a:pt x="1232" y="1498"/>
                  </a:cubicBezTo>
                  <a:cubicBezTo>
                    <a:pt x="1353" y="1110"/>
                    <a:pt x="480" y="165"/>
                    <a:pt x="5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2"/>
            <p:cNvSpPr/>
            <p:nvPr/>
          </p:nvSpPr>
          <p:spPr>
            <a:xfrm>
              <a:off x="2845240" y="2156325"/>
              <a:ext cx="37536" cy="72122"/>
            </a:xfrm>
            <a:custGeom>
              <a:avLst/>
              <a:gdLst/>
              <a:ahLst/>
              <a:cxnLst/>
              <a:rect l="l" t="t" r="r" b="b"/>
              <a:pathLst>
                <a:path w="1145" h="2200" extrusionOk="0">
                  <a:moveTo>
                    <a:pt x="472" y="0"/>
                  </a:moveTo>
                  <a:cubicBezTo>
                    <a:pt x="472" y="1"/>
                    <a:pt x="1" y="698"/>
                    <a:pt x="236" y="1095"/>
                  </a:cubicBezTo>
                  <a:cubicBezTo>
                    <a:pt x="510" y="1553"/>
                    <a:pt x="410" y="2199"/>
                    <a:pt x="410" y="2199"/>
                  </a:cubicBezTo>
                  <a:cubicBezTo>
                    <a:pt x="699" y="1523"/>
                    <a:pt x="940" y="1592"/>
                    <a:pt x="1043" y="1266"/>
                  </a:cubicBezTo>
                  <a:cubicBezTo>
                    <a:pt x="1144" y="938"/>
                    <a:pt x="407" y="138"/>
                    <a:pt x="4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2"/>
            <p:cNvSpPr/>
            <p:nvPr/>
          </p:nvSpPr>
          <p:spPr>
            <a:xfrm>
              <a:off x="1798475" y="2377965"/>
              <a:ext cx="1671547" cy="1279829"/>
            </a:xfrm>
            <a:custGeom>
              <a:avLst/>
              <a:gdLst/>
              <a:ahLst/>
              <a:cxnLst/>
              <a:rect l="l" t="t" r="r" b="b"/>
              <a:pathLst>
                <a:path w="50989" h="39040" extrusionOk="0">
                  <a:moveTo>
                    <a:pt x="1" y="0"/>
                  </a:moveTo>
                  <a:lnTo>
                    <a:pt x="1" y="39040"/>
                  </a:lnTo>
                  <a:lnTo>
                    <a:pt x="50989" y="39040"/>
                  </a:lnTo>
                  <a:lnTo>
                    <a:pt x="509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2"/>
            <p:cNvSpPr/>
            <p:nvPr/>
          </p:nvSpPr>
          <p:spPr>
            <a:xfrm>
              <a:off x="3195516" y="3497408"/>
              <a:ext cx="249835" cy="129589"/>
            </a:xfrm>
            <a:custGeom>
              <a:avLst/>
              <a:gdLst/>
              <a:ahLst/>
              <a:cxnLst/>
              <a:rect l="l" t="t" r="r" b="b"/>
              <a:pathLst>
                <a:path w="7621" h="3953" extrusionOk="0">
                  <a:moveTo>
                    <a:pt x="0" y="0"/>
                  </a:moveTo>
                  <a:lnTo>
                    <a:pt x="0" y="3952"/>
                  </a:lnTo>
                  <a:lnTo>
                    <a:pt x="7621" y="3952"/>
                  </a:lnTo>
                  <a:lnTo>
                    <a:pt x="76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2"/>
            <p:cNvSpPr/>
            <p:nvPr/>
          </p:nvSpPr>
          <p:spPr>
            <a:xfrm>
              <a:off x="2922081" y="3497408"/>
              <a:ext cx="249803" cy="129589"/>
            </a:xfrm>
            <a:custGeom>
              <a:avLst/>
              <a:gdLst/>
              <a:ahLst/>
              <a:cxnLst/>
              <a:rect l="l" t="t" r="r" b="b"/>
              <a:pathLst>
                <a:path w="7620" h="3953" extrusionOk="0">
                  <a:moveTo>
                    <a:pt x="1" y="0"/>
                  </a:moveTo>
                  <a:lnTo>
                    <a:pt x="1" y="3952"/>
                  </a:lnTo>
                  <a:lnTo>
                    <a:pt x="7620" y="3952"/>
                  </a:lnTo>
                  <a:lnTo>
                    <a:pt x="76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2"/>
            <p:cNvSpPr/>
            <p:nvPr/>
          </p:nvSpPr>
          <p:spPr>
            <a:xfrm>
              <a:off x="2648613" y="3497408"/>
              <a:ext cx="249835" cy="129589"/>
            </a:xfrm>
            <a:custGeom>
              <a:avLst/>
              <a:gdLst/>
              <a:ahLst/>
              <a:cxnLst/>
              <a:rect l="l" t="t" r="r" b="b"/>
              <a:pathLst>
                <a:path w="7621" h="3953" extrusionOk="0">
                  <a:moveTo>
                    <a:pt x="1" y="0"/>
                  </a:moveTo>
                  <a:lnTo>
                    <a:pt x="1" y="3952"/>
                  </a:lnTo>
                  <a:lnTo>
                    <a:pt x="7621" y="3952"/>
                  </a:lnTo>
                  <a:lnTo>
                    <a:pt x="76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2"/>
            <p:cNvSpPr/>
            <p:nvPr/>
          </p:nvSpPr>
          <p:spPr>
            <a:xfrm>
              <a:off x="2375177" y="3497408"/>
              <a:ext cx="249868" cy="129589"/>
            </a:xfrm>
            <a:custGeom>
              <a:avLst/>
              <a:gdLst/>
              <a:ahLst/>
              <a:cxnLst/>
              <a:rect l="l" t="t" r="r" b="b"/>
              <a:pathLst>
                <a:path w="7622" h="3953" extrusionOk="0">
                  <a:moveTo>
                    <a:pt x="1" y="0"/>
                  </a:moveTo>
                  <a:lnTo>
                    <a:pt x="1" y="3952"/>
                  </a:lnTo>
                  <a:lnTo>
                    <a:pt x="7621" y="3952"/>
                  </a:lnTo>
                  <a:lnTo>
                    <a:pt x="76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32"/>
            <p:cNvSpPr/>
            <p:nvPr/>
          </p:nvSpPr>
          <p:spPr>
            <a:xfrm>
              <a:off x="2101775" y="3497408"/>
              <a:ext cx="249770" cy="129589"/>
            </a:xfrm>
            <a:custGeom>
              <a:avLst/>
              <a:gdLst/>
              <a:ahLst/>
              <a:cxnLst/>
              <a:rect l="l" t="t" r="r" b="b"/>
              <a:pathLst>
                <a:path w="7619" h="3953" extrusionOk="0">
                  <a:moveTo>
                    <a:pt x="0" y="0"/>
                  </a:moveTo>
                  <a:lnTo>
                    <a:pt x="0" y="3952"/>
                  </a:lnTo>
                  <a:lnTo>
                    <a:pt x="7619" y="3952"/>
                  </a:lnTo>
                  <a:lnTo>
                    <a:pt x="761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32"/>
            <p:cNvSpPr/>
            <p:nvPr/>
          </p:nvSpPr>
          <p:spPr>
            <a:xfrm>
              <a:off x="1828274" y="3497408"/>
              <a:ext cx="249868" cy="129589"/>
            </a:xfrm>
            <a:custGeom>
              <a:avLst/>
              <a:gdLst/>
              <a:ahLst/>
              <a:cxnLst/>
              <a:rect l="l" t="t" r="r" b="b"/>
              <a:pathLst>
                <a:path w="7622" h="3953" extrusionOk="0">
                  <a:moveTo>
                    <a:pt x="1" y="0"/>
                  </a:moveTo>
                  <a:lnTo>
                    <a:pt x="1" y="3952"/>
                  </a:lnTo>
                  <a:lnTo>
                    <a:pt x="7621" y="3952"/>
                  </a:lnTo>
                  <a:lnTo>
                    <a:pt x="76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2"/>
            <p:cNvSpPr/>
            <p:nvPr/>
          </p:nvSpPr>
          <p:spPr>
            <a:xfrm>
              <a:off x="3320908" y="3349364"/>
              <a:ext cx="149095" cy="129556"/>
            </a:xfrm>
            <a:custGeom>
              <a:avLst/>
              <a:gdLst/>
              <a:ahLst/>
              <a:cxnLst/>
              <a:rect l="l" t="t" r="r" b="b"/>
              <a:pathLst>
                <a:path w="4548" h="3952" extrusionOk="0">
                  <a:moveTo>
                    <a:pt x="1" y="1"/>
                  </a:moveTo>
                  <a:lnTo>
                    <a:pt x="1" y="3951"/>
                  </a:lnTo>
                  <a:lnTo>
                    <a:pt x="4548" y="3951"/>
                  </a:lnTo>
                  <a:lnTo>
                    <a:pt x="454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2"/>
            <p:cNvSpPr/>
            <p:nvPr/>
          </p:nvSpPr>
          <p:spPr>
            <a:xfrm>
              <a:off x="3046456" y="3349364"/>
              <a:ext cx="249835" cy="129556"/>
            </a:xfrm>
            <a:custGeom>
              <a:avLst/>
              <a:gdLst/>
              <a:ahLst/>
              <a:cxnLst/>
              <a:rect l="l" t="t" r="r" b="b"/>
              <a:pathLst>
                <a:path w="7621" h="3952" extrusionOk="0">
                  <a:moveTo>
                    <a:pt x="0" y="1"/>
                  </a:moveTo>
                  <a:lnTo>
                    <a:pt x="0" y="3951"/>
                  </a:lnTo>
                  <a:lnTo>
                    <a:pt x="7621" y="3951"/>
                  </a:lnTo>
                  <a:lnTo>
                    <a:pt x="76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2"/>
            <p:cNvSpPr/>
            <p:nvPr/>
          </p:nvSpPr>
          <p:spPr>
            <a:xfrm>
              <a:off x="2771972" y="3349364"/>
              <a:ext cx="249868" cy="129556"/>
            </a:xfrm>
            <a:custGeom>
              <a:avLst/>
              <a:gdLst/>
              <a:ahLst/>
              <a:cxnLst/>
              <a:rect l="l" t="t" r="r" b="b"/>
              <a:pathLst>
                <a:path w="7622" h="3952" extrusionOk="0">
                  <a:moveTo>
                    <a:pt x="1" y="1"/>
                  </a:moveTo>
                  <a:lnTo>
                    <a:pt x="1" y="3951"/>
                  </a:lnTo>
                  <a:lnTo>
                    <a:pt x="7621" y="3951"/>
                  </a:lnTo>
                  <a:lnTo>
                    <a:pt x="76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32"/>
            <p:cNvSpPr/>
            <p:nvPr/>
          </p:nvSpPr>
          <p:spPr>
            <a:xfrm>
              <a:off x="2497520" y="3349364"/>
              <a:ext cx="249835" cy="129556"/>
            </a:xfrm>
            <a:custGeom>
              <a:avLst/>
              <a:gdLst/>
              <a:ahLst/>
              <a:cxnLst/>
              <a:rect l="l" t="t" r="r" b="b"/>
              <a:pathLst>
                <a:path w="7621" h="3952" extrusionOk="0">
                  <a:moveTo>
                    <a:pt x="0" y="1"/>
                  </a:moveTo>
                  <a:lnTo>
                    <a:pt x="0" y="3951"/>
                  </a:lnTo>
                  <a:lnTo>
                    <a:pt x="7621" y="3951"/>
                  </a:lnTo>
                  <a:lnTo>
                    <a:pt x="7621" y="1"/>
                  </a:lnTo>
                  <a:close/>
                </a:path>
              </a:pathLst>
            </a:custGeom>
            <a:solidFill>
              <a:srgbClr val="9B4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32"/>
            <p:cNvSpPr/>
            <p:nvPr/>
          </p:nvSpPr>
          <p:spPr>
            <a:xfrm>
              <a:off x="2223068" y="3349364"/>
              <a:ext cx="249835" cy="129556"/>
            </a:xfrm>
            <a:custGeom>
              <a:avLst/>
              <a:gdLst/>
              <a:ahLst/>
              <a:cxnLst/>
              <a:rect l="l" t="t" r="r" b="b"/>
              <a:pathLst>
                <a:path w="7621" h="3952" extrusionOk="0">
                  <a:moveTo>
                    <a:pt x="0" y="1"/>
                  </a:moveTo>
                  <a:lnTo>
                    <a:pt x="0" y="3951"/>
                  </a:lnTo>
                  <a:lnTo>
                    <a:pt x="7620" y="3951"/>
                  </a:lnTo>
                  <a:lnTo>
                    <a:pt x="762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2"/>
            <p:cNvSpPr/>
            <p:nvPr/>
          </p:nvSpPr>
          <p:spPr>
            <a:xfrm>
              <a:off x="1948584" y="3349364"/>
              <a:ext cx="249803" cy="129556"/>
            </a:xfrm>
            <a:custGeom>
              <a:avLst/>
              <a:gdLst/>
              <a:ahLst/>
              <a:cxnLst/>
              <a:rect l="l" t="t" r="r" b="b"/>
              <a:pathLst>
                <a:path w="7620" h="3952" extrusionOk="0">
                  <a:moveTo>
                    <a:pt x="1" y="1"/>
                  </a:moveTo>
                  <a:lnTo>
                    <a:pt x="1" y="3951"/>
                  </a:lnTo>
                  <a:lnTo>
                    <a:pt x="7620" y="3951"/>
                  </a:lnTo>
                  <a:lnTo>
                    <a:pt x="762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2"/>
            <p:cNvSpPr/>
            <p:nvPr/>
          </p:nvSpPr>
          <p:spPr>
            <a:xfrm>
              <a:off x="1798475" y="3349364"/>
              <a:ext cx="125459" cy="129556"/>
            </a:xfrm>
            <a:custGeom>
              <a:avLst/>
              <a:gdLst/>
              <a:ahLst/>
              <a:cxnLst/>
              <a:rect l="l" t="t" r="r" b="b"/>
              <a:pathLst>
                <a:path w="3827" h="3952" extrusionOk="0">
                  <a:moveTo>
                    <a:pt x="1" y="1"/>
                  </a:moveTo>
                  <a:lnTo>
                    <a:pt x="1" y="3951"/>
                  </a:lnTo>
                  <a:lnTo>
                    <a:pt x="3826" y="3951"/>
                  </a:lnTo>
                  <a:lnTo>
                    <a:pt x="382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2"/>
            <p:cNvSpPr/>
            <p:nvPr/>
          </p:nvSpPr>
          <p:spPr>
            <a:xfrm>
              <a:off x="3257212" y="3203418"/>
              <a:ext cx="212791" cy="129556"/>
            </a:xfrm>
            <a:custGeom>
              <a:avLst/>
              <a:gdLst/>
              <a:ahLst/>
              <a:cxnLst/>
              <a:rect l="l" t="t" r="r" b="b"/>
              <a:pathLst>
                <a:path w="6491" h="3952" extrusionOk="0">
                  <a:moveTo>
                    <a:pt x="0" y="1"/>
                  </a:moveTo>
                  <a:lnTo>
                    <a:pt x="0" y="3951"/>
                  </a:lnTo>
                  <a:lnTo>
                    <a:pt x="6491" y="3951"/>
                  </a:lnTo>
                  <a:lnTo>
                    <a:pt x="649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32"/>
            <p:cNvSpPr/>
            <p:nvPr/>
          </p:nvSpPr>
          <p:spPr>
            <a:xfrm>
              <a:off x="2982400" y="3203418"/>
              <a:ext cx="249835" cy="129556"/>
            </a:xfrm>
            <a:custGeom>
              <a:avLst/>
              <a:gdLst/>
              <a:ahLst/>
              <a:cxnLst/>
              <a:rect l="l" t="t" r="r" b="b"/>
              <a:pathLst>
                <a:path w="7621" h="3952" extrusionOk="0">
                  <a:moveTo>
                    <a:pt x="0" y="1"/>
                  </a:moveTo>
                  <a:lnTo>
                    <a:pt x="0" y="3951"/>
                  </a:lnTo>
                  <a:lnTo>
                    <a:pt x="7620" y="3951"/>
                  </a:lnTo>
                  <a:lnTo>
                    <a:pt x="762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32"/>
            <p:cNvSpPr/>
            <p:nvPr/>
          </p:nvSpPr>
          <p:spPr>
            <a:xfrm>
              <a:off x="2707588" y="3203418"/>
              <a:ext cx="249835" cy="129556"/>
            </a:xfrm>
            <a:custGeom>
              <a:avLst/>
              <a:gdLst/>
              <a:ahLst/>
              <a:cxnLst/>
              <a:rect l="l" t="t" r="r" b="b"/>
              <a:pathLst>
                <a:path w="7621" h="3952" extrusionOk="0">
                  <a:moveTo>
                    <a:pt x="0" y="1"/>
                  </a:moveTo>
                  <a:lnTo>
                    <a:pt x="0" y="3951"/>
                  </a:lnTo>
                  <a:lnTo>
                    <a:pt x="7620" y="3951"/>
                  </a:lnTo>
                  <a:lnTo>
                    <a:pt x="762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32"/>
            <p:cNvSpPr/>
            <p:nvPr/>
          </p:nvSpPr>
          <p:spPr>
            <a:xfrm>
              <a:off x="2432775" y="3203418"/>
              <a:ext cx="249770" cy="129556"/>
            </a:xfrm>
            <a:custGeom>
              <a:avLst/>
              <a:gdLst/>
              <a:ahLst/>
              <a:cxnLst/>
              <a:rect l="l" t="t" r="r" b="b"/>
              <a:pathLst>
                <a:path w="7619" h="3952" extrusionOk="0">
                  <a:moveTo>
                    <a:pt x="0" y="1"/>
                  </a:moveTo>
                  <a:lnTo>
                    <a:pt x="0" y="3951"/>
                  </a:lnTo>
                  <a:lnTo>
                    <a:pt x="7619" y="3951"/>
                  </a:lnTo>
                  <a:lnTo>
                    <a:pt x="7619" y="1"/>
                  </a:lnTo>
                  <a:close/>
                </a:path>
              </a:pathLst>
            </a:custGeom>
            <a:solidFill>
              <a:srgbClr val="9B4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2"/>
            <p:cNvSpPr/>
            <p:nvPr/>
          </p:nvSpPr>
          <p:spPr>
            <a:xfrm>
              <a:off x="2157963" y="3203418"/>
              <a:ext cx="249803" cy="129556"/>
            </a:xfrm>
            <a:custGeom>
              <a:avLst/>
              <a:gdLst/>
              <a:ahLst/>
              <a:cxnLst/>
              <a:rect l="l" t="t" r="r" b="b"/>
              <a:pathLst>
                <a:path w="7620" h="3952" extrusionOk="0">
                  <a:moveTo>
                    <a:pt x="0" y="1"/>
                  </a:moveTo>
                  <a:lnTo>
                    <a:pt x="0" y="3951"/>
                  </a:lnTo>
                  <a:lnTo>
                    <a:pt x="7619" y="3951"/>
                  </a:lnTo>
                  <a:lnTo>
                    <a:pt x="76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2"/>
            <p:cNvSpPr/>
            <p:nvPr/>
          </p:nvSpPr>
          <p:spPr>
            <a:xfrm>
              <a:off x="1883151" y="3203418"/>
              <a:ext cx="249803" cy="129556"/>
            </a:xfrm>
            <a:custGeom>
              <a:avLst/>
              <a:gdLst/>
              <a:ahLst/>
              <a:cxnLst/>
              <a:rect l="l" t="t" r="r" b="b"/>
              <a:pathLst>
                <a:path w="7620" h="3952" extrusionOk="0">
                  <a:moveTo>
                    <a:pt x="0" y="1"/>
                  </a:moveTo>
                  <a:lnTo>
                    <a:pt x="0" y="3951"/>
                  </a:lnTo>
                  <a:lnTo>
                    <a:pt x="7619" y="3951"/>
                  </a:lnTo>
                  <a:lnTo>
                    <a:pt x="76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2"/>
            <p:cNvSpPr/>
            <p:nvPr/>
          </p:nvSpPr>
          <p:spPr>
            <a:xfrm>
              <a:off x="1798475" y="3203418"/>
              <a:ext cx="59664" cy="129556"/>
            </a:xfrm>
            <a:custGeom>
              <a:avLst/>
              <a:gdLst/>
              <a:ahLst/>
              <a:cxnLst/>
              <a:rect l="l" t="t" r="r" b="b"/>
              <a:pathLst>
                <a:path w="1820" h="3952" extrusionOk="0">
                  <a:moveTo>
                    <a:pt x="1" y="1"/>
                  </a:moveTo>
                  <a:lnTo>
                    <a:pt x="1" y="3951"/>
                  </a:lnTo>
                  <a:lnTo>
                    <a:pt x="1819" y="3951"/>
                  </a:lnTo>
                  <a:lnTo>
                    <a:pt x="18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2"/>
            <p:cNvSpPr/>
            <p:nvPr/>
          </p:nvSpPr>
          <p:spPr>
            <a:xfrm>
              <a:off x="3382603" y="3055407"/>
              <a:ext cx="87398" cy="129556"/>
            </a:xfrm>
            <a:custGeom>
              <a:avLst/>
              <a:gdLst/>
              <a:ahLst/>
              <a:cxnLst/>
              <a:rect l="l" t="t" r="r" b="b"/>
              <a:pathLst>
                <a:path w="2666" h="3952" extrusionOk="0">
                  <a:moveTo>
                    <a:pt x="0" y="0"/>
                  </a:moveTo>
                  <a:lnTo>
                    <a:pt x="0" y="3951"/>
                  </a:lnTo>
                  <a:lnTo>
                    <a:pt x="2666" y="3951"/>
                  </a:lnTo>
                  <a:lnTo>
                    <a:pt x="266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2"/>
            <p:cNvSpPr/>
            <p:nvPr/>
          </p:nvSpPr>
          <p:spPr>
            <a:xfrm>
              <a:off x="3108119" y="3055407"/>
              <a:ext cx="249868" cy="129556"/>
            </a:xfrm>
            <a:custGeom>
              <a:avLst/>
              <a:gdLst/>
              <a:ahLst/>
              <a:cxnLst/>
              <a:rect l="l" t="t" r="r" b="b"/>
              <a:pathLst>
                <a:path w="7622" h="3952" extrusionOk="0">
                  <a:moveTo>
                    <a:pt x="1" y="0"/>
                  </a:moveTo>
                  <a:lnTo>
                    <a:pt x="1" y="3951"/>
                  </a:lnTo>
                  <a:lnTo>
                    <a:pt x="7621" y="3951"/>
                  </a:lnTo>
                  <a:lnTo>
                    <a:pt x="76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2"/>
            <p:cNvSpPr/>
            <p:nvPr/>
          </p:nvSpPr>
          <p:spPr>
            <a:xfrm>
              <a:off x="2833667" y="3055407"/>
              <a:ext cx="249835" cy="129556"/>
            </a:xfrm>
            <a:custGeom>
              <a:avLst/>
              <a:gdLst/>
              <a:ahLst/>
              <a:cxnLst/>
              <a:rect l="l" t="t" r="r" b="b"/>
              <a:pathLst>
                <a:path w="7621" h="3952" extrusionOk="0">
                  <a:moveTo>
                    <a:pt x="1" y="0"/>
                  </a:moveTo>
                  <a:lnTo>
                    <a:pt x="1" y="3951"/>
                  </a:lnTo>
                  <a:lnTo>
                    <a:pt x="7621" y="3951"/>
                  </a:lnTo>
                  <a:lnTo>
                    <a:pt x="76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2"/>
            <p:cNvSpPr/>
            <p:nvPr/>
          </p:nvSpPr>
          <p:spPr>
            <a:xfrm>
              <a:off x="2559216" y="3055407"/>
              <a:ext cx="249835" cy="129556"/>
            </a:xfrm>
            <a:custGeom>
              <a:avLst/>
              <a:gdLst/>
              <a:ahLst/>
              <a:cxnLst/>
              <a:rect l="l" t="t" r="r" b="b"/>
              <a:pathLst>
                <a:path w="7621" h="3952" extrusionOk="0">
                  <a:moveTo>
                    <a:pt x="0" y="0"/>
                  </a:moveTo>
                  <a:lnTo>
                    <a:pt x="0" y="3951"/>
                  </a:lnTo>
                  <a:lnTo>
                    <a:pt x="7620" y="3951"/>
                  </a:lnTo>
                  <a:lnTo>
                    <a:pt x="7620" y="0"/>
                  </a:lnTo>
                  <a:close/>
                </a:path>
              </a:pathLst>
            </a:custGeom>
            <a:solidFill>
              <a:srgbClr val="9B4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2"/>
            <p:cNvSpPr/>
            <p:nvPr/>
          </p:nvSpPr>
          <p:spPr>
            <a:xfrm>
              <a:off x="2284731" y="3055407"/>
              <a:ext cx="249803" cy="129556"/>
            </a:xfrm>
            <a:custGeom>
              <a:avLst/>
              <a:gdLst/>
              <a:ahLst/>
              <a:cxnLst/>
              <a:rect l="l" t="t" r="r" b="b"/>
              <a:pathLst>
                <a:path w="7620" h="3952" extrusionOk="0">
                  <a:moveTo>
                    <a:pt x="1" y="0"/>
                  </a:moveTo>
                  <a:lnTo>
                    <a:pt x="1" y="3951"/>
                  </a:lnTo>
                  <a:lnTo>
                    <a:pt x="7620" y="3951"/>
                  </a:lnTo>
                  <a:lnTo>
                    <a:pt x="76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2"/>
            <p:cNvSpPr/>
            <p:nvPr/>
          </p:nvSpPr>
          <p:spPr>
            <a:xfrm>
              <a:off x="2010280" y="3055407"/>
              <a:ext cx="249803" cy="129556"/>
            </a:xfrm>
            <a:custGeom>
              <a:avLst/>
              <a:gdLst/>
              <a:ahLst/>
              <a:cxnLst/>
              <a:rect l="l" t="t" r="r" b="b"/>
              <a:pathLst>
                <a:path w="7620" h="3952" extrusionOk="0">
                  <a:moveTo>
                    <a:pt x="0" y="0"/>
                  </a:moveTo>
                  <a:lnTo>
                    <a:pt x="0" y="3951"/>
                  </a:lnTo>
                  <a:lnTo>
                    <a:pt x="7619" y="3951"/>
                  </a:lnTo>
                  <a:lnTo>
                    <a:pt x="761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2"/>
            <p:cNvSpPr/>
            <p:nvPr/>
          </p:nvSpPr>
          <p:spPr>
            <a:xfrm>
              <a:off x="1798475" y="3055407"/>
              <a:ext cx="187123" cy="129556"/>
            </a:xfrm>
            <a:custGeom>
              <a:avLst/>
              <a:gdLst/>
              <a:ahLst/>
              <a:cxnLst/>
              <a:rect l="l" t="t" r="r" b="b"/>
              <a:pathLst>
                <a:path w="5708" h="3952" extrusionOk="0">
                  <a:moveTo>
                    <a:pt x="1" y="0"/>
                  </a:moveTo>
                  <a:lnTo>
                    <a:pt x="1" y="3951"/>
                  </a:lnTo>
                  <a:lnTo>
                    <a:pt x="5708" y="3951"/>
                  </a:lnTo>
                  <a:lnTo>
                    <a:pt x="57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2"/>
            <p:cNvSpPr/>
            <p:nvPr/>
          </p:nvSpPr>
          <p:spPr>
            <a:xfrm>
              <a:off x="3195516" y="2905297"/>
              <a:ext cx="249835" cy="129556"/>
            </a:xfrm>
            <a:custGeom>
              <a:avLst/>
              <a:gdLst/>
              <a:ahLst/>
              <a:cxnLst/>
              <a:rect l="l" t="t" r="r" b="b"/>
              <a:pathLst>
                <a:path w="7621" h="3952" extrusionOk="0">
                  <a:moveTo>
                    <a:pt x="0" y="1"/>
                  </a:moveTo>
                  <a:lnTo>
                    <a:pt x="0" y="3951"/>
                  </a:lnTo>
                  <a:lnTo>
                    <a:pt x="7621" y="3951"/>
                  </a:lnTo>
                  <a:lnTo>
                    <a:pt x="76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2"/>
            <p:cNvSpPr/>
            <p:nvPr/>
          </p:nvSpPr>
          <p:spPr>
            <a:xfrm>
              <a:off x="2922081" y="2905297"/>
              <a:ext cx="249803" cy="129556"/>
            </a:xfrm>
            <a:custGeom>
              <a:avLst/>
              <a:gdLst/>
              <a:ahLst/>
              <a:cxnLst/>
              <a:rect l="l" t="t" r="r" b="b"/>
              <a:pathLst>
                <a:path w="7620" h="3952" extrusionOk="0">
                  <a:moveTo>
                    <a:pt x="1" y="1"/>
                  </a:moveTo>
                  <a:lnTo>
                    <a:pt x="1" y="3951"/>
                  </a:lnTo>
                  <a:lnTo>
                    <a:pt x="7620" y="3951"/>
                  </a:lnTo>
                  <a:lnTo>
                    <a:pt x="762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2"/>
            <p:cNvSpPr/>
            <p:nvPr/>
          </p:nvSpPr>
          <p:spPr>
            <a:xfrm>
              <a:off x="2648613" y="2905297"/>
              <a:ext cx="249835" cy="129556"/>
            </a:xfrm>
            <a:custGeom>
              <a:avLst/>
              <a:gdLst/>
              <a:ahLst/>
              <a:cxnLst/>
              <a:rect l="l" t="t" r="r" b="b"/>
              <a:pathLst>
                <a:path w="7621" h="3952" extrusionOk="0">
                  <a:moveTo>
                    <a:pt x="1" y="1"/>
                  </a:moveTo>
                  <a:lnTo>
                    <a:pt x="1" y="3951"/>
                  </a:lnTo>
                  <a:lnTo>
                    <a:pt x="7621" y="3951"/>
                  </a:lnTo>
                  <a:lnTo>
                    <a:pt x="76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2"/>
            <p:cNvSpPr/>
            <p:nvPr/>
          </p:nvSpPr>
          <p:spPr>
            <a:xfrm>
              <a:off x="2375177" y="2905297"/>
              <a:ext cx="249868" cy="129556"/>
            </a:xfrm>
            <a:custGeom>
              <a:avLst/>
              <a:gdLst/>
              <a:ahLst/>
              <a:cxnLst/>
              <a:rect l="l" t="t" r="r" b="b"/>
              <a:pathLst>
                <a:path w="7622" h="3952" extrusionOk="0">
                  <a:moveTo>
                    <a:pt x="1" y="1"/>
                  </a:moveTo>
                  <a:lnTo>
                    <a:pt x="1" y="3951"/>
                  </a:lnTo>
                  <a:lnTo>
                    <a:pt x="7621" y="3951"/>
                  </a:lnTo>
                  <a:lnTo>
                    <a:pt x="76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2"/>
            <p:cNvSpPr/>
            <p:nvPr/>
          </p:nvSpPr>
          <p:spPr>
            <a:xfrm>
              <a:off x="2101775" y="2905297"/>
              <a:ext cx="249770" cy="129556"/>
            </a:xfrm>
            <a:custGeom>
              <a:avLst/>
              <a:gdLst/>
              <a:ahLst/>
              <a:cxnLst/>
              <a:rect l="l" t="t" r="r" b="b"/>
              <a:pathLst>
                <a:path w="7619" h="3952" extrusionOk="0">
                  <a:moveTo>
                    <a:pt x="0" y="1"/>
                  </a:moveTo>
                  <a:lnTo>
                    <a:pt x="0" y="3951"/>
                  </a:lnTo>
                  <a:lnTo>
                    <a:pt x="7619" y="3951"/>
                  </a:lnTo>
                  <a:lnTo>
                    <a:pt x="76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2"/>
            <p:cNvSpPr/>
            <p:nvPr/>
          </p:nvSpPr>
          <p:spPr>
            <a:xfrm>
              <a:off x="1828274" y="2905297"/>
              <a:ext cx="249868" cy="129556"/>
            </a:xfrm>
            <a:custGeom>
              <a:avLst/>
              <a:gdLst/>
              <a:ahLst/>
              <a:cxnLst/>
              <a:rect l="l" t="t" r="r" b="b"/>
              <a:pathLst>
                <a:path w="7622" h="3952" extrusionOk="0">
                  <a:moveTo>
                    <a:pt x="1" y="1"/>
                  </a:moveTo>
                  <a:lnTo>
                    <a:pt x="1" y="3951"/>
                  </a:lnTo>
                  <a:lnTo>
                    <a:pt x="7621" y="3951"/>
                  </a:lnTo>
                  <a:lnTo>
                    <a:pt x="76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2"/>
            <p:cNvSpPr/>
            <p:nvPr/>
          </p:nvSpPr>
          <p:spPr>
            <a:xfrm>
              <a:off x="3320908" y="2757286"/>
              <a:ext cx="149095" cy="129524"/>
            </a:xfrm>
            <a:custGeom>
              <a:avLst/>
              <a:gdLst/>
              <a:ahLst/>
              <a:cxnLst/>
              <a:rect l="l" t="t" r="r" b="b"/>
              <a:pathLst>
                <a:path w="4548" h="3951" extrusionOk="0">
                  <a:moveTo>
                    <a:pt x="1" y="0"/>
                  </a:moveTo>
                  <a:lnTo>
                    <a:pt x="1" y="3951"/>
                  </a:lnTo>
                  <a:lnTo>
                    <a:pt x="4548" y="3951"/>
                  </a:lnTo>
                  <a:lnTo>
                    <a:pt x="454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2"/>
            <p:cNvSpPr/>
            <p:nvPr/>
          </p:nvSpPr>
          <p:spPr>
            <a:xfrm>
              <a:off x="3046456" y="2757286"/>
              <a:ext cx="249835" cy="129524"/>
            </a:xfrm>
            <a:custGeom>
              <a:avLst/>
              <a:gdLst/>
              <a:ahLst/>
              <a:cxnLst/>
              <a:rect l="l" t="t" r="r" b="b"/>
              <a:pathLst>
                <a:path w="7621" h="3951" extrusionOk="0">
                  <a:moveTo>
                    <a:pt x="0" y="0"/>
                  </a:moveTo>
                  <a:lnTo>
                    <a:pt x="0" y="3951"/>
                  </a:lnTo>
                  <a:lnTo>
                    <a:pt x="7621" y="3951"/>
                  </a:lnTo>
                  <a:lnTo>
                    <a:pt x="76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2"/>
            <p:cNvSpPr/>
            <p:nvPr/>
          </p:nvSpPr>
          <p:spPr>
            <a:xfrm>
              <a:off x="2771972" y="2757286"/>
              <a:ext cx="249868" cy="129524"/>
            </a:xfrm>
            <a:custGeom>
              <a:avLst/>
              <a:gdLst/>
              <a:ahLst/>
              <a:cxnLst/>
              <a:rect l="l" t="t" r="r" b="b"/>
              <a:pathLst>
                <a:path w="7622" h="3951" extrusionOk="0">
                  <a:moveTo>
                    <a:pt x="1" y="0"/>
                  </a:moveTo>
                  <a:lnTo>
                    <a:pt x="1" y="3951"/>
                  </a:lnTo>
                  <a:lnTo>
                    <a:pt x="7621" y="3951"/>
                  </a:lnTo>
                  <a:lnTo>
                    <a:pt x="76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2"/>
            <p:cNvSpPr/>
            <p:nvPr/>
          </p:nvSpPr>
          <p:spPr>
            <a:xfrm>
              <a:off x="2497520" y="2757286"/>
              <a:ext cx="249835" cy="129524"/>
            </a:xfrm>
            <a:custGeom>
              <a:avLst/>
              <a:gdLst/>
              <a:ahLst/>
              <a:cxnLst/>
              <a:rect l="l" t="t" r="r" b="b"/>
              <a:pathLst>
                <a:path w="7621" h="3951" extrusionOk="0">
                  <a:moveTo>
                    <a:pt x="0" y="0"/>
                  </a:moveTo>
                  <a:lnTo>
                    <a:pt x="0" y="3951"/>
                  </a:lnTo>
                  <a:lnTo>
                    <a:pt x="7621" y="3951"/>
                  </a:lnTo>
                  <a:lnTo>
                    <a:pt x="7621" y="0"/>
                  </a:lnTo>
                  <a:close/>
                </a:path>
              </a:pathLst>
            </a:custGeom>
            <a:solidFill>
              <a:srgbClr val="9B4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2"/>
            <p:cNvSpPr/>
            <p:nvPr/>
          </p:nvSpPr>
          <p:spPr>
            <a:xfrm>
              <a:off x="2223068" y="2757286"/>
              <a:ext cx="249835" cy="129524"/>
            </a:xfrm>
            <a:custGeom>
              <a:avLst/>
              <a:gdLst/>
              <a:ahLst/>
              <a:cxnLst/>
              <a:rect l="l" t="t" r="r" b="b"/>
              <a:pathLst>
                <a:path w="7621" h="3951" extrusionOk="0">
                  <a:moveTo>
                    <a:pt x="0" y="0"/>
                  </a:moveTo>
                  <a:lnTo>
                    <a:pt x="0" y="3951"/>
                  </a:lnTo>
                  <a:lnTo>
                    <a:pt x="7620" y="3951"/>
                  </a:lnTo>
                  <a:lnTo>
                    <a:pt x="76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2"/>
            <p:cNvSpPr/>
            <p:nvPr/>
          </p:nvSpPr>
          <p:spPr>
            <a:xfrm>
              <a:off x="1948584" y="2757286"/>
              <a:ext cx="249803" cy="129524"/>
            </a:xfrm>
            <a:custGeom>
              <a:avLst/>
              <a:gdLst/>
              <a:ahLst/>
              <a:cxnLst/>
              <a:rect l="l" t="t" r="r" b="b"/>
              <a:pathLst>
                <a:path w="7620" h="3951" extrusionOk="0">
                  <a:moveTo>
                    <a:pt x="1" y="0"/>
                  </a:moveTo>
                  <a:lnTo>
                    <a:pt x="1" y="3951"/>
                  </a:lnTo>
                  <a:lnTo>
                    <a:pt x="7620" y="3951"/>
                  </a:lnTo>
                  <a:lnTo>
                    <a:pt x="76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2"/>
            <p:cNvSpPr/>
            <p:nvPr/>
          </p:nvSpPr>
          <p:spPr>
            <a:xfrm>
              <a:off x="1798475" y="2757286"/>
              <a:ext cx="125459" cy="129524"/>
            </a:xfrm>
            <a:custGeom>
              <a:avLst/>
              <a:gdLst/>
              <a:ahLst/>
              <a:cxnLst/>
              <a:rect l="l" t="t" r="r" b="b"/>
              <a:pathLst>
                <a:path w="3827" h="3951" extrusionOk="0">
                  <a:moveTo>
                    <a:pt x="1" y="0"/>
                  </a:moveTo>
                  <a:lnTo>
                    <a:pt x="1" y="3951"/>
                  </a:lnTo>
                  <a:lnTo>
                    <a:pt x="3826" y="3951"/>
                  </a:lnTo>
                  <a:lnTo>
                    <a:pt x="382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2"/>
            <p:cNvSpPr/>
            <p:nvPr/>
          </p:nvSpPr>
          <p:spPr>
            <a:xfrm>
              <a:off x="3257212" y="2611275"/>
              <a:ext cx="212791" cy="129589"/>
            </a:xfrm>
            <a:custGeom>
              <a:avLst/>
              <a:gdLst/>
              <a:ahLst/>
              <a:cxnLst/>
              <a:rect l="l" t="t" r="r" b="b"/>
              <a:pathLst>
                <a:path w="6491" h="3953" extrusionOk="0">
                  <a:moveTo>
                    <a:pt x="0" y="1"/>
                  </a:moveTo>
                  <a:lnTo>
                    <a:pt x="0" y="3953"/>
                  </a:lnTo>
                  <a:lnTo>
                    <a:pt x="6491" y="3953"/>
                  </a:lnTo>
                  <a:lnTo>
                    <a:pt x="649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2"/>
            <p:cNvSpPr/>
            <p:nvPr/>
          </p:nvSpPr>
          <p:spPr>
            <a:xfrm>
              <a:off x="2982400" y="2611275"/>
              <a:ext cx="249835" cy="129589"/>
            </a:xfrm>
            <a:custGeom>
              <a:avLst/>
              <a:gdLst/>
              <a:ahLst/>
              <a:cxnLst/>
              <a:rect l="l" t="t" r="r" b="b"/>
              <a:pathLst>
                <a:path w="7621" h="3953" extrusionOk="0">
                  <a:moveTo>
                    <a:pt x="0" y="1"/>
                  </a:moveTo>
                  <a:lnTo>
                    <a:pt x="0" y="3953"/>
                  </a:lnTo>
                  <a:lnTo>
                    <a:pt x="7620" y="3953"/>
                  </a:lnTo>
                  <a:lnTo>
                    <a:pt x="762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2"/>
            <p:cNvSpPr/>
            <p:nvPr/>
          </p:nvSpPr>
          <p:spPr>
            <a:xfrm>
              <a:off x="2707588" y="2611275"/>
              <a:ext cx="249835" cy="129589"/>
            </a:xfrm>
            <a:custGeom>
              <a:avLst/>
              <a:gdLst/>
              <a:ahLst/>
              <a:cxnLst/>
              <a:rect l="l" t="t" r="r" b="b"/>
              <a:pathLst>
                <a:path w="7621" h="3953" extrusionOk="0">
                  <a:moveTo>
                    <a:pt x="0" y="1"/>
                  </a:moveTo>
                  <a:lnTo>
                    <a:pt x="0" y="3953"/>
                  </a:lnTo>
                  <a:lnTo>
                    <a:pt x="7620" y="3953"/>
                  </a:lnTo>
                  <a:lnTo>
                    <a:pt x="762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2"/>
            <p:cNvSpPr/>
            <p:nvPr/>
          </p:nvSpPr>
          <p:spPr>
            <a:xfrm>
              <a:off x="2432775" y="2611275"/>
              <a:ext cx="249770" cy="129589"/>
            </a:xfrm>
            <a:custGeom>
              <a:avLst/>
              <a:gdLst/>
              <a:ahLst/>
              <a:cxnLst/>
              <a:rect l="l" t="t" r="r" b="b"/>
              <a:pathLst>
                <a:path w="7619" h="3953" extrusionOk="0">
                  <a:moveTo>
                    <a:pt x="0" y="1"/>
                  </a:moveTo>
                  <a:lnTo>
                    <a:pt x="0" y="3953"/>
                  </a:lnTo>
                  <a:lnTo>
                    <a:pt x="7619" y="3953"/>
                  </a:lnTo>
                  <a:lnTo>
                    <a:pt x="76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2"/>
            <p:cNvSpPr/>
            <p:nvPr/>
          </p:nvSpPr>
          <p:spPr>
            <a:xfrm>
              <a:off x="2157963" y="2611275"/>
              <a:ext cx="249803" cy="129589"/>
            </a:xfrm>
            <a:custGeom>
              <a:avLst/>
              <a:gdLst/>
              <a:ahLst/>
              <a:cxnLst/>
              <a:rect l="l" t="t" r="r" b="b"/>
              <a:pathLst>
                <a:path w="7620" h="3953" extrusionOk="0">
                  <a:moveTo>
                    <a:pt x="0" y="1"/>
                  </a:moveTo>
                  <a:lnTo>
                    <a:pt x="0" y="3953"/>
                  </a:lnTo>
                  <a:lnTo>
                    <a:pt x="7619" y="3953"/>
                  </a:lnTo>
                  <a:lnTo>
                    <a:pt x="76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2"/>
            <p:cNvSpPr/>
            <p:nvPr/>
          </p:nvSpPr>
          <p:spPr>
            <a:xfrm>
              <a:off x="1883151" y="2611275"/>
              <a:ext cx="249803" cy="129589"/>
            </a:xfrm>
            <a:custGeom>
              <a:avLst/>
              <a:gdLst/>
              <a:ahLst/>
              <a:cxnLst/>
              <a:rect l="l" t="t" r="r" b="b"/>
              <a:pathLst>
                <a:path w="7620" h="3953" extrusionOk="0">
                  <a:moveTo>
                    <a:pt x="0" y="1"/>
                  </a:moveTo>
                  <a:lnTo>
                    <a:pt x="0" y="3953"/>
                  </a:lnTo>
                  <a:lnTo>
                    <a:pt x="7619" y="3953"/>
                  </a:lnTo>
                  <a:lnTo>
                    <a:pt x="76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2"/>
            <p:cNvSpPr/>
            <p:nvPr/>
          </p:nvSpPr>
          <p:spPr>
            <a:xfrm>
              <a:off x="1798475" y="2611275"/>
              <a:ext cx="59664" cy="129589"/>
            </a:xfrm>
            <a:custGeom>
              <a:avLst/>
              <a:gdLst/>
              <a:ahLst/>
              <a:cxnLst/>
              <a:rect l="l" t="t" r="r" b="b"/>
              <a:pathLst>
                <a:path w="1820" h="3953" extrusionOk="0">
                  <a:moveTo>
                    <a:pt x="1" y="1"/>
                  </a:moveTo>
                  <a:lnTo>
                    <a:pt x="1" y="3953"/>
                  </a:lnTo>
                  <a:lnTo>
                    <a:pt x="1819" y="3953"/>
                  </a:lnTo>
                  <a:lnTo>
                    <a:pt x="18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2"/>
            <p:cNvSpPr/>
            <p:nvPr/>
          </p:nvSpPr>
          <p:spPr>
            <a:xfrm>
              <a:off x="3382603" y="2463264"/>
              <a:ext cx="87398" cy="129524"/>
            </a:xfrm>
            <a:custGeom>
              <a:avLst/>
              <a:gdLst/>
              <a:ahLst/>
              <a:cxnLst/>
              <a:rect l="l" t="t" r="r" b="b"/>
              <a:pathLst>
                <a:path w="2666" h="3951" extrusionOk="0">
                  <a:moveTo>
                    <a:pt x="0" y="0"/>
                  </a:moveTo>
                  <a:lnTo>
                    <a:pt x="0" y="3951"/>
                  </a:lnTo>
                  <a:lnTo>
                    <a:pt x="2666" y="3951"/>
                  </a:lnTo>
                  <a:lnTo>
                    <a:pt x="266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2"/>
            <p:cNvSpPr/>
            <p:nvPr/>
          </p:nvSpPr>
          <p:spPr>
            <a:xfrm>
              <a:off x="3108119" y="2463264"/>
              <a:ext cx="249868" cy="129524"/>
            </a:xfrm>
            <a:custGeom>
              <a:avLst/>
              <a:gdLst/>
              <a:ahLst/>
              <a:cxnLst/>
              <a:rect l="l" t="t" r="r" b="b"/>
              <a:pathLst>
                <a:path w="7622" h="3951" extrusionOk="0">
                  <a:moveTo>
                    <a:pt x="1" y="0"/>
                  </a:moveTo>
                  <a:lnTo>
                    <a:pt x="1" y="3951"/>
                  </a:lnTo>
                  <a:lnTo>
                    <a:pt x="7621" y="3951"/>
                  </a:lnTo>
                  <a:lnTo>
                    <a:pt x="76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2"/>
            <p:cNvSpPr/>
            <p:nvPr/>
          </p:nvSpPr>
          <p:spPr>
            <a:xfrm>
              <a:off x="2833667" y="2463264"/>
              <a:ext cx="249835" cy="129524"/>
            </a:xfrm>
            <a:custGeom>
              <a:avLst/>
              <a:gdLst/>
              <a:ahLst/>
              <a:cxnLst/>
              <a:rect l="l" t="t" r="r" b="b"/>
              <a:pathLst>
                <a:path w="7621" h="3951" extrusionOk="0">
                  <a:moveTo>
                    <a:pt x="1" y="0"/>
                  </a:moveTo>
                  <a:lnTo>
                    <a:pt x="1" y="3951"/>
                  </a:lnTo>
                  <a:lnTo>
                    <a:pt x="7621" y="3951"/>
                  </a:lnTo>
                  <a:lnTo>
                    <a:pt x="76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32"/>
            <p:cNvSpPr/>
            <p:nvPr/>
          </p:nvSpPr>
          <p:spPr>
            <a:xfrm>
              <a:off x="2559216" y="2463264"/>
              <a:ext cx="249835" cy="129524"/>
            </a:xfrm>
            <a:custGeom>
              <a:avLst/>
              <a:gdLst/>
              <a:ahLst/>
              <a:cxnLst/>
              <a:rect l="l" t="t" r="r" b="b"/>
              <a:pathLst>
                <a:path w="7621" h="3951" extrusionOk="0">
                  <a:moveTo>
                    <a:pt x="0" y="0"/>
                  </a:moveTo>
                  <a:lnTo>
                    <a:pt x="0" y="3951"/>
                  </a:lnTo>
                  <a:lnTo>
                    <a:pt x="7620" y="3951"/>
                  </a:lnTo>
                  <a:lnTo>
                    <a:pt x="76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2"/>
            <p:cNvSpPr/>
            <p:nvPr/>
          </p:nvSpPr>
          <p:spPr>
            <a:xfrm>
              <a:off x="2284731" y="2463264"/>
              <a:ext cx="249803" cy="129524"/>
            </a:xfrm>
            <a:custGeom>
              <a:avLst/>
              <a:gdLst/>
              <a:ahLst/>
              <a:cxnLst/>
              <a:rect l="l" t="t" r="r" b="b"/>
              <a:pathLst>
                <a:path w="7620" h="3951" extrusionOk="0">
                  <a:moveTo>
                    <a:pt x="1" y="0"/>
                  </a:moveTo>
                  <a:lnTo>
                    <a:pt x="1" y="3951"/>
                  </a:lnTo>
                  <a:lnTo>
                    <a:pt x="7620" y="3951"/>
                  </a:lnTo>
                  <a:lnTo>
                    <a:pt x="76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2"/>
            <p:cNvSpPr/>
            <p:nvPr/>
          </p:nvSpPr>
          <p:spPr>
            <a:xfrm>
              <a:off x="2010280" y="2463264"/>
              <a:ext cx="249803" cy="129524"/>
            </a:xfrm>
            <a:custGeom>
              <a:avLst/>
              <a:gdLst/>
              <a:ahLst/>
              <a:cxnLst/>
              <a:rect l="l" t="t" r="r" b="b"/>
              <a:pathLst>
                <a:path w="7620" h="3951" extrusionOk="0">
                  <a:moveTo>
                    <a:pt x="0" y="0"/>
                  </a:moveTo>
                  <a:lnTo>
                    <a:pt x="0" y="3951"/>
                  </a:lnTo>
                  <a:lnTo>
                    <a:pt x="7619" y="3951"/>
                  </a:lnTo>
                  <a:lnTo>
                    <a:pt x="761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2"/>
            <p:cNvSpPr/>
            <p:nvPr/>
          </p:nvSpPr>
          <p:spPr>
            <a:xfrm>
              <a:off x="1798475" y="2463264"/>
              <a:ext cx="187123" cy="129524"/>
            </a:xfrm>
            <a:custGeom>
              <a:avLst/>
              <a:gdLst/>
              <a:ahLst/>
              <a:cxnLst/>
              <a:rect l="l" t="t" r="r" b="b"/>
              <a:pathLst>
                <a:path w="5708" h="3951" extrusionOk="0">
                  <a:moveTo>
                    <a:pt x="1" y="0"/>
                  </a:moveTo>
                  <a:lnTo>
                    <a:pt x="1" y="3951"/>
                  </a:lnTo>
                  <a:lnTo>
                    <a:pt x="5708" y="3951"/>
                  </a:lnTo>
                  <a:lnTo>
                    <a:pt x="57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32"/>
            <p:cNvSpPr/>
            <p:nvPr/>
          </p:nvSpPr>
          <p:spPr>
            <a:xfrm>
              <a:off x="1798475" y="2384095"/>
              <a:ext cx="1671547" cy="123393"/>
            </a:xfrm>
            <a:custGeom>
              <a:avLst/>
              <a:gdLst/>
              <a:ahLst/>
              <a:cxnLst/>
              <a:rect l="l" t="t" r="r" b="b"/>
              <a:pathLst>
                <a:path w="50989" h="3764" extrusionOk="0">
                  <a:moveTo>
                    <a:pt x="1" y="1"/>
                  </a:moveTo>
                  <a:lnTo>
                    <a:pt x="1" y="3764"/>
                  </a:lnTo>
                  <a:lnTo>
                    <a:pt x="50989" y="3764"/>
                  </a:lnTo>
                  <a:lnTo>
                    <a:pt x="509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2"/>
            <p:cNvSpPr/>
            <p:nvPr/>
          </p:nvSpPr>
          <p:spPr>
            <a:xfrm>
              <a:off x="947321" y="2377965"/>
              <a:ext cx="882046" cy="1279829"/>
            </a:xfrm>
            <a:custGeom>
              <a:avLst/>
              <a:gdLst/>
              <a:ahLst/>
              <a:cxnLst/>
              <a:rect l="l" t="t" r="r" b="b"/>
              <a:pathLst>
                <a:path w="26906" h="39040" extrusionOk="0">
                  <a:moveTo>
                    <a:pt x="0" y="0"/>
                  </a:moveTo>
                  <a:lnTo>
                    <a:pt x="0" y="39040"/>
                  </a:lnTo>
                  <a:lnTo>
                    <a:pt x="26906" y="39040"/>
                  </a:lnTo>
                  <a:lnTo>
                    <a:pt x="269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2"/>
            <p:cNvSpPr/>
            <p:nvPr/>
          </p:nvSpPr>
          <p:spPr>
            <a:xfrm>
              <a:off x="1657643" y="3497408"/>
              <a:ext cx="171715" cy="129589"/>
            </a:xfrm>
            <a:custGeom>
              <a:avLst/>
              <a:gdLst/>
              <a:ahLst/>
              <a:cxnLst/>
              <a:rect l="l" t="t" r="r" b="b"/>
              <a:pathLst>
                <a:path w="5238" h="3953" extrusionOk="0">
                  <a:moveTo>
                    <a:pt x="0" y="0"/>
                  </a:moveTo>
                  <a:lnTo>
                    <a:pt x="0" y="3952"/>
                  </a:lnTo>
                  <a:lnTo>
                    <a:pt x="5238" y="3952"/>
                  </a:lnTo>
                  <a:lnTo>
                    <a:pt x="5238"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2"/>
            <p:cNvSpPr/>
            <p:nvPr/>
          </p:nvSpPr>
          <p:spPr>
            <a:xfrm>
              <a:off x="1384208" y="3497408"/>
              <a:ext cx="249868" cy="129589"/>
            </a:xfrm>
            <a:custGeom>
              <a:avLst/>
              <a:gdLst/>
              <a:ahLst/>
              <a:cxnLst/>
              <a:rect l="l" t="t" r="r" b="b"/>
              <a:pathLst>
                <a:path w="7622" h="3953" extrusionOk="0">
                  <a:moveTo>
                    <a:pt x="1" y="0"/>
                  </a:moveTo>
                  <a:lnTo>
                    <a:pt x="1" y="3952"/>
                  </a:lnTo>
                  <a:lnTo>
                    <a:pt x="7621" y="3952"/>
                  </a:lnTo>
                  <a:lnTo>
                    <a:pt x="7621" y="0"/>
                  </a:lnTo>
                  <a:close/>
                </a:path>
              </a:pathLst>
            </a:custGeom>
            <a:solidFill>
              <a:srgbClr val="6325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2"/>
            <p:cNvSpPr/>
            <p:nvPr/>
          </p:nvSpPr>
          <p:spPr>
            <a:xfrm>
              <a:off x="1110805" y="3497408"/>
              <a:ext cx="249770" cy="129589"/>
            </a:xfrm>
            <a:custGeom>
              <a:avLst/>
              <a:gdLst/>
              <a:ahLst/>
              <a:cxnLst/>
              <a:rect l="l" t="t" r="r" b="b"/>
              <a:pathLst>
                <a:path w="7619" h="3953" extrusionOk="0">
                  <a:moveTo>
                    <a:pt x="0" y="0"/>
                  </a:moveTo>
                  <a:lnTo>
                    <a:pt x="0" y="3952"/>
                  </a:lnTo>
                  <a:lnTo>
                    <a:pt x="7619" y="3952"/>
                  </a:lnTo>
                  <a:lnTo>
                    <a:pt x="7619" y="0"/>
                  </a:lnTo>
                  <a:close/>
                </a:path>
              </a:pathLst>
            </a:custGeom>
            <a:solidFill>
              <a:srgbClr val="6B2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2"/>
            <p:cNvSpPr/>
            <p:nvPr/>
          </p:nvSpPr>
          <p:spPr>
            <a:xfrm>
              <a:off x="947321" y="3497408"/>
              <a:ext cx="139850" cy="129589"/>
            </a:xfrm>
            <a:custGeom>
              <a:avLst/>
              <a:gdLst/>
              <a:ahLst/>
              <a:cxnLst/>
              <a:rect l="l" t="t" r="r" b="b"/>
              <a:pathLst>
                <a:path w="4266" h="3953" extrusionOk="0">
                  <a:moveTo>
                    <a:pt x="0" y="0"/>
                  </a:moveTo>
                  <a:lnTo>
                    <a:pt x="0" y="3952"/>
                  </a:lnTo>
                  <a:lnTo>
                    <a:pt x="4265" y="3952"/>
                  </a:lnTo>
                  <a:lnTo>
                    <a:pt x="4265" y="0"/>
                  </a:lnTo>
                  <a:close/>
                </a:path>
              </a:pathLst>
            </a:custGeom>
            <a:solidFill>
              <a:srgbClr val="6325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2"/>
            <p:cNvSpPr/>
            <p:nvPr/>
          </p:nvSpPr>
          <p:spPr>
            <a:xfrm>
              <a:off x="1783100" y="3349364"/>
              <a:ext cx="46256" cy="129556"/>
            </a:xfrm>
            <a:custGeom>
              <a:avLst/>
              <a:gdLst/>
              <a:ahLst/>
              <a:cxnLst/>
              <a:rect l="l" t="t" r="r" b="b"/>
              <a:pathLst>
                <a:path w="1411" h="3952" extrusionOk="0">
                  <a:moveTo>
                    <a:pt x="0" y="1"/>
                  </a:moveTo>
                  <a:lnTo>
                    <a:pt x="0" y="3951"/>
                  </a:lnTo>
                  <a:lnTo>
                    <a:pt x="1411" y="3951"/>
                  </a:lnTo>
                  <a:lnTo>
                    <a:pt x="1411"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2"/>
            <p:cNvSpPr/>
            <p:nvPr/>
          </p:nvSpPr>
          <p:spPr>
            <a:xfrm>
              <a:off x="1508583" y="3349364"/>
              <a:ext cx="249835" cy="129556"/>
            </a:xfrm>
            <a:custGeom>
              <a:avLst/>
              <a:gdLst/>
              <a:ahLst/>
              <a:cxnLst/>
              <a:rect l="l" t="t" r="r" b="b"/>
              <a:pathLst>
                <a:path w="7621" h="3952" extrusionOk="0">
                  <a:moveTo>
                    <a:pt x="0" y="1"/>
                  </a:moveTo>
                  <a:lnTo>
                    <a:pt x="0" y="3951"/>
                  </a:lnTo>
                  <a:lnTo>
                    <a:pt x="7621" y="3951"/>
                  </a:lnTo>
                  <a:lnTo>
                    <a:pt x="7621"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2"/>
            <p:cNvSpPr/>
            <p:nvPr/>
          </p:nvSpPr>
          <p:spPr>
            <a:xfrm>
              <a:off x="1234098" y="3349364"/>
              <a:ext cx="249868" cy="129556"/>
            </a:xfrm>
            <a:custGeom>
              <a:avLst/>
              <a:gdLst/>
              <a:ahLst/>
              <a:cxnLst/>
              <a:rect l="l" t="t" r="r" b="b"/>
              <a:pathLst>
                <a:path w="7622" h="3952" extrusionOk="0">
                  <a:moveTo>
                    <a:pt x="1" y="1"/>
                  </a:moveTo>
                  <a:lnTo>
                    <a:pt x="1" y="3951"/>
                  </a:lnTo>
                  <a:lnTo>
                    <a:pt x="7621" y="3951"/>
                  </a:lnTo>
                  <a:lnTo>
                    <a:pt x="7621" y="1"/>
                  </a:lnTo>
                  <a:close/>
                </a:path>
              </a:pathLst>
            </a:custGeom>
            <a:solidFill>
              <a:srgbClr val="6325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2"/>
            <p:cNvSpPr/>
            <p:nvPr/>
          </p:nvSpPr>
          <p:spPr>
            <a:xfrm>
              <a:off x="959647" y="3349364"/>
              <a:ext cx="249835" cy="129556"/>
            </a:xfrm>
            <a:custGeom>
              <a:avLst/>
              <a:gdLst/>
              <a:ahLst/>
              <a:cxnLst/>
              <a:rect l="l" t="t" r="r" b="b"/>
              <a:pathLst>
                <a:path w="7621" h="3952" extrusionOk="0">
                  <a:moveTo>
                    <a:pt x="1" y="1"/>
                  </a:moveTo>
                  <a:lnTo>
                    <a:pt x="1" y="3951"/>
                  </a:lnTo>
                  <a:lnTo>
                    <a:pt x="7621" y="3951"/>
                  </a:lnTo>
                  <a:lnTo>
                    <a:pt x="7621" y="1"/>
                  </a:lnTo>
                  <a:close/>
                </a:path>
              </a:pathLst>
            </a:custGeom>
            <a:solidFill>
              <a:srgbClr val="6325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2"/>
            <p:cNvSpPr/>
            <p:nvPr/>
          </p:nvSpPr>
          <p:spPr>
            <a:xfrm>
              <a:off x="1719339" y="3203418"/>
              <a:ext cx="110018" cy="129556"/>
            </a:xfrm>
            <a:custGeom>
              <a:avLst/>
              <a:gdLst/>
              <a:ahLst/>
              <a:cxnLst/>
              <a:rect l="l" t="t" r="r" b="b"/>
              <a:pathLst>
                <a:path w="3356" h="3952" extrusionOk="0">
                  <a:moveTo>
                    <a:pt x="0" y="1"/>
                  </a:moveTo>
                  <a:lnTo>
                    <a:pt x="0" y="3951"/>
                  </a:lnTo>
                  <a:lnTo>
                    <a:pt x="3356" y="3951"/>
                  </a:lnTo>
                  <a:lnTo>
                    <a:pt x="3356"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2"/>
            <p:cNvSpPr/>
            <p:nvPr/>
          </p:nvSpPr>
          <p:spPr>
            <a:xfrm>
              <a:off x="1444527" y="3203418"/>
              <a:ext cx="249835" cy="129556"/>
            </a:xfrm>
            <a:custGeom>
              <a:avLst/>
              <a:gdLst/>
              <a:ahLst/>
              <a:cxnLst/>
              <a:rect l="l" t="t" r="r" b="b"/>
              <a:pathLst>
                <a:path w="7621" h="3952" extrusionOk="0">
                  <a:moveTo>
                    <a:pt x="0" y="1"/>
                  </a:moveTo>
                  <a:lnTo>
                    <a:pt x="0" y="3951"/>
                  </a:lnTo>
                  <a:lnTo>
                    <a:pt x="7620" y="3951"/>
                  </a:lnTo>
                  <a:lnTo>
                    <a:pt x="7620"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2"/>
            <p:cNvSpPr/>
            <p:nvPr/>
          </p:nvSpPr>
          <p:spPr>
            <a:xfrm>
              <a:off x="1169714" y="3203418"/>
              <a:ext cx="249835" cy="129556"/>
            </a:xfrm>
            <a:custGeom>
              <a:avLst/>
              <a:gdLst/>
              <a:ahLst/>
              <a:cxnLst/>
              <a:rect l="l" t="t" r="r" b="b"/>
              <a:pathLst>
                <a:path w="7621" h="3952" extrusionOk="0">
                  <a:moveTo>
                    <a:pt x="0" y="1"/>
                  </a:moveTo>
                  <a:lnTo>
                    <a:pt x="0" y="3951"/>
                  </a:lnTo>
                  <a:lnTo>
                    <a:pt x="7620" y="3951"/>
                  </a:lnTo>
                  <a:lnTo>
                    <a:pt x="7620"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2"/>
            <p:cNvSpPr/>
            <p:nvPr/>
          </p:nvSpPr>
          <p:spPr>
            <a:xfrm>
              <a:off x="947321" y="3203418"/>
              <a:ext cx="197416" cy="129556"/>
            </a:xfrm>
            <a:custGeom>
              <a:avLst/>
              <a:gdLst/>
              <a:ahLst/>
              <a:cxnLst/>
              <a:rect l="l" t="t" r="r" b="b"/>
              <a:pathLst>
                <a:path w="6022" h="3952" extrusionOk="0">
                  <a:moveTo>
                    <a:pt x="0" y="1"/>
                  </a:moveTo>
                  <a:lnTo>
                    <a:pt x="0" y="3951"/>
                  </a:lnTo>
                  <a:lnTo>
                    <a:pt x="6022" y="3951"/>
                  </a:lnTo>
                  <a:lnTo>
                    <a:pt x="6022" y="1"/>
                  </a:lnTo>
                  <a:close/>
                </a:path>
              </a:pathLst>
            </a:custGeom>
            <a:solidFill>
              <a:srgbClr val="6B2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2"/>
            <p:cNvSpPr/>
            <p:nvPr/>
          </p:nvSpPr>
          <p:spPr>
            <a:xfrm>
              <a:off x="1570246" y="3055407"/>
              <a:ext cx="249868" cy="129556"/>
            </a:xfrm>
            <a:custGeom>
              <a:avLst/>
              <a:gdLst/>
              <a:ahLst/>
              <a:cxnLst/>
              <a:rect l="l" t="t" r="r" b="b"/>
              <a:pathLst>
                <a:path w="7622" h="3952" extrusionOk="0">
                  <a:moveTo>
                    <a:pt x="1" y="0"/>
                  </a:moveTo>
                  <a:lnTo>
                    <a:pt x="1" y="3951"/>
                  </a:lnTo>
                  <a:lnTo>
                    <a:pt x="7621" y="3951"/>
                  </a:lnTo>
                  <a:lnTo>
                    <a:pt x="7621"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2"/>
            <p:cNvSpPr/>
            <p:nvPr/>
          </p:nvSpPr>
          <p:spPr>
            <a:xfrm>
              <a:off x="1295794" y="3055407"/>
              <a:ext cx="249835" cy="129556"/>
            </a:xfrm>
            <a:custGeom>
              <a:avLst/>
              <a:gdLst/>
              <a:ahLst/>
              <a:cxnLst/>
              <a:rect l="l" t="t" r="r" b="b"/>
              <a:pathLst>
                <a:path w="7621" h="3952" extrusionOk="0">
                  <a:moveTo>
                    <a:pt x="1" y="0"/>
                  </a:moveTo>
                  <a:lnTo>
                    <a:pt x="1" y="3951"/>
                  </a:lnTo>
                  <a:lnTo>
                    <a:pt x="7621" y="3951"/>
                  </a:lnTo>
                  <a:lnTo>
                    <a:pt x="7621"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2"/>
            <p:cNvSpPr/>
            <p:nvPr/>
          </p:nvSpPr>
          <p:spPr>
            <a:xfrm>
              <a:off x="1021343" y="3055407"/>
              <a:ext cx="249835" cy="129556"/>
            </a:xfrm>
            <a:custGeom>
              <a:avLst/>
              <a:gdLst/>
              <a:ahLst/>
              <a:cxnLst/>
              <a:rect l="l" t="t" r="r" b="b"/>
              <a:pathLst>
                <a:path w="7621" h="3952" extrusionOk="0">
                  <a:moveTo>
                    <a:pt x="0" y="0"/>
                  </a:moveTo>
                  <a:lnTo>
                    <a:pt x="0" y="3951"/>
                  </a:lnTo>
                  <a:lnTo>
                    <a:pt x="7621" y="3951"/>
                  </a:lnTo>
                  <a:lnTo>
                    <a:pt x="7621"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2"/>
            <p:cNvSpPr/>
            <p:nvPr/>
          </p:nvSpPr>
          <p:spPr>
            <a:xfrm>
              <a:off x="947321" y="3055407"/>
              <a:ext cx="49403" cy="129556"/>
            </a:xfrm>
            <a:custGeom>
              <a:avLst/>
              <a:gdLst/>
              <a:ahLst/>
              <a:cxnLst/>
              <a:rect l="l" t="t" r="r" b="b"/>
              <a:pathLst>
                <a:path w="1507" h="3952" extrusionOk="0">
                  <a:moveTo>
                    <a:pt x="0" y="0"/>
                  </a:moveTo>
                  <a:lnTo>
                    <a:pt x="0" y="3951"/>
                  </a:lnTo>
                  <a:lnTo>
                    <a:pt x="1506" y="3951"/>
                  </a:lnTo>
                  <a:lnTo>
                    <a:pt x="1506" y="0"/>
                  </a:lnTo>
                  <a:close/>
                </a:path>
              </a:pathLst>
            </a:custGeom>
            <a:solidFill>
              <a:srgbClr val="6325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2"/>
            <p:cNvSpPr/>
            <p:nvPr/>
          </p:nvSpPr>
          <p:spPr>
            <a:xfrm>
              <a:off x="1657643" y="2905297"/>
              <a:ext cx="171715" cy="129556"/>
            </a:xfrm>
            <a:custGeom>
              <a:avLst/>
              <a:gdLst/>
              <a:ahLst/>
              <a:cxnLst/>
              <a:rect l="l" t="t" r="r" b="b"/>
              <a:pathLst>
                <a:path w="5238" h="3952" extrusionOk="0">
                  <a:moveTo>
                    <a:pt x="0" y="1"/>
                  </a:moveTo>
                  <a:lnTo>
                    <a:pt x="0" y="3951"/>
                  </a:lnTo>
                  <a:lnTo>
                    <a:pt x="5238" y="3951"/>
                  </a:lnTo>
                  <a:lnTo>
                    <a:pt x="5238"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2"/>
            <p:cNvSpPr/>
            <p:nvPr/>
          </p:nvSpPr>
          <p:spPr>
            <a:xfrm>
              <a:off x="1384208" y="2905297"/>
              <a:ext cx="249868" cy="129556"/>
            </a:xfrm>
            <a:custGeom>
              <a:avLst/>
              <a:gdLst/>
              <a:ahLst/>
              <a:cxnLst/>
              <a:rect l="l" t="t" r="r" b="b"/>
              <a:pathLst>
                <a:path w="7622" h="3952" extrusionOk="0">
                  <a:moveTo>
                    <a:pt x="1" y="1"/>
                  </a:moveTo>
                  <a:lnTo>
                    <a:pt x="1" y="3951"/>
                  </a:lnTo>
                  <a:lnTo>
                    <a:pt x="7621" y="3951"/>
                  </a:lnTo>
                  <a:lnTo>
                    <a:pt x="7621"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2"/>
            <p:cNvSpPr/>
            <p:nvPr/>
          </p:nvSpPr>
          <p:spPr>
            <a:xfrm>
              <a:off x="1110805" y="2905297"/>
              <a:ext cx="249770" cy="129556"/>
            </a:xfrm>
            <a:custGeom>
              <a:avLst/>
              <a:gdLst/>
              <a:ahLst/>
              <a:cxnLst/>
              <a:rect l="l" t="t" r="r" b="b"/>
              <a:pathLst>
                <a:path w="7619" h="3952" extrusionOk="0">
                  <a:moveTo>
                    <a:pt x="0" y="1"/>
                  </a:moveTo>
                  <a:lnTo>
                    <a:pt x="0" y="3951"/>
                  </a:lnTo>
                  <a:lnTo>
                    <a:pt x="7619" y="3951"/>
                  </a:lnTo>
                  <a:lnTo>
                    <a:pt x="7619"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2"/>
            <p:cNvSpPr/>
            <p:nvPr/>
          </p:nvSpPr>
          <p:spPr>
            <a:xfrm>
              <a:off x="947321" y="2905297"/>
              <a:ext cx="139850" cy="129556"/>
            </a:xfrm>
            <a:custGeom>
              <a:avLst/>
              <a:gdLst/>
              <a:ahLst/>
              <a:cxnLst/>
              <a:rect l="l" t="t" r="r" b="b"/>
              <a:pathLst>
                <a:path w="4266" h="3952" extrusionOk="0">
                  <a:moveTo>
                    <a:pt x="0" y="1"/>
                  </a:moveTo>
                  <a:lnTo>
                    <a:pt x="0" y="3951"/>
                  </a:lnTo>
                  <a:lnTo>
                    <a:pt x="4265" y="3951"/>
                  </a:lnTo>
                  <a:lnTo>
                    <a:pt x="4265"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2"/>
            <p:cNvSpPr/>
            <p:nvPr/>
          </p:nvSpPr>
          <p:spPr>
            <a:xfrm>
              <a:off x="1783100" y="2757286"/>
              <a:ext cx="46256" cy="129524"/>
            </a:xfrm>
            <a:custGeom>
              <a:avLst/>
              <a:gdLst/>
              <a:ahLst/>
              <a:cxnLst/>
              <a:rect l="l" t="t" r="r" b="b"/>
              <a:pathLst>
                <a:path w="1411" h="3951" extrusionOk="0">
                  <a:moveTo>
                    <a:pt x="0" y="0"/>
                  </a:moveTo>
                  <a:lnTo>
                    <a:pt x="0" y="3951"/>
                  </a:lnTo>
                  <a:lnTo>
                    <a:pt x="1411" y="3951"/>
                  </a:lnTo>
                  <a:lnTo>
                    <a:pt x="1411"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2"/>
            <p:cNvSpPr/>
            <p:nvPr/>
          </p:nvSpPr>
          <p:spPr>
            <a:xfrm>
              <a:off x="1508583" y="2757286"/>
              <a:ext cx="249835" cy="129524"/>
            </a:xfrm>
            <a:custGeom>
              <a:avLst/>
              <a:gdLst/>
              <a:ahLst/>
              <a:cxnLst/>
              <a:rect l="l" t="t" r="r" b="b"/>
              <a:pathLst>
                <a:path w="7621" h="3951" extrusionOk="0">
                  <a:moveTo>
                    <a:pt x="0" y="0"/>
                  </a:moveTo>
                  <a:lnTo>
                    <a:pt x="0" y="3951"/>
                  </a:lnTo>
                  <a:lnTo>
                    <a:pt x="7621" y="3951"/>
                  </a:lnTo>
                  <a:lnTo>
                    <a:pt x="7621"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2"/>
            <p:cNvSpPr/>
            <p:nvPr/>
          </p:nvSpPr>
          <p:spPr>
            <a:xfrm>
              <a:off x="1234098" y="2757286"/>
              <a:ext cx="249868" cy="129524"/>
            </a:xfrm>
            <a:custGeom>
              <a:avLst/>
              <a:gdLst/>
              <a:ahLst/>
              <a:cxnLst/>
              <a:rect l="l" t="t" r="r" b="b"/>
              <a:pathLst>
                <a:path w="7622" h="3951" extrusionOk="0">
                  <a:moveTo>
                    <a:pt x="1" y="0"/>
                  </a:moveTo>
                  <a:lnTo>
                    <a:pt x="1" y="3951"/>
                  </a:lnTo>
                  <a:lnTo>
                    <a:pt x="7621" y="3951"/>
                  </a:lnTo>
                  <a:lnTo>
                    <a:pt x="7621"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2"/>
            <p:cNvSpPr/>
            <p:nvPr/>
          </p:nvSpPr>
          <p:spPr>
            <a:xfrm>
              <a:off x="959647" y="2757286"/>
              <a:ext cx="249835" cy="129524"/>
            </a:xfrm>
            <a:custGeom>
              <a:avLst/>
              <a:gdLst/>
              <a:ahLst/>
              <a:cxnLst/>
              <a:rect l="l" t="t" r="r" b="b"/>
              <a:pathLst>
                <a:path w="7621" h="3951" extrusionOk="0">
                  <a:moveTo>
                    <a:pt x="1" y="0"/>
                  </a:moveTo>
                  <a:lnTo>
                    <a:pt x="1" y="3951"/>
                  </a:lnTo>
                  <a:lnTo>
                    <a:pt x="7621" y="3951"/>
                  </a:lnTo>
                  <a:lnTo>
                    <a:pt x="7621"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2"/>
            <p:cNvSpPr/>
            <p:nvPr/>
          </p:nvSpPr>
          <p:spPr>
            <a:xfrm>
              <a:off x="1719339" y="2611275"/>
              <a:ext cx="110018" cy="129589"/>
            </a:xfrm>
            <a:custGeom>
              <a:avLst/>
              <a:gdLst/>
              <a:ahLst/>
              <a:cxnLst/>
              <a:rect l="l" t="t" r="r" b="b"/>
              <a:pathLst>
                <a:path w="3356" h="3953" extrusionOk="0">
                  <a:moveTo>
                    <a:pt x="0" y="1"/>
                  </a:moveTo>
                  <a:lnTo>
                    <a:pt x="0" y="3953"/>
                  </a:lnTo>
                  <a:lnTo>
                    <a:pt x="3356" y="3953"/>
                  </a:lnTo>
                  <a:lnTo>
                    <a:pt x="3356"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2"/>
            <p:cNvSpPr/>
            <p:nvPr/>
          </p:nvSpPr>
          <p:spPr>
            <a:xfrm>
              <a:off x="1444527" y="2611275"/>
              <a:ext cx="249835" cy="129589"/>
            </a:xfrm>
            <a:custGeom>
              <a:avLst/>
              <a:gdLst/>
              <a:ahLst/>
              <a:cxnLst/>
              <a:rect l="l" t="t" r="r" b="b"/>
              <a:pathLst>
                <a:path w="7621" h="3953" extrusionOk="0">
                  <a:moveTo>
                    <a:pt x="0" y="1"/>
                  </a:moveTo>
                  <a:lnTo>
                    <a:pt x="0" y="3953"/>
                  </a:lnTo>
                  <a:lnTo>
                    <a:pt x="7620" y="3953"/>
                  </a:lnTo>
                  <a:lnTo>
                    <a:pt x="7620"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2"/>
            <p:cNvSpPr/>
            <p:nvPr/>
          </p:nvSpPr>
          <p:spPr>
            <a:xfrm>
              <a:off x="1169714" y="2611275"/>
              <a:ext cx="249835" cy="129589"/>
            </a:xfrm>
            <a:custGeom>
              <a:avLst/>
              <a:gdLst/>
              <a:ahLst/>
              <a:cxnLst/>
              <a:rect l="l" t="t" r="r" b="b"/>
              <a:pathLst>
                <a:path w="7621" h="3953" extrusionOk="0">
                  <a:moveTo>
                    <a:pt x="0" y="1"/>
                  </a:moveTo>
                  <a:lnTo>
                    <a:pt x="0" y="3953"/>
                  </a:lnTo>
                  <a:lnTo>
                    <a:pt x="7620" y="3953"/>
                  </a:lnTo>
                  <a:lnTo>
                    <a:pt x="7620"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2"/>
            <p:cNvSpPr/>
            <p:nvPr/>
          </p:nvSpPr>
          <p:spPr>
            <a:xfrm>
              <a:off x="947321" y="2611275"/>
              <a:ext cx="197416" cy="129589"/>
            </a:xfrm>
            <a:custGeom>
              <a:avLst/>
              <a:gdLst/>
              <a:ahLst/>
              <a:cxnLst/>
              <a:rect l="l" t="t" r="r" b="b"/>
              <a:pathLst>
                <a:path w="6022" h="3953" extrusionOk="0">
                  <a:moveTo>
                    <a:pt x="0" y="1"/>
                  </a:moveTo>
                  <a:lnTo>
                    <a:pt x="0" y="3953"/>
                  </a:lnTo>
                  <a:lnTo>
                    <a:pt x="6022" y="3953"/>
                  </a:lnTo>
                  <a:lnTo>
                    <a:pt x="6022"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2"/>
            <p:cNvSpPr/>
            <p:nvPr/>
          </p:nvSpPr>
          <p:spPr>
            <a:xfrm>
              <a:off x="1570246" y="2463264"/>
              <a:ext cx="249868" cy="129524"/>
            </a:xfrm>
            <a:custGeom>
              <a:avLst/>
              <a:gdLst/>
              <a:ahLst/>
              <a:cxnLst/>
              <a:rect l="l" t="t" r="r" b="b"/>
              <a:pathLst>
                <a:path w="7622" h="3951" extrusionOk="0">
                  <a:moveTo>
                    <a:pt x="1" y="0"/>
                  </a:moveTo>
                  <a:lnTo>
                    <a:pt x="1" y="3951"/>
                  </a:lnTo>
                  <a:lnTo>
                    <a:pt x="7621" y="3951"/>
                  </a:lnTo>
                  <a:lnTo>
                    <a:pt x="7621"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2"/>
            <p:cNvSpPr/>
            <p:nvPr/>
          </p:nvSpPr>
          <p:spPr>
            <a:xfrm>
              <a:off x="1295794" y="2463264"/>
              <a:ext cx="249835" cy="129524"/>
            </a:xfrm>
            <a:custGeom>
              <a:avLst/>
              <a:gdLst/>
              <a:ahLst/>
              <a:cxnLst/>
              <a:rect l="l" t="t" r="r" b="b"/>
              <a:pathLst>
                <a:path w="7621" h="3951" extrusionOk="0">
                  <a:moveTo>
                    <a:pt x="1" y="0"/>
                  </a:moveTo>
                  <a:lnTo>
                    <a:pt x="1" y="3951"/>
                  </a:lnTo>
                  <a:lnTo>
                    <a:pt x="7621" y="3951"/>
                  </a:lnTo>
                  <a:lnTo>
                    <a:pt x="7621"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2"/>
            <p:cNvSpPr/>
            <p:nvPr/>
          </p:nvSpPr>
          <p:spPr>
            <a:xfrm>
              <a:off x="1021343" y="2463264"/>
              <a:ext cx="249835" cy="129524"/>
            </a:xfrm>
            <a:custGeom>
              <a:avLst/>
              <a:gdLst/>
              <a:ahLst/>
              <a:cxnLst/>
              <a:rect l="l" t="t" r="r" b="b"/>
              <a:pathLst>
                <a:path w="7621" h="3951" extrusionOk="0">
                  <a:moveTo>
                    <a:pt x="0" y="0"/>
                  </a:moveTo>
                  <a:lnTo>
                    <a:pt x="0" y="3951"/>
                  </a:lnTo>
                  <a:lnTo>
                    <a:pt x="7621" y="3951"/>
                  </a:lnTo>
                  <a:lnTo>
                    <a:pt x="7621"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2"/>
            <p:cNvSpPr/>
            <p:nvPr/>
          </p:nvSpPr>
          <p:spPr>
            <a:xfrm>
              <a:off x="947321" y="2463264"/>
              <a:ext cx="49403" cy="129524"/>
            </a:xfrm>
            <a:custGeom>
              <a:avLst/>
              <a:gdLst/>
              <a:ahLst/>
              <a:cxnLst/>
              <a:rect l="l" t="t" r="r" b="b"/>
              <a:pathLst>
                <a:path w="1507" h="3951" extrusionOk="0">
                  <a:moveTo>
                    <a:pt x="0" y="0"/>
                  </a:moveTo>
                  <a:lnTo>
                    <a:pt x="0" y="3951"/>
                  </a:lnTo>
                  <a:lnTo>
                    <a:pt x="1506" y="3951"/>
                  </a:lnTo>
                  <a:lnTo>
                    <a:pt x="1506"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2"/>
            <p:cNvSpPr/>
            <p:nvPr/>
          </p:nvSpPr>
          <p:spPr>
            <a:xfrm>
              <a:off x="1637482" y="1903378"/>
              <a:ext cx="229510" cy="132933"/>
            </a:xfrm>
            <a:custGeom>
              <a:avLst/>
              <a:gdLst/>
              <a:ahLst/>
              <a:cxnLst/>
              <a:rect l="l" t="t" r="r" b="b"/>
              <a:pathLst>
                <a:path w="7001" h="4055" extrusionOk="0">
                  <a:moveTo>
                    <a:pt x="553" y="1"/>
                  </a:moveTo>
                  <a:cubicBezTo>
                    <a:pt x="248" y="1"/>
                    <a:pt x="1" y="249"/>
                    <a:pt x="1" y="554"/>
                  </a:cubicBezTo>
                  <a:cubicBezTo>
                    <a:pt x="1" y="2484"/>
                    <a:pt x="1571" y="4054"/>
                    <a:pt x="3501" y="4054"/>
                  </a:cubicBezTo>
                  <a:cubicBezTo>
                    <a:pt x="5431" y="4054"/>
                    <a:pt x="7000" y="2484"/>
                    <a:pt x="7000" y="554"/>
                  </a:cubicBezTo>
                  <a:cubicBezTo>
                    <a:pt x="7000" y="249"/>
                    <a:pt x="6753" y="1"/>
                    <a:pt x="6448" y="1"/>
                  </a:cubicBezTo>
                  <a:cubicBezTo>
                    <a:pt x="6143" y="1"/>
                    <a:pt x="5895" y="249"/>
                    <a:pt x="5895" y="554"/>
                  </a:cubicBezTo>
                  <a:cubicBezTo>
                    <a:pt x="5895" y="1875"/>
                    <a:pt x="4821" y="2949"/>
                    <a:pt x="3501" y="2949"/>
                  </a:cubicBezTo>
                  <a:cubicBezTo>
                    <a:pt x="2180" y="2949"/>
                    <a:pt x="1106" y="1875"/>
                    <a:pt x="1106" y="554"/>
                  </a:cubicBezTo>
                  <a:cubicBezTo>
                    <a:pt x="1106" y="249"/>
                    <a:pt x="859" y="1"/>
                    <a:pt x="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2"/>
            <p:cNvSpPr/>
            <p:nvPr/>
          </p:nvSpPr>
          <p:spPr>
            <a:xfrm>
              <a:off x="1734124" y="2011363"/>
              <a:ext cx="36290" cy="384768"/>
            </a:xfrm>
            <a:custGeom>
              <a:avLst/>
              <a:gdLst/>
              <a:ahLst/>
              <a:cxnLst/>
              <a:rect l="l" t="t" r="r" b="b"/>
              <a:pathLst>
                <a:path w="1107" h="11737" extrusionOk="0">
                  <a:moveTo>
                    <a:pt x="553" y="1"/>
                  </a:moveTo>
                  <a:cubicBezTo>
                    <a:pt x="248" y="1"/>
                    <a:pt x="1" y="248"/>
                    <a:pt x="1" y="553"/>
                  </a:cubicBezTo>
                  <a:lnTo>
                    <a:pt x="1" y="11183"/>
                  </a:lnTo>
                  <a:cubicBezTo>
                    <a:pt x="1" y="11488"/>
                    <a:pt x="248" y="11736"/>
                    <a:pt x="553" y="11736"/>
                  </a:cubicBezTo>
                  <a:cubicBezTo>
                    <a:pt x="858" y="11736"/>
                    <a:pt x="1106" y="11488"/>
                    <a:pt x="1106" y="11183"/>
                  </a:cubicBezTo>
                  <a:lnTo>
                    <a:pt x="1106" y="553"/>
                  </a:lnTo>
                  <a:cubicBezTo>
                    <a:pt x="1106" y="248"/>
                    <a:pt x="858" y="1"/>
                    <a:pt x="5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2"/>
            <p:cNvSpPr/>
            <p:nvPr/>
          </p:nvSpPr>
          <p:spPr>
            <a:xfrm>
              <a:off x="894902" y="2353247"/>
              <a:ext cx="1176072" cy="58648"/>
            </a:xfrm>
            <a:custGeom>
              <a:avLst/>
              <a:gdLst/>
              <a:ahLst/>
              <a:cxnLst/>
              <a:rect l="l" t="t" r="r" b="b"/>
              <a:pathLst>
                <a:path w="35875" h="1789" extrusionOk="0">
                  <a:moveTo>
                    <a:pt x="55" y="1"/>
                  </a:moveTo>
                  <a:cubicBezTo>
                    <a:pt x="24" y="1"/>
                    <a:pt x="0" y="26"/>
                    <a:pt x="0" y="55"/>
                  </a:cubicBezTo>
                  <a:lnTo>
                    <a:pt x="0" y="1734"/>
                  </a:lnTo>
                  <a:cubicBezTo>
                    <a:pt x="0" y="1765"/>
                    <a:pt x="24" y="1789"/>
                    <a:pt x="55" y="1789"/>
                  </a:cubicBezTo>
                  <a:lnTo>
                    <a:pt x="35820" y="1789"/>
                  </a:lnTo>
                  <a:cubicBezTo>
                    <a:pt x="35850" y="1789"/>
                    <a:pt x="35874" y="1765"/>
                    <a:pt x="35874" y="1734"/>
                  </a:cubicBezTo>
                  <a:lnTo>
                    <a:pt x="35874" y="55"/>
                  </a:lnTo>
                  <a:cubicBezTo>
                    <a:pt x="35874" y="26"/>
                    <a:pt x="35849" y="1"/>
                    <a:pt x="35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2"/>
            <p:cNvSpPr/>
            <p:nvPr/>
          </p:nvSpPr>
          <p:spPr>
            <a:xfrm>
              <a:off x="2884021" y="3240167"/>
              <a:ext cx="134179" cy="103363"/>
            </a:xfrm>
            <a:custGeom>
              <a:avLst/>
              <a:gdLst/>
              <a:ahLst/>
              <a:cxnLst/>
              <a:rect l="l" t="t" r="r" b="b"/>
              <a:pathLst>
                <a:path w="4093" h="3153" extrusionOk="0">
                  <a:moveTo>
                    <a:pt x="3012" y="0"/>
                  </a:moveTo>
                  <a:cubicBezTo>
                    <a:pt x="2723" y="0"/>
                    <a:pt x="2463" y="115"/>
                    <a:pt x="2270" y="298"/>
                  </a:cubicBezTo>
                  <a:lnTo>
                    <a:pt x="0" y="298"/>
                  </a:lnTo>
                  <a:lnTo>
                    <a:pt x="0" y="2226"/>
                  </a:lnTo>
                  <a:lnTo>
                    <a:pt x="1945" y="2226"/>
                  </a:lnTo>
                  <a:cubicBezTo>
                    <a:pt x="2021" y="2749"/>
                    <a:pt x="2466" y="3152"/>
                    <a:pt x="3012" y="3152"/>
                  </a:cubicBezTo>
                  <a:cubicBezTo>
                    <a:pt x="3608" y="3152"/>
                    <a:pt x="4093" y="2667"/>
                    <a:pt x="4093" y="2071"/>
                  </a:cubicBezTo>
                  <a:lnTo>
                    <a:pt x="4093" y="1083"/>
                  </a:lnTo>
                  <a:cubicBezTo>
                    <a:pt x="4093" y="485"/>
                    <a:pt x="3608" y="0"/>
                    <a:pt x="3012"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2"/>
            <p:cNvSpPr/>
            <p:nvPr/>
          </p:nvSpPr>
          <p:spPr>
            <a:xfrm>
              <a:off x="2381373" y="2692509"/>
              <a:ext cx="505801" cy="896437"/>
            </a:xfrm>
            <a:custGeom>
              <a:avLst/>
              <a:gdLst/>
              <a:ahLst/>
              <a:cxnLst/>
              <a:rect l="l" t="t" r="r" b="b"/>
              <a:pathLst>
                <a:path w="15429" h="27345" extrusionOk="0">
                  <a:moveTo>
                    <a:pt x="7715" y="0"/>
                  </a:moveTo>
                  <a:cubicBezTo>
                    <a:pt x="3858" y="0"/>
                    <a:pt x="1" y="4483"/>
                    <a:pt x="1" y="13449"/>
                  </a:cubicBezTo>
                  <a:lnTo>
                    <a:pt x="1" y="27344"/>
                  </a:lnTo>
                  <a:lnTo>
                    <a:pt x="15429" y="27344"/>
                  </a:lnTo>
                  <a:lnTo>
                    <a:pt x="15429" y="13449"/>
                  </a:lnTo>
                  <a:cubicBezTo>
                    <a:pt x="15429" y="4483"/>
                    <a:pt x="11572" y="0"/>
                    <a:pt x="7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2"/>
            <p:cNvSpPr/>
            <p:nvPr/>
          </p:nvSpPr>
          <p:spPr>
            <a:xfrm>
              <a:off x="1799524" y="2353247"/>
              <a:ext cx="1692102" cy="58648"/>
            </a:xfrm>
            <a:custGeom>
              <a:avLst/>
              <a:gdLst/>
              <a:ahLst/>
              <a:cxnLst/>
              <a:rect l="l" t="t" r="r" b="b"/>
              <a:pathLst>
                <a:path w="51616" h="1789" extrusionOk="0">
                  <a:moveTo>
                    <a:pt x="895" y="1"/>
                  </a:moveTo>
                  <a:cubicBezTo>
                    <a:pt x="401" y="1"/>
                    <a:pt x="1" y="401"/>
                    <a:pt x="1" y="895"/>
                  </a:cubicBezTo>
                  <a:cubicBezTo>
                    <a:pt x="1" y="1389"/>
                    <a:pt x="401" y="1789"/>
                    <a:pt x="895" y="1789"/>
                  </a:cubicBezTo>
                  <a:lnTo>
                    <a:pt x="50721" y="1789"/>
                  </a:lnTo>
                  <a:cubicBezTo>
                    <a:pt x="51215" y="1789"/>
                    <a:pt x="51615" y="1389"/>
                    <a:pt x="51615" y="895"/>
                  </a:cubicBezTo>
                  <a:cubicBezTo>
                    <a:pt x="51615" y="401"/>
                    <a:pt x="51215" y="1"/>
                    <a:pt x="507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2"/>
            <p:cNvSpPr/>
            <p:nvPr/>
          </p:nvSpPr>
          <p:spPr>
            <a:xfrm>
              <a:off x="1264946" y="3389489"/>
              <a:ext cx="411748" cy="268292"/>
            </a:xfrm>
            <a:custGeom>
              <a:avLst/>
              <a:gdLst/>
              <a:ahLst/>
              <a:cxnLst/>
              <a:rect l="l" t="t" r="r" b="b"/>
              <a:pathLst>
                <a:path w="12560" h="8184" extrusionOk="0">
                  <a:moveTo>
                    <a:pt x="1" y="0"/>
                  </a:moveTo>
                  <a:lnTo>
                    <a:pt x="1" y="8184"/>
                  </a:lnTo>
                  <a:lnTo>
                    <a:pt x="12559" y="8184"/>
                  </a:lnTo>
                  <a:lnTo>
                    <a:pt x="12559" y="0"/>
                  </a:lnTo>
                  <a:close/>
                </a:path>
              </a:pathLst>
            </a:custGeom>
            <a:solidFill>
              <a:srgbClr val="261B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2"/>
            <p:cNvSpPr/>
            <p:nvPr/>
          </p:nvSpPr>
          <p:spPr>
            <a:xfrm>
              <a:off x="403532" y="2923360"/>
              <a:ext cx="721674" cy="734426"/>
            </a:xfrm>
            <a:custGeom>
              <a:avLst/>
              <a:gdLst/>
              <a:ahLst/>
              <a:cxnLst/>
              <a:rect l="l" t="t" r="r" b="b"/>
              <a:pathLst>
                <a:path w="22014" h="22403" extrusionOk="0">
                  <a:moveTo>
                    <a:pt x="1" y="1"/>
                  </a:moveTo>
                  <a:cubicBezTo>
                    <a:pt x="582" y="1437"/>
                    <a:pt x="777" y="4065"/>
                    <a:pt x="188" y="5486"/>
                  </a:cubicBezTo>
                  <a:cubicBezTo>
                    <a:pt x="981" y="6913"/>
                    <a:pt x="901" y="8110"/>
                    <a:pt x="188" y="9542"/>
                  </a:cubicBezTo>
                  <a:cubicBezTo>
                    <a:pt x="1037" y="11072"/>
                    <a:pt x="1180" y="12519"/>
                    <a:pt x="188" y="13829"/>
                  </a:cubicBezTo>
                  <a:cubicBezTo>
                    <a:pt x="1091" y="15284"/>
                    <a:pt x="1126" y="16714"/>
                    <a:pt x="188" y="18117"/>
                  </a:cubicBezTo>
                  <a:cubicBezTo>
                    <a:pt x="1337" y="19538"/>
                    <a:pt x="1213" y="20968"/>
                    <a:pt x="188" y="22403"/>
                  </a:cubicBezTo>
                  <a:cubicBezTo>
                    <a:pt x="188" y="22403"/>
                    <a:pt x="9828" y="22366"/>
                    <a:pt x="16294" y="22366"/>
                  </a:cubicBezTo>
                  <a:cubicBezTo>
                    <a:pt x="19528" y="22366"/>
                    <a:pt x="21968" y="22376"/>
                    <a:pt x="22013" y="22403"/>
                  </a:cubicBezTo>
                  <a:lnTo>
                    <a:pt x="155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2"/>
            <p:cNvSpPr/>
            <p:nvPr/>
          </p:nvSpPr>
          <p:spPr>
            <a:xfrm>
              <a:off x="892870" y="2881137"/>
              <a:ext cx="766914" cy="776650"/>
            </a:xfrm>
            <a:custGeom>
              <a:avLst/>
              <a:gdLst/>
              <a:ahLst/>
              <a:cxnLst/>
              <a:rect l="l" t="t" r="r" b="b"/>
              <a:pathLst>
                <a:path w="23394" h="23691" extrusionOk="0">
                  <a:moveTo>
                    <a:pt x="391" y="1"/>
                  </a:moveTo>
                  <a:lnTo>
                    <a:pt x="357" y="1420"/>
                  </a:lnTo>
                  <a:lnTo>
                    <a:pt x="3684" y="8492"/>
                  </a:lnTo>
                  <a:lnTo>
                    <a:pt x="1622" y="22176"/>
                  </a:lnTo>
                  <a:lnTo>
                    <a:pt x="30" y="22700"/>
                  </a:lnTo>
                  <a:lnTo>
                    <a:pt x="0" y="23691"/>
                  </a:lnTo>
                  <a:cubicBezTo>
                    <a:pt x="0" y="23691"/>
                    <a:pt x="10440" y="23650"/>
                    <a:pt x="17371" y="23650"/>
                  </a:cubicBezTo>
                  <a:cubicBezTo>
                    <a:pt x="20794" y="23650"/>
                    <a:pt x="23361" y="23660"/>
                    <a:pt x="23393" y="23690"/>
                  </a:cubicBezTo>
                  <a:lnTo>
                    <a:pt x="23393" y="23690"/>
                  </a:lnTo>
                  <a:lnTo>
                    <a:pt x="23393" y="17907"/>
                  </a:lnTo>
                  <a:lnTo>
                    <a:pt x="391" y="1"/>
                  </a:lnTo>
                  <a:close/>
                  <a:moveTo>
                    <a:pt x="23393" y="23690"/>
                  </a:moveTo>
                  <a:lnTo>
                    <a:pt x="23393" y="23691"/>
                  </a:lnTo>
                  <a:cubicBezTo>
                    <a:pt x="23393" y="23690"/>
                    <a:pt x="23393" y="23690"/>
                    <a:pt x="23393" y="2369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2"/>
            <p:cNvSpPr/>
            <p:nvPr/>
          </p:nvSpPr>
          <p:spPr>
            <a:xfrm>
              <a:off x="888739" y="2927688"/>
              <a:ext cx="746392" cy="700365"/>
            </a:xfrm>
            <a:custGeom>
              <a:avLst/>
              <a:gdLst/>
              <a:ahLst/>
              <a:cxnLst/>
              <a:rect l="l" t="t" r="r" b="b"/>
              <a:pathLst>
                <a:path w="22768" h="21364" extrusionOk="0">
                  <a:moveTo>
                    <a:pt x="1" y="0"/>
                  </a:moveTo>
                  <a:lnTo>
                    <a:pt x="1" y="0"/>
                  </a:lnTo>
                  <a:cubicBezTo>
                    <a:pt x="608" y="1362"/>
                    <a:pt x="614" y="4167"/>
                    <a:pt x="1" y="5515"/>
                  </a:cubicBezTo>
                  <a:cubicBezTo>
                    <a:pt x="827" y="6867"/>
                    <a:pt x="744" y="8223"/>
                    <a:pt x="1" y="9579"/>
                  </a:cubicBezTo>
                  <a:cubicBezTo>
                    <a:pt x="886" y="11031"/>
                    <a:pt x="1034" y="12402"/>
                    <a:pt x="1" y="13645"/>
                  </a:cubicBezTo>
                  <a:cubicBezTo>
                    <a:pt x="942" y="15023"/>
                    <a:pt x="978" y="16380"/>
                    <a:pt x="1" y="17708"/>
                  </a:cubicBezTo>
                  <a:cubicBezTo>
                    <a:pt x="1199" y="19057"/>
                    <a:pt x="1070" y="20002"/>
                    <a:pt x="1" y="21363"/>
                  </a:cubicBezTo>
                  <a:cubicBezTo>
                    <a:pt x="1" y="21363"/>
                    <a:pt x="10163" y="21328"/>
                    <a:pt x="16908" y="21328"/>
                  </a:cubicBezTo>
                  <a:cubicBezTo>
                    <a:pt x="20238" y="21328"/>
                    <a:pt x="22735" y="21337"/>
                    <a:pt x="22767" y="21362"/>
                  </a:cubicBezTo>
                  <a:lnTo>
                    <a:pt x="22767" y="21362"/>
                  </a:lnTo>
                  <a:lnTo>
                    <a:pt x="22767" y="16811"/>
                  </a:lnTo>
                  <a:lnTo>
                    <a:pt x="471" y="33"/>
                  </a:lnTo>
                  <a:lnTo>
                    <a:pt x="1" y="0"/>
                  </a:lnTo>
                  <a:close/>
                  <a:moveTo>
                    <a:pt x="22767" y="21362"/>
                  </a:moveTo>
                  <a:lnTo>
                    <a:pt x="22767" y="21363"/>
                  </a:lnTo>
                  <a:cubicBezTo>
                    <a:pt x="22767" y="21363"/>
                    <a:pt x="22767" y="21362"/>
                    <a:pt x="22767" y="2136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2"/>
            <p:cNvSpPr/>
            <p:nvPr/>
          </p:nvSpPr>
          <p:spPr>
            <a:xfrm>
              <a:off x="398778" y="3625323"/>
              <a:ext cx="503277" cy="32455"/>
            </a:xfrm>
            <a:custGeom>
              <a:avLst/>
              <a:gdLst/>
              <a:ahLst/>
              <a:cxnLst/>
              <a:rect l="l" t="t" r="r" b="b"/>
              <a:pathLst>
                <a:path w="15352" h="990" extrusionOk="0">
                  <a:moveTo>
                    <a:pt x="456" y="1"/>
                  </a:moveTo>
                  <a:cubicBezTo>
                    <a:pt x="205" y="1"/>
                    <a:pt x="1" y="205"/>
                    <a:pt x="1" y="457"/>
                  </a:cubicBezTo>
                  <a:lnTo>
                    <a:pt x="1" y="535"/>
                  </a:lnTo>
                  <a:cubicBezTo>
                    <a:pt x="1" y="787"/>
                    <a:pt x="205" y="990"/>
                    <a:pt x="455" y="990"/>
                  </a:cubicBezTo>
                  <a:lnTo>
                    <a:pt x="14825" y="990"/>
                  </a:lnTo>
                  <a:cubicBezTo>
                    <a:pt x="15133" y="990"/>
                    <a:pt x="15352" y="691"/>
                    <a:pt x="15258" y="396"/>
                  </a:cubicBezTo>
                  <a:cubicBezTo>
                    <a:pt x="15199" y="209"/>
                    <a:pt x="15024" y="81"/>
                    <a:pt x="14828" y="81"/>
                  </a:cubicBezTo>
                  <a:lnTo>
                    <a:pt x="458" y="1"/>
                  </a:lnTo>
                  <a:cubicBezTo>
                    <a:pt x="457" y="1"/>
                    <a:pt x="457" y="1"/>
                    <a:pt x="4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2"/>
            <p:cNvSpPr/>
            <p:nvPr/>
          </p:nvSpPr>
          <p:spPr>
            <a:xfrm>
              <a:off x="885789" y="3496752"/>
              <a:ext cx="755473" cy="138014"/>
            </a:xfrm>
            <a:custGeom>
              <a:avLst/>
              <a:gdLst/>
              <a:ahLst/>
              <a:cxnLst/>
              <a:rect l="l" t="t" r="r" b="b"/>
              <a:pathLst>
                <a:path w="23045" h="4210" extrusionOk="0">
                  <a:moveTo>
                    <a:pt x="592" y="1"/>
                  </a:moveTo>
                  <a:lnTo>
                    <a:pt x="0" y="913"/>
                  </a:lnTo>
                  <a:lnTo>
                    <a:pt x="23044" y="4209"/>
                  </a:lnTo>
                  <a:lnTo>
                    <a:pt x="23044" y="3217"/>
                  </a:lnTo>
                  <a:lnTo>
                    <a:pt x="59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2"/>
            <p:cNvSpPr/>
            <p:nvPr/>
          </p:nvSpPr>
          <p:spPr>
            <a:xfrm>
              <a:off x="888739" y="3351298"/>
              <a:ext cx="752522" cy="248327"/>
            </a:xfrm>
            <a:custGeom>
              <a:avLst/>
              <a:gdLst/>
              <a:ahLst/>
              <a:cxnLst/>
              <a:rect l="l" t="t" r="r" b="b"/>
              <a:pathLst>
                <a:path w="22955" h="7575" extrusionOk="0">
                  <a:moveTo>
                    <a:pt x="502" y="1"/>
                  </a:moveTo>
                  <a:lnTo>
                    <a:pt x="1" y="860"/>
                  </a:lnTo>
                  <a:lnTo>
                    <a:pt x="22954" y="7574"/>
                  </a:lnTo>
                  <a:lnTo>
                    <a:pt x="22954" y="6582"/>
                  </a:lnTo>
                  <a:lnTo>
                    <a:pt x="5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2"/>
            <p:cNvSpPr/>
            <p:nvPr/>
          </p:nvSpPr>
          <p:spPr>
            <a:xfrm>
              <a:off x="888444" y="3218825"/>
              <a:ext cx="755866" cy="343331"/>
            </a:xfrm>
            <a:custGeom>
              <a:avLst/>
              <a:gdLst/>
              <a:ahLst/>
              <a:cxnLst/>
              <a:rect l="l" t="t" r="r" b="b"/>
              <a:pathLst>
                <a:path w="23057" h="10473" extrusionOk="0">
                  <a:moveTo>
                    <a:pt x="511" y="1"/>
                  </a:moveTo>
                  <a:lnTo>
                    <a:pt x="1" y="787"/>
                  </a:lnTo>
                  <a:lnTo>
                    <a:pt x="23057" y="10472"/>
                  </a:lnTo>
                  <a:lnTo>
                    <a:pt x="23057" y="9481"/>
                  </a:lnTo>
                  <a:lnTo>
                    <a:pt x="51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2"/>
            <p:cNvSpPr/>
            <p:nvPr/>
          </p:nvSpPr>
          <p:spPr>
            <a:xfrm>
              <a:off x="889362" y="3097597"/>
              <a:ext cx="751899" cy="425681"/>
            </a:xfrm>
            <a:custGeom>
              <a:avLst/>
              <a:gdLst/>
              <a:ahLst/>
              <a:cxnLst/>
              <a:rect l="l" t="t" r="r" b="b"/>
              <a:pathLst>
                <a:path w="22936" h="12985" extrusionOk="0">
                  <a:moveTo>
                    <a:pt x="483" y="0"/>
                  </a:moveTo>
                  <a:lnTo>
                    <a:pt x="0" y="746"/>
                  </a:lnTo>
                  <a:lnTo>
                    <a:pt x="22935" y="12985"/>
                  </a:lnTo>
                  <a:lnTo>
                    <a:pt x="22935" y="11992"/>
                  </a:lnTo>
                  <a:lnTo>
                    <a:pt x="4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2"/>
            <p:cNvSpPr/>
            <p:nvPr/>
          </p:nvSpPr>
          <p:spPr>
            <a:xfrm>
              <a:off x="398778" y="3496752"/>
              <a:ext cx="506457" cy="32520"/>
            </a:xfrm>
            <a:custGeom>
              <a:avLst/>
              <a:gdLst/>
              <a:ahLst/>
              <a:cxnLst/>
              <a:rect l="l" t="t" r="r" b="b"/>
              <a:pathLst>
                <a:path w="15449" h="992" extrusionOk="0">
                  <a:moveTo>
                    <a:pt x="42" y="1"/>
                  </a:moveTo>
                  <a:cubicBezTo>
                    <a:pt x="19" y="1"/>
                    <a:pt x="1" y="19"/>
                    <a:pt x="1" y="41"/>
                  </a:cubicBezTo>
                  <a:lnTo>
                    <a:pt x="1" y="951"/>
                  </a:lnTo>
                  <a:cubicBezTo>
                    <a:pt x="1" y="973"/>
                    <a:pt x="19" y="991"/>
                    <a:pt x="42" y="991"/>
                  </a:cubicBezTo>
                  <a:lnTo>
                    <a:pt x="15406" y="991"/>
                  </a:lnTo>
                  <a:cubicBezTo>
                    <a:pt x="15430" y="991"/>
                    <a:pt x="15448" y="973"/>
                    <a:pt x="15448" y="951"/>
                  </a:cubicBezTo>
                  <a:lnTo>
                    <a:pt x="15448" y="41"/>
                  </a:lnTo>
                  <a:cubicBezTo>
                    <a:pt x="15448" y="19"/>
                    <a:pt x="15430" y="1"/>
                    <a:pt x="154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2"/>
            <p:cNvSpPr/>
            <p:nvPr/>
          </p:nvSpPr>
          <p:spPr>
            <a:xfrm>
              <a:off x="398778" y="3351298"/>
              <a:ext cx="506457" cy="32553"/>
            </a:xfrm>
            <a:custGeom>
              <a:avLst/>
              <a:gdLst/>
              <a:ahLst/>
              <a:cxnLst/>
              <a:rect l="l" t="t" r="r" b="b"/>
              <a:pathLst>
                <a:path w="15449" h="993" extrusionOk="0">
                  <a:moveTo>
                    <a:pt x="42" y="1"/>
                  </a:moveTo>
                  <a:cubicBezTo>
                    <a:pt x="19" y="1"/>
                    <a:pt x="1" y="19"/>
                    <a:pt x="1" y="42"/>
                  </a:cubicBezTo>
                  <a:lnTo>
                    <a:pt x="1" y="951"/>
                  </a:lnTo>
                  <a:cubicBezTo>
                    <a:pt x="1" y="973"/>
                    <a:pt x="19" y="993"/>
                    <a:pt x="42" y="993"/>
                  </a:cubicBezTo>
                  <a:lnTo>
                    <a:pt x="15406" y="993"/>
                  </a:lnTo>
                  <a:cubicBezTo>
                    <a:pt x="15430" y="993"/>
                    <a:pt x="15448" y="973"/>
                    <a:pt x="15448" y="951"/>
                  </a:cubicBezTo>
                  <a:lnTo>
                    <a:pt x="15448" y="42"/>
                  </a:lnTo>
                  <a:cubicBezTo>
                    <a:pt x="15448" y="19"/>
                    <a:pt x="15430" y="1"/>
                    <a:pt x="154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2"/>
            <p:cNvSpPr/>
            <p:nvPr/>
          </p:nvSpPr>
          <p:spPr>
            <a:xfrm>
              <a:off x="398778" y="3218825"/>
              <a:ext cx="506457" cy="32553"/>
            </a:xfrm>
            <a:custGeom>
              <a:avLst/>
              <a:gdLst/>
              <a:ahLst/>
              <a:cxnLst/>
              <a:rect l="l" t="t" r="r" b="b"/>
              <a:pathLst>
                <a:path w="15449" h="993" extrusionOk="0">
                  <a:moveTo>
                    <a:pt x="42" y="1"/>
                  </a:moveTo>
                  <a:cubicBezTo>
                    <a:pt x="19" y="1"/>
                    <a:pt x="1" y="19"/>
                    <a:pt x="1" y="41"/>
                  </a:cubicBezTo>
                  <a:lnTo>
                    <a:pt x="1" y="950"/>
                  </a:lnTo>
                  <a:cubicBezTo>
                    <a:pt x="1" y="973"/>
                    <a:pt x="19" y="993"/>
                    <a:pt x="42" y="993"/>
                  </a:cubicBezTo>
                  <a:lnTo>
                    <a:pt x="15406" y="993"/>
                  </a:lnTo>
                  <a:cubicBezTo>
                    <a:pt x="15430" y="993"/>
                    <a:pt x="15448" y="973"/>
                    <a:pt x="15448" y="950"/>
                  </a:cubicBezTo>
                  <a:lnTo>
                    <a:pt x="15448" y="41"/>
                  </a:lnTo>
                  <a:cubicBezTo>
                    <a:pt x="15448" y="19"/>
                    <a:pt x="15430" y="1"/>
                    <a:pt x="154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2"/>
            <p:cNvSpPr/>
            <p:nvPr/>
          </p:nvSpPr>
          <p:spPr>
            <a:xfrm>
              <a:off x="398778" y="3097597"/>
              <a:ext cx="506457" cy="32553"/>
            </a:xfrm>
            <a:custGeom>
              <a:avLst/>
              <a:gdLst/>
              <a:ahLst/>
              <a:cxnLst/>
              <a:rect l="l" t="t" r="r" b="b"/>
              <a:pathLst>
                <a:path w="15449" h="993" extrusionOk="0">
                  <a:moveTo>
                    <a:pt x="42" y="0"/>
                  </a:moveTo>
                  <a:cubicBezTo>
                    <a:pt x="19" y="0"/>
                    <a:pt x="1" y="20"/>
                    <a:pt x="1" y="42"/>
                  </a:cubicBezTo>
                  <a:lnTo>
                    <a:pt x="1" y="952"/>
                  </a:lnTo>
                  <a:cubicBezTo>
                    <a:pt x="1" y="974"/>
                    <a:pt x="19" y="992"/>
                    <a:pt x="42" y="992"/>
                  </a:cubicBezTo>
                  <a:lnTo>
                    <a:pt x="15406" y="992"/>
                  </a:lnTo>
                  <a:cubicBezTo>
                    <a:pt x="15430" y="992"/>
                    <a:pt x="15448" y="974"/>
                    <a:pt x="15448" y="952"/>
                  </a:cubicBezTo>
                  <a:lnTo>
                    <a:pt x="15448" y="42"/>
                  </a:lnTo>
                  <a:cubicBezTo>
                    <a:pt x="15448" y="20"/>
                    <a:pt x="15430" y="0"/>
                    <a:pt x="154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2"/>
            <p:cNvSpPr/>
            <p:nvPr/>
          </p:nvSpPr>
          <p:spPr>
            <a:xfrm>
              <a:off x="392746" y="2880645"/>
              <a:ext cx="523274" cy="48157"/>
            </a:xfrm>
            <a:custGeom>
              <a:avLst/>
              <a:gdLst/>
              <a:ahLst/>
              <a:cxnLst/>
              <a:rect l="l" t="t" r="r" b="b"/>
              <a:pathLst>
                <a:path w="15962" h="1469" extrusionOk="0">
                  <a:moveTo>
                    <a:pt x="41" y="1"/>
                  </a:moveTo>
                  <a:cubicBezTo>
                    <a:pt x="19" y="1"/>
                    <a:pt x="1" y="19"/>
                    <a:pt x="1" y="41"/>
                  </a:cubicBezTo>
                  <a:lnTo>
                    <a:pt x="1" y="1426"/>
                  </a:lnTo>
                  <a:cubicBezTo>
                    <a:pt x="1" y="1449"/>
                    <a:pt x="19" y="1468"/>
                    <a:pt x="41" y="1468"/>
                  </a:cubicBezTo>
                  <a:lnTo>
                    <a:pt x="15919" y="1468"/>
                  </a:lnTo>
                  <a:cubicBezTo>
                    <a:pt x="15942" y="1468"/>
                    <a:pt x="15962" y="1449"/>
                    <a:pt x="15962" y="1426"/>
                  </a:cubicBezTo>
                  <a:lnTo>
                    <a:pt x="15962" y="41"/>
                  </a:lnTo>
                  <a:cubicBezTo>
                    <a:pt x="15962" y="19"/>
                    <a:pt x="15942" y="1"/>
                    <a:pt x="159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2"/>
            <p:cNvSpPr/>
            <p:nvPr/>
          </p:nvSpPr>
          <p:spPr>
            <a:xfrm>
              <a:off x="1470556" y="1847485"/>
              <a:ext cx="1712689" cy="152570"/>
            </a:xfrm>
            <a:custGeom>
              <a:avLst/>
              <a:gdLst/>
              <a:ahLst/>
              <a:cxnLst/>
              <a:rect l="l" t="t" r="r" b="b"/>
              <a:pathLst>
                <a:path w="52244" h="4654" extrusionOk="0">
                  <a:moveTo>
                    <a:pt x="3711" y="1"/>
                  </a:moveTo>
                  <a:lnTo>
                    <a:pt x="0" y="2197"/>
                  </a:lnTo>
                  <a:lnTo>
                    <a:pt x="2524" y="4654"/>
                  </a:lnTo>
                  <a:lnTo>
                    <a:pt x="51872" y="4654"/>
                  </a:lnTo>
                  <a:lnTo>
                    <a:pt x="5224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2"/>
            <p:cNvSpPr/>
            <p:nvPr/>
          </p:nvSpPr>
          <p:spPr>
            <a:xfrm>
              <a:off x="1470556" y="1919474"/>
              <a:ext cx="1706264" cy="80579"/>
            </a:xfrm>
            <a:custGeom>
              <a:avLst/>
              <a:gdLst/>
              <a:ahLst/>
              <a:cxnLst/>
              <a:rect l="l" t="t" r="r" b="b"/>
              <a:pathLst>
                <a:path w="52048" h="2458" extrusionOk="0">
                  <a:moveTo>
                    <a:pt x="0" y="1"/>
                  </a:moveTo>
                  <a:lnTo>
                    <a:pt x="2524" y="2458"/>
                  </a:lnTo>
                  <a:lnTo>
                    <a:pt x="51872" y="2458"/>
                  </a:lnTo>
                  <a:lnTo>
                    <a:pt x="52047" y="259"/>
                  </a:lnTo>
                  <a:lnTo>
                    <a:pt x="0"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2"/>
            <p:cNvSpPr/>
            <p:nvPr/>
          </p:nvSpPr>
          <p:spPr>
            <a:xfrm>
              <a:off x="1177910" y="3093040"/>
              <a:ext cx="481870" cy="564744"/>
            </a:xfrm>
            <a:custGeom>
              <a:avLst/>
              <a:gdLst/>
              <a:ahLst/>
              <a:cxnLst/>
              <a:rect l="l" t="t" r="r" b="b"/>
              <a:pathLst>
                <a:path w="14699" h="17227" extrusionOk="0">
                  <a:moveTo>
                    <a:pt x="1" y="0"/>
                  </a:moveTo>
                  <a:cubicBezTo>
                    <a:pt x="2751" y="6023"/>
                    <a:pt x="3947" y="12097"/>
                    <a:pt x="3665" y="17192"/>
                  </a:cubicBezTo>
                  <a:cubicBezTo>
                    <a:pt x="5437" y="17189"/>
                    <a:pt x="7190" y="17187"/>
                    <a:pt x="8758" y="17187"/>
                  </a:cubicBezTo>
                  <a:cubicBezTo>
                    <a:pt x="12140" y="17187"/>
                    <a:pt x="14666" y="17196"/>
                    <a:pt x="14698" y="17226"/>
                  </a:cubicBezTo>
                  <a:lnTo>
                    <a:pt x="14698" y="17226"/>
                  </a:lnTo>
                  <a:lnTo>
                    <a:pt x="14698" y="11443"/>
                  </a:lnTo>
                  <a:lnTo>
                    <a:pt x="1" y="0"/>
                  </a:lnTo>
                  <a:close/>
                  <a:moveTo>
                    <a:pt x="14698" y="17226"/>
                  </a:moveTo>
                  <a:lnTo>
                    <a:pt x="14698" y="17227"/>
                  </a:lnTo>
                  <a:cubicBezTo>
                    <a:pt x="14698" y="17226"/>
                    <a:pt x="14698" y="17226"/>
                    <a:pt x="14698" y="1722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2"/>
            <p:cNvSpPr/>
            <p:nvPr/>
          </p:nvSpPr>
          <p:spPr>
            <a:xfrm>
              <a:off x="2396715" y="2719226"/>
              <a:ext cx="462725" cy="840937"/>
            </a:xfrm>
            <a:custGeom>
              <a:avLst/>
              <a:gdLst/>
              <a:ahLst/>
              <a:cxnLst/>
              <a:rect l="l" t="t" r="r" b="b"/>
              <a:pathLst>
                <a:path w="14115" h="25652" extrusionOk="0">
                  <a:moveTo>
                    <a:pt x="7058" y="1"/>
                  </a:moveTo>
                  <a:cubicBezTo>
                    <a:pt x="3529" y="1"/>
                    <a:pt x="1" y="4206"/>
                    <a:pt x="1" y="12616"/>
                  </a:cubicBezTo>
                  <a:lnTo>
                    <a:pt x="1" y="25652"/>
                  </a:lnTo>
                  <a:lnTo>
                    <a:pt x="14115" y="25652"/>
                  </a:lnTo>
                  <a:lnTo>
                    <a:pt x="14115" y="12616"/>
                  </a:lnTo>
                  <a:cubicBezTo>
                    <a:pt x="14115" y="4206"/>
                    <a:pt x="10586" y="1"/>
                    <a:pt x="70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2"/>
            <p:cNvSpPr/>
            <p:nvPr/>
          </p:nvSpPr>
          <p:spPr>
            <a:xfrm>
              <a:off x="2458640" y="2719292"/>
              <a:ext cx="400799" cy="840871"/>
            </a:xfrm>
            <a:custGeom>
              <a:avLst/>
              <a:gdLst/>
              <a:ahLst/>
              <a:cxnLst/>
              <a:rect l="l" t="t" r="r" b="b"/>
              <a:pathLst>
                <a:path w="12226" h="25650" extrusionOk="0">
                  <a:moveTo>
                    <a:pt x="5171" y="1"/>
                  </a:moveTo>
                  <a:cubicBezTo>
                    <a:pt x="3261" y="1"/>
                    <a:pt x="1352" y="1232"/>
                    <a:pt x="1" y="3695"/>
                  </a:cubicBezTo>
                  <a:cubicBezTo>
                    <a:pt x="1206" y="2277"/>
                    <a:pt x="2655" y="1568"/>
                    <a:pt x="4104" y="1568"/>
                  </a:cubicBezTo>
                  <a:cubicBezTo>
                    <a:pt x="7632" y="1568"/>
                    <a:pt x="11160" y="5772"/>
                    <a:pt x="11160" y="14181"/>
                  </a:cubicBezTo>
                  <a:lnTo>
                    <a:pt x="11160" y="25650"/>
                  </a:lnTo>
                  <a:lnTo>
                    <a:pt x="12226" y="25650"/>
                  </a:lnTo>
                  <a:lnTo>
                    <a:pt x="12226" y="12614"/>
                  </a:lnTo>
                  <a:cubicBezTo>
                    <a:pt x="12226" y="4205"/>
                    <a:pt x="8699" y="1"/>
                    <a:pt x="5171"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2"/>
            <p:cNvSpPr/>
            <p:nvPr/>
          </p:nvSpPr>
          <p:spPr>
            <a:xfrm>
              <a:off x="2613667" y="3232200"/>
              <a:ext cx="240591" cy="65827"/>
            </a:xfrm>
            <a:custGeom>
              <a:avLst/>
              <a:gdLst/>
              <a:ahLst/>
              <a:cxnLst/>
              <a:rect l="l" t="t" r="r" b="b"/>
              <a:pathLst>
                <a:path w="7339" h="2008" extrusionOk="0">
                  <a:moveTo>
                    <a:pt x="71" y="0"/>
                  </a:moveTo>
                  <a:cubicBezTo>
                    <a:pt x="32" y="0"/>
                    <a:pt x="0" y="32"/>
                    <a:pt x="0" y="70"/>
                  </a:cubicBezTo>
                  <a:lnTo>
                    <a:pt x="0" y="1938"/>
                  </a:lnTo>
                  <a:cubicBezTo>
                    <a:pt x="0" y="1976"/>
                    <a:pt x="32" y="2007"/>
                    <a:pt x="71" y="2007"/>
                  </a:cubicBezTo>
                  <a:lnTo>
                    <a:pt x="7269" y="2007"/>
                  </a:lnTo>
                  <a:cubicBezTo>
                    <a:pt x="7307" y="2007"/>
                    <a:pt x="7338" y="1976"/>
                    <a:pt x="7338" y="1938"/>
                  </a:cubicBezTo>
                  <a:lnTo>
                    <a:pt x="7338" y="70"/>
                  </a:lnTo>
                  <a:cubicBezTo>
                    <a:pt x="7338" y="32"/>
                    <a:pt x="7307" y="0"/>
                    <a:pt x="7269"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2"/>
            <p:cNvSpPr/>
            <p:nvPr/>
          </p:nvSpPr>
          <p:spPr>
            <a:xfrm>
              <a:off x="2426678" y="2760499"/>
              <a:ext cx="402766" cy="758423"/>
            </a:xfrm>
            <a:custGeom>
              <a:avLst/>
              <a:gdLst/>
              <a:ahLst/>
              <a:cxnLst/>
              <a:rect l="l" t="t" r="r" b="b"/>
              <a:pathLst>
                <a:path w="12286" h="23135" extrusionOk="0">
                  <a:moveTo>
                    <a:pt x="6144" y="369"/>
                  </a:moveTo>
                  <a:cubicBezTo>
                    <a:pt x="7637" y="369"/>
                    <a:pt x="9036" y="1331"/>
                    <a:pt x="10082" y="3078"/>
                  </a:cubicBezTo>
                  <a:cubicBezTo>
                    <a:pt x="11283" y="5084"/>
                    <a:pt x="11917" y="7954"/>
                    <a:pt x="11917" y="11381"/>
                  </a:cubicBezTo>
                  <a:lnTo>
                    <a:pt x="11917" y="22766"/>
                  </a:lnTo>
                  <a:lnTo>
                    <a:pt x="369" y="22766"/>
                  </a:lnTo>
                  <a:lnTo>
                    <a:pt x="369" y="11381"/>
                  </a:lnTo>
                  <a:cubicBezTo>
                    <a:pt x="369" y="3814"/>
                    <a:pt x="3362" y="369"/>
                    <a:pt x="6144" y="369"/>
                  </a:cubicBezTo>
                  <a:close/>
                  <a:moveTo>
                    <a:pt x="6144" y="0"/>
                  </a:moveTo>
                  <a:cubicBezTo>
                    <a:pt x="3185" y="0"/>
                    <a:pt x="0" y="3561"/>
                    <a:pt x="0" y="11381"/>
                  </a:cubicBezTo>
                  <a:lnTo>
                    <a:pt x="0" y="23135"/>
                  </a:lnTo>
                  <a:lnTo>
                    <a:pt x="12286" y="23135"/>
                  </a:lnTo>
                  <a:lnTo>
                    <a:pt x="12286" y="11381"/>
                  </a:lnTo>
                  <a:cubicBezTo>
                    <a:pt x="12286" y="3561"/>
                    <a:pt x="9102" y="0"/>
                    <a:pt x="6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2"/>
            <p:cNvSpPr/>
            <p:nvPr/>
          </p:nvSpPr>
          <p:spPr>
            <a:xfrm>
              <a:off x="2567903" y="3377163"/>
              <a:ext cx="120345" cy="103330"/>
            </a:xfrm>
            <a:custGeom>
              <a:avLst/>
              <a:gdLst/>
              <a:ahLst/>
              <a:cxnLst/>
              <a:rect l="l" t="t" r="r" b="b"/>
              <a:pathLst>
                <a:path w="3671" h="3152" extrusionOk="0">
                  <a:moveTo>
                    <a:pt x="1836" y="0"/>
                  </a:moveTo>
                  <a:cubicBezTo>
                    <a:pt x="822" y="0"/>
                    <a:pt x="1" y="822"/>
                    <a:pt x="1" y="1833"/>
                  </a:cubicBezTo>
                  <a:lnTo>
                    <a:pt x="1" y="3152"/>
                  </a:lnTo>
                  <a:lnTo>
                    <a:pt x="3671" y="3152"/>
                  </a:lnTo>
                  <a:lnTo>
                    <a:pt x="3671" y="1833"/>
                  </a:lnTo>
                  <a:cubicBezTo>
                    <a:pt x="3671" y="822"/>
                    <a:pt x="2849" y="0"/>
                    <a:pt x="1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2"/>
            <p:cNvSpPr/>
            <p:nvPr/>
          </p:nvSpPr>
          <p:spPr>
            <a:xfrm>
              <a:off x="2460738" y="3464593"/>
              <a:ext cx="19637" cy="19637"/>
            </a:xfrm>
            <a:custGeom>
              <a:avLst/>
              <a:gdLst/>
              <a:ahLst/>
              <a:cxnLst/>
              <a:rect l="l" t="t" r="r" b="b"/>
              <a:pathLst>
                <a:path w="599" h="599" extrusionOk="0">
                  <a:moveTo>
                    <a:pt x="299" y="0"/>
                  </a:moveTo>
                  <a:cubicBezTo>
                    <a:pt x="135" y="0"/>
                    <a:pt x="0" y="134"/>
                    <a:pt x="0" y="299"/>
                  </a:cubicBezTo>
                  <a:cubicBezTo>
                    <a:pt x="0" y="465"/>
                    <a:pt x="135" y="598"/>
                    <a:pt x="299" y="598"/>
                  </a:cubicBezTo>
                  <a:cubicBezTo>
                    <a:pt x="464" y="598"/>
                    <a:pt x="598" y="465"/>
                    <a:pt x="598" y="299"/>
                  </a:cubicBezTo>
                  <a:cubicBezTo>
                    <a:pt x="598" y="134"/>
                    <a:pt x="464" y="0"/>
                    <a:pt x="2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2"/>
            <p:cNvSpPr/>
            <p:nvPr/>
          </p:nvSpPr>
          <p:spPr>
            <a:xfrm>
              <a:off x="2778856" y="3464593"/>
              <a:ext cx="19637" cy="19637"/>
            </a:xfrm>
            <a:custGeom>
              <a:avLst/>
              <a:gdLst/>
              <a:ahLst/>
              <a:cxnLst/>
              <a:rect l="l" t="t" r="r" b="b"/>
              <a:pathLst>
                <a:path w="599" h="599" extrusionOk="0">
                  <a:moveTo>
                    <a:pt x="300" y="0"/>
                  </a:moveTo>
                  <a:cubicBezTo>
                    <a:pt x="135" y="0"/>
                    <a:pt x="1" y="134"/>
                    <a:pt x="1" y="299"/>
                  </a:cubicBezTo>
                  <a:cubicBezTo>
                    <a:pt x="1" y="465"/>
                    <a:pt x="135" y="598"/>
                    <a:pt x="300" y="598"/>
                  </a:cubicBezTo>
                  <a:cubicBezTo>
                    <a:pt x="464" y="598"/>
                    <a:pt x="599" y="465"/>
                    <a:pt x="599" y="299"/>
                  </a:cubicBezTo>
                  <a:cubicBezTo>
                    <a:pt x="599" y="134"/>
                    <a:pt x="464" y="0"/>
                    <a:pt x="3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2"/>
            <p:cNvSpPr/>
            <p:nvPr/>
          </p:nvSpPr>
          <p:spPr>
            <a:xfrm>
              <a:off x="2460738" y="3315860"/>
              <a:ext cx="19637" cy="19571"/>
            </a:xfrm>
            <a:custGeom>
              <a:avLst/>
              <a:gdLst/>
              <a:ahLst/>
              <a:cxnLst/>
              <a:rect l="l" t="t" r="r" b="b"/>
              <a:pathLst>
                <a:path w="599" h="597" extrusionOk="0">
                  <a:moveTo>
                    <a:pt x="299" y="0"/>
                  </a:moveTo>
                  <a:cubicBezTo>
                    <a:pt x="135" y="0"/>
                    <a:pt x="0" y="133"/>
                    <a:pt x="0" y="299"/>
                  </a:cubicBezTo>
                  <a:cubicBezTo>
                    <a:pt x="0" y="464"/>
                    <a:pt x="135" y="597"/>
                    <a:pt x="299" y="597"/>
                  </a:cubicBezTo>
                  <a:cubicBezTo>
                    <a:pt x="464" y="597"/>
                    <a:pt x="598" y="464"/>
                    <a:pt x="598" y="299"/>
                  </a:cubicBezTo>
                  <a:cubicBezTo>
                    <a:pt x="598" y="133"/>
                    <a:pt x="464" y="0"/>
                    <a:pt x="2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2"/>
            <p:cNvSpPr/>
            <p:nvPr/>
          </p:nvSpPr>
          <p:spPr>
            <a:xfrm>
              <a:off x="2778856" y="3315860"/>
              <a:ext cx="19637" cy="19571"/>
            </a:xfrm>
            <a:custGeom>
              <a:avLst/>
              <a:gdLst/>
              <a:ahLst/>
              <a:cxnLst/>
              <a:rect l="l" t="t" r="r" b="b"/>
              <a:pathLst>
                <a:path w="599" h="597" extrusionOk="0">
                  <a:moveTo>
                    <a:pt x="300" y="0"/>
                  </a:moveTo>
                  <a:cubicBezTo>
                    <a:pt x="135" y="0"/>
                    <a:pt x="1" y="133"/>
                    <a:pt x="1" y="299"/>
                  </a:cubicBezTo>
                  <a:cubicBezTo>
                    <a:pt x="1" y="464"/>
                    <a:pt x="135" y="597"/>
                    <a:pt x="300" y="597"/>
                  </a:cubicBezTo>
                  <a:cubicBezTo>
                    <a:pt x="464" y="597"/>
                    <a:pt x="599" y="464"/>
                    <a:pt x="599" y="299"/>
                  </a:cubicBezTo>
                  <a:cubicBezTo>
                    <a:pt x="599" y="133"/>
                    <a:pt x="464" y="0"/>
                    <a:pt x="3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2"/>
            <p:cNvSpPr/>
            <p:nvPr/>
          </p:nvSpPr>
          <p:spPr>
            <a:xfrm>
              <a:off x="2460738" y="3167095"/>
              <a:ext cx="19637" cy="19637"/>
            </a:xfrm>
            <a:custGeom>
              <a:avLst/>
              <a:gdLst/>
              <a:ahLst/>
              <a:cxnLst/>
              <a:rect l="l" t="t" r="r" b="b"/>
              <a:pathLst>
                <a:path w="599" h="599" extrusionOk="0">
                  <a:moveTo>
                    <a:pt x="299" y="0"/>
                  </a:moveTo>
                  <a:cubicBezTo>
                    <a:pt x="135" y="0"/>
                    <a:pt x="0" y="133"/>
                    <a:pt x="0" y="299"/>
                  </a:cubicBezTo>
                  <a:cubicBezTo>
                    <a:pt x="0" y="464"/>
                    <a:pt x="135" y="598"/>
                    <a:pt x="299" y="598"/>
                  </a:cubicBezTo>
                  <a:cubicBezTo>
                    <a:pt x="464" y="598"/>
                    <a:pt x="598" y="464"/>
                    <a:pt x="598" y="299"/>
                  </a:cubicBezTo>
                  <a:cubicBezTo>
                    <a:pt x="598" y="133"/>
                    <a:pt x="464" y="0"/>
                    <a:pt x="2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2"/>
            <p:cNvSpPr/>
            <p:nvPr/>
          </p:nvSpPr>
          <p:spPr>
            <a:xfrm>
              <a:off x="2778856" y="3167095"/>
              <a:ext cx="19637" cy="19637"/>
            </a:xfrm>
            <a:custGeom>
              <a:avLst/>
              <a:gdLst/>
              <a:ahLst/>
              <a:cxnLst/>
              <a:rect l="l" t="t" r="r" b="b"/>
              <a:pathLst>
                <a:path w="599" h="599" extrusionOk="0">
                  <a:moveTo>
                    <a:pt x="300" y="0"/>
                  </a:moveTo>
                  <a:cubicBezTo>
                    <a:pt x="135" y="0"/>
                    <a:pt x="1" y="133"/>
                    <a:pt x="1" y="299"/>
                  </a:cubicBezTo>
                  <a:cubicBezTo>
                    <a:pt x="1" y="464"/>
                    <a:pt x="135" y="598"/>
                    <a:pt x="300" y="598"/>
                  </a:cubicBezTo>
                  <a:cubicBezTo>
                    <a:pt x="464" y="598"/>
                    <a:pt x="599" y="464"/>
                    <a:pt x="599" y="299"/>
                  </a:cubicBezTo>
                  <a:cubicBezTo>
                    <a:pt x="599" y="133"/>
                    <a:pt x="464" y="0"/>
                    <a:pt x="3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2"/>
            <p:cNvSpPr/>
            <p:nvPr/>
          </p:nvSpPr>
          <p:spPr>
            <a:xfrm>
              <a:off x="2460738" y="3018330"/>
              <a:ext cx="19637" cy="19637"/>
            </a:xfrm>
            <a:custGeom>
              <a:avLst/>
              <a:gdLst/>
              <a:ahLst/>
              <a:cxnLst/>
              <a:rect l="l" t="t" r="r" b="b"/>
              <a:pathLst>
                <a:path w="599" h="599" extrusionOk="0">
                  <a:moveTo>
                    <a:pt x="299" y="0"/>
                  </a:moveTo>
                  <a:cubicBezTo>
                    <a:pt x="135" y="0"/>
                    <a:pt x="0" y="133"/>
                    <a:pt x="0" y="299"/>
                  </a:cubicBezTo>
                  <a:cubicBezTo>
                    <a:pt x="0" y="464"/>
                    <a:pt x="135" y="598"/>
                    <a:pt x="299" y="598"/>
                  </a:cubicBezTo>
                  <a:cubicBezTo>
                    <a:pt x="464" y="598"/>
                    <a:pt x="598" y="464"/>
                    <a:pt x="598" y="299"/>
                  </a:cubicBezTo>
                  <a:cubicBezTo>
                    <a:pt x="598" y="133"/>
                    <a:pt x="464" y="0"/>
                    <a:pt x="2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2"/>
            <p:cNvSpPr/>
            <p:nvPr/>
          </p:nvSpPr>
          <p:spPr>
            <a:xfrm>
              <a:off x="2778856" y="3018330"/>
              <a:ext cx="19637" cy="19637"/>
            </a:xfrm>
            <a:custGeom>
              <a:avLst/>
              <a:gdLst/>
              <a:ahLst/>
              <a:cxnLst/>
              <a:rect l="l" t="t" r="r" b="b"/>
              <a:pathLst>
                <a:path w="599" h="599" extrusionOk="0">
                  <a:moveTo>
                    <a:pt x="300" y="0"/>
                  </a:moveTo>
                  <a:cubicBezTo>
                    <a:pt x="135" y="0"/>
                    <a:pt x="1" y="133"/>
                    <a:pt x="1" y="299"/>
                  </a:cubicBezTo>
                  <a:cubicBezTo>
                    <a:pt x="1" y="464"/>
                    <a:pt x="135" y="598"/>
                    <a:pt x="300" y="598"/>
                  </a:cubicBezTo>
                  <a:cubicBezTo>
                    <a:pt x="464" y="598"/>
                    <a:pt x="599" y="464"/>
                    <a:pt x="599" y="299"/>
                  </a:cubicBezTo>
                  <a:cubicBezTo>
                    <a:pt x="599" y="133"/>
                    <a:pt x="464" y="0"/>
                    <a:pt x="3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2"/>
            <p:cNvSpPr/>
            <p:nvPr/>
          </p:nvSpPr>
          <p:spPr>
            <a:xfrm>
              <a:off x="2498962" y="2893660"/>
              <a:ext cx="19637" cy="19637"/>
            </a:xfrm>
            <a:custGeom>
              <a:avLst/>
              <a:gdLst/>
              <a:ahLst/>
              <a:cxnLst/>
              <a:rect l="l" t="t" r="r" b="b"/>
              <a:pathLst>
                <a:path w="599" h="599" extrusionOk="0">
                  <a:moveTo>
                    <a:pt x="299" y="1"/>
                  </a:moveTo>
                  <a:cubicBezTo>
                    <a:pt x="133" y="1"/>
                    <a:pt x="0" y="135"/>
                    <a:pt x="0" y="300"/>
                  </a:cubicBezTo>
                  <a:cubicBezTo>
                    <a:pt x="0" y="464"/>
                    <a:pt x="133" y="599"/>
                    <a:pt x="299" y="599"/>
                  </a:cubicBezTo>
                  <a:cubicBezTo>
                    <a:pt x="464" y="599"/>
                    <a:pt x="598" y="464"/>
                    <a:pt x="598" y="300"/>
                  </a:cubicBezTo>
                  <a:cubicBezTo>
                    <a:pt x="598" y="135"/>
                    <a:pt x="464" y="1"/>
                    <a:pt x="2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2"/>
            <p:cNvSpPr/>
            <p:nvPr/>
          </p:nvSpPr>
          <p:spPr>
            <a:xfrm>
              <a:off x="2617830" y="2796199"/>
              <a:ext cx="19571" cy="19637"/>
            </a:xfrm>
            <a:custGeom>
              <a:avLst/>
              <a:gdLst/>
              <a:ahLst/>
              <a:cxnLst/>
              <a:rect l="l" t="t" r="r" b="b"/>
              <a:pathLst>
                <a:path w="597" h="599" extrusionOk="0">
                  <a:moveTo>
                    <a:pt x="299" y="0"/>
                  </a:moveTo>
                  <a:cubicBezTo>
                    <a:pt x="133" y="0"/>
                    <a:pt x="0" y="133"/>
                    <a:pt x="0" y="299"/>
                  </a:cubicBezTo>
                  <a:cubicBezTo>
                    <a:pt x="0" y="464"/>
                    <a:pt x="133" y="598"/>
                    <a:pt x="299" y="598"/>
                  </a:cubicBezTo>
                  <a:cubicBezTo>
                    <a:pt x="464" y="598"/>
                    <a:pt x="597" y="464"/>
                    <a:pt x="597" y="299"/>
                  </a:cubicBezTo>
                  <a:cubicBezTo>
                    <a:pt x="597" y="133"/>
                    <a:pt x="464" y="0"/>
                    <a:pt x="2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2"/>
            <p:cNvSpPr/>
            <p:nvPr/>
          </p:nvSpPr>
          <p:spPr>
            <a:xfrm>
              <a:off x="2736632" y="2893660"/>
              <a:ext cx="19637" cy="19637"/>
            </a:xfrm>
            <a:custGeom>
              <a:avLst/>
              <a:gdLst/>
              <a:ahLst/>
              <a:cxnLst/>
              <a:rect l="l" t="t" r="r" b="b"/>
              <a:pathLst>
                <a:path w="599" h="599" extrusionOk="0">
                  <a:moveTo>
                    <a:pt x="300" y="1"/>
                  </a:moveTo>
                  <a:cubicBezTo>
                    <a:pt x="135" y="1"/>
                    <a:pt x="1" y="135"/>
                    <a:pt x="1" y="300"/>
                  </a:cubicBezTo>
                  <a:cubicBezTo>
                    <a:pt x="1" y="464"/>
                    <a:pt x="135" y="599"/>
                    <a:pt x="300" y="599"/>
                  </a:cubicBezTo>
                  <a:cubicBezTo>
                    <a:pt x="466" y="599"/>
                    <a:pt x="599" y="464"/>
                    <a:pt x="599" y="300"/>
                  </a:cubicBezTo>
                  <a:cubicBezTo>
                    <a:pt x="599" y="135"/>
                    <a:pt x="466" y="1"/>
                    <a:pt x="3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2"/>
            <p:cNvSpPr/>
            <p:nvPr/>
          </p:nvSpPr>
          <p:spPr>
            <a:xfrm>
              <a:off x="2614716" y="3219874"/>
              <a:ext cx="425877" cy="55534"/>
            </a:xfrm>
            <a:custGeom>
              <a:avLst/>
              <a:gdLst/>
              <a:ahLst/>
              <a:cxnLst/>
              <a:rect l="l" t="t" r="r" b="b"/>
              <a:pathLst>
                <a:path w="12991" h="1694" extrusionOk="0">
                  <a:moveTo>
                    <a:pt x="57" y="0"/>
                  </a:moveTo>
                  <a:cubicBezTo>
                    <a:pt x="26" y="0"/>
                    <a:pt x="0" y="26"/>
                    <a:pt x="0" y="58"/>
                  </a:cubicBezTo>
                  <a:lnTo>
                    <a:pt x="0" y="1636"/>
                  </a:lnTo>
                  <a:cubicBezTo>
                    <a:pt x="0" y="1667"/>
                    <a:pt x="26" y="1693"/>
                    <a:pt x="57" y="1693"/>
                  </a:cubicBezTo>
                  <a:lnTo>
                    <a:pt x="12933" y="1693"/>
                  </a:lnTo>
                  <a:cubicBezTo>
                    <a:pt x="12965" y="1693"/>
                    <a:pt x="12991" y="1667"/>
                    <a:pt x="12991" y="1636"/>
                  </a:cubicBezTo>
                  <a:lnTo>
                    <a:pt x="12991" y="58"/>
                  </a:lnTo>
                  <a:cubicBezTo>
                    <a:pt x="12991" y="26"/>
                    <a:pt x="12965" y="0"/>
                    <a:pt x="12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2"/>
            <p:cNvSpPr/>
            <p:nvPr/>
          </p:nvSpPr>
          <p:spPr>
            <a:xfrm>
              <a:off x="2960698" y="3233741"/>
              <a:ext cx="65631" cy="103330"/>
            </a:xfrm>
            <a:custGeom>
              <a:avLst/>
              <a:gdLst/>
              <a:ahLst/>
              <a:cxnLst/>
              <a:rect l="l" t="t" r="r" b="b"/>
              <a:pathLst>
                <a:path w="2002" h="3152" extrusionOk="0">
                  <a:moveTo>
                    <a:pt x="1" y="0"/>
                  </a:moveTo>
                  <a:lnTo>
                    <a:pt x="1" y="3064"/>
                  </a:lnTo>
                  <a:cubicBezTo>
                    <a:pt x="1" y="3113"/>
                    <a:pt x="40" y="3152"/>
                    <a:pt x="88" y="3152"/>
                  </a:cubicBezTo>
                  <a:lnTo>
                    <a:pt x="1914" y="3152"/>
                  </a:lnTo>
                  <a:cubicBezTo>
                    <a:pt x="1962" y="3152"/>
                    <a:pt x="2002" y="3113"/>
                    <a:pt x="2002" y="3064"/>
                  </a:cubicBezTo>
                  <a:lnTo>
                    <a:pt x="20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2"/>
            <p:cNvSpPr/>
            <p:nvPr/>
          </p:nvSpPr>
          <p:spPr>
            <a:xfrm>
              <a:off x="2902543" y="3198271"/>
              <a:ext cx="57599" cy="99757"/>
            </a:xfrm>
            <a:custGeom>
              <a:avLst/>
              <a:gdLst/>
              <a:ahLst/>
              <a:cxnLst/>
              <a:rect l="l" t="t" r="r" b="b"/>
              <a:pathLst>
                <a:path w="1757" h="3043" extrusionOk="0">
                  <a:moveTo>
                    <a:pt x="61" y="1"/>
                  </a:moveTo>
                  <a:cubicBezTo>
                    <a:pt x="27" y="1"/>
                    <a:pt x="0" y="27"/>
                    <a:pt x="0" y="60"/>
                  </a:cubicBezTo>
                  <a:lnTo>
                    <a:pt x="0" y="3042"/>
                  </a:lnTo>
                  <a:lnTo>
                    <a:pt x="1757" y="3042"/>
                  </a:lnTo>
                  <a:lnTo>
                    <a:pt x="1757" y="60"/>
                  </a:lnTo>
                  <a:cubicBezTo>
                    <a:pt x="1757" y="27"/>
                    <a:pt x="1729" y="1"/>
                    <a:pt x="1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2"/>
            <p:cNvSpPr/>
            <p:nvPr/>
          </p:nvSpPr>
          <p:spPr>
            <a:xfrm>
              <a:off x="2635795" y="3234528"/>
              <a:ext cx="24685" cy="24685"/>
            </a:xfrm>
            <a:custGeom>
              <a:avLst/>
              <a:gdLst/>
              <a:ahLst/>
              <a:cxnLst/>
              <a:rect l="l" t="t" r="r" b="b"/>
              <a:pathLst>
                <a:path w="753" h="753" extrusionOk="0">
                  <a:moveTo>
                    <a:pt x="376" y="0"/>
                  </a:moveTo>
                  <a:cubicBezTo>
                    <a:pt x="168" y="0"/>
                    <a:pt x="0" y="168"/>
                    <a:pt x="0" y="376"/>
                  </a:cubicBezTo>
                  <a:cubicBezTo>
                    <a:pt x="0" y="583"/>
                    <a:pt x="168" y="752"/>
                    <a:pt x="376" y="752"/>
                  </a:cubicBezTo>
                  <a:cubicBezTo>
                    <a:pt x="583" y="752"/>
                    <a:pt x="752" y="583"/>
                    <a:pt x="752" y="376"/>
                  </a:cubicBezTo>
                  <a:cubicBezTo>
                    <a:pt x="752" y="168"/>
                    <a:pt x="583" y="0"/>
                    <a:pt x="3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2"/>
            <p:cNvSpPr/>
            <p:nvPr/>
          </p:nvSpPr>
          <p:spPr>
            <a:xfrm>
              <a:off x="2569444" y="2353247"/>
              <a:ext cx="518980" cy="58648"/>
            </a:xfrm>
            <a:custGeom>
              <a:avLst/>
              <a:gdLst/>
              <a:ahLst/>
              <a:cxnLst/>
              <a:rect l="l" t="t" r="r" b="b"/>
              <a:pathLst>
                <a:path w="15831" h="1789" extrusionOk="0">
                  <a:moveTo>
                    <a:pt x="1" y="1"/>
                  </a:moveTo>
                  <a:cubicBezTo>
                    <a:pt x="206" y="640"/>
                    <a:pt x="522" y="1241"/>
                    <a:pt x="934" y="1789"/>
                  </a:cubicBezTo>
                  <a:lnTo>
                    <a:pt x="14897" y="1789"/>
                  </a:lnTo>
                  <a:cubicBezTo>
                    <a:pt x="15309" y="1241"/>
                    <a:pt x="15625" y="640"/>
                    <a:pt x="15830"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2"/>
            <p:cNvSpPr/>
            <p:nvPr/>
          </p:nvSpPr>
          <p:spPr>
            <a:xfrm>
              <a:off x="2950896" y="1903411"/>
              <a:ext cx="135326" cy="132900"/>
            </a:xfrm>
            <a:custGeom>
              <a:avLst/>
              <a:gdLst/>
              <a:ahLst/>
              <a:cxnLst/>
              <a:rect l="l" t="t" r="r" b="b"/>
              <a:pathLst>
                <a:path w="4128" h="4054" extrusionOk="0">
                  <a:moveTo>
                    <a:pt x="3575" y="0"/>
                  </a:moveTo>
                  <a:cubicBezTo>
                    <a:pt x="3271" y="0"/>
                    <a:pt x="3024" y="245"/>
                    <a:pt x="3021" y="550"/>
                  </a:cubicBezTo>
                  <a:cubicBezTo>
                    <a:pt x="3015" y="1345"/>
                    <a:pt x="2683" y="2108"/>
                    <a:pt x="2006" y="2528"/>
                  </a:cubicBezTo>
                  <a:cubicBezTo>
                    <a:pt x="1607" y="2776"/>
                    <a:pt x="1215" y="2904"/>
                    <a:pt x="842" y="2939"/>
                  </a:cubicBezTo>
                  <a:cubicBezTo>
                    <a:pt x="330" y="2985"/>
                    <a:pt x="1" y="3511"/>
                    <a:pt x="238" y="3966"/>
                  </a:cubicBezTo>
                  <a:cubicBezTo>
                    <a:pt x="250" y="3990"/>
                    <a:pt x="263" y="4012"/>
                    <a:pt x="275" y="4035"/>
                  </a:cubicBezTo>
                  <a:cubicBezTo>
                    <a:pt x="392" y="4047"/>
                    <a:pt x="508" y="4053"/>
                    <a:pt x="626" y="4053"/>
                  </a:cubicBezTo>
                  <a:cubicBezTo>
                    <a:pt x="2547" y="4053"/>
                    <a:pt x="4111" y="2499"/>
                    <a:pt x="4126" y="581"/>
                  </a:cubicBezTo>
                  <a:cubicBezTo>
                    <a:pt x="4128" y="328"/>
                    <a:pt x="3978" y="92"/>
                    <a:pt x="3735" y="23"/>
                  </a:cubicBezTo>
                  <a:cubicBezTo>
                    <a:pt x="3681" y="7"/>
                    <a:pt x="3627" y="0"/>
                    <a:pt x="3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2"/>
            <p:cNvSpPr/>
            <p:nvPr/>
          </p:nvSpPr>
          <p:spPr>
            <a:xfrm>
              <a:off x="1734287" y="1903411"/>
              <a:ext cx="135359" cy="132900"/>
            </a:xfrm>
            <a:custGeom>
              <a:avLst/>
              <a:gdLst/>
              <a:ahLst/>
              <a:cxnLst/>
              <a:rect l="l" t="t" r="r" b="b"/>
              <a:pathLst>
                <a:path w="4129" h="4054" extrusionOk="0">
                  <a:moveTo>
                    <a:pt x="3575" y="0"/>
                  </a:moveTo>
                  <a:cubicBezTo>
                    <a:pt x="3270" y="0"/>
                    <a:pt x="3023" y="245"/>
                    <a:pt x="3021" y="550"/>
                  </a:cubicBezTo>
                  <a:cubicBezTo>
                    <a:pt x="3016" y="1345"/>
                    <a:pt x="2682" y="2108"/>
                    <a:pt x="2006" y="2528"/>
                  </a:cubicBezTo>
                  <a:cubicBezTo>
                    <a:pt x="1607" y="2776"/>
                    <a:pt x="1216" y="2904"/>
                    <a:pt x="841" y="2939"/>
                  </a:cubicBezTo>
                  <a:cubicBezTo>
                    <a:pt x="331" y="2985"/>
                    <a:pt x="0" y="3511"/>
                    <a:pt x="239" y="3966"/>
                  </a:cubicBezTo>
                  <a:cubicBezTo>
                    <a:pt x="251" y="3990"/>
                    <a:pt x="263" y="4012"/>
                    <a:pt x="275" y="4035"/>
                  </a:cubicBezTo>
                  <a:cubicBezTo>
                    <a:pt x="391" y="4047"/>
                    <a:pt x="508" y="4053"/>
                    <a:pt x="627" y="4053"/>
                  </a:cubicBezTo>
                  <a:cubicBezTo>
                    <a:pt x="2546" y="4053"/>
                    <a:pt x="4111" y="2499"/>
                    <a:pt x="4126" y="581"/>
                  </a:cubicBezTo>
                  <a:cubicBezTo>
                    <a:pt x="4129" y="328"/>
                    <a:pt x="3978" y="92"/>
                    <a:pt x="3735" y="23"/>
                  </a:cubicBezTo>
                  <a:cubicBezTo>
                    <a:pt x="3680" y="7"/>
                    <a:pt x="3627" y="0"/>
                    <a:pt x="3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2"/>
            <p:cNvSpPr/>
            <p:nvPr/>
          </p:nvSpPr>
          <p:spPr>
            <a:xfrm>
              <a:off x="1874529" y="1970877"/>
              <a:ext cx="947906" cy="29176"/>
            </a:xfrm>
            <a:custGeom>
              <a:avLst/>
              <a:gdLst/>
              <a:ahLst/>
              <a:cxnLst/>
              <a:rect l="l" t="t" r="r" b="b"/>
              <a:pathLst>
                <a:path w="28915" h="890" extrusionOk="0">
                  <a:moveTo>
                    <a:pt x="14457" y="0"/>
                  </a:moveTo>
                  <a:cubicBezTo>
                    <a:pt x="8731" y="0"/>
                    <a:pt x="3580" y="343"/>
                    <a:pt x="0" y="890"/>
                  </a:cubicBezTo>
                  <a:lnTo>
                    <a:pt x="28914" y="890"/>
                  </a:lnTo>
                  <a:cubicBezTo>
                    <a:pt x="25337" y="343"/>
                    <a:pt x="20184" y="0"/>
                    <a:pt x="144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2"/>
            <p:cNvSpPr/>
            <p:nvPr/>
          </p:nvSpPr>
          <p:spPr>
            <a:xfrm>
              <a:off x="1742385" y="106100"/>
              <a:ext cx="1004259" cy="508916"/>
            </a:xfrm>
            <a:custGeom>
              <a:avLst/>
              <a:gdLst/>
              <a:ahLst/>
              <a:cxnLst/>
              <a:rect l="l" t="t" r="r" b="b"/>
              <a:pathLst>
                <a:path w="30634" h="15524" extrusionOk="0">
                  <a:moveTo>
                    <a:pt x="1" y="1"/>
                  </a:moveTo>
                  <a:cubicBezTo>
                    <a:pt x="10146" y="1725"/>
                    <a:pt x="17140" y="5360"/>
                    <a:pt x="17140" y="9566"/>
                  </a:cubicBezTo>
                  <a:cubicBezTo>
                    <a:pt x="17140" y="11774"/>
                    <a:pt x="15211" y="13823"/>
                    <a:pt x="11913" y="15524"/>
                  </a:cubicBezTo>
                  <a:lnTo>
                    <a:pt x="27652" y="15524"/>
                  </a:lnTo>
                  <a:cubicBezTo>
                    <a:pt x="22537" y="13621"/>
                    <a:pt x="19397" y="11064"/>
                    <a:pt x="19397" y="8248"/>
                  </a:cubicBezTo>
                  <a:cubicBezTo>
                    <a:pt x="19397" y="4921"/>
                    <a:pt x="23778" y="1950"/>
                    <a:pt x="30633"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2"/>
            <p:cNvSpPr/>
            <p:nvPr/>
          </p:nvSpPr>
          <p:spPr>
            <a:xfrm>
              <a:off x="3158472" y="1821292"/>
              <a:ext cx="78711" cy="202039"/>
            </a:xfrm>
            <a:custGeom>
              <a:avLst/>
              <a:gdLst/>
              <a:ahLst/>
              <a:cxnLst/>
              <a:rect l="l" t="t" r="r" b="b"/>
              <a:pathLst>
                <a:path w="2401" h="6163" extrusionOk="0">
                  <a:moveTo>
                    <a:pt x="378" y="1"/>
                  </a:moveTo>
                  <a:lnTo>
                    <a:pt x="1" y="5912"/>
                  </a:lnTo>
                  <a:lnTo>
                    <a:pt x="1037" y="6162"/>
                  </a:lnTo>
                  <a:lnTo>
                    <a:pt x="2400" y="101"/>
                  </a:lnTo>
                  <a:lnTo>
                    <a:pt x="37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2"/>
            <p:cNvSpPr/>
            <p:nvPr/>
          </p:nvSpPr>
          <p:spPr>
            <a:xfrm>
              <a:off x="2581475" y="3399291"/>
              <a:ext cx="81923" cy="70384"/>
            </a:xfrm>
            <a:custGeom>
              <a:avLst/>
              <a:gdLst/>
              <a:ahLst/>
              <a:cxnLst/>
              <a:rect l="l" t="t" r="r" b="b"/>
              <a:pathLst>
                <a:path w="2499" h="2147" extrusionOk="0">
                  <a:moveTo>
                    <a:pt x="1250" y="0"/>
                  </a:moveTo>
                  <a:cubicBezTo>
                    <a:pt x="559" y="0"/>
                    <a:pt x="1" y="559"/>
                    <a:pt x="1" y="1249"/>
                  </a:cubicBezTo>
                  <a:lnTo>
                    <a:pt x="1" y="2146"/>
                  </a:lnTo>
                  <a:lnTo>
                    <a:pt x="2499" y="2146"/>
                  </a:lnTo>
                  <a:lnTo>
                    <a:pt x="2499" y="1249"/>
                  </a:lnTo>
                  <a:cubicBezTo>
                    <a:pt x="2499" y="559"/>
                    <a:pt x="1940" y="0"/>
                    <a:pt x="12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2"/>
            <p:cNvSpPr/>
            <p:nvPr/>
          </p:nvSpPr>
          <p:spPr>
            <a:xfrm>
              <a:off x="2520795" y="2988564"/>
              <a:ext cx="33832" cy="159257"/>
            </a:xfrm>
            <a:custGeom>
              <a:avLst/>
              <a:gdLst/>
              <a:ahLst/>
              <a:cxnLst/>
              <a:rect l="l" t="t" r="r" b="b"/>
              <a:pathLst>
                <a:path w="1032" h="4858" extrusionOk="0">
                  <a:moveTo>
                    <a:pt x="517" y="1"/>
                  </a:moveTo>
                  <a:cubicBezTo>
                    <a:pt x="231" y="1"/>
                    <a:pt x="0" y="232"/>
                    <a:pt x="0" y="517"/>
                  </a:cubicBezTo>
                  <a:lnTo>
                    <a:pt x="0" y="4342"/>
                  </a:lnTo>
                  <a:cubicBezTo>
                    <a:pt x="0" y="4626"/>
                    <a:pt x="231" y="4857"/>
                    <a:pt x="517" y="4857"/>
                  </a:cubicBezTo>
                  <a:cubicBezTo>
                    <a:pt x="801" y="4857"/>
                    <a:pt x="1032" y="4626"/>
                    <a:pt x="1032" y="4342"/>
                  </a:cubicBezTo>
                  <a:lnTo>
                    <a:pt x="1032" y="517"/>
                  </a:lnTo>
                  <a:cubicBezTo>
                    <a:pt x="1032" y="232"/>
                    <a:pt x="801"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2"/>
            <p:cNvSpPr/>
            <p:nvPr/>
          </p:nvSpPr>
          <p:spPr>
            <a:xfrm>
              <a:off x="2525876" y="3006889"/>
              <a:ext cx="17768" cy="122607"/>
            </a:xfrm>
            <a:custGeom>
              <a:avLst/>
              <a:gdLst/>
              <a:ahLst/>
              <a:cxnLst/>
              <a:rect l="l" t="t" r="r" b="b"/>
              <a:pathLst>
                <a:path w="542" h="3740" extrusionOk="0">
                  <a:moveTo>
                    <a:pt x="271" y="1"/>
                  </a:moveTo>
                  <a:cubicBezTo>
                    <a:pt x="122" y="1"/>
                    <a:pt x="1" y="121"/>
                    <a:pt x="1" y="271"/>
                  </a:cubicBezTo>
                  <a:lnTo>
                    <a:pt x="1" y="3469"/>
                  </a:lnTo>
                  <a:cubicBezTo>
                    <a:pt x="1" y="3619"/>
                    <a:pt x="122" y="3740"/>
                    <a:pt x="271" y="3740"/>
                  </a:cubicBezTo>
                  <a:cubicBezTo>
                    <a:pt x="421" y="3740"/>
                    <a:pt x="541" y="3619"/>
                    <a:pt x="541" y="3469"/>
                  </a:cubicBezTo>
                  <a:lnTo>
                    <a:pt x="541" y="271"/>
                  </a:lnTo>
                  <a:cubicBezTo>
                    <a:pt x="541" y="121"/>
                    <a:pt x="421" y="1"/>
                    <a:pt x="2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2"/>
            <p:cNvSpPr/>
            <p:nvPr/>
          </p:nvSpPr>
          <p:spPr>
            <a:xfrm>
              <a:off x="2581049" y="2988564"/>
              <a:ext cx="33832" cy="159257"/>
            </a:xfrm>
            <a:custGeom>
              <a:avLst/>
              <a:gdLst/>
              <a:ahLst/>
              <a:cxnLst/>
              <a:rect l="l" t="t" r="r" b="b"/>
              <a:pathLst>
                <a:path w="1032" h="4858" extrusionOk="0">
                  <a:moveTo>
                    <a:pt x="517" y="1"/>
                  </a:moveTo>
                  <a:cubicBezTo>
                    <a:pt x="231" y="1"/>
                    <a:pt x="0" y="232"/>
                    <a:pt x="0" y="517"/>
                  </a:cubicBezTo>
                  <a:lnTo>
                    <a:pt x="0" y="4342"/>
                  </a:lnTo>
                  <a:cubicBezTo>
                    <a:pt x="0" y="4626"/>
                    <a:pt x="231" y="4857"/>
                    <a:pt x="517" y="4857"/>
                  </a:cubicBezTo>
                  <a:cubicBezTo>
                    <a:pt x="801" y="4857"/>
                    <a:pt x="1032" y="4626"/>
                    <a:pt x="1032" y="4342"/>
                  </a:cubicBezTo>
                  <a:lnTo>
                    <a:pt x="1032" y="517"/>
                  </a:lnTo>
                  <a:cubicBezTo>
                    <a:pt x="1032" y="232"/>
                    <a:pt x="801"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2"/>
            <p:cNvSpPr/>
            <p:nvPr/>
          </p:nvSpPr>
          <p:spPr>
            <a:xfrm>
              <a:off x="2586130" y="3006889"/>
              <a:ext cx="17768" cy="122607"/>
            </a:xfrm>
            <a:custGeom>
              <a:avLst/>
              <a:gdLst/>
              <a:ahLst/>
              <a:cxnLst/>
              <a:rect l="l" t="t" r="r" b="b"/>
              <a:pathLst>
                <a:path w="542" h="3740" extrusionOk="0">
                  <a:moveTo>
                    <a:pt x="271" y="1"/>
                  </a:moveTo>
                  <a:cubicBezTo>
                    <a:pt x="121" y="1"/>
                    <a:pt x="1" y="121"/>
                    <a:pt x="1" y="271"/>
                  </a:cubicBezTo>
                  <a:lnTo>
                    <a:pt x="1" y="3469"/>
                  </a:lnTo>
                  <a:cubicBezTo>
                    <a:pt x="1" y="3619"/>
                    <a:pt x="121" y="3740"/>
                    <a:pt x="271" y="3740"/>
                  </a:cubicBezTo>
                  <a:cubicBezTo>
                    <a:pt x="420" y="3740"/>
                    <a:pt x="541" y="3619"/>
                    <a:pt x="541" y="3469"/>
                  </a:cubicBezTo>
                  <a:lnTo>
                    <a:pt x="541" y="271"/>
                  </a:lnTo>
                  <a:cubicBezTo>
                    <a:pt x="541" y="121"/>
                    <a:pt x="420" y="1"/>
                    <a:pt x="2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2"/>
            <p:cNvSpPr/>
            <p:nvPr/>
          </p:nvSpPr>
          <p:spPr>
            <a:xfrm>
              <a:off x="2641302" y="2988564"/>
              <a:ext cx="33832" cy="159257"/>
            </a:xfrm>
            <a:custGeom>
              <a:avLst/>
              <a:gdLst/>
              <a:ahLst/>
              <a:cxnLst/>
              <a:rect l="l" t="t" r="r" b="b"/>
              <a:pathLst>
                <a:path w="1032" h="4858" extrusionOk="0">
                  <a:moveTo>
                    <a:pt x="515" y="1"/>
                  </a:moveTo>
                  <a:cubicBezTo>
                    <a:pt x="231" y="1"/>
                    <a:pt x="0" y="232"/>
                    <a:pt x="0" y="517"/>
                  </a:cubicBezTo>
                  <a:lnTo>
                    <a:pt x="0" y="4342"/>
                  </a:lnTo>
                  <a:cubicBezTo>
                    <a:pt x="0" y="4626"/>
                    <a:pt x="231" y="4857"/>
                    <a:pt x="515" y="4857"/>
                  </a:cubicBezTo>
                  <a:cubicBezTo>
                    <a:pt x="800" y="4857"/>
                    <a:pt x="1031" y="4626"/>
                    <a:pt x="1031" y="4342"/>
                  </a:cubicBezTo>
                  <a:lnTo>
                    <a:pt x="1031" y="517"/>
                  </a:lnTo>
                  <a:cubicBezTo>
                    <a:pt x="1031" y="232"/>
                    <a:pt x="800" y="1"/>
                    <a:pt x="5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2"/>
            <p:cNvSpPr/>
            <p:nvPr/>
          </p:nvSpPr>
          <p:spPr>
            <a:xfrm>
              <a:off x="2646383" y="3006889"/>
              <a:ext cx="17768" cy="122607"/>
            </a:xfrm>
            <a:custGeom>
              <a:avLst/>
              <a:gdLst/>
              <a:ahLst/>
              <a:cxnLst/>
              <a:rect l="l" t="t" r="r" b="b"/>
              <a:pathLst>
                <a:path w="542" h="3740" extrusionOk="0">
                  <a:moveTo>
                    <a:pt x="271" y="1"/>
                  </a:moveTo>
                  <a:cubicBezTo>
                    <a:pt x="121" y="1"/>
                    <a:pt x="1" y="121"/>
                    <a:pt x="1" y="271"/>
                  </a:cubicBezTo>
                  <a:lnTo>
                    <a:pt x="1" y="3469"/>
                  </a:lnTo>
                  <a:cubicBezTo>
                    <a:pt x="1" y="3619"/>
                    <a:pt x="121" y="3740"/>
                    <a:pt x="271" y="3740"/>
                  </a:cubicBezTo>
                  <a:cubicBezTo>
                    <a:pt x="420" y="3740"/>
                    <a:pt x="541" y="3619"/>
                    <a:pt x="541" y="3469"/>
                  </a:cubicBezTo>
                  <a:lnTo>
                    <a:pt x="541" y="271"/>
                  </a:lnTo>
                  <a:cubicBezTo>
                    <a:pt x="541" y="121"/>
                    <a:pt x="420" y="1"/>
                    <a:pt x="2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2"/>
            <p:cNvSpPr/>
            <p:nvPr/>
          </p:nvSpPr>
          <p:spPr>
            <a:xfrm>
              <a:off x="2701523" y="2988564"/>
              <a:ext cx="33864" cy="159257"/>
            </a:xfrm>
            <a:custGeom>
              <a:avLst/>
              <a:gdLst/>
              <a:ahLst/>
              <a:cxnLst/>
              <a:rect l="l" t="t" r="r" b="b"/>
              <a:pathLst>
                <a:path w="1033" h="4858" extrusionOk="0">
                  <a:moveTo>
                    <a:pt x="516" y="1"/>
                  </a:moveTo>
                  <a:cubicBezTo>
                    <a:pt x="232" y="1"/>
                    <a:pt x="1" y="232"/>
                    <a:pt x="1" y="517"/>
                  </a:cubicBezTo>
                  <a:lnTo>
                    <a:pt x="1" y="4342"/>
                  </a:lnTo>
                  <a:cubicBezTo>
                    <a:pt x="1" y="4626"/>
                    <a:pt x="232" y="4857"/>
                    <a:pt x="516" y="4857"/>
                  </a:cubicBezTo>
                  <a:cubicBezTo>
                    <a:pt x="801" y="4857"/>
                    <a:pt x="1032" y="4626"/>
                    <a:pt x="1032" y="4342"/>
                  </a:cubicBezTo>
                  <a:lnTo>
                    <a:pt x="1032" y="517"/>
                  </a:lnTo>
                  <a:cubicBezTo>
                    <a:pt x="1032" y="232"/>
                    <a:pt x="801" y="1"/>
                    <a:pt x="5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2"/>
            <p:cNvSpPr/>
            <p:nvPr/>
          </p:nvSpPr>
          <p:spPr>
            <a:xfrm>
              <a:off x="2706637" y="3006889"/>
              <a:ext cx="17768" cy="122607"/>
            </a:xfrm>
            <a:custGeom>
              <a:avLst/>
              <a:gdLst/>
              <a:ahLst/>
              <a:cxnLst/>
              <a:rect l="l" t="t" r="r" b="b"/>
              <a:pathLst>
                <a:path w="542" h="3740" extrusionOk="0">
                  <a:moveTo>
                    <a:pt x="271" y="1"/>
                  </a:moveTo>
                  <a:cubicBezTo>
                    <a:pt x="121" y="1"/>
                    <a:pt x="0" y="121"/>
                    <a:pt x="0" y="271"/>
                  </a:cubicBezTo>
                  <a:lnTo>
                    <a:pt x="0" y="3469"/>
                  </a:lnTo>
                  <a:cubicBezTo>
                    <a:pt x="0" y="3619"/>
                    <a:pt x="121" y="3740"/>
                    <a:pt x="271" y="3740"/>
                  </a:cubicBezTo>
                  <a:cubicBezTo>
                    <a:pt x="420" y="3740"/>
                    <a:pt x="541" y="3619"/>
                    <a:pt x="541" y="3469"/>
                  </a:cubicBezTo>
                  <a:lnTo>
                    <a:pt x="541" y="271"/>
                  </a:lnTo>
                  <a:cubicBezTo>
                    <a:pt x="541" y="121"/>
                    <a:pt x="420" y="1"/>
                    <a:pt x="2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4" name="Google Shape;1774;p32"/>
          <p:cNvSpPr/>
          <p:nvPr/>
        </p:nvSpPr>
        <p:spPr>
          <a:xfrm>
            <a:off x="6605413" y="4835532"/>
            <a:ext cx="1659300" cy="47400"/>
          </a:xfrm>
          <a:prstGeom prst="ellipse">
            <a:avLst/>
          </a:prstGeom>
          <a:solidFill>
            <a:srgbClr val="000000">
              <a:alpha val="2516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2"/>
          <p:cNvSpPr/>
          <p:nvPr/>
        </p:nvSpPr>
        <p:spPr>
          <a:xfrm>
            <a:off x="6842750" y="2455600"/>
            <a:ext cx="1218000" cy="1218000"/>
          </a:xfrm>
          <a:prstGeom prst="ellipse">
            <a:avLst/>
          </a:prstGeom>
          <a:gradFill>
            <a:gsLst>
              <a:gs pos="0">
                <a:schemeClr val="accent3"/>
              </a:gs>
              <a:gs pos="64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76" name="Google Shape;1776;p32"/>
          <p:cNvGrpSpPr/>
          <p:nvPr/>
        </p:nvGrpSpPr>
        <p:grpSpPr>
          <a:xfrm>
            <a:off x="6034161" y="1759846"/>
            <a:ext cx="2881258" cy="3089900"/>
            <a:chOff x="3800493" y="112460"/>
            <a:chExt cx="2715862" cy="2912527"/>
          </a:xfrm>
        </p:grpSpPr>
        <p:sp>
          <p:nvSpPr>
            <p:cNvPr id="1777" name="Google Shape;1777;p32"/>
            <p:cNvSpPr/>
            <p:nvPr/>
          </p:nvSpPr>
          <p:spPr>
            <a:xfrm>
              <a:off x="5755551" y="1323234"/>
              <a:ext cx="201481" cy="129720"/>
            </a:xfrm>
            <a:custGeom>
              <a:avLst/>
              <a:gdLst/>
              <a:ahLst/>
              <a:cxnLst/>
              <a:rect l="l" t="t" r="r" b="b"/>
              <a:pathLst>
                <a:path w="6146" h="3957" extrusionOk="0">
                  <a:moveTo>
                    <a:pt x="4408" y="0"/>
                  </a:moveTo>
                  <a:cubicBezTo>
                    <a:pt x="3698" y="0"/>
                    <a:pt x="2672" y="368"/>
                    <a:pt x="1167" y="956"/>
                  </a:cubicBezTo>
                  <a:cubicBezTo>
                    <a:pt x="1167" y="956"/>
                    <a:pt x="809" y="864"/>
                    <a:pt x="513" y="864"/>
                  </a:cubicBezTo>
                  <a:cubicBezTo>
                    <a:pt x="228" y="864"/>
                    <a:pt x="0" y="949"/>
                    <a:pt x="206" y="1284"/>
                  </a:cubicBezTo>
                  <a:cubicBezTo>
                    <a:pt x="667" y="1305"/>
                    <a:pt x="1097" y="1348"/>
                    <a:pt x="1097" y="1348"/>
                  </a:cubicBezTo>
                  <a:cubicBezTo>
                    <a:pt x="2711" y="908"/>
                    <a:pt x="3705" y="657"/>
                    <a:pt x="4306" y="657"/>
                  </a:cubicBezTo>
                  <a:cubicBezTo>
                    <a:pt x="4842" y="657"/>
                    <a:pt x="5067" y="856"/>
                    <a:pt x="5143" y="1297"/>
                  </a:cubicBezTo>
                  <a:cubicBezTo>
                    <a:pt x="5265" y="2004"/>
                    <a:pt x="4922" y="2723"/>
                    <a:pt x="3590" y="2723"/>
                  </a:cubicBezTo>
                  <a:cubicBezTo>
                    <a:pt x="3145" y="2723"/>
                    <a:pt x="2591" y="2643"/>
                    <a:pt x="1907" y="2455"/>
                  </a:cubicBezTo>
                  <a:cubicBezTo>
                    <a:pt x="1652" y="2386"/>
                    <a:pt x="1425" y="2321"/>
                    <a:pt x="1209" y="2258"/>
                  </a:cubicBezTo>
                  <a:lnTo>
                    <a:pt x="1209" y="2258"/>
                  </a:lnTo>
                  <a:cubicBezTo>
                    <a:pt x="1375" y="2389"/>
                    <a:pt x="1563" y="2532"/>
                    <a:pt x="1774" y="2688"/>
                  </a:cubicBezTo>
                  <a:cubicBezTo>
                    <a:pt x="3008" y="3595"/>
                    <a:pt x="3931" y="3956"/>
                    <a:pt x="4589" y="3956"/>
                  </a:cubicBezTo>
                  <a:cubicBezTo>
                    <a:pt x="5875" y="3956"/>
                    <a:pt x="6146" y="2575"/>
                    <a:pt x="5738" y="1185"/>
                  </a:cubicBezTo>
                  <a:cubicBezTo>
                    <a:pt x="5493" y="350"/>
                    <a:pt x="5100" y="0"/>
                    <a:pt x="44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2"/>
            <p:cNvSpPr/>
            <p:nvPr/>
          </p:nvSpPr>
          <p:spPr>
            <a:xfrm>
              <a:off x="5782072" y="1404009"/>
              <a:ext cx="256818" cy="186205"/>
            </a:xfrm>
            <a:custGeom>
              <a:avLst/>
              <a:gdLst/>
              <a:ahLst/>
              <a:cxnLst/>
              <a:rect l="l" t="t" r="r" b="b"/>
              <a:pathLst>
                <a:path w="7834" h="5680" extrusionOk="0">
                  <a:moveTo>
                    <a:pt x="232" y="1"/>
                  </a:moveTo>
                  <a:cubicBezTo>
                    <a:pt x="93" y="1"/>
                    <a:pt x="0" y="98"/>
                    <a:pt x="15" y="372"/>
                  </a:cubicBezTo>
                  <a:cubicBezTo>
                    <a:pt x="468" y="656"/>
                    <a:pt x="886" y="952"/>
                    <a:pt x="886" y="952"/>
                  </a:cubicBezTo>
                  <a:cubicBezTo>
                    <a:pt x="5116" y="2063"/>
                    <a:pt x="6415" y="2506"/>
                    <a:pt x="5662" y="3577"/>
                  </a:cubicBezTo>
                  <a:cubicBezTo>
                    <a:pt x="5365" y="3998"/>
                    <a:pt x="4900" y="4293"/>
                    <a:pt x="4273" y="4293"/>
                  </a:cubicBezTo>
                  <a:cubicBezTo>
                    <a:pt x="3465" y="4293"/>
                    <a:pt x="2388" y="3804"/>
                    <a:pt x="1054" y="2467"/>
                  </a:cubicBezTo>
                  <a:cubicBezTo>
                    <a:pt x="840" y="2252"/>
                    <a:pt x="651" y="2060"/>
                    <a:pt x="474" y="1878"/>
                  </a:cubicBezTo>
                  <a:lnTo>
                    <a:pt x="474" y="1878"/>
                  </a:lnTo>
                  <a:cubicBezTo>
                    <a:pt x="563" y="2092"/>
                    <a:pt x="667" y="2328"/>
                    <a:pt x="788" y="2589"/>
                  </a:cubicBezTo>
                  <a:cubicBezTo>
                    <a:pt x="1818" y="4814"/>
                    <a:pt x="3016" y="5680"/>
                    <a:pt x="4104" y="5680"/>
                  </a:cubicBezTo>
                  <a:cubicBezTo>
                    <a:pt x="5089" y="5680"/>
                    <a:pt x="5982" y="4972"/>
                    <a:pt x="6578" y="3921"/>
                  </a:cubicBezTo>
                  <a:cubicBezTo>
                    <a:pt x="7833" y="1708"/>
                    <a:pt x="5838" y="1246"/>
                    <a:pt x="1202" y="592"/>
                  </a:cubicBezTo>
                  <a:cubicBezTo>
                    <a:pt x="1202" y="592"/>
                    <a:pt x="575" y="1"/>
                    <a:pt x="2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2"/>
            <p:cNvSpPr/>
            <p:nvPr/>
          </p:nvSpPr>
          <p:spPr>
            <a:xfrm>
              <a:off x="5115415" y="214773"/>
              <a:ext cx="297304" cy="347265"/>
            </a:xfrm>
            <a:custGeom>
              <a:avLst/>
              <a:gdLst/>
              <a:ahLst/>
              <a:cxnLst/>
              <a:rect l="l" t="t" r="r" b="b"/>
              <a:pathLst>
                <a:path w="9069" h="10593" extrusionOk="0">
                  <a:moveTo>
                    <a:pt x="7598" y="0"/>
                  </a:moveTo>
                  <a:lnTo>
                    <a:pt x="491" y="6716"/>
                  </a:lnTo>
                  <a:cubicBezTo>
                    <a:pt x="491" y="6716"/>
                    <a:pt x="0" y="8285"/>
                    <a:pt x="0" y="8874"/>
                  </a:cubicBezTo>
                  <a:cubicBezTo>
                    <a:pt x="0" y="9461"/>
                    <a:pt x="2558" y="10487"/>
                    <a:pt x="2990" y="10589"/>
                  </a:cubicBezTo>
                  <a:cubicBezTo>
                    <a:pt x="2998" y="10591"/>
                    <a:pt x="3007" y="10592"/>
                    <a:pt x="3016" y="10592"/>
                  </a:cubicBezTo>
                  <a:cubicBezTo>
                    <a:pt x="3926" y="10592"/>
                    <a:pt x="9069" y="932"/>
                    <a:pt x="9069" y="932"/>
                  </a:cubicBezTo>
                  <a:lnTo>
                    <a:pt x="75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2"/>
            <p:cNvSpPr/>
            <p:nvPr/>
          </p:nvSpPr>
          <p:spPr>
            <a:xfrm>
              <a:off x="5004120" y="801146"/>
              <a:ext cx="474887" cy="862770"/>
            </a:xfrm>
            <a:custGeom>
              <a:avLst/>
              <a:gdLst/>
              <a:ahLst/>
              <a:cxnLst/>
              <a:rect l="l" t="t" r="r" b="b"/>
              <a:pathLst>
                <a:path w="14486" h="26318" extrusionOk="0">
                  <a:moveTo>
                    <a:pt x="11400" y="1"/>
                  </a:moveTo>
                  <a:cubicBezTo>
                    <a:pt x="11355" y="1"/>
                    <a:pt x="11310" y="9"/>
                    <a:pt x="11266" y="27"/>
                  </a:cubicBezTo>
                  <a:cubicBezTo>
                    <a:pt x="10164" y="468"/>
                    <a:pt x="5736" y="7347"/>
                    <a:pt x="5074" y="9625"/>
                  </a:cubicBezTo>
                  <a:cubicBezTo>
                    <a:pt x="4413" y="11906"/>
                    <a:pt x="3972" y="16171"/>
                    <a:pt x="3603" y="16978"/>
                  </a:cubicBezTo>
                  <a:cubicBezTo>
                    <a:pt x="3236" y="17788"/>
                    <a:pt x="1766" y="18596"/>
                    <a:pt x="0" y="21391"/>
                  </a:cubicBezTo>
                  <a:lnTo>
                    <a:pt x="4339" y="26317"/>
                  </a:lnTo>
                  <a:cubicBezTo>
                    <a:pt x="4339" y="26317"/>
                    <a:pt x="10589" y="22494"/>
                    <a:pt x="11986" y="20215"/>
                  </a:cubicBezTo>
                  <a:cubicBezTo>
                    <a:pt x="13383" y="17934"/>
                    <a:pt x="14486" y="10435"/>
                    <a:pt x="14191" y="7641"/>
                  </a:cubicBezTo>
                  <a:cubicBezTo>
                    <a:pt x="13910" y="4958"/>
                    <a:pt x="12490" y="1"/>
                    <a:pt x="114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2"/>
            <p:cNvSpPr/>
            <p:nvPr/>
          </p:nvSpPr>
          <p:spPr>
            <a:xfrm>
              <a:off x="5004120" y="801146"/>
              <a:ext cx="474887" cy="862770"/>
            </a:xfrm>
            <a:custGeom>
              <a:avLst/>
              <a:gdLst/>
              <a:ahLst/>
              <a:cxnLst/>
              <a:rect l="l" t="t" r="r" b="b"/>
              <a:pathLst>
                <a:path w="14486" h="26318" extrusionOk="0">
                  <a:moveTo>
                    <a:pt x="11400" y="1"/>
                  </a:moveTo>
                  <a:cubicBezTo>
                    <a:pt x="11355" y="1"/>
                    <a:pt x="11310" y="9"/>
                    <a:pt x="11266" y="27"/>
                  </a:cubicBezTo>
                  <a:cubicBezTo>
                    <a:pt x="10614" y="288"/>
                    <a:pt x="8797" y="2802"/>
                    <a:pt x="7285" y="5285"/>
                  </a:cubicBezTo>
                  <a:cubicBezTo>
                    <a:pt x="7423" y="6200"/>
                    <a:pt x="7498" y="7194"/>
                    <a:pt x="7498" y="8232"/>
                  </a:cubicBezTo>
                  <a:cubicBezTo>
                    <a:pt x="7498" y="12821"/>
                    <a:pt x="6035" y="16541"/>
                    <a:pt x="4230" y="16541"/>
                  </a:cubicBezTo>
                  <a:cubicBezTo>
                    <a:pt x="4072" y="16541"/>
                    <a:pt x="3915" y="16510"/>
                    <a:pt x="3762" y="16454"/>
                  </a:cubicBezTo>
                  <a:cubicBezTo>
                    <a:pt x="3708" y="16685"/>
                    <a:pt x="3655" y="16867"/>
                    <a:pt x="3603" y="16978"/>
                  </a:cubicBezTo>
                  <a:cubicBezTo>
                    <a:pt x="3236" y="17788"/>
                    <a:pt x="1766" y="18596"/>
                    <a:pt x="0" y="21391"/>
                  </a:cubicBezTo>
                  <a:lnTo>
                    <a:pt x="4339" y="26317"/>
                  </a:lnTo>
                  <a:cubicBezTo>
                    <a:pt x="4339" y="26317"/>
                    <a:pt x="10589" y="22494"/>
                    <a:pt x="11986" y="20215"/>
                  </a:cubicBezTo>
                  <a:cubicBezTo>
                    <a:pt x="13383" y="17934"/>
                    <a:pt x="14486" y="10435"/>
                    <a:pt x="14191" y="7641"/>
                  </a:cubicBezTo>
                  <a:cubicBezTo>
                    <a:pt x="13910" y="4958"/>
                    <a:pt x="12490" y="1"/>
                    <a:pt x="11400"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2"/>
            <p:cNvSpPr/>
            <p:nvPr/>
          </p:nvSpPr>
          <p:spPr>
            <a:xfrm>
              <a:off x="4861911" y="1418007"/>
              <a:ext cx="385719" cy="368836"/>
            </a:xfrm>
            <a:custGeom>
              <a:avLst/>
              <a:gdLst/>
              <a:ahLst/>
              <a:cxnLst/>
              <a:rect l="l" t="t" r="r" b="b"/>
              <a:pathLst>
                <a:path w="11766" h="11251" extrusionOk="0">
                  <a:moveTo>
                    <a:pt x="5442" y="1"/>
                  </a:moveTo>
                  <a:cubicBezTo>
                    <a:pt x="5442" y="1"/>
                    <a:pt x="1544" y="5073"/>
                    <a:pt x="1" y="8751"/>
                  </a:cubicBezTo>
                  <a:lnTo>
                    <a:pt x="3971" y="11250"/>
                  </a:lnTo>
                  <a:lnTo>
                    <a:pt x="11619" y="7426"/>
                  </a:lnTo>
                  <a:cubicBezTo>
                    <a:pt x="11765" y="3897"/>
                    <a:pt x="5442" y="1"/>
                    <a:pt x="54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2"/>
            <p:cNvSpPr/>
            <p:nvPr/>
          </p:nvSpPr>
          <p:spPr>
            <a:xfrm>
              <a:off x="4861911" y="1418007"/>
              <a:ext cx="316908" cy="316449"/>
            </a:xfrm>
            <a:custGeom>
              <a:avLst/>
              <a:gdLst/>
              <a:ahLst/>
              <a:cxnLst/>
              <a:rect l="l" t="t" r="r" b="b"/>
              <a:pathLst>
                <a:path w="9667" h="9653" extrusionOk="0">
                  <a:moveTo>
                    <a:pt x="5442" y="1"/>
                  </a:moveTo>
                  <a:cubicBezTo>
                    <a:pt x="5442" y="1"/>
                    <a:pt x="1544" y="5073"/>
                    <a:pt x="1" y="8751"/>
                  </a:cubicBezTo>
                  <a:lnTo>
                    <a:pt x="1434" y="9652"/>
                  </a:lnTo>
                  <a:cubicBezTo>
                    <a:pt x="2774" y="9474"/>
                    <a:pt x="4232" y="8956"/>
                    <a:pt x="5625" y="8086"/>
                  </a:cubicBezTo>
                  <a:cubicBezTo>
                    <a:pt x="7653" y="6821"/>
                    <a:pt x="9086" y="5101"/>
                    <a:pt x="9666" y="3459"/>
                  </a:cubicBezTo>
                  <a:cubicBezTo>
                    <a:pt x="7855" y="1488"/>
                    <a:pt x="5442" y="1"/>
                    <a:pt x="5442"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2"/>
            <p:cNvSpPr/>
            <p:nvPr/>
          </p:nvSpPr>
          <p:spPr>
            <a:xfrm>
              <a:off x="4710032" y="1692327"/>
              <a:ext cx="328481" cy="241410"/>
            </a:xfrm>
            <a:custGeom>
              <a:avLst/>
              <a:gdLst/>
              <a:ahLst/>
              <a:cxnLst/>
              <a:rect l="l" t="t" r="r" b="b"/>
              <a:pathLst>
                <a:path w="10020" h="7364" extrusionOk="0">
                  <a:moveTo>
                    <a:pt x="4904" y="0"/>
                  </a:moveTo>
                  <a:cubicBezTo>
                    <a:pt x="4039" y="0"/>
                    <a:pt x="2468" y="920"/>
                    <a:pt x="1987" y="1265"/>
                  </a:cubicBezTo>
                  <a:cubicBezTo>
                    <a:pt x="1472" y="1632"/>
                    <a:pt x="1" y="3177"/>
                    <a:pt x="221" y="4133"/>
                  </a:cubicBezTo>
                  <a:cubicBezTo>
                    <a:pt x="442" y="5088"/>
                    <a:pt x="884" y="6117"/>
                    <a:pt x="2061" y="7000"/>
                  </a:cubicBezTo>
                  <a:cubicBezTo>
                    <a:pt x="2412" y="7264"/>
                    <a:pt x="2908" y="7363"/>
                    <a:pt x="3462" y="7363"/>
                  </a:cubicBezTo>
                  <a:cubicBezTo>
                    <a:pt x="4763" y="7363"/>
                    <a:pt x="6382" y="6816"/>
                    <a:pt x="7207" y="6558"/>
                  </a:cubicBezTo>
                  <a:cubicBezTo>
                    <a:pt x="8384" y="6191"/>
                    <a:pt x="8440" y="3429"/>
                    <a:pt x="9210" y="2378"/>
                  </a:cubicBezTo>
                  <a:cubicBezTo>
                    <a:pt x="10019" y="1275"/>
                    <a:pt x="5883" y="161"/>
                    <a:pt x="5075" y="14"/>
                  </a:cubicBezTo>
                  <a:cubicBezTo>
                    <a:pt x="5022" y="5"/>
                    <a:pt x="4964" y="0"/>
                    <a:pt x="490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2"/>
            <p:cNvSpPr/>
            <p:nvPr/>
          </p:nvSpPr>
          <p:spPr>
            <a:xfrm>
              <a:off x="5093681" y="1486292"/>
              <a:ext cx="490590" cy="1443118"/>
            </a:xfrm>
            <a:custGeom>
              <a:avLst/>
              <a:gdLst/>
              <a:ahLst/>
              <a:cxnLst/>
              <a:rect l="l" t="t" r="r" b="b"/>
              <a:pathLst>
                <a:path w="14965" h="44021" extrusionOk="0">
                  <a:moveTo>
                    <a:pt x="5749" y="0"/>
                  </a:moveTo>
                  <a:cubicBezTo>
                    <a:pt x="3066" y="7882"/>
                    <a:pt x="794" y="13554"/>
                    <a:pt x="455" y="19707"/>
                  </a:cubicBezTo>
                  <a:cubicBezTo>
                    <a:pt x="0" y="27940"/>
                    <a:pt x="2379" y="36669"/>
                    <a:pt x="5577" y="44020"/>
                  </a:cubicBezTo>
                  <a:lnTo>
                    <a:pt x="7048" y="43333"/>
                  </a:lnTo>
                  <a:cubicBezTo>
                    <a:pt x="7048" y="43333"/>
                    <a:pt x="8397" y="26961"/>
                    <a:pt x="8690" y="25589"/>
                  </a:cubicBezTo>
                  <a:cubicBezTo>
                    <a:pt x="8984" y="24216"/>
                    <a:pt x="14964" y="6275"/>
                    <a:pt x="14964" y="6275"/>
                  </a:cubicBezTo>
                  <a:lnTo>
                    <a:pt x="574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2"/>
            <p:cNvSpPr/>
            <p:nvPr/>
          </p:nvSpPr>
          <p:spPr>
            <a:xfrm>
              <a:off x="5111547" y="2312400"/>
              <a:ext cx="213316" cy="616999"/>
            </a:xfrm>
            <a:custGeom>
              <a:avLst/>
              <a:gdLst/>
              <a:ahLst/>
              <a:cxnLst/>
              <a:rect l="l" t="t" r="r" b="b"/>
              <a:pathLst>
                <a:path w="6507" h="18821" extrusionOk="0">
                  <a:moveTo>
                    <a:pt x="0" y="1"/>
                  </a:moveTo>
                  <a:lnTo>
                    <a:pt x="0" y="1"/>
                  </a:lnTo>
                  <a:cubicBezTo>
                    <a:pt x="544" y="6518"/>
                    <a:pt x="2539" y="13088"/>
                    <a:pt x="5032" y="18820"/>
                  </a:cubicBezTo>
                  <a:lnTo>
                    <a:pt x="6334" y="18213"/>
                  </a:lnTo>
                  <a:cubicBezTo>
                    <a:pt x="6506" y="16090"/>
                    <a:pt x="6283" y="13289"/>
                    <a:pt x="5621" y="10286"/>
                  </a:cubicBezTo>
                  <a:cubicBezTo>
                    <a:pt x="4340" y="4478"/>
                    <a:pt x="1882" y="32"/>
                    <a:pt x="0"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2"/>
            <p:cNvSpPr/>
            <p:nvPr/>
          </p:nvSpPr>
          <p:spPr>
            <a:xfrm>
              <a:off x="5403176" y="1559297"/>
              <a:ext cx="483214" cy="1392535"/>
            </a:xfrm>
            <a:custGeom>
              <a:avLst/>
              <a:gdLst/>
              <a:ahLst/>
              <a:cxnLst/>
              <a:rect l="l" t="t" r="r" b="b"/>
              <a:pathLst>
                <a:path w="14740" h="42478" extrusionOk="0">
                  <a:moveTo>
                    <a:pt x="185" y="1"/>
                  </a:moveTo>
                  <a:lnTo>
                    <a:pt x="185" y="1"/>
                  </a:lnTo>
                  <a:cubicBezTo>
                    <a:pt x="1" y="8092"/>
                    <a:pt x="254" y="16341"/>
                    <a:pt x="1641" y="22442"/>
                  </a:cubicBezTo>
                  <a:cubicBezTo>
                    <a:pt x="2621" y="26755"/>
                    <a:pt x="8157" y="35793"/>
                    <a:pt x="13619" y="42477"/>
                  </a:cubicBezTo>
                  <a:lnTo>
                    <a:pt x="14740" y="42455"/>
                  </a:lnTo>
                  <a:cubicBezTo>
                    <a:pt x="14740" y="42455"/>
                    <a:pt x="11019" y="25115"/>
                    <a:pt x="10916" y="23729"/>
                  </a:cubicBezTo>
                  <a:cubicBezTo>
                    <a:pt x="10720" y="21083"/>
                    <a:pt x="12876" y="102"/>
                    <a:pt x="12876" y="102"/>
                  </a:cubicBezTo>
                  <a:lnTo>
                    <a:pt x="18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2"/>
            <p:cNvSpPr/>
            <p:nvPr/>
          </p:nvSpPr>
          <p:spPr>
            <a:xfrm>
              <a:off x="5070799" y="2866713"/>
              <a:ext cx="292912" cy="158274"/>
            </a:xfrm>
            <a:custGeom>
              <a:avLst/>
              <a:gdLst/>
              <a:ahLst/>
              <a:cxnLst/>
              <a:rect l="l" t="t" r="r" b="b"/>
              <a:pathLst>
                <a:path w="8935" h="4828" extrusionOk="0">
                  <a:moveTo>
                    <a:pt x="7847" y="1"/>
                  </a:moveTo>
                  <a:lnTo>
                    <a:pt x="5879" y="983"/>
                  </a:lnTo>
                  <a:cubicBezTo>
                    <a:pt x="5879" y="983"/>
                    <a:pt x="6177" y="3064"/>
                    <a:pt x="4708" y="3160"/>
                  </a:cubicBezTo>
                  <a:cubicBezTo>
                    <a:pt x="3237" y="3258"/>
                    <a:pt x="197" y="3651"/>
                    <a:pt x="0" y="4827"/>
                  </a:cubicBezTo>
                  <a:lnTo>
                    <a:pt x="8151" y="4827"/>
                  </a:lnTo>
                  <a:cubicBezTo>
                    <a:pt x="8935" y="3357"/>
                    <a:pt x="7847" y="1"/>
                    <a:pt x="784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2"/>
            <p:cNvSpPr/>
            <p:nvPr/>
          </p:nvSpPr>
          <p:spPr>
            <a:xfrm>
              <a:off x="5269262" y="732992"/>
              <a:ext cx="639619" cy="876604"/>
            </a:xfrm>
            <a:custGeom>
              <a:avLst/>
              <a:gdLst/>
              <a:ahLst/>
              <a:cxnLst/>
              <a:rect l="l" t="t" r="r" b="b"/>
              <a:pathLst>
                <a:path w="19511" h="26740" extrusionOk="0">
                  <a:moveTo>
                    <a:pt x="10428" y="0"/>
                  </a:moveTo>
                  <a:cubicBezTo>
                    <a:pt x="9726" y="0"/>
                    <a:pt x="9150" y="37"/>
                    <a:pt x="8825" y="112"/>
                  </a:cubicBezTo>
                  <a:cubicBezTo>
                    <a:pt x="7550" y="405"/>
                    <a:pt x="3334" y="1289"/>
                    <a:pt x="2550" y="3445"/>
                  </a:cubicBezTo>
                  <a:cubicBezTo>
                    <a:pt x="1766" y="5602"/>
                    <a:pt x="1" y="12857"/>
                    <a:pt x="197" y="14720"/>
                  </a:cubicBezTo>
                  <a:cubicBezTo>
                    <a:pt x="393" y="16582"/>
                    <a:pt x="491" y="20602"/>
                    <a:pt x="491" y="20602"/>
                  </a:cubicBezTo>
                  <a:lnTo>
                    <a:pt x="1" y="23837"/>
                  </a:lnTo>
                  <a:cubicBezTo>
                    <a:pt x="2917" y="26239"/>
                    <a:pt x="8136" y="26740"/>
                    <a:pt x="12036" y="26740"/>
                  </a:cubicBezTo>
                  <a:cubicBezTo>
                    <a:pt x="14823" y="26740"/>
                    <a:pt x="16937" y="26484"/>
                    <a:pt x="17060" y="26484"/>
                  </a:cubicBezTo>
                  <a:cubicBezTo>
                    <a:pt x="17354" y="26484"/>
                    <a:pt x="19511" y="16779"/>
                    <a:pt x="19511" y="13837"/>
                  </a:cubicBezTo>
                  <a:cubicBezTo>
                    <a:pt x="19511" y="10896"/>
                    <a:pt x="18334" y="1680"/>
                    <a:pt x="16765" y="896"/>
                  </a:cubicBezTo>
                  <a:cubicBezTo>
                    <a:pt x="15598" y="313"/>
                    <a:pt x="12474" y="0"/>
                    <a:pt x="104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2"/>
            <p:cNvSpPr/>
            <p:nvPr/>
          </p:nvSpPr>
          <p:spPr>
            <a:xfrm>
              <a:off x="5660221" y="926800"/>
              <a:ext cx="248655" cy="498425"/>
            </a:xfrm>
            <a:custGeom>
              <a:avLst/>
              <a:gdLst/>
              <a:ahLst/>
              <a:cxnLst/>
              <a:rect l="l" t="t" r="r" b="b"/>
              <a:pathLst>
                <a:path w="7585" h="15204" extrusionOk="0">
                  <a:moveTo>
                    <a:pt x="2547" y="1"/>
                  </a:moveTo>
                  <a:cubicBezTo>
                    <a:pt x="2016" y="1"/>
                    <a:pt x="1562" y="161"/>
                    <a:pt x="1261" y="572"/>
                  </a:cubicBezTo>
                  <a:cubicBezTo>
                    <a:pt x="0" y="2298"/>
                    <a:pt x="266" y="10858"/>
                    <a:pt x="6500" y="15204"/>
                  </a:cubicBezTo>
                  <a:cubicBezTo>
                    <a:pt x="7064" y="12446"/>
                    <a:pt x="7585" y="9370"/>
                    <a:pt x="7585" y="7925"/>
                  </a:cubicBezTo>
                  <a:cubicBezTo>
                    <a:pt x="7585" y="6646"/>
                    <a:pt x="7361" y="4178"/>
                    <a:pt x="6980" y="1733"/>
                  </a:cubicBezTo>
                  <a:cubicBezTo>
                    <a:pt x="5911" y="1132"/>
                    <a:pt x="3957" y="1"/>
                    <a:pt x="2547"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2"/>
            <p:cNvSpPr/>
            <p:nvPr/>
          </p:nvSpPr>
          <p:spPr>
            <a:xfrm>
              <a:off x="5089321" y="722043"/>
              <a:ext cx="668566" cy="1488457"/>
            </a:xfrm>
            <a:custGeom>
              <a:avLst/>
              <a:gdLst/>
              <a:ahLst/>
              <a:cxnLst/>
              <a:rect l="l" t="t" r="r" b="b"/>
              <a:pathLst>
                <a:path w="20394" h="45404" extrusionOk="0">
                  <a:moveTo>
                    <a:pt x="15159" y="1"/>
                  </a:moveTo>
                  <a:cubicBezTo>
                    <a:pt x="14787" y="1"/>
                    <a:pt x="14502" y="19"/>
                    <a:pt x="14350" y="54"/>
                  </a:cubicBezTo>
                  <a:cubicBezTo>
                    <a:pt x="13444" y="262"/>
                    <a:pt x="10707" y="963"/>
                    <a:pt x="9117" y="2014"/>
                  </a:cubicBezTo>
                  <a:cubicBezTo>
                    <a:pt x="4117" y="6230"/>
                    <a:pt x="5588" y="20936"/>
                    <a:pt x="5588" y="20936"/>
                  </a:cubicBezTo>
                  <a:lnTo>
                    <a:pt x="5098" y="23877"/>
                  </a:lnTo>
                  <a:cubicBezTo>
                    <a:pt x="5098" y="23877"/>
                    <a:pt x="0" y="33191"/>
                    <a:pt x="98" y="44270"/>
                  </a:cubicBezTo>
                  <a:cubicBezTo>
                    <a:pt x="2703" y="45152"/>
                    <a:pt x="5685" y="45404"/>
                    <a:pt x="8244" y="45404"/>
                  </a:cubicBezTo>
                  <a:cubicBezTo>
                    <a:pt x="11656" y="45404"/>
                    <a:pt x="14314" y="44956"/>
                    <a:pt x="14314" y="44956"/>
                  </a:cubicBezTo>
                  <a:cubicBezTo>
                    <a:pt x="13823" y="33583"/>
                    <a:pt x="19608" y="19367"/>
                    <a:pt x="19608" y="19367"/>
                  </a:cubicBezTo>
                  <a:cubicBezTo>
                    <a:pt x="16861" y="14607"/>
                    <a:pt x="14240" y="6194"/>
                    <a:pt x="20394" y="711"/>
                  </a:cubicBezTo>
                  <a:cubicBezTo>
                    <a:pt x="18892" y="227"/>
                    <a:pt x="16477" y="1"/>
                    <a:pt x="151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2"/>
            <p:cNvSpPr/>
            <p:nvPr/>
          </p:nvSpPr>
          <p:spPr>
            <a:xfrm>
              <a:off x="5091583" y="1780675"/>
              <a:ext cx="504916" cy="429811"/>
            </a:xfrm>
            <a:custGeom>
              <a:avLst/>
              <a:gdLst/>
              <a:ahLst/>
              <a:cxnLst/>
              <a:rect l="l" t="t" r="r" b="b"/>
              <a:pathLst>
                <a:path w="15402" h="13111" extrusionOk="0">
                  <a:moveTo>
                    <a:pt x="10973" y="0"/>
                  </a:moveTo>
                  <a:cubicBezTo>
                    <a:pt x="7969" y="0"/>
                    <a:pt x="4439" y="1014"/>
                    <a:pt x="1008" y="2952"/>
                  </a:cubicBezTo>
                  <a:cubicBezTo>
                    <a:pt x="411" y="5689"/>
                    <a:pt x="1" y="8756"/>
                    <a:pt x="29" y="11977"/>
                  </a:cubicBezTo>
                  <a:cubicBezTo>
                    <a:pt x="2634" y="12859"/>
                    <a:pt x="5616" y="13111"/>
                    <a:pt x="8175" y="13111"/>
                  </a:cubicBezTo>
                  <a:cubicBezTo>
                    <a:pt x="11587" y="13111"/>
                    <a:pt x="14245" y="12663"/>
                    <a:pt x="14245" y="12663"/>
                  </a:cubicBezTo>
                  <a:cubicBezTo>
                    <a:pt x="14081" y="8868"/>
                    <a:pt x="14616" y="4757"/>
                    <a:pt x="15401" y="962"/>
                  </a:cubicBezTo>
                  <a:cubicBezTo>
                    <a:pt x="14161" y="316"/>
                    <a:pt x="12649" y="0"/>
                    <a:pt x="10973"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2"/>
            <p:cNvSpPr/>
            <p:nvPr/>
          </p:nvSpPr>
          <p:spPr>
            <a:xfrm>
              <a:off x="5175013" y="821602"/>
              <a:ext cx="529962" cy="877850"/>
            </a:xfrm>
            <a:custGeom>
              <a:avLst/>
              <a:gdLst/>
              <a:ahLst/>
              <a:cxnLst/>
              <a:rect l="l" t="t" r="r" b="b"/>
              <a:pathLst>
                <a:path w="16166" h="26778" extrusionOk="0">
                  <a:moveTo>
                    <a:pt x="5553" y="1"/>
                  </a:moveTo>
                  <a:lnTo>
                    <a:pt x="5553" y="1"/>
                  </a:lnTo>
                  <a:cubicBezTo>
                    <a:pt x="1702" y="5167"/>
                    <a:pt x="2974" y="17899"/>
                    <a:pt x="2974" y="17899"/>
                  </a:cubicBezTo>
                  <a:lnTo>
                    <a:pt x="2484" y="20840"/>
                  </a:lnTo>
                  <a:cubicBezTo>
                    <a:pt x="2484" y="20840"/>
                    <a:pt x="1245" y="23106"/>
                    <a:pt x="0" y="26728"/>
                  </a:cubicBezTo>
                  <a:cubicBezTo>
                    <a:pt x="291" y="26761"/>
                    <a:pt x="586" y="26777"/>
                    <a:pt x="885" y="26777"/>
                  </a:cubicBezTo>
                  <a:cubicBezTo>
                    <a:pt x="5954" y="26777"/>
                    <a:pt x="12134" y="22098"/>
                    <a:pt x="16165" y="14763"/>
                  </a:cubicBezTo>
                  <a:cubicBezTo>
                    <a:pt x="14663" y="11653"/>
                    <a:pt x="13491" y="7571"/>
                    <a:pt x="14262" y="3745"/>
                  </a:cubicBezTo>
                  <a:lnTo>
                    <a:pt x="14262" y="3745"/>
                  </a:lnTo>
                  <a:cubicBezTo>
                    <a:pt x="12951" y="4023"/>
                    <a:pt x="11720" y="4163"/>
                    <a:pt x="10618" y="4163"/>
                  </a:cubicBezTo>
                  <a:cubicBezTo>
                    <a:pt x="8193" y="4163"/>
                    <a:pt x="6389" y="3485"/>
                    <a:pt x="5721" y="2106"/>
                  </a:cubicBezTo>
                  <a:cubicBezTo>
                    <a:pt x="5420" y="1485"/>
                    <a:pt x="5376" y="773"/>
                    <a:pt x="5553"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2"/>
            <p:cNvSpPr/>
            <p:nvPr/>
          </p:nvSpPr>
          <p:spPr>
            <a:xfrm>
              <a:off x="5616260" y="753940"/>
              <a:ext cx="624474" cy="524323"/>
            </a:xfrm>
            <a:custGeom>
              <a:avLst/>
              <a:gdLst/>
              <a:ahLst/>
              <a:cxnLst/>
              <a:rect l="l" t="t" r="r" b="b"/>
              <a:pathLst>
                <a:path w="19049" h="15994" extrusionOk="0">
                  <a:moveTo>
                    <a:pt x="6222" y="1"/>
                  </a:moveTo>
                  <a:cubicBezTo>
                    <a:pt x="6085" y="1"/>
                    <a:pt x="5948" y="12"/>
                    <a:pt x="5813" y="37"/>
                  </a:cubicBezTo>
                  <a:cubicBezTo>
                    <a:pt x="3755" y="404"/>
                    <a:pt x="0" y="7468"/>
                    <a:pt x="2794" y="10631"/>
                  </a:cubicBezTo>
                  <a:cubicBezTo>
                    <a:pt x="7464" y="15914"/>
                    <a:pt x="10411" y="15993"/>
                    <a:pt x="10585" y="15993"/>
                  </a:cubicBezTo>
                  <a:cubicBezTo>
                    <a:pt x="10590" y="15993"/>
                    <a:pt x="10593" y="15993"/>
                    <a:pt x="10593" y="15993"/>
                  </a:cubicBezTo>
                  <a:lnTo>
                    <a:pt x="18681" y="15699"/>
                  </a:lnTo>
                  <a:cubicBezTo>
                    <a:pt x="18681" y="15699"/>
                    <a:pt x="19048" y="14154"/>
                    <a:pt x="18681" y="13346"/>
                  </a:cubicBezTo>
                  <a:cubicBezTo>
                    <a:pt x="18313" y="12536"/>
                    <a:pt x="16549" y="10404"/>
                    <a:pt x="16106" y="9448"/>
                  </a:cubicBezTo>
                  <a:cubicBezTo>
                    <a:pt x="15665" y="8492"/>
                    <a:pt x="15886" y="8051"/>
                    <a:pt x="14563" y="7390"/>
                  </a:cubicBezTo>
                  <a:cubicBezTo>
                    <a:pt x="13240" y="6728"/>
                    <a:pt x="11769" y="4596"/>
                    <a:pt x="10960" y="3419"/>
                  </a:cubicBezTo>
                  <a:cubicBezTo>
                    <a:pt x="10205" y="2320"/>
                    <a:pt x="8165" y="1"/>
                    <a:pt x="62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2"/>
            <p:cNvSpPr/>
            <p:nvPr/>
          </p:nvSpPr>
          <p:spPr>
            <a:xfrm>
              <a:off x="5675366" y="805539"/>
              <a:ext cx="565367" cy="472658"/>
            </a:xfrm>
            <a:custGeom>
              <a:avLst/>
              <a:gdLst/>
              <a:ahLst/>
              <a:cxnLst/>
              <a:rect l="l" t="t" r="r" b="b"/>
              <a:pathLst>
                <a:path w="17246" h="14418" extrusionOk="0">
                  <a:moveTo>
                    <a:pt x="7545" y="0"/>
                  </a:moveTo>
                  <a:lnTo>
                    <a:pt x="7545" y="0"/>
                  </a:lnTo>
                  <a:cubicBezTo>
                    <a:pt x="7858" y="430"/>
                    <a:pt x="8148" y="899"/>
                    <a:pt x="8405" y="1401"/>
                  </a:cubicBezTo>
                  <a:cubicBezTo>
                    <a:pt x="10215" y="4944"/>
                    <a:pt x="9749" y="8806"/>
                    <a:pt x="7363" y="10026"/>
                  </a:cubicBezTo>
                  <a:cubicBezTo>
                    <a:pt x="6870" y="10277"/>
                    <a:pt x="6335" y="10397"/>
                    <a:pt x="5779" y="10397"/>
                  </a:cubicBezTo>
                  <a:cubicBezTo>
                    <a:pt x="3754" y="10397"/>
                    <a:pt x="1459" y="8813"/>
                    <a:pt x="1" y="6257"/>
                  </a:cubicBezTo>
                  <a:lnTo>
                    <a:pt x="1" y="6257"/>
                  </a:lnTo>
                  <a:cubicBezTo>
                    <a:pt x="31" y="7317"/>
                    <a:pt x="322" y="8298"/>
                    <a:pt x="991" y="9057"/>
                  </a:cubicBezTo>
                  <a:cubicBezTo>
                    <a:pt x="5658" y="14337"/>
                    <a:pt x="8605" y="14418"/>
                    <a:pt x="8781" y="14418"/>
                  </a:cubicBezTo>
                  <a:cubicBezTo>
                    <a:pt x="8787" y="14418"/>
                    <a:pt x="8790" y="14418"/>
                    <a:pt x="8790" y="14418"/>
                  </a:cubicBezTo>
                  <a:lnTo>
                    <a:pt x="16878" y="14125"/>
                  </a:lnTo>
                  <a:cubicBezTo>
                    <a:pt x="16878" y="14125"/>
                    <a:pt x="17245" y="12580"/>
                    <a:pt x="16878" y="11772"/>
                  </a:cubicBezTo>
                  <a:cubicBezTo>
                    <a:pt x="16510" y="10962"/>
                    <a:pt x="14746" y="8830"/>
                    <a:pt x="14303" y="7874"/>
                  </a:cubicBezTo>
                  <a:cubicBezTo>
                    <a:pt x="14015" y="7249"/>
                    <a:pt x="14007" y="6844"/>
                    <a:pt x="13669" y="6454"/>
                  </a:cubicBezTo>
                  <a:cubicBezTo>
                    <a:pt x="13491" y="8406"/>
                    <a:pt x="12807" y="9860"/>
                    <a:pt x="11988" y="9860"/>
                  </a:cubicBezTo>
                  <a:cubicBezTo>
                    <a:pt x="11034" y="9860"/>
                    <a:pt x="10261" y="7885"/>
                    <a:pt x="10261" y="5447"/>
                  </a:cubicBezTo>
                  <a:cubicBezTo>
                    <a:pt x="10261" y="4786"/>
                    <a:pt x="10318" y="4159"/>
                    <a:pt x="10421" y="3594"/>
                  </a:cubicBezTo>
                  <a:cubicBezTo>
                    <a:pt x="9927" y="2961"/>
                    <a:pt x="9486" y="2324"/>
                    <a:pt x="9157" y="1845"/>
                  </a:cubicBezTo>
                  <a:cubicBezTo>
                    <a:pt x="8826" y="1364"/>
                    <a:pt x="8251" y="651"/>
                    <a:pt x="7545"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2"/>
            <p:cNvSpPr/>
            <p:nvPr/>
          </p:nvSpPr>
          <p:spPr>
            <a:xfrm>
              <a:off x="5905627" y="1156963"/>
              <a:ext cx="337529" cy="222462"/>
            </a:xfrm>
            <a:custGeom>
              <a:avLst/>
              <a:gdLst/>
              <a:ahLst/>
              <a:cxnLst/>
              <a:rect l="l" t="t" r="r" b="b"/>
              <a:pathLst>
                <a:path w="10296" h="6786" extrusionOk="0">
                  <a:moveTo>
                    <a:pt x="5960" y="1"/>
                  </a:moveTo>
                  <a:cubicBezTo>
                    <a:pt x="5415" y="1"/>
                    <a:pt x="4843" y="33"/>
                    <a:pt x="4265" y="96"/>
                  </a:cubicBezTo>
                  <a:cubicBezTo>
                    <a:pt x="1545" y="389"/>
                    <a:pt x="0" y="3110"/>
                    <a:pt x="0" y="3110"/>
                  </a:cubicBezTo>
                  <a:cubicBezTo>
                    <a:pt x="0" y="3110"/>
                    <a:pt x="662" y="4433"/>
                    <a:pt x="1177" y="6198"/>
                  </a:cubicBezTo>
                  <a:lnTo>
                    <a:pt x="8971" y="6786"/>
                  </a:lnTo>
                  <a:cubicBezTo>
                    <a:pt x="8971" y="6786"/>
                    <a:pt x="10295" y="2816"/>
                    <a:pt x="9927" y="1493"/>
                  </a:cubicBezTo>
                  <a:cubicBezTo>
                    <a:pt x="9638" y="450"/>
                    <a:pt x="7980" y="1"/>
                    <a:pt x="5960" y="1"/>
                  </a:cubicBezTo>
                  <a:close/>
                </a:path>
              </a:pathLst>
            </a:custGeom>
            <a:solidFill>
              <a:srgbClr val="493E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2"/>
            <p:cNvSpPr/>
            <p:nvPr/>
          </p:nvSpPr>
          <p:spPr>
            <a:xfrm>
              <a:off x="5905627" y="1205906"/>
              <a:ext cx="347134" cy="313335"/>
            </a:xfrm>
            <a:custGeom>
              <a:avLst/>
              <a:gdLst/>
              <a:ahLst/>
              <a:cxnLst/>
              <a:rect l="l" t="t" r="r" b="b"/>
              <a:pathLst>
                <a:path w="10589" h="9558" extrusionOk="0">
                  <a:moveTo>
                    <a:pt x="5258" y="1"/>
                  </a:moveTo>
                  <a:cubicBezTo>
                    <a:pt x="2954" y="1"/>
                    <a:pt x="0" y="2647"/>
                    <a:pt x="0" y="2647"/>
                  </a:cubicBezTo>
                  <a:cubicBezTo>
                    <a:pt x="0" y="2647"/>
                    <a:pt x="662" y="6397"/>
                    <a:pt x="1030" y="9558"/>
                  </a:cubicBezTo>
                  <a:lnTo>
                    <a:pt x="8089" y="9265"/>
                  </a:lnTo>
                  <a:cubicBezTo>
                    <a:pt x="8089" y="9265"/>
                    <a:pt x="10588" y="2794"/>
                    <a:pt x="10442" y="2499"/>
                  </a:cubicBezTo>
                  <a:cubicBezTo>
                    <a:pt x="10295" y="2206"/>
                    <a:pt x="8235" y="661"/>
                    <a:pt x="5882" y="74"/>
                  </a:cubicBezTo>
                  <a:cubicBezTo>
                    <a:pt x="5682" y="24"/>
                    <a:pt x="5473" y="1"/>
                    <a:pt x="525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2"/>
            <p:cNvSpPr/>
            <p:nvPr/>
          </p:nvSpPr>
          <p:spPr>
            <a:xfrm>
              <a:off x="5905627" y="1275437"/>
              <a:ext cx="56910" cy="243803"/>
            </a:xfrm>
            <a:custGeom>
              <a:avLst/>
              <a:gdLst/>
              <a:ahLst/>
              <a:cxnLst/>
              <a:rect l="l" t="t" r="r" b="b"/>
              <a:pathLst>
                <a:path w="1736" h="7437" extrusionOk="0">
                  <a:moveTo>
                    <a:pt x="641" y="1"/>
                  </a:moveTo>
                  <a:lnTo>
                    <a:pt x="641" y="1"/>
                  </a:lnTo>
                  <a:cubicBezTo>
                    <a:pt x="244" y="309"/>
                    <a:pt x="0" y="526"/>
                    <a:pt x="0" y="526"/>
                  </a:cubicBezTo>
                  <a:cubicBezTo>
                    <a:pt x="0" y="526"/>
                    <a:pt x="662" y="4276"/>
                    <a:pt x="1030" y="7437"/>
                  </a:cubicBezTo>
                  <a:lnTo>
                    <a:pt x="1736" y="7408"/>
                  </a:lnTo>
                  <a:cubicBezTo>
                    <a:pt x="1062" y="5697"/>
                    <a:pt x="638" y="3193"/>
                    <a:pt x="638" y="404"/>
                  </a:cubicBezTo>
                  <a:cubicBezTo>
                    <a:pt x="638" y="268"/>
                    <a:pt x="639" y="133"/>
                    <a:pt x="641"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2"/>
            <p:cNvSpPr/>
            <p:nvPr/>
          </p:nvSpPr>
          <p:spPr>
            <a:xfrm>
              <a:off x="6104942" y="1220232"/>
              <a:ext cx="147816" cy="292125"/>
            </a:xfrm>
            <a:custGeom>
              <a:avLst/>
              <a:gdLst/>
              <a:ahLst/>
              <a:cxnLst/>
              <a:rect l="l" t="t" r="r" b="b"/>
              <a:pathLst>
                <a:path w="4509" h="8911" extrusionOk="0">
                  <a:moveTo>
                    <a:pt x="946" y="1"/>
                  </a:moveTo>
                  <a:lnTo>
                    <a:pt x="946" y="1"/>
                  </a:lnTo>
                  <a:cubicBezTo>
                    <a:pt x="1000" y="673"/>
                    <a:pt x="1029" y="1369"/>
                    <a:pt x="1029" y="2088"/>
                  </a:cubicBezTo>
                  <a:cubicBezTo>
                    <a:pt x="1029" y="4780"/>
                    <a:pt x="633" y="7207"/>
                    <a:pt x="0" y="8911"/>
                  </a:cubicBezTo>
                  <a:lnTo>
                    <a:pt x="2009" y="8828"/>
                  </a:lnTo>
                  <a:cubicBezTo>
                    <a:pt x="2009" y="8828"/>
                    <a:pt x="4508" y="2357"/>
                    <a:pt x="4362" y="2062"/>
                  </a:cubicBezTo>
                  <a:cubicBezTo>
                    <a:pt x="4239" y="1817"/>
                    <a:pt x="2788" y="706"/>
                    <a:pt x="946"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2"/>
            <p:cNvSpPr/>
            <p:nvPr/>
          </p:nvSpPr>
          <p:spPr>
            <a:xfrm>
              <a:off x="4144377" y="1479047"/>
              <a:ext cx="2371978" cy="462823"/>
            </a:xfrm>
            <a:custGeom>
              <a:avLst/>
              <a:gdLst/>
              <a:ahLst/>
              <a:cxnLst/>
              <a:rect l="l" t="t" r="r" b="b"/>
              <a:pathLst>
                <a:path w="72355" h="14118" extrusionOk="0">
                  <a:moveTo>
                    <a:pt x="71276" y="1"/>
                  </a:moveTo>
                  <a:lnTo>
                    <a:pt x="1" y="13236"/>
                  </a:lnTo>
                  <a:lnTo>
                    <a:pt x="884" y="14118"/>
                  </a:lnTo>
                  <a:lnTo>
                    <a:pt x="72354" y="1374"/>
                  </a:lnTo>
                  <a:lnTo>
                    <a:pt x="712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2"/>
            <p:cNvSpPr/>
            <p:nvPr/>
          </p:nvSpPr>
          <p:spPr>
            <a:xfrm>
              <a:off x="5941130" y="1512681"/>
              <a:ext cx="359034" cy="113985"/>
            </a:xfrm>
            <a:custGeom>
              <a:avLst/>
              <a:gdLst/>
              <a:ahLst/>
              <a:cxnLst/>
              <a:rect l="l" t="t" r="r" b="b"/>
              <a:pathLst>
                <a:path w="10952" h="3477" extrusionOk="0">
                  <a:moveTo>
                    <a:pt x="10946" y="0"/>
                  </a:moveTo>
                  <a:lnTo>
                    <a:pt x="619" y="1918"/>
                  </a:lnTo>
                  <a:cubicBezTo>
                    <a:pt x="373" y="2439"/>
                    <a:pt x="168" y="2960"/>
                    <a:pt x="0" y="3477"/>
                  </a:cubicBezTo>
                  <a:lnTo>
                    <a:pt x="10824" y="1545"/>
                  </a:lnTo>
                  <a:cubicBezTo>
                    <a:pt x="10911" y="1011"/>
                    <a:pt x="10952" y="491"/>
                    <a:pt x="10946"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2"/>
            <p:cNvSpPr/>
            <p:nvPr/>
          </p:nvSpPr>
          <p:spPr>
            <a:xfrm>
              <a:off x="4657351" y="1731502"/>
              <a:ext cx="464233" cy="123951"/>
            </a:xfrm>
            <a:custGeom>
              <a:avLst/>
              <a:gdLst/>
              <a:ahLst/>
              <a:cxnLst/>
              <a:rect l="l" t="t" r="r" b="b"/>
              <a:pathLst>
                <a:path w="14161" h="3781" extrusionOk="0">
                  <a:moveTo>
                    <a:pt x="14160" y="0"/>
                  </a:moveTo>
                  <a:lnTo>
                    <a:pt x="25" y="2625"/>
                  </a:lnTo>
                  <a:cubicBezTo>
                    <a:pt x="1" y="3018"/>
                    <a:pt x="2" y="3403"/>
                    <a:pt x="28" y="3780"/>
                  </a:cubicBezTo>
                  <a:lnTo>
                    <a:pt x="13914" y="1304"/>
                  </a:lnTo>
                  <a:cubicBezTo>
                    <a:pt x="14026" y="866"/>
                    <a:pt x="14107" y="429"/>
                    <a:pt x="14160"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2"/>
            <p:cNvSpPr/>
            <p:nvPr/>
          </p:nvSpPr>
          <p:spPr>
            <a:xfrm>
              <a:off x="5898383" y="1477014"/>
              <a:ext cx="296550" cy="234428"/>
            </a:xfrm>
            <a:custGeom>
              <a:avLst/>
              <a:gdLst/>
              <a:ahLst/>
              <a:cxnLst/>
              <a:rect l="l" t="t" r="r" b="b"/>
              <a:pathLst>
                <a:path w="9046" h="7151" extrusionOk="0">
                  <a:moveTo>
                    <a:pt x="4995" y="1"/>
                  </a:moveTo>
                  <a:cubicBezTo>
                    <a:pt x="3361" y="1"/>
                    <a:pt x="1701" y="256"/>
                    <a:pt x="1472" y="332"/>
                  </a:cubicBezTo>
                  <a:cubicBezTo>
                    <a:pt x="1031" y="480"/>
                    <a:pt x="1" y="1877"/>
                    <a:pt x="1" y="2907"/>
                  </a:cubicBezTo>
                  <a:cubicBezTo>
                    <a:pt x="1" y="3935"/>
                    <a:pt x="730" y="5318"/>
                    <a:pt x="1819" y="6890"/>
                  </a:cubicBezTo>
                  <a:cubicBezTo>
                    <a:pt x="1946" y="7073"/>
                    <a:pt x="2240" y="7151"/>
                    <a:pt x="2637" y="7151"/>
                  </a:cubicBezTo>
                  <a:cubicBezTo>
                    <a:pt x="4318" y="7151"/>
                    <a:pt x="7848" y="5766"/>
                    <a:pt x="8384" y="5111"/>
                  </a:cubicBezTo>
                  <a:cubicBezTo>
                    <a:pt x="9045" y="4303"/>
                    <a:pt x="8971" y="2612"/>
                    <a:pt x="8310" y="995"/>
                  </a:cubicBezTo>
                  <a:cubicBezTo>
                    <a:pt x="7992" y="218"/>
                    <a:pt x="6505" y="1"/>
                    <a:pt x="49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2"/>
            <p:cNvSpPr/>
            <p:nvPr/>
          </p:nvSpPr>
          <p:spPr>
            <a:xfrm>
              <a:off x="5330761" y="722043"/>
              <a:ext cx="369590" cy="348216"/>
            </a:xfrm>
            <a:custGeom>
              <a:avLst/>
              <a:gdLst/>
              <a:ahLst/>
              <a:cxnLst/>
              <a:rect l="l" t="t" r="r" b="b"/>
              <a:pathLst>
                <a:path w="11274" h="10622" extrusionOk="0">
                  <a:moveTo>
                    <a:pt x="7787" y="1"/>
                  </a:moveTo>
                  <a:cubicBezTo>
                    <a:pt x="7419" y="1"/>
                    <a:pt x="7136" y="19"/>
                    <a:pt x="6985" y="54"/>
                  </a:cubicBezTo>
                  <a:cubicBezTo>
                    <a:pt x="6160" y="244"/>
                    <a:pt x="3819" y="842"/>
                    <a:pt x="2207" y="1742"/>
                  </a:cubicBezTo>
                  <a:cubicBezTo>
                    <a:pt x="585" y="4916"/>
                    <a:pt x="0" y="10311"/>
                    <a:pt x="0" y="10311"/>
                  </a:cubicBezTo>
                  <a:cubicBezTo>
                    <a:pt x="0" y="10311"/>
                    <a:pt x="828" y="10621"/>
                    <a:pt x="2080" y="10621"/>
                  </a:cubicBezTo>
                  <a:cubicBezTo>
                    <a:pt x="2496" y="10621"/>
                    <a:pt x="2960" y="10587"/>
                    <a:pt x="3456" y="10495"/>
                  </a:cubicBezTo>
                  <a:cubicBezTo>
                    <a:pt x="5441" y="10127"/>
                    <a:pt x="8235" y="8730"/>
                    <a:pt x="8235" y="8730"/>
                  </a:cubicBezTo>
                  <a:cubicBezTo>
                    <a:pt x="8235" y="8730"/>
                    <a:pt x="7702" y="3983"/>
                    <a:pt x="11274" y="309"/>
                  </a:cubicBezTo>
                  <a:cubicBezTo>
                    <a:pt x="10020" y="101"/>
                    <a:pt x="8661" y="1"/>
                    <a:pt x="7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2"/>
            <p:cNvSpPr/>
            <p:nvPr/>
          </p:nvSpPr>
          <p:spPr>
            <a:xfrm>
              <a:off x="5357937" y="722043"/>
              <a:ext cx="342413" cy="244918"/>
            </a:xfrm>
            <a:custGeom>
              <a:avLst/>
              <a:gdLst/>
              <a:ahLst/>
              <a:cxnLst/>
              <a:rect l="l" t="t" r="r" b="b"/>
              <a:pathLst>
                <a:path w="10445" h="7471" extrusionOk="0">
                  <a:moveTo>
                    <a:pt x="6958" y="1"/>
                  </a:moveTo>
                  <a:cubicBezTo>
                    <a:pt x="6590" y="1"/>
                    <a:pt x="6307" y="19"/>
                    <a:pt x="6156" y="54"/>
                  </a:cubicBezTo>
                  <a:cubicBezTo>
                    <a:pt x="5331" y="244"/>
                    <a:pt x="2990" y="842"/>
                    <a:pt x="1378" y="1742"/>
                  </a:cubicBezTo>
                  <a:cubicBezTo>
                    <a:pt x="789" y="2896"/>
                    <a:pt x="337" y="4341"/>
                    <a:pt x="0" y="5715"/>
                  </a:cubicBezTo>
                  <a:cubicBezTo>
                    <a:pt x="778" y="6867"/>
                    <a:pt x="2670" y="7470"/>
                    <a:pt x="5115" y="7470"/>
                  </a:cubicBezTo>
                  <a:cubicBezTo>
                    <a:pt x="5835" y="7470"/>
                    <a:pt x="6603" y="7418"/>
                    <a:pt x="7405" y="7312"/>
                  </a:cubicBezTo>
                  <a:cubicBezTo>
                    <a:pt x="7519" y="5625"/>
                    <a:pt x="8087" y="2734"/>
                    <a:pt x="10445" y="309"/>
                  </a:cubicBezTo>
                  <a:cubicBezTo>
                    <a:pt x="9191" y="101"/>
                    <a:pt x="7832" y="1"/>
                    <a:pt x="6958"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2"/>
            <p:cNvSpPr/>
            <p:nvPr/>
          </p:nvSpPr>
          <p:spPr>
            <a:xfrm>
              <a:off x="3800493" y="1899117"/>
              <a:ext cx="418272" cy="342118"/>
            </a:xfrm>
            <a:custGeom>
              <a:avLst/>
              <a:gdLst/>
              <a:ahLst/>
              <a:cxnLst/>
              <a:rect l="l" t="t" r="r" b="b"/>
              <a:pathLst>
                <a:path w="12759" h="10436" extrusionOk="0">
                  <a:moveTo>
                    <a:pt x="12759" y="1"/>
                  </a:moveTo>
                  <a:lnTo>
                    <a:pt x="1" y="2286"/>
                  </a:lnTo>
                  <a:cubicBezTo>
                    <a:pt x="1" y="2286"/>
                    <a:pt x="3134" y="10144"/>
                    <a:pt x="3971" y="10422"/>
                  </a:cubicBezTo>
                  <a:cubicBezTo>
                    <a:pt x="3999" y="10431"/>
                    <a:pt x="4045" y="10436"/>
                    <a:pt x="4109" y="10436"/>
                  </a:cubicBezTo>
                  <a:cubicBezTo>
                    <a:pt x="5298" y="10436"/>
                    <a:pt x="12456" y="8912"/>
                    <a:pt x="12526" y="8633"/>
                  </a:cubicBezTo>
                  <a:cubicBezTo>
                    <a:pt x="12599" y="8338"/>
                    <a:pt x="12759" y="1"/>
                    <a:pt x="127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2"/>
            <p:cNvSpPr/>
            <p:nvPr/>
          </p:nvSpPr>
          <p:spPr>
            <a:xfrm>
              <a:off x="5431992" y="475521"/>
              <a:ext cx="247082" cy="342708"/>
            </a:xfrm>
            <a:custGeom>
              <a:avLst/>
              <a:gdLst/>
              <a:ahLst/>
              <a:cxnLst/>
              <a:rect l="l" t="t" r="r" b="b"/>
              <a:pathLst>
                <a:path w="7537" h="10454" extrusionOk="0">
                  <a:moveTo>
                    <a:pt x="6839" y="0"/>
                  </a:moveTo>
                  <a:lnTo>
                    <a:pt x="294" y="1103"/>
                  </a:lnTo>
                  <a:lnTo>
                    <a:pt x="1" y="8786"/>
                  </a:lnTo>
                  <a:cubicBezTo>
                    <a:pt x="1" y="8786"/>
                    <a:pt x="205" y="10454"/>
                    <a:pt x="1778" y="10454"/>
                  </a:cubicBezTo>
                  <a:cubicBezTo>
                    <a:pt x="1867" y="10454"/>
                    <a:pt x="1961" y="10448"/>
                    <a:pt x="2059" y="10437"/>
                  </a:cubicBezTo>
                  <a:cubicBezTo>
                    <a:pt x="4558" y="10147"/>
                    <a:pt x="7536" y="7758"/>
                    <a:pt x="7536" y="7758"/>
                  </a:cubicBezTo>
                  <a:cubicBezTo>
                    <a:pt x="6913" y="4816"/>
                    <a:pt x="6839" y="0"/>
                    <a:pt x="6839" y="0"/>
                  </a:cubicBezTo>
                  <a:close/>
                </a:path>
              </a:pathLst>
            </a:custGeom>
            <a:solidFill>
              <a:srgbClr val="FFAD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2"/>
            <p:cNvSpPr/>
            <p:nvPr/>
          </p:nvSpPr>
          <p:spPr>
            <a:xfrm>
              <a:off x="5413929" y="701456"/>
              <a:ext cx="291371" cy="155586"/>
            </a:xfrm>
            <a:custGeom>
              <a:avLst/>
              <a:gdLst/>
              <a:ahLst/>
              <a:cxnLst/>
              <a:rect l="l" t="t" r="r" b="b"/>
              <a:pathLst>
                <a:path w="8888" h="4746" extrusionOk="0">
                  <a:moveTo>
                    <a:pt x="331" y="682"/>
                  </a:moveTo>
                  <a:cubicBezTo>
                    <a:pt x="331" y="682"/>
                    <a:pt x="331" y="683"/>
                    <a:pt x="331" y="684"/>
                  </a:cubicBezTo>
                  <a:lnTo>
                    <a:pt x="331" y="684"/>
                  </a:lnTo>
                  <a:lnTo>
                    <a:pt x="331" y="682"/>
                  </a:lnTo>
                  <a:close/>
                  <a:moveTo>
                    <a:pt x="7927" y="1"/>
                  </a:moveTo>
                  <a:cubicBezTo>
                    <a:pt x="7927" y="1"/>
                    <a:pt x="4614" y="2628"/>
                    <a:pt x="2582" y="2628"/>
                  </a:cubicBezTo>
                  <a:cubicBezTo>
                    <a:pt x="2352" y="2628"/>
                    <a:pt x="2139" y="2594"/>
                    <a:pt x="1948" y="2520"/>
                  </a:cubicBezTo>
                  <a:cubicBezTo>
                    <a:pt x="122" y="1803"/>
                    <a:pt x="319" y="739"/>
                    <a:pt x="331" y="684"/>
                  </a:cubicBezTo>
                  <a:lnTo>
                    <a:pt x="331" y="684"/>
                  </a:lnTo>
                  <a:lnTo>
                    <a:pt x="2" y="2193"/>
                  </a:lnTo>
                  <a:cubicBezTo>
                    <a:pt x="2" y="2193"/>
                    <a:pt x="0" y="3109"/>
                    <a:pt x="624" y="4137"/>
                  </a:cubicBezTo>
                  <a:lnTo>
                    <a:pt x="1618" y="3550"/>
                  </a:lnTo>
                  <a:lnTo>
                    <a:pt x="2389" y="4746"/>
                  </a:lnTo>
                  <a:cubicBezTo>
                    <a:pt x="5118" y="4169"/>
                    <a:pt x="7258" y="3167"/>
                    <a:pt x="8888" y="929"/>
                  </a:cubicBezTo>
                  <a:lnTo>
                    <a:pt x="79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2"/>
            <p:cNvSpPr/>
            <p:nvPr/>
          </p:nvSpPr>
          <p:spPr>
            <a:xfrm>
              <a:off x="5287325" y="213756"/>
              <a:ext cx="429123" cy="554844"/>
            </a:xfrm>
            <a:custGeom>
              <a:avLst/>
              <a:gdLst/>
              <a:ahLst/>
              <a:cxnLst/>
              <a:rect l="l" t="t" r="r" b="b"/>
              <a:pathLst>
                <a:path w="13090" h="16925" extrusionOk="0">
                  <a:moveTo>
                    <a:pt x="7110" y="0"/>
                  </a:moveTo>
                  <a:cubicBezTo>
                    <a:pt x="6916" y="0"/>
                    <a:pt x="6715" y="25"/>
                    <a:pt x="6508" y="81"/>
                  </a:cubicBezTo>
                  <a:cubicBezTo>
                    <a:pt x="4891" y="522"/>
                    <a:pt x="2428" y="1331"/>
                    <a:pt x="2648" y="2654"/>
                  </a:cubicBezTo>
                  <a:cubicBezTo>
                    <a:pt x="2648" y="2654"/>
                    <a:pt x="1362" y="2801"/>
                    <a:pt x="1288" y="3536"/>
                  </a:cubicBezTo>
                  <a:cubicBezTo>
                    <a:pt x="1215" y="4272"/>
                    <a:pt x="1620" y="4676"/>
                    <a:pt x="1620" y="4676"/>
                  </a:cubicBezTo>
                  <a:cubicBezTo>
                    <a:pt x="1620" y="4676"/>
                    <a:pt x="1159" y="4354"/>
                    <a:pt x="783" y="4354"/>
                  </a:cubicBezTo>
                  <a:cubicBezTo>
                    <a:pt x="577" y="4354"/>
                    <a:pt x="397" y="4451"/>
                    <a:pt x="332" y="4750"/>
                  </a:cubicBezTo>
                  <a:cubicBezTo>
                    <a:pt x="149" y="5596"/>
                    <a:pt x="921" y="6110"/>
                    <a:pt x="921" y="6110"/>
                  </a:cubicBezTo>
                  <a:cubicBezTo>
                    <a:pt x="921" y="6110"/>
                    <a:pt x="75" y="6699"/>
                    <a:pt x="149" y="7176"/>
                  </a:cubicBezTo>
                  <a:cubicBezTo>
                    <a:pt x="221" y="7655"/>
                    <a:pt x="700" y="8059"/>
                    <a:pt x="700" y="8059"/>
                  </a:cubicBezTo>
                  <a:cubicBezTo>
                    <a:pt x="700" y="8059"/>
                    <a:pt x="1" y="9603"/>
                    <a:pt x="259" y="10081"/>
                  </a:cubicBezTo>
                  <a:cubicBezTo>
                    <a:pt x="516" y="10559"/>
                    <a:pt x="810" y="10853"/>
                    <a:pt x="810" y="10853"/>
                  </a:cubicBezTo>
                  <a:cubicBezTo>
                    <a:pt x="810" y="10853"/>
                    <a:pt x="111" y="12176"/>
                    <a:pt x="369" y="12727"/>
                  </a:cubicBezTo>
                  <a:cubicBezTo>
                    <a:pt x="626" y="13280"/>
                    <a:pt x="1067" y="13647"/>
                    <a:pt x="1067" y="13647"/>
                  </a:cubicBezTo>
                  <a:cubicBezTo>
                    <a:pt x="1067" y="13647"/>
                    <a:pt x="369" y="15044"/>
                    <a:pt x="774" y="15448"/>
                  </a:cubicBezTo>
                  <a:cubicBezTo>
                    <a:pt x="1177" y="15853"/>
                    <a:pt x="1362" y="15963"/>
                    <a:pt x="1362" y="15963"/>
                  </a:cubicBezTo>
                  <a:cubicBezTo>
                    <a:pt x="1362" y="15963"/>
                    <a:pt x="1141" y="16551"/>
                    <a:pt x="1730" y="16845"/>
                  </a:cubicBezTo>
                  <a:cubicBezTo>
                    <a:pt x="1842" y="16902"/>
                    <a:pt x="1986" y="16924"/>
                    <a:pt x="2146" y="16924"/>
                  </a:cubicBezTo>
                  <a:cubicBezTo>
                    <a:pt x="2825" y="16924"/>
                    <a:pt x="3788" y="16515"/>
                    <a:pt x="3788" y="16515"/>
                  </a:cubicBezTo>
                  <a:cubicBezTo>
                    <a:pt x="3788" y="16515"/>
                    <a:pt x="4187" y="16828"/>
                    <a:pt x="4984" y="16828"/>
                  </a:cubicBezTo>
                  <a:cubicBezTo>
                    <a:pt x="5093" y="16828"/>
                    <a:pt x="5208" y="16822"/>
                    <a:pt x="5332" y="16809"/>
                  </a:cubicBezTo>
                  <a:cubicBezTo>
                    <a:pt x="6362" y="16699"/>
                    <a:pt x="7061" y="15963"/>
                    <a:pt x="7061" y="15963"/>
                  </a:cubicBezTo>
                  <a:cubicBezTo>
                    <a:pt x="7061" y="15963"/>
                    <a:pt x="7524" y="16232"/>
                    <a:pt x="8172" y="16232"/>
                  </a:cubicBezTo>
                  <a:cubicBezTo>
                    <a:pt x="8320" y="16232"/>
                    <a:pt x="8477" y="16218"/>
                    <a:pt x="8641" y="16184"/>
                  </a:cubicBezTo>
                  <a:cubicBezTo>
                    <a:pt x="9920" y="15917"/>
                    <a:pt x="10259" y="14529"/>
                    <a:pt x="10259" y="14529"/>
                  </a:cubicBezTo>
                  <a:cubicBezTo>
                    <a:pt x="10259" y="14529"/>
                    <a:pt x="11252" y="13757"/>
                    <a:pt x="11104" y="12875"/>
                  </a:cubicBezTo>
                  <a:cubicBezTo>
                    <a:pt x="10957" y="11993"/>
                    <a:pt x="11839" y="12029"/>
                    <a:pt x="11913" y="11148"/>
                  </a:cubicBezTo>
                  <a:cubicBezTo>
                    <a:pt x="11987" y="10264"/>
                    <a:pt x="11104" y="9677"/>
                    <a:pt x="11104" y="9677"/>
                  </a:cubicBezTo>
                  <a:cubicBezTo>
                    <a:pt x="11104" y="9677"/>
                    <a:pt x="11069" y="9604"/>
                    <a:pt x="11013" y="9498"/>
                  </a:cubicBezTo>
                  <a:cubicBezTo>
                    <a:pt x="11889" y="9328"/>
                    <a:pt x="12208" y="8316"/>
                    <a:pt x="12208" y="8316"/>
                  </a:cubicBezTo>
                  <a:cubicBezTo>
                    <a:pt x="12208" y="8316"/>
                    <a:pt x="13089" y="8059"/>
                    <a:pt x="12612" y="6883"/>
                  </a:cubicBezTo>
                  <a:cubicBezTo>
                    <a:pt x="12134" y="5706"/>
                    <a:pt x="11949" y="5081"/>
                    <a:pt x="11949" y="5081"/>
                  </a:cubicBezTo>
                  <a:cubicBezTo>
                    <a:pt x="11949" y="5081"/>
                    <a:pt x="12636" y="3702"/>
                    <a:pt x="11523" y="3203"/>
                  </a:cubicBezTo>
                  <a:cubicBezTo>
                    <a:pt x="11495" y="3048"/>
                    <a:pt x="11422" y="2888"/>
                    <a:pt x="11288" y="2728"/>
                  </a:cubicBezTo>
                  <a:cubicBezTo>
                    <a:pt x="11288" y="2728"/>
                    <a:pt x="11404" y="1056"/>
                    <a:pt x="10026" y="1056"/>
                  </a:cubicBezTo>
                  <a:cubicBezTo>
                    <a:pt x="9848" y="1056"/>
                    <a:pt x="9645" y="1084"/>
                    <a:pt x="9414" y="1147"/>
                  </a:cubicBezTo>
                  <a:cubicBezTo>
                    <a:pt x="9414" y="1147"/>
                    <a:pt x="8435" y="0"/>
                    <a:pt x="71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2"/>
            <p:cNvSpPr/>
            <p:nvPr/>
          </p:nvSpPr>
          <p:spPr>
            <a:xfrm>
              <a:off x="5290963" y="522695"/>
              <a:ext cx="329235" cy="245902"/>
            </a:xfrm>
            <a:custGeom>
              <a:avLst/>
              <a:gdLst/>
              <a:ahLst/>
              <a:cxnLst/>
              <a:rect l="l" t="t" r="r" b="b"/>
              <a:pathLst>
                <a:path w="10043" h="7501" extrusionOk="0">
                  <a:moveTo>
                    <a:pt x="1840" y="1"/>
                  </a:moveTo>
                  <a:cubicBezTo>
                    <a:pt x="966" y="1"/>
                    <a:pt x="394" y="608"/>
                    <a:pt x="233" y="804"/>
                  </a:cubicBezTo>
                  <a:cubicBezTo>
                    <a:pt x="465" y="1193"/>
                    <a:pt x="699" y="1429"/>
                    <a:pt x="699" y="1429"/>
                  </a:cubicBezTo>
                  <a:cubicBezTo>
                    <a:pt x="699" y="1429"/>
                    <a:pt x="0" y="2752"/>
                    <a:pt x="258" y="3303"/>
                  </a:cubicBezTo>
                  <a:cubicBezTo>
                    <a:pt x="515" y="3856"/>
                    <a:pt x="956" y="4223"/>
                    <a:pt x="956" y="4223"/>
                  </a:cubicBezTo>
                  <a:cubicBezTo>
                    <a:pt x="956" y="4223"/>
                    <a:pt x="258" y="5620"/>
                    <a:pt x="663" y="6024"/>
                  </a:cubicBezTo>
                  <a:cubicBezTo>
                    <a:pt x="1066" y="6429"/>
                    <a:pt x="1251" y="6539"/>
                    <a:pt x="1251" y="6539"/>
                  </a:cubicBezTo>
                  <a:cubicBezTo>
                    <a:pt x="1251" y="6539"/>
                    <a:pt x="1030" y="7127"/>
                    <a:pt x="1619" y="7421"/>
                  </a:cubicBezTo>
                  <a:cubicBezTo>
                    <a:pt x="1731" y="7478"/>
                    <a:pt x="1875" y="7500"/>
                    <a:pt x="2035" y="7500"/>
                  </a:cubicBezTo>
                  <a:cubicBezTo>
                    <a:pt x="2714" y="7500"/>
                    <a:pt x="3677" y="7091"/>
                    <a:pt x="3677" y="7091"/>
                  </a:cubicBezTo>
                  <a:cubicBezTo>
                    <a:pt x="3677" y="7091"/>
                    <a:pt x="4076" y="7404"/>
                    <a:pt x="4873" y="7404"/>
                  </a:cubicBezTo>
                  <a:cubicBezTo>
                    <a:pt x="4982" y="7404"/>
                    <a:pt x="5097" y="7398"/>
                    <a:pt x="5221" y="7385"/>
                  </a:cubicBezTo>
                  <a:cubicBezTo>
                    <a:pt x="6251" y="7275"/>
                    <a:pt x="6950" y="6539"/>
                    <a:pt x="6950" y="6539"/>
                  </a:cubicBezTo>
                  <a:cubicBezTo>
                    <a:pt x="6950" y="6539"/>
                    <a:pt x="7413" y="6808"/>
                    <a:pt x="8061" y="6808"/>
                  </a:cubicBezTo>
                  <a:cubicBezTo>
                    <a:pt x="8209" y="6808"/>
                    <a:pt x="8366" y="6794"/>
                    <a:pt x="8530" y="6760"/>
                  </a:cubicBezTo>
                  <a:cubicBezTo>
                    <a:pt x="8752" y="6713"/>
                    <a:pt x="8942" y="6633"/>
                    <a:pt x="9109" y="6532"/>
                  </a:cubicBezTo>
                  <a:cubicBezTo>
                    <a:pt x="9004" y="6197"/>
                    <a:pt x="8875" y="5963"/>
                    <a:pt x="8875" y="5963"/>
                  </a:cubicBezTo>
                  <a:cubicBezTo>
                    <a:pt x="8875" y="5963"/>
                    <a:pt x="10043" y="4976"/>
                    <a:pt x="9786" y="4409"/>
                  </a:cubicBezTo>
                  <a:cubicBezTo>
                    <a:pt x="9531" y="3842"/>
                    <a:pt x="9389" y="3654"/>
                    <a:pt x="9389" y="3654"/>
                  </a:cubicBezTo>
                  <a:cubicBezTo>
                    <a:pt x="9389" y="3654"/>
                    <a:pt x="9809" y="3203"/>
                    <a:pt x="9334" y="2654"/>
                  </a:cubicBezTo>
                  <a:cubicBezTo>
                    <a:pt x="8860" y="2106"/>
                    <a:pt x="7204" y="2009"/>
                    <a:pt x="7204" y="2009"/>
                  </a:cubicBezTo>
                  <a:cubicBezTo>
                    <a:pt x="7204" y="2009"/>
                    <a:pt x="6840" y="1390"/>
                    <a:pt x="5795" y="1015"/>
                  </a:cubicBezTo>
                  <a:cubicBezTo>
                    <a:pt x="5440" y="888"/>
                    <a:pt x="5098" y="846"/>
                    <a:pt x="4801" y="846"/>
                  </a:cubicBezTo>
                  <a:cubicBezTo>
                    <a:pt x="4220" y="846"/>
                    <a:pt x="3810" y="1006"/>
                    <a:pt x="3810" y="1006"/>
                  </a:cubicBezTo>
                  <a:cubicBezTo>
                    <a:pt x="3810" y="1006"/>
                    <a:pt x="3267" y="302"/>
                    <a:pt x="2339" y="65"/>
                  </a:cubicBezTo>
                  <a:cubicBezTo>
                    <a:pt x="2163" y="20"/>
                    <a:pt x="1997" y="1"/>
                    <a:pt x="1840"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2"/>
            <p:cNvSpPr/>
            <p:nvPr/>
          </p:nvSpPr>
          <p:spPr>
            <a:xfrm>
              <a:off x="5309846" y="403040"/>
              <a:ext cx="238788" cy="149062"/>
            </a:xfrm>
            <a:custGeom>
              <a:avLst/>
              <a:gdLst/>
              <a:ahLst/>
              <a:cxnLst/>
              <a:rect l="l" t="t" r="r" b="b"/>
              <a:pathLst>
                <a:path w="7284" h="4547" extrusionOk="0">
                  <a:moveTo>
                    <a:pt x="4620" y="0"/>
                  </a:moveTo>
                  <a:cubicBezTo>
                    <a:pt x="2224" y="0"/>
                    <a:pt x="445" y="706"/>
                    <a:pt x="445" y="706"/>
                  </a:cubicBezTo>
                  <a:lnTo>
                    <a:pt x="684" y="1912"/>
                  </a:lnTo>
                  <a:cubicBezTo>
                    <a:pt x="684" y="1912"/>
                    <a:pt x="1" y="3107"/>
                    <a:pt x="717" y="4439"/>
                  </a:cubicBezTo>
                  <a:cubicBezTo>
                    <a:pt x="757" y="4514"/>
                    <a:pt x="830" y="4546"/>
                    <a:pt x="926" y="4546"/>
                  </a:cubicBezTo>
                  <a:cubicBezTo>
                    <a:pt x="1497" y="4546"/>
                    <a:pt x="2899" y="3401"/>
                    <a:pt x="3320" y="3327"/>
                  </a:cubicBezTo>
                  <a:cubicBezTo>
                    <a:pt x="3347" y="3323"/>
                    <a:pt x="3381" y="3320"/>
                    <a:pt x="3421" y="3320"/>
                  </a:cubicBezTo>
                  <a:cubicBezTo>
                    <a:pt x="4033" y="3320"/>
                    <a:pt x="6060" y="3835"/>
                    <a:pt x="6734" y="3835"/>
                  </a:cubicBezTo>
                  <a:cubicBezTo>
                    <a:pt x="6814" y="3835"/>
                    <a:pt x="6874" y="3828"/>
                    <a:pt x="6912" y="3812"/>
                  </a:cubicBezTo>
                  <a:cubicBezTo>
                    <a:pt x="7283" y="3649"/>
                    <a:pt x="6969" y="2537"/>
                    <a:pt x="6693" y="1844"/>
                  </a:cubicBezTo>
                  <a:cubicBezTo>
                    <a:pt x="6415" y="1151"/>
                    <a:pt x="6637" y="176"/>
                    <a:pt x="6637" y="176"/>
                  </a:cubicBezTo>
                  <a:cubicBezTo>
                    <a:pt x="5935" y="50"/>
                    <a:pt x="5256" y="0"/>
                    <a:pt x="4620" y="0"/>
                  </a:cubicBezTo>
                  <a:close/>
                </a:path>
              </a:pathLst>
            </a:custGeom>
            <a:solidFill>
              <a:srgbClr val="FFAD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2"/>
            <p:cNvSpPr/>
            <p:nvPr/>
          </p:nvSpPr>
          <p:spPr>
            <a:xfrm>
              <a:off x="5463397" y="441723"/>
              <a:ext cx="40847" cy="26882"/>
            </a:xfrm>
            <a:custGeom>
              <a:avLst/>
              <a:gdLst/>
              <a:ahLst/>
              <a:cxnLst/>
              <a:rect l="l" t="t" r="r" b="b"/>
              <a:pathLst>
                <a:path w="1246" h="820" extrusionOk="0">
                  <a:moveTo>
                    <a:pt x="590" y="0"/>
                  </a:moveTo>
                  <a:cubicBezTo>
                    <a:pt x="560" y="0"/>
                    <a:pt x="530" y="3"/>
                    <a:pt x="500" y="9"/>
                  </a:cubicBezTo>
                  <a:cubicBezTo>
                    <a:pt x="190" y="68"/>
                    <a:pt x="0" y="426"/>
                    <a:pt x="51" y="820"/>
                  </a:cubicBezTo>
                  <a:cubicBezTo>
                    <a:pt x="193" y="711"/>
                    <a:pt x="373" y="634"/>
                    <a:pt x="578" y="613"/>
                  </a:cubicBezTo>
                  <a:cubicBezTo>
                    <a:pt x="618" y="609"/>
                    <a:pt x="657" y="607"/>
                    <a:pt x="695" y="607"/>
                  </a:cubicBezTo>
                  <a:cubicBezTo>
                    <a:pt x="905" y="607"/>
                    <a:pt x="1098" y="668"/>
                    <a:pt x="1246" y="768"/>
                  </a:cubicBezTo>
                  <a:cubicBezTo>
                    <a:pt x="1243" y="729"/>
                    <a:pt x="1240" y="690"/>
                    <a:pt x="1232" y="651"/>
                  </a:cubicBezTo>
                  <a:cubicBezTo>
                    <a:pt x="1160" y="273"/>
                    <a:pt x="882" y="0"/>
                    <a:pt x="5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2"/>
            <p:cNvSpPr/>
            <p:nvPr/>
          </p:nvSpPr>
          <p:spPr>
            <a:xfrm>
              <a:off x="5347939" y="454410"/>
              <a:ext cx="42060" cy="29308"/>
            </a:xfrm>
            <a:custGeom>
              <a:avLst/>
              <a:gdLst/>
              <a:ahLst/>
              <a:cxnLst/>
              <a:rect l="l" t="t" r="r" b="b"/>
              <a:pathLst>
                <a:path w="1283" h="894" extrusionOk="0">
                  <a:moveTo>
                    <a:pt x="592" y="1"/>
                  </a:moveTo>
                  <a:cubicBezTo>
                    <a:pt x="539" y="1"/>
                    <a:pt x="487" y="9"/>
                    <a:pt x="437" y="27"/>
                  </a:cubicBezTo>
                  <a:cubicBezTo>
                    <a:pt x="139" y="129"/>
                    <a:pt x="0" y="510"/>
                    <a:pt x="108" y="893"/>
                  </a:cubicBezTo>
                  <a:cubicBezTo>
                    <a:pt x="231" y="767"/>
                    <a:pt x="399" y="664"/>
                    <a:pt x="600" y="614"/>
                  </a:cubicBezTo>
                  <a:cubicBezTo>
                    <a:pt x="689" y="592"/>
                    <a:pt x="778" y="581"/>
                    <a:pt x="864" y="581"/>
                  </a:cubicBezTo>
                  <a:cubicBezTo>
                    <a:pt x="1017" y="581"/>
                    <a:pt x="1160" y="615"/>
                    <a:pt x="1282" y="676"/>
                  </a:cubicBezTo>
                  <a:cubicBezTo>
                    <a:pt x="1275" y="637"/>
                    <a:pt x="1266" y="599"/>
                    <a:pt x="1254" y="561"/>
                  </a:cubicBezTo>
                  <a:cubicBezTo>
                    <a:pt x="1137" y="223"/>
                    <a:pt x="862" y="1"/>
                    <a:pt x="5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2"/>
            <p:cNvSpPr/>
            <p:nvPr/>
          </p:nvSpPr>
          <p:spPr>
            <a:xfrm>
              <a:off x="5596656" y="420939"/>
              <a:ext cx="87890" cy="105953"/>
            </a:xfrm>
            <a:custGeom>
              <a:avLst/>
              <a:gdLst/>
              <a:ahLst/>
              <a:cxnLst/>
              <a:rect l="l" t="t" r="r" b="b"/>
              <a:pathLst>
                <a:path w="2681" h="3232" extrusionOk="0">
                  <a:moveTo>
                    <a:pt x="1255" y="0"/>
                  </a:moveTo>
                  <a:cubicBezTo>
                    <a:pt x="406" y="0"/>
                    <a:pt x="1" y="2212"/>
                    <a:pt x="601" y="3026"/>
                  </a:cubicBezTo>
                  <a:cubicBezTo>
                    <a:pt x="707" y="3169"/>
                    <a:pt x="829" y="3232"/>
                    <a:pt x="957" y="3232"/>
                  </a:cubicBezTo>
                  <a:cubicBezTo>
                    <a:pt x="1716" y="3232"/>
                    <a:pt x="2680" y="1013"/>
                    <a:pt x="1705" y="194"/>
                  </a:cubicBezTo>
                  <a:cubicBezTo>
                    <a:pt x="1545" y="60"/>
                    <a:pt x="1394" y="0"/>
                    <a:pt x="1255" y="0"/>
                  </a:cubicBezTo>
                  <a:close/>
                </a:path>
              </a:pathLst>
            </a:custGeom>
            <a:solidFill>
              <a:srgbClr val="FFAD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2"/>
            <p:cNvSpPr/>
            <p:nvPr/>
          </p:nvSpPr>
          <p:spPr>
            <a:xfrm>
              <a:off x="5611933" y="444936"/>
              <a:ext cx="52780" cy="67630"/>
            </a:xfrm>
            <a:custGeom>
              <a:avLst/>
              <a:gdLst/>
              <a:ahLst/>
              <a:cxnLst/>
              <a:rect l="l" t="t" r="r" b="b"/>
              <a:pathLst>
                <a:path w="1610" h="2063" extrusionOk="0">
                  <a:moveTo>
                    <a:pt x="738" y="0"/>
                  </a:moveTo>
                  <a:cubicBezTo>
                    <a:pt x="262" y="0"/>
                    <a:pt x="1" y="1073"/>
                    <a:pt x="191" y="1705"/>
                  </a:cubicBezTo>
                  <a:cubicBezTo>
                    <a:pt x="223" y="1441"/>
                    <a:pt x="339" y="1194"/>
                    <a:pt x="505" y="1194"/>
                  </a:cubicBezTo>
                  <a:cubicBezTo>
                    <a:pt x="553" y="1194"/>
                    <a:pt x="605" y="1215"/>
                    <a:pt x="659" y="1261"/>
                  </a:cubicBezTo>
                  <a:cubicBezTo>
                    <a:pt x="874" y="1441"/>
                    <a:pt x="815" y="1815"/>
                    <a:pt x="676" y="2063"/>
                  </a:cubicBezTo>
                  <a:cubicBezTo>
                    <a:pt x="1138" y="1850"/>
                    <a:pt x="1609" y="612"/>
                    <a:pt x="1031" y="127"/>
                  </a:cubicBezTo>
                  <a:cubicBezTo>
                    <a:pt x="927" y="39"/>
                    <a:pt x="828" y="0"/>
                    <a:pt x="738"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2"/>
            <p:cNvSpPr/>
            <p:nvPr/>
          </p:nvSpPr>
          <p:spPr>
            <a:xfrm>
              <a:off x="5295815" y="350786"/>
              <a:ext cx="388112" cy="64516"/>
            </a:xfrm>
            <a:custGeom>
              <a:avLst/>
              <a:gdLst/>
              <a:ahLst/>
              <a:cxnLst/>
              <a:rect l="l" t="t" r="r" b="b"/>
              <a:pathLst>
                <a:path w="11839" h="1968" extrusionOk="0">
                  <a:moveTo>
                    <a:pt x="7196" y="0"/>
                  </a:moveTo>
                  <a:cubicBezTo>
                    <a:pt x="4748" y="0"/>
                    <a:pt x="1872" y="220"/>
                    <a:pt x="0" y="1084"/>
                  </a:cubicBezTo>
                  <a:lnTo>
                    <a:pt x="405" y="1967"/>
                  </a:lnTo>
                  <a:cubicBezTo>
                    <a:pt x="2576" y="1340"/>
                    <a:pt x="6342" y="1218"/>
                    <a:pt x="8956" y="1218"/>
                  </a:cubicBezTo>
                  <a:cubicBezTo>
                    <a:pt x="10635" y="1218"/>
                    <a:pt x="11838" y="1268"/>
                    <a:pt x="11838" y="1268"/>
                  </a:cubicBezTo>
                  <a:lnTo>
                    <a:pt x="11838" y="240"/>
                  </a:lnTo>
                  <a:cubicBezTo>
                    <a:pt x="11838" y="240"/>
                    <a:pt x="9750" y="0"/>
                    <a:pt x="71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2"/>
            <p:cNvSpPr/>
            <p:nvPr/>
          </p:nvSpPr>
          <p:spPr>
            <a:xfrm>
              <a:off x="5300011" y="376651"/>
              <a:ext cx="98839" cy="83858"/>
            </a:xfrm>
            <a:custGeom>
              <a:avLst/>
              <a:gdLst/>
              <a:ahLst/>
              <a:cxnLst/>
              <a:rect l="l" t="t" r="r" b="b"/>
              <a:pathLst>
                <a:path w="3015" h="2558" extrusionOk="0">
                  <a:moveTo>
                    <a:pt x="2040" y="0"/>
                  </a:moveTo>
                  <a:cubicBezTo>
                    <a:pt x="2034" y="0"/>
                    <a:pt x="2028" y="1"/>
                    <a:pt x="2023" y="2"/>
                  </a:cubicBezTo>
                  <a:cubicBezTo>
                    <a:pt x="1746" y="56"/>
                    <a:pt x="111" y="1086"/>
                    <a:pt x="56" y="1270"/>
                  </a:cubicBezTo>
                  <a:cubicBezTo>
                    <a:pt x="0" y="1453"/>
                    <a:pt x="588" y="2557"/>
                    <a:pt x="588" y="2557"/>
                  </a:cubicBezTo>
                  <a:cubicBezTo>
                    <a:pt x="1692" y="2427"/>
                    <a:pt x="3015" y="1289"/>
                    <a:pt x="3015" y="1289"/>
                  </a:cubicBezTo>
                  <a:cubicBezTo>
                    <a:pt x="3015" y="1289"/>
                    <a:pt x="2326" y="0"/>
                    <a:pt x="204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2"/>
            <p:cNvSpPr/>
            <p:nvPr/>
          </p:nvSpPr>
          <p:spPr>
            <a:xfrm>
              <a:off x="5442974" y="368094"/>
              <a:ext cx="114608" cy="76154"/>
            </a:xfrm>
            <a:custGeom>
              <a:avLst/>
              <a:gdLst/>
              <a:ahLst/>
              <a:cxnLst/>
              <a:rect l="l" t="t" r="r" b="b"/>
              <a:pathLst>
                <a:path w="3496" h="2323" extrusionOk="0">
                  <a:moveTo>
                    <a:pt x="686" y="1"/>
                  </a:moveTo>
                  <a:cubicBezTo>
                    <a:pt x="654" y="1"/>
                    <a:pt x="631" y="3"/>
                    <a:pt x="618" y="9"/>
                  </a:cubicBezTo>
                  <a:cubicBezTo>
                    <a:pt x="443" y="89"/>
                    <a:pt x="1" y="1161"/>
                    <a:pt x="1" y="1161"/>
                  </a:cubicBezTo>
                  <a:cubicBezTo>
                    <a:pt x="789" y="1904"/>
                    <a:pt x="2758" y="2323"/>
                    <a:pt x="2758" y="2323"/>
                  </a:cubicBezTo>
                  <a:cubicBezTo>
                    <a:pt x="2758" y="2323"/>
                    <a:pt x="3495" y="814"/>
                    <a:pt x="3196" y="624"/>
                  </a:cubicBezTo>
                  <a:cubicBezTo>
                    <a:pt x="2929" y="453"/>
                    <a:pt x="1093" y="1"/>
                    <a:pt x="68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2"/>
            <p:cNvSpPr/>
            <p:nvPr/>
          </p:nvSpPr>
          <p:spPr>
            <a:xfrm>
              <a:off x="5322401" y="489257"/>
              <a:ext cx="218528" cy="62844"/>
            </a:xfrm>
            <a:custGeom>
              <a:avLst/>
              <a:gdLst/>
              <a:ahLst/>
              <a:cxnLst/>
              <a:rect l="l" t="t" r="r" b="b"/>
              <a:pathLst>
                <a:path w="6666" h="1917" extrusionOk="0">
                  <a:moveTo>
                    <a:pt x="2504" y="1"/>
                  </a:moveTo>
                  <a:cubicBezTo>
                    <a:pt x="1531" y="1"/>
                    <a:pt x="663" y="168"/>
                    <a:pt x="9" y="466"/>
                  </a:cubicBezTo>
                  <a:cubicBezTo>
                    <a:pt x="0" y="862"/>
                    <a:pt x="74" y="1325"/>
                    <a:pt x="334" y="1809"/>
                  </a:cubicBezTo>
                  <a:cubicBezTo>
                    <a:pt x="374" y="1884"/>
                    <a:pt x="447" y="1916"/>
                    <a:pt x="543" y="1916"/>
                  </a:cubicBezTo>
                  <a:cubicBezTo>
                    <a:pt x="1114" y="1916"/>
                    <a:pt x="2516" y="771"/>
                    <a:pt x="2937" y="697"/>
                  </a:cubicBezTo>
                  <a:cubicBezTo>
                    <a:pt x="2964" y="693"/>
                    <a:pt x="2998" y="690"/>
                    <a:pt x="3038" y="690"/>
                  </a:cubicBezTo>
                  <a:cubicBezTo>
                    <a:pt x="3650" y="690"/>
                    <a:pt x="5677" y="1205"/>
                    <a:pt x="6351" y="1205"/>
                  </a:cubicBezTo>
                  <a:cubicBezTo>
                    <a:pt x="6431" y="1205"/>
                    <a:pt x="6491" y="1198"/>
                    <a:pt x="6529" y="1182"/>
                  </a:cubicBezTo>
                  <a:cubicBezTo>
                    <a:pt x="6595" y="1152"/>
                    <a:pt x="6639" y="1091"/>
                    <a:pt x="6666" y="1010"/>
                  </a:cubicBezTo>
                  <a:cubicBezTo>
                    <a:pt x="5938" y="613"/>
                    <a:pt x="5030" y="299"/>
                    <a:pt x="4023" y="129"/>
                  </a:cubicBezTo>
                  <a:cubicBezTo>
                    <a:pt x="3500" y="42"/>
                    <a:pt x="2989" y="1"/>
                    <a:pt x="2504"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2"/>
            <p:cNvSpPr/>
            <p:nvPr/>
          </p:nvSpPr>
          <p:spPr>
            <a:xfrm>
              <a:off x="5386785" y="435101"/>
              <a:ext cx="63303" cy="113559"/>
            </a:xfrm>
            <a:custGeom>
              <a:avLst/>
              <a:gdLst/>
              <a:ahLst/>
              <a:cxnLst/>
              <a:rect l="l" t="t" r="r" b="b"/>
              <a:pathLst>
                <a:path w="1931" h="3464" extrusionOk="0">
                  <a:moveTo>
                    <a:pt x="350" y="1"/>
                  </a:moveTo>
                  <a:cubicBezTo>
                    <a:pt x="203" y="1343"/>
                    <a:pt x="1" y="3237"/>
                    <a:pt x="350" y="3440"/>
                  </a:cubicBezTo>
                  <a:cubicBezTo>
                    <a:pt x="378" y="3456"/>
                    <a:pt x="410" y="3463"/>
                    <a:pt x="447" y="3463"/>
                  </a:cubicBezTo>
                  <a:cubicBezTo>
                    <a:pt x="863" y="3463"/>
                    <a:pt x="1765" y="2484"/>
                    <a:pt x="1765" y="2484"/>
                  </a:cubicBezTo>
                  <a:cubicBezTo>
                    <a:pt x="1765" y="2484"/>
                    <a:pt x="1931" y="1766"/>
                    <a:pt x="1654" y="1600"/>
                  </a:cubicBezTo>
                  <a:cubicBezTo>
                    <a:pt x="1380" y="1436"/>
                    <a:pt x="350" y="1"/>
                    <a:pt x="350" y="1"/>
                  </a:cubicBezTo>
                  <a:close/>
                </a:path>
              </a:pathLst>
            </a:custGeom>
            <a:solidFill>
              <a:srgbClr val="FFAD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2"/>
            <p:cNvSpPr/>
            <p:nvPr/>
          </p:nvSpPr>
          <p:spPr>
            <a:xfrm>
              <a:off x="5129839" y="112460"/>
              <a:ext cx="464462" cy="357887"/>
            </a:xfrm>
            <a:custGeom>
              <a:avLst/>
              <a:gdLst/>
              <a:ahLst/>
              <a:cxnLst/>
              <a:rect l="l" t="t" r="r" b="b"/>
              <a:pathLst>
                <a:path w="14168" h="10917" extrusionOk="0">
                  <a:moveTo>
                    <a:pt x="11121" y="1"/>
                  </a:moveTo>
                  <a:cubicBezTo>
                    <a:pt x="10171" y="1"/>
                    <a:pt x="8050" y="622"/>
                    <a:pt x="7354" y="1014"/>
                  </a:cubicBezTo>
                  <a:cubicBezTo>
                    <a:pt x="6570" y="1455"/>
                    <a:pt x="1" y="9985"/>
                    <a:pt x="1" y="9985"/>
                  </a:cubicBezTo>
                  <a:cubicBezTo>
                    <a:pt x="1" y="9985"/>
                    <a:pt x="4104" y="8753"/>
                    <a:pt x="4748" y="8753"/>
                  </a:cubicBezTo>
                  <a:cubicBezTo>
                    <a:pt x="4772" y="8753"/>
                    <a:pt x="4791" y="8755"/>
                    <a:pt x="4805" y="8759"/>
                  </a:cubicBezTo>
                  <a:cubicBezTo>
                    <a:pt x="5193" y="8856"/>
                    <a:pt x="9267" y="10916"/>
                    <a:pt x="9978" y="10916"/>
                  </a:cubicBezTo>
                  <a:cubicBezTo>
                    <a:pt x="9986" y="10916"/>
                    <a:pt x="9994" y="10916"/>
                    <a:pt x="10001" y="10915"/>
                  </a:cubicBezTo>
                  <a:cubicBezTo>
                    <a:pt x="10639" y="10867"/>
                    <a:pt x="14168" y="1602"/>
                    <a:pt x="14168" y="1602"/>
                  </a:cubicBezTo>
                  <a:cubicBezTo>
                    <a:pt x="14168" y="1602"/>
                    <a:pt x="12110" y="229"/>
                    <a:pt x="11422" y="33"/>
                  </a:cubicBezTo>
                  <a:cubicBezTo>
                    <a:pt x="11345" y="11"/>
                    <a:pt x="11242" y="1"/>
                    <a:pt x="111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2"/>
            <p:cNvSpPr/>
            <p:nvPr/>
          </p:nvSpPr>
          <p:spPr>
            <a:xfrm>
              <a:off x="5469167" y="2327054"/>
              <a:ext cx="376146" cy="619360"/>
            </a:xfrm>
            <a:custGeom>
              <a:avLst/>
              <a:gdLst/>
              <a:ahLst/>
              <a:cxnLst/>
              <a:rect l="l" t="t" r="r" b="b"/>
              <a:pathLst>
                <a:path w="11474" h="18893" extrusionOk="0">
                  <a:moveTo>
                    <a:pt x="982" y="0"/>
                  </a:moveTo>
                  <a:cubicBezTo>
                    <a:pt x="731" y="0"/>
                    <a:pt x="492" y="48"/>
                    <a:pt x="268" y="146"/>
                  </a:cubicBezTo>
                  <a:cubicBezTo>
                    <a:pt x="174" y="188"/>
                    <a:pt x="87" y="239"/>
                    <a:pt x="1" y="297"/>
                  </a:cubicBezTo>
                  <a:cubicBezTo>
                    <a:pt x="1591" y="4901"/>
                    <a:pt x="6544" y="12829"/>
                    <a:pt x="11473" y="18893"/>
                  </a:cubicBezTo>
                  <a:cubicBezTo>
                    <a:pt x="11242" y="16504"/>
                    <a:pt x="10555" y="13651"/>
                    <a:pt x="9421" y="10714"/>
                  </a:cubicBezTo>
                  <a:cubicBezTo>
                    <a:pt x="7012" y="4472"/>
                    <a:pt x="3419" y="0"/>
                    <a:pt x="982"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2"/>
            <p:cNvSpPr/>
            <p:nvPr/>
          </p:nvSpPr>
          <p:spPr>
            <a:xfrm>
              <a:off x="5250412" y="1438200"/>
              <a:ext cx="136211" cy="78121"/>
            </a:xfrm>
            <a:custGeom>
              <a:avLst/>
              <a:gdLst/>
              <a:ahLst/>
              <a:cxnLst/>
              <a:rect l="l" t="t" r="r" b="b"/>
              <a:pathLst>
                <a:path w="4155" h="2383" extrusionOk="0">
                  <a:moveTo>
                    <a:pt x="523" y="1"/>
                  </a:moveTo>
                  <a:lnTo>
                    <a:pt x="184" y="2031"/>
                  </a:lnTo>
                  <a:cubicBezTo>
                    <a:pt x="184" y="2031"/>
                    <a:pt x="117" y="2156"/>
                    <a:pt x="0" y="2383"/>
                  </a:cubicBezTo>
                  <a:lnTo>
                    <a:pt x="4155" y="1247"/>
                  </a:lnTo>
                  <a:lnTo>
                    <a:pt x="523"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2"/>
            <p:cNvSpPr/>
            <p:nvPr/>
          </p:nvSpPr>
          <p:spPr>
            <a:xfrm>
              <a:off x="5269130" y="1348902"/>
              <a:ext cx="242853" cy="58910"/>
            </a:xfrm>
            <a:custGeom>
              <a:avLst/>
              <a:gdLst/>
              <a:ahLst/>
              <a:cxnLst/>
              <a:rect l="l" t="t" r="r" b="b"/>
              <a:pathLst>
                <a:path w="7408" h="1797" extrusionOk="0">
                  <a:moveTo>
                    <a:pt x="7407" y="1"/>
                  </a:moveTo>
                  <a:lnTo>
                    <a:pt x="7407" y="1"/>
                  </a:lnTo>
                  <a:cubicBezTo>
                    <a:pt x="7407" y="1"/>
                    <a:pt x="4862" y="439"/>
                    <a:pt x="1056" y="439"/>
                  </a:cubicBezTo>
                  <a:cubicBezTo>
                    <a:pt x="714" y="439"/>
                    <a:pt x="362" y="436"/>
                    <a:pt x="0" y="428"/>
                  </a:cubicBezTo>
                  <a:lnTo>
                    <a:pt x="0" y="428"/>
                  </a:lnTo>
                  <a:cubicBezTo>
                    <a:pt x="45" y="1209"/>
                    <a:pt x="92" y="1706"/>
                    <a:pt x="101" y="1796"/>
                  </a:cubicBezTo>
                  <a:lnTo>
                    <a:pt x="7407"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2"/>
            <p:cNvSpPr/>
            <p:nvPr/>
          </p:nvSpPr>
          <p:spPr>
            <a:xfrm>
              <a:off x="5129839" y="112788"/>
              <a:ext cx="358346" cy="327005"/>
            </a:xfrm>
            <a:custGeom>
              <a:avLst/>
              <a:gdLst/>
              <a:ahLst/>
              <a:cxnLst/>
              <a:rect l="l" t="t" r="r" b="b"/>
              <a:pathLst>
                <a:path w="10931" h="9975" extrusionOk="0">
                  <a:moveTo>
                    <a:pt x="10930" y="0"/>
                  </a:moveTo>
                  <a:lnTo>
                    <a:pt x="10930" y="0"/>
                  </a:lnTo>
                  <a:cubicBezTo>
                    <a:pt x="9912" y="68"/>
                    <a:pt x="8006" y="638"/>
                    <a:pt x="7354" y="1004"/>
                  </a:cubicBezTo>
                  <a:cubicBezTo>
                    <a:pt x="6570" y="1445"/>
                    <a:pt x="1" y="9975"/>
                    <a:pt x="1" y="9975"/>
                  </a:cubicBezTo>
                  <a:cubicBezTo>
                    <a:pt x="1" y="9975"/>
                    <a:pt x="3204" y="9014"/>
                    <a:pt x="4394" y="8791"/>
                  </a:cubicBezTo>
                  <a:cubicBezTo>
                    <a:pt x="5001" y="8190"/>
                    <a:pt x="5601" y="7565"/>
                    <a:pt x="6184" y="6911"/>
                  </a:cubicBezTo>
                  <a:cubicBezTo>
                    <a:pt x="8349" y="4484"/>
                    <a:pt x="9962" y="2084"/>
                    <a:pt x="10930"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2"/>
            <p:cNvSpPr/>
            <p:nvPr/>
          </p:nvSpPr>
          <p:spPr>
            <a:xfrm>
              <a:off x="5289029" y="174582"/>
              <a:ext cx="203251" cy="63532"/>
            </a:xfrm>
            <a:custGeom>
              <a:avLst/>
              <a:gdLst/>
              <a:ahLst/>
              <a:cxnLst/>
              <a:rect l="l" t="t" r="r" b="b"/>
              <a:pathLst>
                <a:path w="6200" h="1938" extrusionOk="0">
                  <a:moveTo>
                    <a:pt x="4155" y="1"/>
                  </a:moveTo>
                  <a:cubicBezTo>
                    <a:pt x="3515" y="1"/>
                    <a:pt x="2215" y="225"/>
                    <a:pt x="1136" y="568"/>
                  </a:cubicBezTo>
                  <a:cubicBezTo>
                    <a:pt x="793" y="974"/>
                    <a:pt x="408" y="1439"/>
                    <a:pt x="0" y="1937"/>
                  </a:cubicBezTo>
                  <a:cubicBezTo>
                    <a:pt x="1608" y="1300"/>
                    <a:pt x="3017" y="1149"/>
                    <a:pt x="3639" y="1149"/>
                  </a:cubicBezTo>
                  <a:cubicBezTo>
                    <a:pt x="3769" y="1149"/>
                    <a:pt x="3865" y="1156"/>
                    <a:pt x="3921" y="1166"/>
                  </a:cubicBezTo>
                  <a:cubicBezTo>
                    <a:pt x="4324" y="1240"/>
                    <a:pt x="5610" y="1753"/>
                    <a:pt x="5610" y="1753"/>
                  </a:cubicBezTo>
                  <a:lnTo>
                    <a:pt x="6199" y="761"/>
                  </a:lnTo>
                  <a:cubicBezTo>
                    <a:pt x="6199" y="761"/>
                    <a:pt x="5133" y="81"/>
                    <a:pt x="4324" y="7"/>
                  </a:cubicBezTo>
                  <a:cubicBezTo>
                    <a:pt x="4274" y="3"/>
                    <a:pt x="4218" y="1"/>
                    <a:pt x="4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2"/>
            <p:cNvSpPr/>
            <p:nvPr/>
          </p:nvSpPr>
          <p:spPr>
            <a:xfrm>
              <a:off x="5301159" y="183269"/>
              <a:ext cx="178206" cy="45404"/>
            </a:xfrm>
            <a:custGeom>
              <a:avLst/>
              <a:gdLst/>
              <a:ahLst/>
              <a:cxnLst/>
              <a:rect l="l" t="t" r="r" b="b"/>
              <a:pathLst>
                <a:path w="5436" h="1385" extrusionOk="0">
                  <a:moveTo>
                    <a:pt x="3544" y="1"/>
                  </a:moveTo>
                  <a:cubicBezTo>
                    <a:pt x="3001" y="1"/>
                    <a:pt x="1648" y="213"/>
                    <a:pt x="758" y="467"/>
                  </a:cubicBezTo>
                  <a:cubicBezTo>
                    <a:pt x="494" y="781"/>
                    <a:pt x="302" y="1013"/>
                    <a:pt x="0" y="1384"/>
                  </a:cubicBezTo>
                  <a:cubicBezTo>
                    <a:pt x="1392" y="889"/>
                    <a:pt x="2753" y="725"/>
                    <a:pt x="3258" y="725"/>
                  </a:cubicBezTo>
                  <a:cubicBezTo>
                    <a:pt x="3331" y="725"/>
                    <a:pt x="3386" y="728"/>
                    <a:pt x="3421" y="735"/>
                  </a:cubicBezTo>
                  <a:cubicBezTo>
                    <a:pt x="3674" y="781"/>
                    <a:pt x="4775" y="1099"/>
                    <a:pt x="5118" y="1231"/>
                  </a:cubicBezTo>
                  <a:lnTo>
                    <a:pt x="5435" y="697"/>
                  </a:lnTo>
                  <a:cubicBezTo>
                    <a:pt x="5435" y="697"/>
                    <a:pt x="4360" y="70"/>
                    <a:pt x="3661" y="5"/>
                  </a:cubicBezTo>
                  <a:cubicBezTo>
                    <a:pt x="3628" y="2"/>
                    <a:pt x="3589" y="1"/>
                    <a:pt x="354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2"/>
            <p:cNvSpPr/>
            <p:nvPr/>
          </p:nvSpPr>
          <p:spPr>
            <a:xfrm>
              <a:off x="5345709" y="183302"/>
              <a:ext cx="91135" cy="32487"/>
            </a:xfrm>
            <a:custGeom>
              <a:avLst/>
              <a:gdLst/>
              <a:ahLst/>
              <a:cxnLst/>
              <a:rect l="l" t="t" r="r" b="b"/>
              <a:pathLst>
                <a:path w="2780" h="991" extrusionOk="0">
                  <a:moveTo>
                    <a:pt x="2192" y="0"/>
                  </a:moveTo>
                  <a:cubicBezTo>
                    <a:pt x="1992" y="0"/>
                    <a:pt x="1677" y="29"/>
                    <a:pt x="1316" y="78"/>
                  </a:cubicBezTo>
                  <a:cubicBezTo>
                    <a:pt x="971" y="413"/>
                    <a:pt x="526" y="728"/>
                    <a:pt x="0" y="990"/>
                  </a:cubicBezTo>
                  <a:cubicBezTo>
                    <a:pt x="671" y="838"/>
                    <a:pt x="1255" y="759"/>
                    <a:pt x="1639" y="734"/>
                  </a:cubicBezTo>
                  <a:cubicBezTo>
                    <a:pt x="1971" y="501"/>
                    <a:pt x="2355" y="290"/>
                    <a:pt x="2779" y="110"/>
                  </a:cubicBezTo>
                  <a:cubicBezTo>
                    <a:pt x="2613" y="57"/>
                    <a:pt x="2448" y="18"/>
                    <a:pt x="2302" y="4"/>
                  </a:cubicBezTo>
                  <a:cubicBezTo>
                    <a:pt x="2271" y="2"/>
                    <a:pt x="2234" y="0"/>
                    <a:pt x="2192"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2"/>
            <p:cNvSpPr/>
            <p:nvPr/>
          </p:nvSpPr>
          <p:spPr>
            <a:xfrm>
              <a:off x="5445990" y="149471"/>
              <a:ext cx="148308" cy="320875"/>
            </a:xfrm>
            <a:custGeom>
              <a:avLst/>
              <a:gdLst/>
              <a:ahLst/>
              <a:cxnLst/>
              <a:rect l="l" t="t" r="r" b="b"/>
              <a:pathLst>
                <a:path w="4524" h="9788" extrusionOk="0">
                  <a:moveTo>
                    <a:pt x="3791" y="0"/>
                  </a:moveTo>
                  <a:cubicBezTo>
                    <a:pt x="3360" y="3231"/>
                    <a:pt x="122" y="8913"/>
                    <a:pt x="1" y="9721"/>
                  </a:cubicBezTo>
                  <a:cubicBezTo>
                    <a:pt x="143" y="9763"/>
                    <a:pt x="258" y="9787"/>
                    <a:pt x="333" y="9787"/>
                  </a:cubicBezTo>
                  <a:cubicBezTo>
                    <a:pt x="342" y="9787"/>
                    <a:pt x="350" y="9787"/>
                    <a:pt x="357" y="9786"/>
                  </a:cubicBezTo>
                  <a:cubicBezTo>
                    <a:pt x="995" y="9738"/>
                    <a:pt x="4524" y="473"/>
                    <a:pt x="4524" y="473"/>
                  </a:cubicBezTo>
                  <a:cubicBezTo>
                    <a:pt x="4524" y="473"/>
                    <a:pt x="4213" y="266"/>
                    <a:pt x="3791"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2"/>
            <p:cNvSpPr/>
            <p:nvPr/>
          </p:nvSpPr>
          <p:spPr>
            <a:xfrm>
              <a:off x="5449268" y="337279"/>
              <a:ext cx="33766" cy="33799"/>
            </a:xfrm>
            <a:custGeom>
              <a:avLst/>
              <a:gdLst/>
              <a:ahLst/>
              <a:cxnLst/>
              <a:rect l="l" t="t" r="r" b="b"/>
              <a:pathLst>
                <a:path w="1030" h="1031" extrusionOk="0">
                  <a:moveTo>
                    <a:pt x="514" y="1"/>
                  </a:moveTo>
                  <a:cubicBezTo>
                    <a:pt x="230" y="1"/>
                    <a:pt x="1" y="232"/>
                    <a:pt x="1" y="516"/>
                  </a:cubicBezTo>
                  <a:cubicBezTo>
                    <a:pt x="1" y="801"/>
                    <a:pt x="230" y="1031"/>
                    <a:pt x="514" y="1031"/>
                  </a:cubicBezTo>
                  <a:cubicBezTo>
                    <a:pt x="799" y="1031"/>
                    <a:pt x="1029" y="801"/>
                    <a:pt x="1029" y="516"/>
                  </a:cubicBezTo>
                  <a:cubicBezTo>
                    <a:pt x="1029" y="232"/>
                    <a:pt x="799" y="1"/>
                    <a:pt x="5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2"/>
            <p:cNvSpPr/>
            <p:nvPr/>
          </p:nvSpPr>
          <p:spPr>
            <a:xfrm>
              <a:off x="5576594" y="236048"/>
              <a:ext cx="109100" cy="111526"/>
            </a:xfrm>
            <a:custGeom>
              <a:avLst/>
              <a:gdLst/>
              <a:ahLst/>
              <a:cxnLst/>
              <a:rect l="l" t="t" r="r" b="b"/>
              <a:pathLst>
                <a:path w="3328" h="3402" extrusionOk="0">
                  <a:moveTo>
                    <a:pt x="81" y="1"/>
                  </a:moveTo>
                  <a:cubicBezTo>
                    <a:pt x="29" y="192"/>
                    <a:pt x="1" y="392"/>
                    <a:pt x="1" y="596"/>
                  </a:cubicBezTo>
                  <a:cubicBezTo>
                    <a:pt x="1" y="2109"/>
                    <a:pt x="1478" y="3340"/>
                    <a:pt x="3328" y="3401"/>
                  </a:cubicBezTo>
                  <a:cubicBezTo>
                    <a:pt x="3300" y="3065"/>
                    <a:pt x="3146" y="2722"/>
                    <a:pt x="2699" y="2523"/>
                  </a:cubicBezTo>
                  <a:cubicBezTo>
                    <a:pt x="2671" y="2368"/>
                    <a:pt x="2598" y="2208"/>
                    <a:pt x="2464" y="2048"/>
                  </a:cubicBezTo>
                  <a:cubicBezTo>
                    <a:pt x="2464" y="2048"/>
                    <a:pt x="2580" y="376"/>
                    <a:pt x="1202" y="376"/>
                  </a:cubicBezTo>
                  <a:cubicBezTo>
                    <a:pt x="1024" y="376"/>
                    <a:pt x="821" y="404"/>
                    <a:pt x="590" y="467"/>
                  </a:cubicBezTo>
                  <a:cubicBezTo>
                    <a:pt x="590" y="467"/>
                    <a:pt x="401" y="248"/>
                    <a:pt x="81"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2"/>
            <p:cNvSpPr/>
            <p:nvPr/>
          </p:nvSpPr>
          <p:spPr>
            <a:xfrm>
              <a:off x="5414257" y="543380"/>
              <a:ext cx="94151" cy="41863"/>
            </a:xfrm>
            <a:custGeom>
              <a:avLst/>
              <a:gdLst/>
              <a:ahLst/>
              <a:cxnLst/>
              <a:rect l="l" t="t" r="r" b="b"/>
              <a:pathLst>
                <a:path w="2872" h="1277" extrusionOk="0">
                  <a:moveTo>
                    <a:pt x="2402" y="1"/>
                  </a:moveTo>
                  <a:cubicBezTo>
                    <a:pt x="2402" y="1"/>
                    <a:pt x="1798" y="955"/>
                    <a:pt x="710" y="955"/>
                  </a:cubicBezTo>
                  <a:cubicBezTo>
                    <a:pt x="493" y="955"/>
                    <a:pt x="256" y="917"/>
                    <a:pt x="1" y="825"/>
                  </a:cubicBezTo>
                  <a:lnTo>
                    <a:pt x="1" y="978"/>
                  </a:lnTo>
                  <a:cubicBezTo>
                    <a:pt x="406" y="1194"/>
                    <a:pt x="779" y="1277"/>
                    <a:pt x="1113" y="1277"/>
                  </a:cubicBezTo>
                  <a:cubicBezTo>
                    <a:pt x="2200" y="1277"/>
                    <a:pt x="2872" y="401"/>
                    <a:pt x="2872" y="401"/>
                  </a:cubicBezTo>
                  <a:lnTo>
                    <a:pt x="2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2"/>
            <p:cNvSpPr/>
            <p:nvPr/>
          </p:nvSpPr>
          <p:spPr>
            <a:xfrm>
              <a:off x="5437401" y="601470"/>
              <a:ext cx="43437" cy="10851"/>
            </a:xfrm>
            <a:custGeom>
              <a:avLst/>
              <a:gdLst/>
              <a:ahLst/>
              <a:cxnLst/>
              <a:rect l="l" t="t" r="r" b="b"/>
              <a:pathLst>
                <a:path w="1325" h="331" extrusionOk="0">
                  <a:moveTo>
                    <a:pt x="662" y="0"/>
                  </a:moveTo>
                  <a:cubicBezTo>
                    <a:pt x="296" y="0"/>
                    <a:pt x="0" y="74"/>
                    <a:pt x="0" y="166"/>
                  </a:cubicBezTo>
                  <a:cubicBezTo>
                    <a:pt x="0" y="257"/>
                    <a:pt x="296" y="331"/>
                    <a:pt x="662" y="331"/>
                  </a:cubicBezTo>
                  <a:cubicBezTo>
                    <a:pt x="1027" y="331"/>
                    <a:pt x="1325" y="257"/>
                    <a:pt x="1325" y="166"/>
                  </a:cubicBezTo>
                  <a:cubicBezTo>
                    <a:pt x="1325" y="74"/>
                    <a:pt x="1027" y="0"/>
                    <a:pt x="662"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2"/>
            <p:cNvSpPr/>
            <p:nvPr/>
          </p:nvSpPr>
          <p:spPr>
            <a:xfrm>
              <a:off x="5489557" y="683589"/>
              <a:ext cx="111198" cy="62516"/>
            </a:xfrm>
            <a:custGeom>
              <a:avLst/>
              <a:gdLst/>
              <a:ahLst/>
              <a:cxnLst/>
              <a:rect l="l" t="t" r="r" b="b"/>
              <a:pathLst>
                <a:path w="3392" h="1907" extrusionOk="0">
                  <a:moveTo>
                    <a:pt x="878" y="0"/>
                  </a:moveTo>
                  <a:cubicBezTo>
                    <a:pt x="878" y="0"/>
                    <a:pt x="1" y="1092"/>
                    <a:pt x="566" y="1906"/>
                  </a:cubicBezTo>
                  <a:cubicBezTo>
                    <a:pt x="773" y="1754"/>
                    <a:pt x="892" y="1631"/>
                    <a:pt x="892" y="1631"/>
                  </a:cubicBezTo>
                  <a:cubicBezTo>
                    <a:pt x="892" y="1631"/>
                    <a:pt x="1355" y="1900"/>
                    <a:pt x="2003" y="1900"/>
                  </a:cubicBezTo>
                  <a:cubicBezTo>
                    <a:pt x="2151" y="1900"/>
                    <a:pt x="2308" y="1886"/>
                    <a:pt x="2472" y="1852"/>
                  </a:cubicBezTo>
                  <a:cubicBezTo>
                    <a:pt x="2694" y="1805"/>
                    <a:pt x="2884" y="1725"/>
                    <a:pt x="3051" y="1624"/>
                  </a:cubicBezTo>
                  <a:cubicBezTo>
                    <a:pt x="2946" y="1289"/>
                    <a:pt x="3391" y="1024"/>
                    <a:pt x="3391" y="1024"/>
                  </a:cubicBezTo>
                  <a:cubicBezTo>
                    <a:pt x="3391" y="1024"/>
                    <a:pt x="2922" y="967"/>
                    <a:pt x="3059" y="831"/>
                  </a:cubicBezTo>
                  <a:lnTo>
                    <a:pt x="3059" y="831"/>
                  </a:lnTo>
                  <a:cubicBezTo>
                    <a:pt x="2975" y="837"/>
                    <a:pt x="2893" y="839"/>
                    <a:pt x="2814" y="839"/>
                  </a:cubicBezTo>
                  <a:cubicBezTo>
                    <a:pt x="1418" y="839"/>
                    <a:pt x="878" y="0"/>
                    <a:pt x="878"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2"/>
            <p:cNvSpPr/>
            <p:nvPr/>
          </p:nvSpPr>
          <p:spPr>
            <a:xfrm>
              <a:off x="5385474" y="707488"/>
              <a:ext cx="98839" cy="57959"/>
            </a:xfrm>
            <a:custGeom>
              <a:avLst/>
              <a:gdLst/>
              <a:ahLst/>
              <a:cxnLst/>
              <a:rect l="l" t="t" r="r" b="b"/>
              <a:pathLst>
                <a:path w="3015" h="1768" extrusionOk="0">
                  <a:moveTo>
                    <a:pt x="610" y="1"/>
                  </a:moveTo>
                  <a:cubicBezTo>
                    <a:pt x="610" y="1"/>
                    <a:pt x="0" y="853"/>
                    <a:pt x="239" y="1655"/>
                  </a:cubicBezTo>
                  <a:cubicBezTo>
                    <a:pt x="559" y="1553"/>
                    <a:pt x="794" y="1454"/>
                    <a:pt x="794" y="1454"/>
                  </a:cubicBezTo>
                  <a:cubicBezTo>
                    <a:pt x="794" y="1454"/>
                    <a:pt x="1193" y="1767"/>
                    <a:pt x="1990" y="1767"/>
                  </a:cubicBezTo>
                  <a:cubicBezTo>
                    <a:pt x="2099" y="1767"/>
                    <a:pt x="2214" y="1761"/>
                    <a:pt x="2338" y="1748"/>
                  </a:cubicBezTo>
                  <a:cubicBezTo>
                    <a:pt x="2584" y="1721"/>
                    <a:pt x="2810" y="1659"/>
                    <a:pt x="3014" y="1579"/>
                  </a:cubicBezTo>
                  <a:cubicBezTo>
                    <a:pt x="1272" y="1352"/>
                    <a:pt x="610" y="1"/>
                    <a:pt x="610"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2"/>
            <p:cNvSpPr/>
            <p:nvPr/>
          </p:nvSpPr>
          <p:spPr>
            <a:xfrm>
              <a:off x="5301355" y="634974"/>
              <a:ext cx="60779" cy="83366"/>
            </a:xfrm>
            <a:custGeom>
              <a:avLst/>
              <a:gdLst/>
              <a:ahLst/>
              <a:cxnLst/>
              <a:rect l="l" t="t" r="r" b="b"/>
              <a:pathLst>
                <a:path w="1854" h="2543" extrusionOk="0">
                  <a:moveTo>
                    <a:pt x="811" y="1"/>
                  </a:moveTo>
                  <a:cubicBezTo>
                    <a:pt x="562" y="1"/>
                    <a:pt x="303" y="33"/>
                    <a:pt x="76" y="126"/>
                  </a:cubicBezTo>
                  <a:cubicBezTo>
                    <a:pt x="328" y="537"/>
                    <a:pt x="639" y="798"/>
                    <a:pt x="639" y="798"/>
                  </a:cubicBezTo>
                  <a:cubicBezTo>
                    <a:pt x="639" y="798"/>
                    <a:pt x="0" y="2078"/>
                    <a:pt x="304" y="2542"/>
                  </a:cubicBezTo>
                  <a:cubicBezTo>
                    <a:pt x="612" y="988"/>
                    <a:pt x="1853" y="155"/>
                    <a:pt x="1853" y="155"/>
                  </a:cubicBezTo>
                  <a:cubicBezTo>
                    <a:pt x="1853" y="155"/>
                    <a:pt x="1357" y="1"/>
                    <a:pt x="811"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2"/>
            <p:cNvSpPr/>
            <p:nvPr/>
          </p:nvSpPr>
          <p:spPr>
            <a:xfrm>
              <a:off x="4871517" y="1733108"/>
              <a:ext cx="110936" cy="177845"/>
            </a:xfrm>
            <a:custGeom>
              <a:avLst/>
              <a:gdLst/>
              <a:ahLst/>
              <a:cxnLst/>
              <a:rect l="l" t="t" r="r" b="b"/>
              <a:pathLst>
                <a:path w="3384" h="5425" extrusionOk="0">
                  <a:moveTo>
                    <a:pt x="1993" y="1"/>
                  </a:moveTo>
                  <a:cubicBezTo>
                    <a:pt x="1232" y="1"/>
                    <a:pt x="427" y="1046"/>
                    <a:pt x="223" y="1933"/>
                  </a:cubicBezTo>
                  <a:cubicBezTo>
                    <a:pt x="1" y="2889"/>
                    <a:pt x="1035" y="4115"/>
                    <a:pt x="1840" y="5241"/>
                  </a:cubicBezTo>
                  <a:cubicBezTo>
                    <a:pt x="1932" y="5369"/>
                    <a:pt x="2068" y="5425"/>
                    <a:pt x="2223" y="5425"/>
                  </a:cubicBezTo>
                  <a:cubicBezTo>
                    <a:pt x="2690" y="5425"/>
                    <a:pt x="3319" y="4920"/>
                    <a:pt x="3347" y="4396"/>
                  </a:cubicBezTo>
                  <a:cubicBezTo>
                    <a:pt x="3384" y="3696"/>
                    <a:pt x="2133" y="2300"/>
                    <a:pt x="2758" y="1159"/>
                  </a:cubicBezTo>
                  <a:cubicBezTo>
                    <a:pt x="3056" y="620"/>
                    <a:pt x="2979" y="205"/>
                    <a:pt x="2171" y="21"/>
                  </a:cubicBezTo>
                  <a:cubicBezTo>
                    <a:pt x="2112" y="7"/>
                    <a:pt x="2053" y="1"/>
                    <a:pt x="199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2"/>
            <p:cNvSpPr/>
            <p:nvPr/>
          </p:nvSpPr>
          <p:spPr>
            <a:xfrm>
              <a:off x="4702722" y="1765202"/>
              <a:ext cx="115984" cy="176042"/>
            </a:xfrm>
            <a:custGeom>
              <a:avLst/>
              <a:gdLst/>
              <a:ahLst/>
              <a:cxnLst/>
              <a:rect l="l" t="t" r="r" b="b"/>
              <a:pathLst>
                <a:path w="3538" h="5370" extrusionOk="0">
                  <a:moveTo>
                    <a:pt x="1731" y="1"/>
                  </a:moveTo>
                  <a:cubicBezTo>
                    <a:pt x="937" y="1"/>
                    <a:pt x="207" y="1193"/>
                    <a:pt x="106" y="2136"/>
                  </a:cubicBezTo>
                  <a:cubicBezTo>
                    <a:pt x="0" y="3112"/>
                    <a:pt x="1172" y="4206"/>
                    <a:pt x="2105" y="5229"/>
                  </a:cubicBezTo>
                  <a:cubicBezTo>
                    <a:pt x="2195" y="5327"/>
                    <a:pt x="2310" y="5369"/>
                    <a:pt x="2436" y="5369"/>
                  </a:cubicBezTo>
                  <a:cubicBezTo>
                    <a:pt x="2910" y="5369"/>
                    <a:pt x="3538" y="4761"/>
                    <a:pt x="3501" y="4209"/>
                  </a:cubicBezTo>
                  <a:cubicBezTo>
                    <a:pt x="3456" y="3512"/>
                    <a:pt x="2048" y="2273"/>
                    <a:pt x="2533" y="1067"/>
                  </a:cubicBezTo>
                  <a:cubicBezTo>
                    <a:pt x="2762" y="496"/>
                    <a:pt x="2637" y="91"/>
                    <a:pt x="1812" y="5"/>
                  </a:cubicBezTo>
                  <a:cubicBezTo>
                    <a:pt x="1785" y="2"/>
                    <a:pt x="1758" y="1"/>
                    <a:pt x="17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2"/>
            <p:cNvSpPr/>
            <p:nvPr/>
          </p:nvSpPr>
          <p:spPr>
            <a:xfrm>
              <a:off x="4787070" y="1736026"/>
              <a:ext cx="116050" cy="191155"/>
            </a:xfrm>
            <a:custGeom>
              <a:avLst/>
              <a:gdLst/>
              <a:ahLst/>
              <a:cxnLst/>
              <a:rect l="l" t="t" r="r" b="b"/>
              <a:pathLst>
                <a:path w="3540" h="5831" extrusionOk="0">
                  <a:moveTo>
                    <a:pt x="1630" y="1"/>
                  </a:moveTo>
                  <a:cubicBezTo>
                    <a:pt x="836" y="1"/>
                    <a:pt x="209" y="1525"/>
                    <a:pt x="106" y="2475"/>
                  </a:cubicBezTo>
                  <a:cubicBezTo>
                    <a:pt x="1" y="3449"/>
                    <a:pt x="984" y="4681"/>
                    <a:pt x="1915" y="5704"/>
                  </a:cubicBezTo>
                  <a:cubicBezTo>
                    <a:pt x="1996" y="5791"/>
                    <a:pt x="2104" y="5830"/>
                    <a:pt x="2226" y="5830"/>
                  </a:cubicBezTo>
                  <a:cubicBezTo>
                    <a:pt x="2753" y="5830"/>
                    <a:pt x="3539" y="5115"/>
                    <a:pt x="3503" y="4548"/>
                  </a:cubicBezTo>
                  <a:cubicBezTo>
                    <a:pt x="3456" y="3851"/>
                    <a:pt x="2048" y="2612"/>
                    <a:pt x="2533" y="1406"/>
                  </a:cubicBezTo>
                  <a:cubicBezTo>
                    <a:pt x="2763" y="833"/>
                    <a:pt x="2520" y="92"/>
                    <a:pt x="1695" y="4"/>
                  </a:cubicBezTo>
                  <a:cubicBezTo>
                    <a:pt x="1673" y="2"/>
                    <a:pt x="1652" y="1"/>
                    <a:pt x="16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2"/>
            <p:cNvSpPr/>
            <p:nvPr/>
          </p:nvSpPr>
          <p:spPr>
            <a:xfrm>
              <a:off x="4716064" y="1642728"/>
              <a:ext cx="224560" cy="144046"/>
            </a:xfrm>
            <a:custGeom>
              <a:avLst/>
              <a:gdLst/>
              <a:ahLst/>
              <a:cxnLst/>
              <a:rect l="l" t="t" r="r" b="b"/>
              <a:pathLst>
                <a:path w="6850" h="4394" extrusionOk="0">
                  <a:moveTo>
                    <a:pt x="5826" y="0"/>
                  </a:moveTo>
                  <a:cubicBezTo>
                    <a:pt x="5684" y="0"/>
                    <a:pt x="5511" y="41"/>
                    <a:pt x="5302" y="132"/>
                  </a:cubicBezTo>
                  <a:cubicBezTo>
                    <a:pt x="3787" y="792"/>
                    <a:pt x="1" y="3439"/>
                    <a:pt x="368" y="3954"/>
                  </a:cubicBezTo>
                  <a:cubicBezTo>
                    <a:pt x="557" y="4218"/>
                    <a:pt x="1589" y="4394"/>
                    <a:pt x="2712" y="4394"/>
                  </a:cubicBezTo>
                  <a:cubicBezTo>
                    <a:pt x="3779" y="4394"/>
                    <a:pt x="4929" y="4235"/>
                    <a:pt x="5516" y="3844"/>
                  </a:cubicBezTo>
                  <a:cubicBezTo>
                    <a:pt x="5626" y="3770"/>
                    <a:pt x="6141" y="2778"/>
                    <a:pt x="5773" y="2519"/>
                  </a:cubicBezTo>
                  <a:cubicBezTo>
                    <a:pt x="5690" y="2462"/>
                    <a:pt x="5564" y="2439"/>
                    <a:pt x="5419" y="2439"/>
                  </a:cubicBezTo>
                  <a:cubicBezTo>
                    <a:pt x="4920" y="2439"/>
                    <a:pt x="4192" y="2704"/>
                    <a:pt x="4192" y="2704"/>
                  </a:cubicBezTo>
                  <a:cubicBezTo>
                    <a:pt x="4192" y="2704"/>
                    <a:pt x="4560" y="2447"/>
                    <a:pt x="5442" y="2263"/>
                  </a:cubicBezTo>
                  <a:cubicBezTo>
                    <a:pt x="6217" y="2101"/>
                    <a:pt x="6849" y="0"/>
                    <a:pt x="582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2"/>
            <p:cNvSpPr/>
            <p:nvPr/>
          </p:nvSpPr>
          <p:spPr>
            <a:xfrm>
              <a:off x="5907070" y="1477047"/>
              <a:ext cx="287863" cy="234395"/>
            </a:xfrm>
            <a:custGeom>
              <a:avLst/>
              <a:gdLst/>
              <a:ahLst/>
              <a:cxnLst/>
              <a:rect l="l" t="t" r="r" b="b"/>
              <a:pathLst>
                <a:path w="8781" h="7150" extrusionOk="0">
                  <a:moveTo>
                    <a:pt x="4738" y="0"/>
                  </a:moveTo>
                  <a:cubicBezTo>
                    <a:pt x="4635" y="0"/>
                    <a:pt x="4531" y="1"/>
                    <a:pt x="4428" y="3"/>
                  </a:cubicBezTo>
                  <a:cubicBezTo>
                    <a:pt x="6174" y="175"/>
                    <a:pt x="7400" y="719"/>
                    <a:pt x="7477" y="1478"/>
                  </a:cubicBezTo>
                  <a:cubicBezTo>
                    <a:pt x="7590" y="2596"/>
                    <a:pt x="5183" y="3757"/>
                    <a:pt x="2099" y="4071"/>
                  </a:cubicBezTo>
                  <a:cubicBezTo>
                    <a:pt x="1576" y="4124"/>
                    <a:pt x="1069" y="4149"/>
                    <a:pt x="585" y="4149"/>
                  </a:cubicBezTo>
                  <a:cubicBezTo>
                    <a:pt x="386" y="4149"/>
                    <a:pt x="191" y="4145"/>
                    <a:pt x="0" y="4136"/>
                  </a:cubicBezTo>
                  <a:lnTo>
                    <a:pt x="0" y="4136"/>
                  </a:lnTo>
                  <a:cubicBezTo>
                    <a:pt x="304" y="4947"/>
                    <a:pt x="853" y="5879"/>
                    <a:pt x="1554" y="6889"/>
                  </a:cubicBezTo>
                  <a:cubicBezTo>
                    <a:pt x="1681" y="7072"/>
                    <a:pt x="1975" y="7150"/>
                    <a:pt x="2372" y="7150"/>
                  </a:cubicBezTo>
                  <a:cubicBezTo>
                    <a:pt x="4053" y="7150"/>
                    <a:pt x="7583" y="5765"/>
                    <a:pt x="8119" y="5110"/>
                  </a:cubicBezTo>
                  <a:cubicBezTo>
                    <a:pt x="8780" y="4302"/>
                    <a:pt x="8706" y="2611"/>
                    <a:pt x="8045" y="994"/>
                  </a:cubicBezTo>
                  <a:cubicBezTo>
                    <a:pt x="7728" y="218"/>
                    <a:pt x="6245" y="0"/>
                    <a:pt x="4738"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2"/>
            <p:cNvSpPr/>
            <p:nvPr/>
          </p:nvSpPr>
          <p:spPr>
            <a:xfrm>
              <a:off x="5942343" y="1222658"/>
              <a:ext cx="72515" cy="208333"/>
            </a:xfrm>
            <a:custGeom>
              <a:avLst/>
              <a:gdLst/>
              <a:ahLst/>
              <a:cxnLst/>
              <a:rect l="l" t="t" r="r" b="b"/>
              <a:pathLst>
                <a:path w="2212" h="6355" extrusionOk="0">
                  <a:moveTo>
                    <a:pt x="2120" y="1"/>
                  </a:moveTo>
                  <a:lnTo>
                    <a:pt x="2120" y="1"/>
                  </a:lnTo>
                  <a:cubicBezTo>
                    <a:pt x="1330" y="354"/>
                    <a:pt x="581" y="836"/>
                    <a:pt x="1" y="1253"/>
                  </a:cubicBezTo>
                  <a:cubicBezTo>
                    <a:pt x="291" y="4218"/>
                    <a:pt x="815" y="6354"/>
                    <a:pt x="1310" y="6354"/>
                  </a:cubicBezTo>
                  <a:cubicBezTo>
                    <a:pt x="1313" y="6354"/>
                    <a:pt x="1316" y="6354"/>
                    <a:pt x="1319" y="6354"/>
                  </a:cubicBezTo>
                  <a:cubicBezTo>
                    <a:pt x="1881" y="6327"/>
                    <a:pt x="2212" y="3571"/>
                    <a:pt x="2120"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2"/>
            <p:cNvSpPr/>
            <p:nvPr/>
          </p:nvSpPr>
          <p:spPr>
            <a:xfrm>
              <a:off x="5929722" y="1503142"/>
              <a:ext cx="54255" cy="85234"/>
            </a:xfrm>
            <a:custGeom>
              <a:avLst/>
              <a:gdLst/>
              <a:ahLst/>
              <a:cxnLst/>
              <a:rect l="l" t="t" r="r" b="b"/>
              <a:pathLst>
                <a:path w="1655" h="2600" extrusionOk="0">
                  <a:moveTo>
                    <a:pt x="1152" y="1"/>
                  </a:moveTo>
                  <a:cubicBezTo>
                    <a:pt x="1084" y="1"/>
                    <a:pt x="1010" y="19"/>
                    <a:pt x="933" y="56"/>
                  </a:cubicBezTo>
                  <a:cubicBezTo>
                    <a:pt x="502" y="261"/>
                    <a:pt x="107" y="986"/>
                    <a:pt x="49" y="1673"/>
                  </a:cubicBezTo>
                  <a:cubicBezTo>
                    <a:pt x="1" y="2236"/>
                    <a:pt x="195" y="2600"/>
                    <a:pt x="503" y="2600"/>
                  </a:cubicBezTo>
                  <a:cubicBezTo>
                    <a:pt x="571" y="2600"/>
                    <a:pt x="645" y="2582"/>
                    <a:pt x="723" y="2544"/>
                  </a:cubicBezTo>
                  <a:cubicBezTo>
                    <a:pt x="1153" y="2339"/>
                    <a:pt x="1550" y="1614"/>
                    <a:pt x="1608" y="927"/>
                  </a:cubicBezTo>
                  <a:cubicBezTo>
                    <a:pt x="1655" y="364"/>
                    <a:pt x="1460" y="1"/>
                    <a:pt x="1152"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32"/>
            <p:cNvSpPr/>
            <p:nvPr/>
          </p:nvSpPr>
          <p:spPr>
            <a:xfrm>
              <a:off x="5563940" y="1062878"/>
              <a:ext cx="40618" cy="61041"/>
            </a:xfrm>
            <a:custGeom>
              <a:avLst/>
              <a:gdLst/>
              <a:ahLst/>
              <a:cxnLst/>
              <a:rect l="l" t="t" r="r" b="b"/>
              <a:pathLst>
                <a:path w="1239" h="1862" extrusionOk="0">
                  <a:moveTo>
                    <a:pt x="585" y="1"/>
                  </a:moveTo>
                  <a:cubicBezTo>
                    <a:pt x="577" y="1"/>
                    <a:pt x="570" y="1"/>
                    <a:pt x="562" y="1"/>
                  </a:cubicBezTo>
                  <a:cubicBezTo>
                    <a:pt x="237" y="23"/>
                    <a:pt x="0" y="454"/>
                    <a:pt x="33" y="968"/>
                  </a:cubicBezTo>
                  <a:cubicBezTo>
                    <a:pt x="64" y="1468"/>
                    <a:pt x="339" y="1861"/>
                    <a:pt x="654" y="1861"/>
                  </a:cubicBezTo>
                  <a:cubicBezTo>
                    <a:pt x="662" y="1861"/>
                    <a:pt x="670" y="1861"/>
                    <a:pt x="678" y="1860"/>
                  </a:cubicBezTo>
                  <a:cubicBezTo>
                    <a:pt x="1001" y="1841"/>
                    <a:pt x="1239" y="1407"/>
                    <a:pt x="1207" y="894"/>
                  </a:cubicBezTo>
                  <a:cubicBezTo>
                    <a:pt x="1176" y="393"/>
                    <a:pt x="899" y="1"/>
                    <a:pt x="5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32"/>
            <p:cNvSpPr/>
            <p:nvPr/>
          </p:nvSpPr>
          <p:spPr>
            <a:xfrm>
              <a:off x="5296405" y="1088678"/>
              <a:ext cx="42191" cy="60844"/>
            </a:xfrm>
            <a:custGeom>
              <a:avLst/>
              <a:gdLst/>
              <a:ahLst/>
              <a:cxnLst/>
              <a:rect l="l" t="t" r="r" b="b"/>
              <a:pathLst>
                <a:path w="1287" h="1856" extrusionOk="0">
                  <a:moveTo>
                    <a:pt x="707" y="0"/>
                  </a:moveTo>
                  <a:cubicBezTo>
                    <a:pt x="401" y="0"/>
                    <a:pt x="115" y="372"/>
                    <a:pt x="59" y="860"/>
                  </a:cubicBezTo>
                  <a:cubicBezTo>
                    <a:pt x="0" y="1372"/>
                    <a:pt x="215" y="1816"/>
                    <a:pt x="536" y="1853"/>
                  </a:cubicBezTo>
                  <a:cubicBezTo>
                    <a:pt x="551" y="1854"/>
                    <a:pt x="566" y="1855"/>
                    <a:pt x="580" y="1855"/>
                  </a:cubicBezTo>
                  <a:cubicBezTo>
                    <a:pt x="887" y="1855"/>
                    <a:pt x="1172" y="1482"/>
                    <a:pt x="1228" y="995"/>
                  </a:cubicBezTo>
                  <a:cubicBezTo>
                    <a:pt x="1287" y="484"/>
                    <a:pt x="1072" y="40"/>
                    <a:pt x="749" y="3"/>
                  </a:cubicBezTo>
                  <a:cubicBezTo>
                    <a:pt x="735" y="1"/>
                    <a:pt x="721" y="0"/>
                    <a:pt x="70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32"/>
            <p:cNvSpPr/>
            <p:nvPr/>
          </p:nvSpPr>
          <p:spPr>
            <a:xfrm>
              <a:off x="5070340" y="1343657"/>
              <a:ext cx="169912" cy="130048"/>
            </a:xfrm>
            <a:custGeom>
              <a:avLst/>
              <a:gdLst/>
              <a:ahLst/>
              <a:cxnLst/>
              <a:rect l="l" t="t" r="r" b="b"/>
              <a:pathLst>
                <a:path w="5183" h="3967" extrusionOk="0">
                  <a:moveTo>
                    <a:pt x="1719" y="1"/>
                  </a:moveTo>
                  <a:cubicBezTo>
                    <a:pt x="1673" y="186"/>
                    <a:pt x="1627" y="333"/>
                    <a:pt x="1583" y="429"/>
                  </a:cubicBezTo>
                  <a:cubicBezTo>
                    <a:pt x="1372" y="896"/>
                    <a:pt x="792" y="1366"/>
                    <a:pt x="1" y="2211"/>
                  </a:cubicBezTo>
                  <a:cubicBezTo>
                    <a:pt x="282" y="2427"/>
                    <a:pt x="584" y="2637"/>
                    <a:pt x="908" y="2837"/>
                  </a:cubicBezTo>
                  <a:cubicBezTo>
                    <a:pt x="2095" y="3567"/>
                    <a:pt x="3250" y="3966"/>
                    <a:pt x="4010" y="3966"/>
                  </a:cubicBezTo>
                  <a:cubicBezTo>
                    <a:pt x="4431" y="3966"/>
                    <a:pt x="4732" y="3844"/>
                    <a:pt x="4850" y="3587"/>
                  </a:cubicBezTo>
                  <a:cubicBezTo>
                    <a:pt x="5182" y="2867"/>
                    <a:pt x="3956" y="1364"/>
                    <a:pt x="2112" y="230"/>
                  </a:cubicBezTo>
                  <a:cubicBezTo>
                    <a:pt x="1981" y="149"/>
                    <a:pt x="1849" y="73"/>
                    <a:pt x="17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32"/>
            <p:cNvSpPr/>
            <p:nvPr/>
          </p:nvSpPr>
          <p:spPr>
            <a:xfrm>
              <a:off x="5688676" y="1340838"/>
              <a:ext cx="197416" cy="96905"/>
            </a:xfrm>
            <a:custGeom>
              <a:avLst/>
              <a:gdLst/>
              <a:ahLst/>
              <a:cxnLst/>
              <a:rect l="l" t="t" r="r" b="b"/>
              <a:pathLst>
                <a:path w="6022" h="2956" extrusionOk="0">
                  <a:moveTo>
                    <a:pt x="442" y="0"/>
                  </a:moveTo>
                  <a:lnTo>
                    <a:pt x="1" y="1619"/>
                  </a:lnTo>
                  <a:cubicBezTo>
                    <a:pt x="338" y="1583"/>
                    <a:pt x="662" y="1567"/>
                    <a:pt x="973" y="1567"/>
                  </a:cubicBezTo>
                  <a:cubicBezTo>
                    <a:pt x="3846" y="1567"/>
                    <a:pt x="5554" y="2956"/>
                    <a:pt x="5554" y="2956"/>
                  </a:cubicBezTo>
                  <a:cubicBezTo>
                    <a:pt x="5868" y="2208"/>
                    <a:pt x="6022" y="1482"/>
                    <a:pt x="5983" y="781"/>
                  </a:cubicBezTo>
                  <a:lnTo>
                    <a:pt x="5983" y="781"/>
                  </a:lnTo>
                  <a:cubicBezTo>
                    <a:pt x="5526" y="836"/>
                    <a:pt x="5068" y="865"/>
                    <a:pt x="4610" y="865"/>
                  </a:cubicBezTo>
                  <a:cubicBezTo>
                    <a:pt x="3246" y="865"/>
                    <a:pt x="1869" y="608"/>
                    <a:pt x="442" y="0"/>
                  </a:cubicBezTo>
                  <a:close/>
                </a:path>
              </a:pathLst>
            </a:custGeom>
            <a:solidFill>
              <a:srgbClr val="3A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32"/>
            <p:cNvSpPr/>
            <p:nvPr/>
          </p:nvSpPr>
          <p:spPr>
            <a:xfrm>
              <a:off x="4160473" y="1899084"/>
              <a:ext cx="191614" cy="298091"/>
            </a:xfrm>
            <a:custGeom>
              <a:avLst/>
              <a:gdLst/>
              <a:ahLst/>
              <a:cxnLst/>
              <a:rect l="l" t="t" r="r" b="b"/>
              <a:pathLst>
                <a:path w="5845" h="9093" extrusionOk="0">
                  <a:moveTo>
                    <a:pt x="2017" y="1"/>
                  </a:moveTo>
                  <a:cubicBezTo>
                    <a:pt x="1866" y="1"/>
                    <a:pt x="1778" y="2"/>
                    <a:pt x="1778" y="2"/>
                  </a:cubicBezTo>
                  <a:lnTo>
                    <a:pt x="343" y="258"/>
                  </a:lnTo>
                  <a:cubicBezTo>
                    <a:pt x="124" y="1877"/>
                    <a:pt x="0" y="3711"/>
                    <a:pt x="0" y="5656"/>
                  </a:cubicBezTo>
                  <a:cubicBezTo>
                    <a:pt x="0" y="6852"/>
                    <a:pt x="47" y="8006"/>
                    <a:pt x="133" y="9093"/>
                  </a:cubicBezTo>
                  <a:cubicBezTo>
                    <a:pt x="961" y="8884"/>
                    <a:pt x="1526" y="8711"/>
                    <a:pt x="1545" y="8634"/>
                  </a:cubicBezTo>
                  <a:cubicBezTo>
                    <a:pt x="1601" y="8406"/>
                    <a:pt x="1711" y="3316"/>
                    <a:pt x="1757" y="1062"/>
                  </a:cubicBezTo>
                  <a:lnTo>
                    <a:pt x="5845" y="334"/>
                  </a:lnTo>
                  <a:cubicBezTo>
                    <a:pt x="5804" y="24"/>
                    <a:pt x="2883" y="1"/>
                    <a:pt x="2017"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32"/>
            <p:cNvSpPr/>
            <p:nvPr/>
          </p:nvSpPr>
          <p:spPr>
            <a:xfrm>
              <a:off x="3800493" y="1899117"/>
              <a:ext cx="418272" cy="261113"/>
            </a:xfrm>
            <a:custGeom>
              <a:avLst/>
              <a:gdLst/>
              <a:ahLst/>
              <a:cxnLst/>
              <a:rect l="l" t="t" r="r" b="b"/>
              <a:pathLst>
                <a:path w="12759" h="7965" extrusionOk="0">
                  <a:moveTo>
                    <a:pt x="12759" y="1"/>
                  </a:moveTo>
                  <a:lnTo>
                    <a:pt x="1" y="2286"/>
                  </a:lnTo>
                  <a:cubicBezTo>
                    <a:pt x="1" y="2286"/>
                    <a:pt x="862" y="4445"/>
                    <a:pt x="1803" y="6540"/>
                  </a:cubicBezTo>
                  <a:cubicBezTo>
                    <a:pt x="2937" y="7450"/>
                    <a:pt x="4182" y="7965"/>
                    <a:pt x="5375" y="7965"/>
                  </a:cubicBezTo>
                  <a:cubicBezTo>
                    <a:pt x="5853" y="7965"/>
                    <a:pt x="6322" y="7882"/>
                    <a:pt x="6772" y="7709"/>
                  </a:cubicBezTo>
                  <a:cubicBezTo>
                    <a:pt x="9059" y="6830"/>
                    <a:pt x="11338" y="2571"/>
                    <a:pt x="12759"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32"/>
            <p:cNvSpPr/>
            <p:nvPr/>
          </p:nvSpPr>
          <p:spPr>
            <a:xfrm>
              <a:off x="3841799" y="1931079"/>
              <a:ext cx="336381" cy="79039"/>
            </a:xfrm>
            <a:custGeom>
              <a:avLst/>
              <a:gdLst/>
              <a:ahLst/>
              <a:cxnLst/>
              <a:rect l="l" t="t" r="r" b="b"/>
              <a:pathLst>
                <a:path w="10261" h="2411" extrusionOk="0">
                  <a:moveTo>
                    <a:pt x="9232" y="1"/>
                  </a:moveTo>
                  <a:cubicBezTo>
                    <a:pt x="8286" y="1"/>
                    <a:pt x="6732" y="185"/>
                    <a:pt x="4996" y="525"/>
                  </a:cubicBezTo>
                  <a:cubicBezTo>
                    <a:pt x="2204" y="1075"/>
                    <a:pt x="0" y="1826"/>
                    <a:pt x="74" y="2200"/>
                  </a:cubicBezTo>
                  <a:cubicBezTo>
                    <a:pt x="102" y="2342"/>
                    <a:pt x="452" y="2410"/>
                    <a:pt x="1027" y="2410"/>
                  </a:cubicBezTo>
                  <a:cubicBezTo>
                    <a:pt x="1973" y="2410"/>
                    <a:pt x="3528" y="2226"/>
                    <a:pt x="5263" y="1884"/>
                  </a:cubicBezTo>
                  <a:cubicBezTo>
                    <a:pt x="8056" y="1336"/>
                    <a:pt x="10260" y="586"/>
                    <a:pt x="10186" y="211"/>
                  </a:cubicBezTo>
                  <a:cubicBezTo>
                    <a:pt x="10158" y="69"/>
                    <a:pt x="9808" y="1"/>
                    <a:pt x="92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32"/>
            <p:cNvSpPr/>
            <p:nvPr/>
          </p:nvSpPr>
          <p:spPr>
            <a:xfrm>
              <a:off x="3851895" y="1944848"/>
              <a:ext cx="302976" cy="63959"/>
            </a:xfrm>
            <a:custGeom>
              <a:avLst/>
              <a:gdLst/>
              <a:ahLst/>
              <a:cxnLst/>
              <a:rect l="l" t="t" r="r" b="b"/>
              <a:pathLst>
                <a:path w="9242" h="1951" extrusionOk="0">
                  <a:moveTo>
                    <a:pt x="8835" y="1"/>
                  </a:moveTo>
                  <a:cubicBezTo>
                    <a:pt x="8125" y="1"/>
                    <a:pt x="6465" y="229"/>
                    <a:pt x="4549" y="607"/>
                  </a:cubicBezTo>
                  <a:cubicBezTo>
                    <a:pt x="2018" y="1105"/>
                    <a:pt x="0" y="1674"/>
                    <a:pt x="40" y="1878"/>
                  </a:cubicBezTo>
                  <a:cubicBezTo>
                    <a:pt x="50" y="1927"/>
                    <a:pt x="179" y="1951"/>
                    <a:pt x="405" y="1951"/>
                  </a:cubicBezTo>
                  <a:cubicBezTo>
                    <a:pt x="1114" y="1951"/>
                    <a:pt x="2776" y="1721"/>
                    <a:pt x="4694" y="1344"/>
                  </a:cubicBezTo>
                  <a:cubicBezTo>
                    <a:pt x="7224" y="845"/>
                    <a:pt x="9241" y="277"/>
                    <a:pt x="9202" y="74"/>
                  </a:cubicBezTo>
                  <a:cubicBezTo>
                    <a:pt x="9192" y="24"/>
                    <a:pt x="9062" y="1"/>
                    <a:pt x="88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32"/>
            <p:cNvSpPr/>
            <p:nvPr/>
          </p:nvSpPr>
          <p:spPr>
            <a:xfrm>
              <a:off x="3932703" y="1991693"/>
              <a:ext cx="110903" cy="142374"/>
            </a:xfrm>
            <a:custGeom>
              <a:avLst/>
              <a:gdLst/>
              <a:ahLst/>
              <a:cxnLst/>
              <a:rect l="l" t="t" r="r" b="b"/>
              <a:pathLst>
                <a:path w="3383" h="4343" extrusionOk="0">
                  <a:moveTo>
                    <a:pt x="846" y="1"/>
                  </a:moveTo>
                  <a:lnTo>
                    <a:pt x="0" y="73"/>
                  </a:lnTo>
                  <a:cubicBezTo>
                    <a:pt x="0" y="73"/>
                    <a:pt x="136" y="4342"/>
                    <a:pt x="1958" y="4342"/>
                  </a:cubicBezTo>
                  <a:cubicBezTo>
                    <a:pt x="1991" y="4342"/>
                    <a:pt x="2024" y="4341"/>
                    <a:pt x="2058" y="4338"/>
                  </a:cubicBezTo>
                  <a:cubicBezTo>
                    <a:pt x="3383" y="4228"/>
                    <a:pt x="2058" y="3051"/>
                    <a:pt x="1287" y="2280"/>
                  </a:cubicBezTo>
                  <a:cubicBezTo>
                    <a:pt x="515" y="1508"/>
                    <a:pt x="846" y="1"/>
                    <a:pt x="8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32"/>
            <p:cNvSpPr/>
            <p:nvPr/>
          </p:nvSpPr>
          <p:spPr>
            <a:xfrm>
              <a:off x="3983384" y="1967598"/>
              <a:ext cx="107264" cy="70023"/>
            </a:xfrm>
            <a:custGeom>
              <a:avLst/>
              <a:gdLst/>
              <a:ahLst/>
              <a:cxnLst/>
              <a:rect l="l" t="t" r="r" b="b"/>
              <a:pathLst>
                <a:path w="3272" h="2136" extrusionOk="0">
                  <a:moveTo>
                    <a:pt x="1763" y="0"/>
                  </a:moveTo>
                  <a:cubicBezTo>
                    <a:pt x="1763" y="0"/>
                    <a:pt x="771" y="0"/>
                    <a:pt x="366" y="183"/>
                  </a:cubicBezTo>
                  <a:cubicBezTo>
                    <a:pt x="0" y="349"/>
                    <a:pt x="205" y="2136"/>
                    <a:pt x="1358" y="2136"/>
                  </a:cubicBezTo>
                  <a:cubicBezTo>
                    <a:pt x="1481" y="2136"/>
                    <a:pt x="1615" y="2116"/>
                    <a:pt x="1760" y="2071"/>
                  </a:cubicBezTo>
                  <a:cubicBezTo>
                    <a:pt x="3271" y="1601"/>
                    <a:pt x="2057" y="1213"/>
                    <a:pt x="1734" y="1065"/>
                  </a:cubicBezTo>
                  <a:cubicBezTo>
                    <a:pt x="1228" y="834"/>
                    <a:pt x="1763" y="0"/>
                    <a:pt x="17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32"/>
            <p:cNvSpPr/>
            <p:nvPr/>
          </p:nvSpPr>
          <p:spPr>
            <a:xfrm>
              <a:off x="5801348" y="2893496"/>
              <a:ext cx="165191" cy="131491"/>
            </a:xfrm>
            <a:custGeom>
              <a:avLst/>
              <a:gdLst/>
              <a:ahLst/>
              <a:cxnLst/>
              <a:rect l="l" t="t" r="r" b="b"/>
              <a:pathLst>
                <a:path w="5039" h="4011" extrusionOk="0">
                  <a:moveTo>
                    <a:pt x="1516" y="0"/>
                  </a:moveTo>
                  <a:cubicBezTo>
                    <a:pt x="1394" y="0"/>
                    <a:pt x="1294" y="85"/>
                    <a:pt x="1226" y="286"/>
                  </a:cubicBezTo>
                  <a:cubicBezTo>
                    <a:pt x="818" y="1484"/>
                    <a:pt x="1" y="2766"/>
                    <a:pt x="167" y="4010"/>
                  </a:cubicBezTo>
                  <a:lnTo>
                    <a:pt x="5039" y="4010"/>
                  </a:lnTo>
                  <a:cubicBezTo>
                    <a:pt x="5039" y="4010"/>
                    <a:pt x="5006" y="3147"/>
                    <a:pt x="3766" y="2247"/>
                  </a:cubicBezTo>
                  <a:cubicBezTo>
                    <a:pt x="3116" y="1777"/>
                    <a:pt x="2078" y="0"/>
                    <a:pt x="151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8"/>
        <p:cNvGrpSpPr/>
        <p:nvPr/>
      </p:nvGrpSpPr>
      <p:grpSpPr>
        <a:xfrm>
          <a:off x="0" y="0"/>
          <a:ext cx="0" cy="0"/>
          <a:chOff x="0" y="0"/>
          <a:chExt cx="0" cy="0"/>
        </a:xfrm>
      </p:grpSpPr>
      <p:sp>
        <p:nvSpPr>
          <p:cNvPr id="1859" name="Google Shape;1859;p33"/>
          <p:cNvSpPr/>
          <p:nvPr/>
        </p:nvSpPr>
        <p:spPr>
          <a:xfrm flipH="1">
            <a:off x="-464739" y="2597754"/>
            <a:ext cx="635025" cy="371375"/>
          </a:xfrm>
          <a:custGeom>
            <a:avLst/>
            <a:gdLst/>
            <a:ahLst/>
            <a:cxnLst/>
            <a:rect l="l" t="t" r="r" b="b"/>
            <a:pathLst>
              <a:path w="25401" h="14855" extrusionOk="0">
                <a:moveTo>
                  <a:pt x="332" y="14756"/>
                </a:moveTo>
                <a:cubicBezTo>
                  <a:pt x="730" y="15154"/>
                  <a:pt x="1482" y="11084"/>
                  <a:pt x="3252" y="10243"/>
                </a:cubicBezTo>
                <a:cubicBezTo>
                  <a:pt x="5022" y="9402"/>
                  <a:pt x="10022" y="10685"/>
                  <a:pt x="10951" y="9712"/>
                </a:cubicBezTo>
                <a:cubicBezTo>
                  <a:pt x="11880" y="8739"/>
                  <a:pt x="6482" y="5244"/>
                  <a:pt x="8827" y="4403"/>
                </a:cubicBezTo>
                <a:cubicBezTo>
                  <a:pt x="11172" y="3562"/>
                  <a:pt x="23384" y="5376"/>
                  <a:pt x="25021" y="4668"/>
                </a:cubicBezTo>
                <a:cubicBezTo>
                  <a:pt x="26658" y="3960"/>
                  <a:pt x="22366" y="642"/>
                  <a:pt x="18649" y="155"/>
                </a:cubicBezTo>
                <a:cubicBezTo>
                  <a:pt x="14932" y="-332"/>
                  <a:pt x="4712" y="598"/>
                  <a:pt x="2721" y="1748"/>
                </a:cubicBezTo>
                <a:cubicBezTo>
                  <a:pt x="730" y="2898"/>
                  <a:pt x="7013" y="6039"/>
                  <a:pt x="6703" y="7057"/>
                </a:cubicBezTo>
                <a:cubicBezTo>
                  <a:pt x="6393" y="8075"/>
                  <a:pt x="1925" y="6571"/>
                  <a:pt x="863" y="7854"/>
                </a:cubicBezTo>
                <a:cubicBezTo>
                  <a:pt x="-199" y="9137"/>
                  <a:pt x="-66" y="14358"/>
                  <a:pt x="332" y="14756"/>
                </a:cubicBezTo>
                <a:close/>
              </a:path>
            </a:pathLst>
          </a:custGeom>
          <a:solidFill>
            <a:srgbClr val="FFFFFF">
              <a:alpha val="70440"/>
            </a:srgbClr>
          </a:solidFill>
          <a:ln>
            <a:noFill/>
          </a:ln>
        </p:spPr>
      </p:sp>
      <p:sp>
        <p:nvSpPr>
          <p:cNvPr id="1860" name="Google Shape;1860;p33"/>
          <p:cNvSpPr/>
          <p:nvPr/>
        </p:nvSpPr>
        <p:spPr>
          <a:xfrm flipH="1">
            <a:off x="-312611" y="2484117"/>
            <a:ext cx="990350" cy="453075"/>
          </a:xfrm>
          <a:custGeom>
            <a:avLst/>
            <a:gdLst/>
            <a:ahLst/>
            <a:cxnLst/>
            <a:rect l="l" t="t" r="r" b="b"/>
            <a:pathLst>
              <a:path w="39614" h="18123" extrusionOk="0">
                <a:moveTo>
                  <a:pt x="3639" y="18106"/>
                </a:moveTo>
                <a:cubicBezTo>
                  <a:pt x="4391" y="18239"/>
                  <a:pt x="2776" y="14102"/>
                  <a:pt x="4568" y="13195"/>
                </a:cubicBezTo>
                <a:cubicBezTo>
                  <a:pt x="6360" y="12288"/>
                  <a:pt x="12776" y="13173"/>
                  <a:pt x="14391" y="12664"/>
                </a:cubicBezTo>
                <a:cubicBezTo>
                  <a:pt x="16006" y="12155"/>
                  <a:pt x="14944" y="10629"/>
                  <a:pt x="14258" y="10142"/>
                </a:cubicBezTo>
                <a:cubicBezTo>
                  <a:pt x="13572" y="9655"/>
                  <a:pt x="10696" y="10209"/>
                  <a:pt x="10276" y="9744"/>
                </a:cubicBezTo>
                <a:cubicBezTo>
                  <a:pt x="9856" y="9280"/>
                  <a:pt x="8307" y="7731"/>
                  <a:pt x="11736" y="7355"/>
                </a:cubicBezTo>
                <a:cubicBezTo>
                  <a:pt x="15165" y="6979"/>
                  <a:pt x="26249" y="8506"/>
                  <a:pt x="30850" y="7488"/>
                </a:cubicBezTo>
                <a:cubicBezTo>
                  <a:pt x="35452" y="6470"/>
                  <a:pt x="40849" y="2466"/>
                  <a:pt x="39345" y="1249"/>
                </a:cubicBezTo>
                <a:cubicBezTo>
                  <a:pt x="37841" y="32"/>
                  <a:pt x="24169" y="-211"/>
                  <a:pt x="21824" y="187"/>
                </a:cubicBezTo>
                <a:cubicBezTo>
                  <a:pt x="19479" y="585"/>
                  <a:pt x="28085" y="2974"/>
                  <a:pt x="25275" y="3638"/>
                </a:cubicBezTo>
                <a:cubicBezTo>
                  <a:pt x="22466" y="4302"/>
                  <a:pt x="8131" y="3019"/>
                  <a:pt x="4967" y="4169"/>
                </a:cubicBezTo>
                <a:cubicBezTo>
                  <a:pt x="1804" y="5320"/>
                  <a:pt x="7113" y="9169"/>
                  <a:pt x="6294" y="10541"/>
                </a:cubicBezTo>
                <a:cubicBezTo>
                  <a:pt x="5475" y="11913"/>
                  <a:pt x="498" y="11138"/>
                  <a:pt x="55" y="12399"/>
                </a:cubicBezTo>
                <a:cubicBezTo>
                  <a:pt x="-387" y="13660"/>
                  <a:pt x="2887" y="17973"/>
                  <a:pt x="3639" y="18106"/>
                </a:cubicBezTo>
                <a:close/>
              </a:path>
            </a:pathLst>
          </a:custGeom>
          <a:solidFill>
            <a:srgbClr val="FFFFFF">
              <a:alpha val="70440"/>
            </a:srgbClr>
          </a:solidFill>
          <a:ln>
            <a:noFill/>
          </a:ln>
        </p:spPr>
      </p:sp>
      <p:sp>
        <p:nvSpPr>
          <p:cNvPr id="1861" name="Google Shape;1861;p33"/>
          <p:cNvSpPr/>
          <p:nvPr/>
        </p:nvSpPr>
        <p:spPr>
          <a:xfrm flipH="1">
            <a:off x="-493825" y="2189035"/>
            <a:ext cx="1506575" cy="741800"/>
          </a:xfrm>
          <a:custGeom>
            <a:avLst/>
            <a:gdLst/>
            <a:ahLst/>
            <a:cxnLst/>
            <a:rect l="l" t="t" r="r" b="b"/>
            <a:pathLst>
              <a:path w="60263" h="29672" extrusionOk="0">
                <a:moveTo>
                  <a:pt x="6421" y="29645"/>
                </a:moveTo>
                <a:cubicBezTo>
                  <a:pt x="7748" y="29866"/>
                  <a:pt x="8058" y="25442"/>
                  <a:pt x="8014" y="23672"/>
                </a:cubicBezTo>
                <a:cubicBezTo>
                  <a:pt x="7970" y="21902"/>
                  <a:pt x="5581" y="20376"/>
                  <a:pt x="6156" y="19026"/>
                </a:cubicBezTo>
                <a:cubicBezTo>
                  <a:pt x="6731" y="17677"/>
                  <a:pt x="10779" y="16526"/>
                  <a:pt x="11465" y="15575"/>
                </a:cubicBezTo>
                <a:cubicBezTo>
                  <a:pt x="12151" y="14624"/>
                  <a:pt x="10802" y="14182"/>
                  <a:pt x="10271" y="13319"/>
                </a:cubicBezTo>
                <a:cubicBezTo>
                  <a:pt x="9740" y="12456"/>
                  <a:pt x="3656" y="11040"/>
                  <a:pt x="8280" y="10398"/>
                </a:cubicBezTo>
                <a:cubicBezTo>
                  <a:pt x="12904" y="9756"/>
                  <a:pt x="33832" y="10465"/>
                  <a:pt x="38013" y="9469"/>
                </a:cubicBezTo>
                <a:cubicBezTo>
                  <a:pt x="42194" y="8474"/>
                  <a:pt x="29982" y="5354"/>
                  <a:pt x="33367" y="4425"/>
                </a:cubicBezTo>
                <a:cubicBezTo>
                  <a:pt x="36752" y="3496"/>
                  <a:pt x="54782" y="4580"/>
                  <a:pt x="58321" y="3894"/>
                </a:cubicBezTo>
                <a:cubicBezTo>
                  <a:pt x="61861" y="3208"/>
                  <a:pt x="60489" y="797"/>
                  <a:pt x="54604" y="310"/>
                </a:cubicBezTo>
                <a:cubicBezTo>
                  <a:pt x="48719" y="-177"/>
                  <a:pt x="28278" y="-132"/>
                  <a:pt x="23013" y="974"/>
                </a:cubicBezTo>
                <a:cubicBezTo>
                  <a:pt x="17748" y="2080"/>
                  <a:pt x="26553" y="5620"/>
                  <a:pt x="23013" y="6947"/>
                </a:cubicBezTo>
                <a:cubicBezTo>
                  <a:pt x="19474" y="8274"/>
                  <a:pt x="4940" y="7456"/>
                  <a:pt x="1776" y="8938"/>
                </a:cubicBezTo>
                <a:cubicBezTo>
                  <a:pt x="-1387" y="10420"/>
                  <a:pt x="4320" y="13606"/>
                  <a:pt x="4032" y="15840"/>
                </a:cubicBezTo>
                <a:cubicBezTo>
                  <a:pt x="3744" y="18075"/>
                  <a:pt x="-348" y="20044"/>
                  <a:pt x="50" y="22345"/>
                </a:cubicBezTo>
                <a:cubicBezTo>
                  <a:pt x="448" y="24646"/>
                  <a:pt x="5094" y="29424"/>
                  <a:pt x="6421" y="29645"/>
                </a:cubicBezTo>
                <a:close/>
              </a:path>
            </a:pathLst>
          </a:custGeom>
          <a:solidFill>
            <a:srgbClr val="FFFFFF">
              <a:alpha val="70440"/>
            </a:srgbClr>
          </a:solidFill>
          <a:ln>
            <a:noFill/>
          </a:ln>
        </p:spPr>
      </p:sp>
      <p:grpSp>
        <p:nvGrpSpPr>
          <p:cNvPr id="1862" name="Google Shape;1862;p33"/>
          <p:cNvGrpSpPr/>
          <p:nvPr/>
        </p:nvGrpSpPr>
        <p:grpSpPr>
          <a:xfrm flipH="1">
            <a:off x="-422044" y="2926825"/>
            <a:ext cx="1931300" cy="862775"/>
            <a:chOff x="7466375" y="3371475"/>
            <a:chExt cx="1931300" cy="862775"/>
          </a:xfrm>
        </p:grpSpPr>
        <p:sp>
          <p:nvSpPr>
            <p:cNvPr id="1863" name="Google Shape;1863;p33"/>
            <p:cNvSpPr/>
            <p:nvPr/>
          </p:nvSpPr>
          <p:spPr>
            <a:xfrm>
              <a:off x="806082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1864" name="Google Shape;1864;p33"/>
            <p:cNvSpPr/>
            <p:nvPr/>
          </p:nvSpPr>
          <p:spPr>
            <a:xfrm>
              <a:off x="7466375" y="3842700"/>
              <a:ext cx="1931300" cy="391550"/>
            </a:xfrm>
            <a:custGeom>
              <a:avLst/>
              <a:gdLst/>
              <a:ahLst/>
              <a:cxnLst/>
              <a:rect l="l" t="t" r="r" b="b"/>
              <a:pathLst>
                <a:path w="77252" h="15662" extrusionOk="0">
                  <a:moveTo>
                    <a:pt x="74863" y="3451"/>
                  </a:moveTo>
                  <a:lnTo>
                    <a:pt x="71677" y="0"/>
                  </a:lnTo>
                  <a:lnTo>
                    <a:pt x="6637" y="0"/>
                  </a:lnTo>
                  <a:lnTo>
                    <a:pt x="0" y="6902"/>
                  </a:lnTo>
                  <a:lnTo>
                    <a:pt x="6902" y="7167"/>
                  </a:lnTo>
                  <a:lnTo>
                    <a:pt x="6637" y="15662"/>
                  </a:lnTo>
                  <a:lnTo>
                    <a:pt x="77252" y="12742"/>
                  </a:lnTo>
                  <a:close/>
                </a:path>
              </a:pathLst>
            </a:custGeom>
            <a:solidFill>
              <a:schemeClr val="dk2"/>
            </a:solidFill>
            <a:ln>
              <a:noFill/>
            </a:ln>
          </p:spPr>
        </p:sp>
        <p:sp>
          <p:nvSpPr>
            <p:cNvPr id="1865" name="Google Shape;1865;p33"/>
            <p:cNvSpPr/>
            <p:nvPr/>
          </p:nvSpPr>
          <p:spPr>
            <a:xfrm>
              <a:off x="832837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1866" name="Google Shape;1866;p33"/>
            <p:cNvSpPr/>
            <p:nvPr/>
          </p:nvSpPr>
          <p:spPr>
            <a:xfrm>
              <a:off x="8766400"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grpSp>
      <p:sp>
        <p:nvSpPr>
          <p:cNvPr id="1867" name="Google Shape;1867;p33"/>
          <p:cNvSpPr/>
          <p:nvPr/>
        </p:nvSpPr>
        <p:spPr>
          <a:xfrm flipH="1">
            <a:off x="1952389" y="2915667"/>
            <a:ext cx="990350" cy="453075"/>
          </a:xfrm>
          <a:custGeom>
            <a:avLst/>
            <a:gdLst/>
            <a:ahLst/>
            <a:cxnLst/>
            <a:rect l="l" t="t" r="r" b="b"/>
            <a:pathLst>
              <a:path w="39614" h="18123" extrusionOk="0">
                <a:moveTo>
                  <a:pt x="3639" y="18106"/>
                </a:moveTo>
                <a:cubicBezTo>
                  <a:pt x="4391" y="18239"/>
                  <a:pt x="2776" y="14102"/>
                  <a:pt x="4568" y="13195"/>
                </a:cubicBezTo>
                <a:cubicBezTo>
                  <a:pt x="6360" y="12288"/>
                  <a:pt x="12776" y="13173"/>
                  <a:pt x="14391" y="12664"/>
                </a:cubicBezTo>
                <a:cubicBezTo>
                  <a:pt x="16006" y="12155"/>
                  <a:pt x="14944" y="10629"/>
                  <a:pt x="14258" y="10142"/>
                </a:cubicBezTo>
                <a:cubicBezTo>
                  <a:pt x="13572" y="9655"/>
                  <a:pt x="10696" y="10209"/>
                  <a:pt x="10276" y="9744"/>
                </a:cubicBezTo>
                <a:cubicBezTo>
                  <a:pt x="9856" y="9280"/>
                  <a:pt x="8307" y="7731"/>
                  <a:pt x="11736" y="7355"/>
                </a:cubicBezTo>
                <a:cubicBezTo>
                  <a:pt x="15165" y="6979"/>
                  <a:pt x="26249" y="8506"/>
                  <a:pt x="30850" y="7488"/>
                </a:cubicBezTo>
                <a:cubicBezTo>
                  <a:pt x="35452" y="6470"/>
                  <a:pt x="40849" y="2466"/>
                  <a:pt x="39345" y="1249"/>
                </a:cubicBezTo>
                <a:cubicBezTo>
                  <a:pt x="37841" y="32"/>
                  <a:pt x="24169" y="-211"/>
                  <a:pt x="21824" y="187"/>
                </a:cubicBezTo>
                <a:cubicBezTo>
                  <a:pt x="19479" y="585"/>
                  <a:pt x="28085" y="2974"/>
                  <a:pt x="25275" y="3638"/>
                </a:cubicBezTo>
                <a:cubicBezTo>
                  <a:pt x="22466" y="4302"/>
                  <a:pt x="8131" y="3019"/>
                  <a:pt x="4967" y="4169"/>
                </a:cubicBezTo>
                <a:cubicBezTo>
                  <a:pt x="1804" y="5320"/>
                  <a:pt x="7113" y="9169"/>
                  <a:pt x="6294" y="10541"/>
                </a:cubicBezTo>
                <a:cubicBezTo>
                  <a:pt x="5475" y="11913"/>
                  <a:pt x="498" y="11138"/>
                  <a:pt x="55" y="12399"/>
                </a:cubicBezTo>
                <a:cubicBezTo>
                  <a:pt x="-387" y="13660"/>
                  <a:pt x="2887" y="17973"/>
                  <a:pt x="3639" y="18106"/>
                </a:cubicBezTo>
                <a:close/>
              </a:path>
            </a:pathLst>
          </a:custGeom>
          <a:solidFill>
            <a:srgbClr val="FFFFFF">
              <a:alpha val="70440"/>
            </a:srgbClr>
          </a:solidFill>
          <a:ln>
            <a:noFill/>
          </a:ln>
        </p:spPr>
      </p:sp>
      <p:sp>
        <p:nvSpPr>
          <p:cNvPr id="1868" name="Google Shape;1868;p33"/>
          <p:cNvSpPr/>
          <p:nvPr/>
        </p:nvSpPr>
        <p:spPr>
          <a:xfrm flipH="1">
            <a:off x="2494536" y="2429284"/>
            <a:ext cx="1474525" cy="741150"/>
          </a:xfrm>
          <a:custGeom>
            <a:avLst/>
            <a:gdLst/>
            <a:ahLst/>
            <a:cxnLst/>
            <a:rect l="l" t="t" r="r" b="b"/>
            <a:pathLst>
              <a:path w="58981" h="29646" extrusionOk="0">
                <a:moveTo>
                  <a:pt x="53832" y="29631"/>
                </a:moveTo>
                <a:cubicBezTo>
                  <a:pt x="53386" y="29949"/>
                  <a:pt x="52855" y="25392"/>
                  <a:pt x="52239" y="23658"/>
                </a:cubicBezTo>
                <a:cubicBezTo>
                  <a:pt x="51623" y="21924"/>
                  <a:pt x="51769" y="20299"/>
                  <a:pt x="50135" y="19229"/>
                </a:cubicBezTo>
                <a:cubicBezTo>
                  <a:pt x="48501" y="18159"/>
                  <a:pt x="42462" y="18225"/>
                  <a:pt x="42436" y="17238"/>
                </a:cubicBezTo>
                <a:cubicBezTo>
                  <a:pt x="42411" y="16251"/>
                  <a:pt x="48393" y="14447"/>
                  <a:pt x="49982" y="13305"/>
                </a:cubicBezTo>
                <a:cubicBezTo>
                  <a:pt x="51572" y="12163"/>
                  <a:pt x="56597" y="11026"/>
                  <a:pt x="51973" y="10384"/>
                </a:cubicBezTo>
                <a:cubicBezTo>
                  <a:pt x="47349" y="9742"/>
                  <a:pt x="26421" y="10451"/>
                  <a:pt x="22240" y="9455"/>
                </a:cubicBezTo>
                <a:cubicBezTo>
                  <a:pt x="18059" y="8460"/>
                  <a:pt x="30271" y="5340"/>
                  <a:pt x="26886" y="4411"/>
                </a:cubicBezTo>
                <a:cubicBezTo>
                  <a:pt x="23501" y="3482"/>
                  <a:pt x="5472" y="4566"/>
                  <a:pt x="1932" y="3880"/>
                </a:cubicBezTo>
                <a:cubicBezTo>
                  <a:pt x="-1607" y="3194"/>
                  <a:pt x="-236" y="783"/>
                  <a:pt x="5649" y="296"/>
                </a:cubicBezTo>
                <a:cubicBezTo>
                  <a:pt x="11534" y="-191"/>
                  <a:pt x="31975" y="-146"/>
                  <a:pt x="37240" y="960"/>
                </a:cubicBezTo>
                <a:cubicBezTo>
                  <a:pt x="42505" y="2066"/>
                  <a:pt x="33701" y="5606"/>
                  <a:pt x="37240" y="6933"/>
                </a:cubicBezTo>
                <a:cubicBezTo>
                  <a:pt x="40780" y="8260"/>
                  <a:pt x="55930" y="7450"/>
                  <a:pt x="58477" y="8924"/>
                </a:cubicBezTo>
                <a:cubicBezTo>
                  <a:pt x="61024" y="10398"/>
                  <a:pt x="53118" y="13640"/>
                  <a:pt x="52524" y="15778"/>
                </a:cubicBezTo>
                <a:cubicBezTo>
                  <a:pt x="51930" y="17916"/>
                  <a:pt x="54696" y="19442"/>
                  <a:pt x="54914" y="21751"/>
                </a:cubicBezTo>
                <a:cubicBezTo>
                  <a:pt x="55132" y="24060"/>
                  <a:pt x="54278" y="29313"/>
                  <a:pt x="53832" y="29631"/>
                </a:cubicBezTo>
                <a:close/>
              </a:path>
            </a:pathLst>
          </a:custGeom>
          <a:solidFill>
            <a:srgbClr val="FFFFFF">
              <a:alpha val="70440"/>
            </a:srgbClr>
          </a:solidFill>
          <a:ln>
            <a:noFill/>
          </a:ln>
        </p:spPr>
      </p:sp>
      <p:grpSp>
        <p:nvGrpSpPr>
          <p:cNvPr id="1869" name="Google Shape;1869;p33"/>
          <p:cNvGrpSpPr/>
          <p:nvPr/>
        </p:nvGrpSpPr>
        <p:grpSpPr>
          <a:xfrm flipH="1">
            <a:off x="2052006" y="3152250"/>
            <a:ext cx="1095050" cy="949050"/>
            <a:chOff x="6742975" y="3444500"/>
            <a:chExt cx="1095050" cy="949050"/>
          </a:xfrm>
        </p:grpSpPr>
        <p:sp>
          <p:nvSpPr>
            <p:cNvPr id="1870" name="Google Shape;1870;p33"/>
            <p:cNvSpPr/>
            <p:nvPr/>
          </p:nvSpPr>
          <p:spPr>
            <a:xfrm>
              <a:off x="7211325" y="3444500"/>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1"/>
            </a:solidFill>
            <a:ln>
              <a:noFill/>
            </a:ln>
          </p:spPr>
        </p:sp>
        <p:sp>
          <p:nvSpPr>
            <p:cNvPr id="1871" name="Google Shape;1871;p33"/>
            <p:cNvSpPr/>
            <p:nvPr/>
          </p:nvSpPr>
          <p:spPr>
            <a:xfrm>
              <a:off x="6985675" y="3643600"/>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1"/>
            </a:solidFill>
            <a:ln>
              <a:noFill/>
            </a:ln>
          </p:spPr>
        </p:sp>
        <p:sp>
          <p:nvSpPr>
            <p:cNvPr id="1872" name="Google Shape;1872;p33"/>
            <p:cNvSpPr/>
            <p:nvPr/>
          </p:nvSpPr>
          <p:spPr>
            <a:xfrm>
              <a:off x="6742975" y="3922325"/>
              <a:ext cx="1095050" cy="471225"/>
            </a:xfrm>
            <a:custGeom>
              <a:avLst/>
              <a:gdLst/>
              <a:ahLst/>
              <a:cxnLst/>
              <a:rect l="l" t="t" r="r" b="b"/>
              <a:pathLst>
                <a:path w="43802" h="18849" extrusionOk="0">
                  <a:moveTo>
                    <a:pt x="37431" y="0"/>
                  </a:moveTo>
                  <a:lnTo>
                    <a:pt x="5043" y="0"/>
                  </a:lnTo>
                  <a:lnTo>
                    <a:pt x="0" y="3717"/>
                  </a:lnTo>
                  <a:lnTo>
                    <a:pt x="1858" y="9557"/>
                  </a:lnTo>
                  <a:lnTo>
                    <a:pt x="37696" y="18849"/>
                  </a:lnTo>
                  <a:lnTo>
                    <a:pt x="43802" y="7434"/>
                  </a:lnTo>
                  <a:close/>
                </a:path>
              </a:pathLst>
            </a:custGeom>
            <a:solidFill>
              <a:schemeClr val="dk1"/>
            </a:solidFill>
            <a:ln>
              <a:noFill/>
            </a:ln>
          </p:spPr>
        </p:sp>
      </p:grpSp>
      <p:sp>
        <p:nvSpPr>
          <p:cNvPr id="1873" name="Google Shape;1873;p33"/>
          <p:cNvSpPr/>
          <p:nvPr/>
        </p:nvSpPr>
        <p:spPr>
          <a:xfrm>
            <a:off x="3584431" y="3347928"/>
            <a:ext cx="775225" cy="450350"/>
          </a:xfrm>
          <a:custGeom>
            <a:avLst/>
            <a:gdLst/>
            <a:ahLst/>
            <a:cxnLst/>
            <a:rect l="l" t="t" r="r" b="b"/>
            <a:pathLst>
              <a:path w="31009" h="18014" extrusionOk="0">
                <a:moveTo>
                  <a:pt x="3625" y="18011"/>
                </a:moveTo>
                <a:cubicBezTo>
                  <a:pt x="4377" y="18144"/>
                  <a:pt x="2762" y="14007"/>
                  <a:pt x="4554" y="13100"/>
                </a:cubicBezTo>
                <a:cubicBezTo>
                  <a:pt x="6346" y="12193"/>
                  <a:pt x="12673" y="13019"/>
                  <a:pt x="14377" y="12569"/>
                </a:cubicBezTo>
                <a:cubicBezTo>
                  <a:pt x="16081" y="12119"/>
                  <a:pt x="15462" y="10885"/>
                  <a:pt x="14776" y="10398"/>
                </a:cubicBezTo>
                <a:cubicBezTo>
                  <a:pt x="14090" y="9911"/>
                  <a:pt x="11191" y="10512"/>
                  <a:pt x="10262" y="9649"/>
                </a:cubicBezTo>
                <a:cubicBezTo>
                  <a:pt x="9333" y="8786"/>
                  <a:pt x="5971" y="5938"/>
                  <a:pt x="9201" y="5222"/>
                </a:cubicBezTo>
                <a:cubicBezTo>
                  <a:pt x="12431" y="4506"/>
                  <a:pt x="26456" y="5996"/>
                  <a:pt x="29642" y="5354"/>
                </a:cubicBezTo>
                <a:cubicBezTo>
                  <a:pt x="32828" y="4712"/>
                  <a:pt x="29620" y="2249"/>
                  <a:pt x="28315" y="1372"/>
                </a:cubicBezTo>
                <a:cubicBezTo>
                  <a:pt x="27010" y="495"/>
                  <a:pt x="22319" y="-270"/>
                  <a:pt x="21810" y="92"/>
                </a:cubicBezTo>
                <a:cubicBezTo>
                  <a:pt x="21301" y="454"/>
                  <a:pt x="28071" y="2879"/>
                  <a:pt x="25261" y="3543"/>
                </a:cubicBezTo>
                <a:cubicBezTo>
                  <a:pt x="22452" y="4207"/>
                  <a:pt x="8117" y="2924"/>
                  <a:pt x="4953" y="4074"/>
                </a:cubicBezTo>
                <a:cubicBezTo>
                  <a:pt x="1790" y="5225"/>
                  <a:pt x="7099" y="9074"/>
                  <a:pt x="6280" y="10446"/>
                </a:cubicBezTo>
                <a:cubicBezTo>
                  <a:pt x="5461" y="11818"/>
                  <a:pt x="484" y="11043"/>
                  <a:pt x="41" y="12304"/>
                </a:cubicBezTo>
                <a:cubicBezTo>
                  <a:pt x="-401" y="13565"/>
                  <a:pt x="2873" y="17878"/>
                  <a:pt x="3625" y="18011"/>
                </a:cubicBezTo>
                <a:close/>
              </a:path>
            </a:pathLst>
          </a:custGeom>
          <a:solidFill>
            <a:srgbClr val="FFFFFF">
              <a:alpha val="70440"/>
            </a:srgbClr>
          </a:solidFill>
          <a:ln>
            <a:noFill/>
          </a:ln>
        </p:spPr>
      </p:sp>
      <p:grpSp>
        <p:nvGrpSpPr>
          <p:cNvPr id="1874" name="Google Shape;1874;p33"/>
          <p:cNvGrpSpPr/>
          <p:nvPr/>
        </p:nvGrpSpPr>
        <p:grpSpPr>
          <a:xfrm>
            <a:off x="2745679" y="3780451"/>
            <a:ext cx="1357650" cy="584024"/>
            <a:chOff x="5355625" y="3444501"/>
            <a:chExt cx="1357650" cy="584024"/>
          </a:xfrm>
        </p:grpSpPr>
        <p:sp>
          <p:nvSpPr>
            <p:cNvPr id="1875" name="Google Shape;1875;p33"/>
            <p:cNvSpPr/>
            <p:nvPr/>
          </p:nvSpPr>
          <p:spPr>
            <a:xfrm>
              <a:off x="6222450" y="3444501"/>
              <a:ext cx="102408" cy="464483"/>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1876" name="Google Shape;1876;p33"/>
            <p:cNvSpPr/>
            <p:nvPr/>
          </p:nvSpPr>
          <p:spPr>
            <a:xfrm>
              <a:off x="5355625" y="3796225"/>
              <a:ext cx="1357650" cy="232300"/>
            </a:xfrm>
            <a:custGeom>
              <a:avLst/>
              <a:gdLst/>
              <a:ahLst/>
              <a:cxnLst/>
              <a:rect l="l" t="t" r="r" b="b"/>
              <a:pathLst>
                <a:path w="54306" h="9292" extrusionOk="0">
                  <a:moveTo>
                    <a:pt x="50705" y="8761"/>
                  </a:moveTo>
                  <a:lnTo>
                    <a:pt x="50705" y="4779"/>
                  </a:lnTo>
                  <a:lnTo>
                    <a:pt x="54306" y="5744"/>
                  </a:lnTo>
                  <a:lnTo>
                    <a:pt x="46458" y="0"/>
                  </a:lnTo>
                  <a:lnTo>
                    <a:pt x="0" y="0"/>
                  </a:lnTo>
                  <a:lnTo>
                    <a:pt x="2124" y="9292"/>
                  </a:lnTo>
                  <a:close/>
                </a:path>
              </a:pathLst>
            </a:custGeom>
            <a:solidFill>
              <a:schemeClr val="dk2"/>
            </a:solidFill>
            <a:ln>
              <a:noFill/>
            </a:ln>
          </p:spPr>
        </p:sp>
      </p:grpSp>
      <p:sp>
        <p:nvSpPr>
          <p:cNvPr id="1877" name="Google Shape;1877;p33"/>
          <p:cNvSpPr/>
          <p:nvPr/>
        </p:nvSpPr>
        <p:spPr>
          <a:xfrm>
            <a:off x="-508026" y="3515926"/>
            <a:ext cx="10165600" cy="1621825"/>
          </a:xfrm>
          <a:custGeom>
            <a:avLst/>
            <a:gdLst/>
            <a:ahLst/>
            <a:cxnLst/>
            <a:rect l="l" t="t" r="r" b="b"/>
            <a:pathLst>
              <a:path w="406624" h="64873" extrusionOk="0">
                <a:moveTo>
                  <a:pt x="4393" y="5500"/>
                </a:moveTo>
                <a:cubicBezTo>
                  <a:pt x="6959" y="-4145"/>
                  <a:pt x="38506" y="1562"/>
                  <a:pt x="59080" y="2845"/>
                </a:cubicBezTo>
                <a:cubicBezTo>
                  <a:pt x="79654" y="4128"/>
                  <a:pt x="105892" y="9350"/>
                  <a:pt x="127837" y="13199"/>
                </a:cubicBezTo>
                <a:cubicBezTo>
                  <a:pt x="149783" y="17048"/>
                  <a:pt x="166418" y="23729"/>
                  <a:pt x="190753" y="25941"/>
                </a:cubicBezTo>
                <a:cubicBezTo>
                  <a:pt x="215088" y="28153"/>
                  <a:pt x="239689" y="26118"/>
                  <a:pt x="273846" y="26472"/>
                </a:cubicBezTo>
                <a:cubicBezTo>
                  <a:pt x="308003" y="26826"/>
                  <a:pt x="381185" y="22933"/>
                  <a:pt x="395697" y="28065"/>
                </a:cubicBezTo>
                <a:cubicBezTo>
                  <a:pt x="410209" y="33198"/>
                  <a:pt x="419589" y="51825"/>
                  <a:pt x="360920" y="57267"/>
                </a:cubicBezTo>
                <a:cubicBezTo>
                  <a:pt x="302251" y="62709"/>
                  <a:pt x="103103" y="69346"/>
                  <a:pt x="43682" y="60718"/>
                </a:cubicBezTo>
                <a:cubicBezTo>
                  <a:pt x="-15739" y="52090"/>
                  <a:pt x="1827" y="15146"/>
                  <a:pt x="4393" y="5500"/>
                </a:cubicBezTo>
                <a:close/>
              </a:path>
            </a:pathLst>
          </a:custGeom>
          <a:solidFill>
            <a:schemeClr val="accent3"/>
          </a:solidFill>
          <a:ln>
            <a:noFill/>
          </a:ln>
        </p:spPr>
      </p:sp>
      <p:sp>
        <p:nvSpPr>
          <p:cNvPr id="1878" name="Google Shape;1878;p33"/>
          <p:cNvSpPr/>
          <p:nvPr/>
        </p:nvSpPr>
        <p:spPr>
          <a:xfrm>
            <a:off x="-512586" y="4312562"/>
            <a:ext cx="10056125" cy="895300"/>
          </a:xfrm>
          <a:custGeom>
            <a:avLst/>
            <a:gdLst/>
            <a:ahLst/>
            <a:cxnLst/>
            <a:rect l="l" t="t" r="r" b="b"/>
            <a:pathLst>
              <a:path w="402245" h="35812" extrusionOk="0">
                <a:moveTo>
                  <a:pt x="62" y="6691"/>
                </a:moveTo>
                <a:cubicBezTo>
                  <a:pt x="-1221" y="1382"/>
                  <a:pt x="17406" y="2753"/>
                  <a:pt x="42803" y="1647"/>
                </a:cubicBezTo>
                <a:cubicBezTo>
                  <a:pt x="68200" y="541"/>
                  <a:pt x="117887" y="-211"/>
                  <a:pt x="152442" y="54"/>
                </a:cubicBezTo>
                <a:cubicBezTo>
                  <a:pt x="186997" y="320"/>
                  <a:pt x="210049" y="2886"/>
                  <a:pt x="250135" y="3240"/>
                </a:cubicBezTo>
                <a:cubicBezTo>
                  <a:pt x="290221" y="3594"/>
                  <a:pt x="376146" y="-2423"/>
                  <a:pt x="392959" y="2178"/>
                </a:cubicBezTo>
                <a:cubicBezTo>
                  <a:pt x="409772" y="6780"/>
                  <a:pt x="408090" y="25628"/>
                  <a:pt x="351014" y="30849"/>
                </a:cubicBezTo>
                <a:cubicBezTo>
                  <a:pt x="293938" y="36070"/>
                  <a:pt x="108993" y="37529"/>
                  <a:pt x="50501" y="33503"/>
                </a:cubicBezTo>
                <a:cubicBezTo>
                  <a:pt x="-7991" y="29477"/>
                  <a:pt x="1345" y="12000"/>
                  <a:pt x="62" y="6691"/>
                </a:cubicBezTo>
                <a:close/>
              </a:path>
            </a:pathLst>
          </a:custGeom>
          <a:solidFill>
            <a:schemeClr val="accent1"/>
          </a:solidFill>
          <a:ln>
            <a:noFill/>
          </a:ln>
        </p:spPr>
      </p:sp>
      <p:sp>
        <p:nvSpPr>
          <p:cNvPr id="1879" name="Google Shape;1879;p33"/>
          <p:cNvSpPr txBox="1">
            <a:spLocks noGrp="1"/>
          </p:cNvSpPr>
          <p:nvPr>
            <p:ph type="body" idx="1"/>
          </p:nvPr>
        </p:nvSpPr>
        <p:spPr>
          <a:xfrm>
            <a:off x="4470725" y="2077200"/>
            <a:ext cx="3959100" cy="166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With the expansion of large industrial production centers, a new social class was created: the proletariat. The characteristics of these workers, concentrated in these spaces, broke with the nature of the workers of previous times.</a:t>
            </a:r>
            <a:endParaRPr/>
          </a:p>
        </p:txBody>
      </p:sp>
      <p:sp>
        <p:nvSpPr>
          <p:cNvPr id="1880" name="Google Shape;1880;p33"/>
          <p:cNvSpPr txBox="1">
            <a:spLocks noGrp="1"/>
          </p:cNvSpPr>
          <p:nvPr>
            <p:ph type="title"/>
          </p:nvPr>
        </p:nvSpPr>
        <p:spPr>
          <a:xfrm>
            <a:off x="4471650" y="451100"/>
            <a:ext cx="3959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Consequences</a:t>
            </a:r>
            <a:endParaRPr/>
          </a:p>
        </p:txBody>
      </p:sp>
      <p:sp>
        <p:nvSpPr>
          <p:cNvPr id="1881" name="Google Shape;1881;p33"/>
          <p:cNvSpPr txBox="1">
            <a:spLocks noGrp="1"/>
          </p:cNvSpPr>
          <p:nvPr>
            <p:ph type="subTitle" idx="2"/>
          </p:nvPr>
        </p:nvSpPr>
        <p:spPr>
          <a:xfrm>
            <a:off x="4471650" y="1258293"/>
            <a:ext cx="3959100" cy="805800"/>
          </a:xfrm>
          <a:prstGeom prst="rect">
            <a:avLst/>
          </a:prstGeom>
        </p:spPr>
        <p:txBody>
          <a:bodyPr spcFirstLastPara="1" wrap="square" lIns="91425" tIns="91425" rIns="91425" bIns="91425" anchor="b" anchorCtr="0">
            <a:noAutofit/>
          </a:bodyPr>
          <a:lstStyle/>
          <a:p>
            <a:pPr marL="0" lvl="0" indent="0" algn="l" rtl="0">
              <a:spcBef>
                <a:spcPts val="0"/>
              </a:spcBef>
              <a:spcAft>
                <a:spcPts val="1200"/>
              </a:spcAft>
              <a:buNone/>
            </a:pPr>
            <a:r>
              <a:rPr lang="en"/>
              <a:t>Changes in economic structure and society</a:t>
            </a:r>
            <a:endParaRPr/>
          </a:p>
        </p:txBody>
      </p:sp>
      <p:sp>
        <p:nvSpPr>
          <p:cNvPr id="1882" name="Google Shape;1882;p33"/>
          <p:cNvSpPr/>
          <p:nvPr/>
        </p:nvSpPr>
        <p:spPr>
          <a:xfrm>
            <a:off x="-475041" y="4557598"/>
            <a:ext cx="10354875" cy="799825"/>
          </a:xfrm>
          <a:custGeom>
            <a:avLst/>
            <a:gdLst/>
            <a:ahLst/>
            <a:cxnLst/>
            <a:rect l="l" t="t" r="r" b="b"/>
            <a:pathLst>
              <a:path w="414195" h="31993" extrusionOk="0">
                <a:moveTo>
                  <a:pt x="6259" y="6977"/>
                </a:moveTo>
                <a:cubicBezTo>
                  <a:pt x="10241" y="1845"/>
                  <a:pt x="45328" y="695"/>
                  <a:pt x="68911" y="75"/>
                </a:cubicBezTo>
                <a:cubicBezTo>
                  <a:pt x="92494" y="-544"/>
                  <a:pt x="115810" y="2862"/>
                  <a:pt x="147755" y="3260"/>
                </a:cubicBezTo>
                <a:cubicBezTo>
                  <a:pt x="179700" y="3658"/>
                  <a:pt x="223725" y="2376"/>
                  <a:pt x="260581" y="2464"/>
                </a:cubicBezTo>
                <a:cubicBezTo>
                  <a:pt x="297437" y="2553"/>
                  <a:pt x="346417" y="3658"/>
                  <a:pt x="368893" y="3791"/>
                </a:cubicBezTo>
                <a:cubicBezTo>
                  <a:pt x="391370" y="3924"/>
                  <a:pt x="392874" y="-368"/>
                  <a:pt x="395440" y="3260"/>
                </a:cubicBezTo>
                <a:cubicBezTo>
                  <a:pt x="398006" y="6888"/>
                  <a:pt x="442694" y="20959"/>
                  <a:pt x="384290" y="25560"/>
                </a:cubicBezTo>
                <a:cubicBezTo>
                  <a:pt x="325886" y="30162"/>
                  <a:pt x="108023" y="33966"/>
                  <a:pt x="45018" y="30869"/>
                </a:cubicBezTo>
                <a:cubicBezTo>
                  <a:pt x="-17987" y="27772"/>
                  <a:pt x="2277" y="12109"/>
                  <a:pt x="6259" y="6977"/>
                </a:cubicBezTo>
                <a:close/>
              </a:path>
            </a:pathLst>
          </a:custGeom>
          <a:solidFill>
            <a:schemeClr val="accent3"/>
          </a:solidFill>
          <a:ln>
            <a:noFill/>
          </a:ln>
        </p:spPr>
      </p:sp>
      <p:grpSp>
        <p:nvGrpSpPr>
          <p:cNvPr id="1883" name="Google Shape;1883;p33"/>
          <p:cNvGrpSpPr/>
          <p:nvPr/>
        </p:nvGrpSpPr>
        <p:grpSpPr>
          <a:xfrm>
            <a:off x="401115" y="2926757"/>
            <a:ext cx="3661911" cy="1858902"/>
            <a:chOff x="3905372" y="3725244"/>
            <a:chExt cx="2455187" cy="1246331"/>
          </a:xfrm>
        </p:grpSpPr>
        <p:sp>
          <p:nvSpPr>
            <p:cNvPr id="1884" name="Google Shape;1884;p33"/>
            <p:cNvSpPr/>
            <p:nvPr/>
          </p:nvSpPr>
          <p:spPr>
            <a:xfrm>
              <a:off x="4185223" y="4411410"/>
              <a:ext cx="274194" cy="333799"/>
            </a:xfrm>
            <a:custGeom>
              <a:avLst/>
              <a:gdLst/>
              <a:ahLst/>
              <a:cxnLst/>
              <a:rect l="l" t="t" r="r" b="b"/>
              <a:pathLst>
                <a:path w="5327" h="6485" extrusionOk="0">
                  <a:moveTo>
                    <a:pt x="0" y="1"/>
                  </a:moveTo>
                  <a:lnTo>
                    <a:pt x="0" y="6484"/>
                  </a:lnTo>
                  <a:lnTo>
                    <a:pt x="5327" y="6484"/>
                  </a:lnTo>
                  <a:lnTo>
                    <a:pt x="53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33"/>
            <p:cNvSpPr/>
            <p:nvPr/>
          </p:nvSpPr>
          <p:spPr>
            <a:xfrm>
              <a:off x="4603275" y="4145251"/>
              <a:ext cx="80863" cy="101246"/>
            </a:xfrm>
            <a:custGeom>
              <a:avLst/>
              <a:gdLst/>
              <a:ahLst/>
              <a:cxnLst/>
              <a:rect l="l" t="t" r="r" b="b"/>
              <a:pathLst>
                <a:path w="1571" h="1967" extrusionOk="0">
                  <a:moveTo>
                    <a:pt x="204" y="1"/>
                  </a:moveTo>
                  <a:cubicBezTo>
                    <a:pt x="87" y="1"/>
                    <a:pt x="9" y="17"/>
                    <a:pt x="1" y="19"/>
                  </a:cubicBezTo>
                  <a:lnTo>
                    <a:pt x="27" y="140"/>
                  </a:lnTo>
                  <a:cubicBezTo>
                    <a:pt x="29" y="140"/>
                    <a:pt x="32" y="140"/>
                    <a:pt x="34" y="140"/>
                  </a:cubicBezTo>
                  <a:cubicBezTo>
                    <a:pt x="228" y="140"/>
                    <a:pt x="533" y="182"/>
                    <a:pt x="809" y="406"/>
                  </a:cubicBezTo>
                  <a:cubicBezTo>
                    <a:pt x="1181" y="707"/>
                    <a:pt x="1378" y="1233"/>
                    <a:pt x="1400" y="1967"/>
                  </a:cubicBezTo>
                  <a:lnTo>
                    <a:pt x="1571" y="1967"/>
                  </a:lnTo>
                  <a:cubicBezTo>
                    <a:pt x="1571" y="1159"/>
                    <a:pt x="1371" y="587"/>
                    <a:pt x="976" y="267"/>
                  </a:cubicBezTo>
                  <a:cubicBezTo>
                    <a:pt x="701" y="44"/>
                    <a:pt x="398" y="1"/>
                    <a:pt x="20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33"/>
            <p:cNvSpPr/>
            <p:nvPr/>
          </p:nvSpPr>
          <p:spPr>
            <a:xfrm>
              <a:off x="4066015" y="3726839"/>
              <a:ext cx="2075886" cy="1051223"/>
            </a:xfrm>
            <a:custGeom>
              <a:avLst/>
              <a:gdLst/>
              <a:ahLst/>
              <a:cxnLst/>
              <a:rect l="l" t="t" r="r" b="b"/>
              <a:pathLst>
                <a:path w="40330" h="20423" extrusionOk="0">
                  <a:moveTo>
                    <a:pt x="12773" y="0"/>
                  </a:moveTo>
                  <a:cubicBezTo>
                    <a:pt x="11504" y="0"/>
                    <a:pt x="11536" y="1240"/>
                    <a:pt x="12663" y="1240"/>
                  </a:cubicBezTo>
                  <a:lnTo>
                    <a:pt x="11981" y="10088"/>
                  </a:lnTo>
                  <a:lnTo>
                    <a:pt x="11610" y="10145"/>
                  </a:lnTo>
                  <a:lnTo>
                    <a:pt x="11187" y="11197"/>
                  </a:lnTo>
                  <a:lnTo>
                    <a:pt x="1" y="11799"/>
                  </a:lnTo>
                  <a:lnTo>
                    <a:pt x="278" y="13561"/>
                  </a:lnTo>
                  <a:cubicBezTo>
                    <a:pt x="432" y="13549"/>
                    <a:pt x="582" y="13544"/>
                    <a:pt x="729" y="13544"/>
                  </a:cubicBezTo>
                  <a:cubicBezTo>
                    <a:pt x="4657" y="13544"/>
                    <a:pt x="6055" y="17452"/>
                    <a:pt x="8060" y="20423"/>
                  </a:cubicBezTo>
                  <a:lnTo>
                    <a:pt x="35547" y="20423"/>
                  </a:lnTo>
                  <a:cubicBezTo>
                    <a:pt x="39256" y="14617"/>
                    <a:pt x="40329" y="7785"/>
                    <a:pt x="389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33"/>
            <p:cNvSpPr/>
            <p:nvPr/>
          </p:nvSpPr>
          <p:spPr>
            <a:xfrm>
              <a:off x="4853426" y="4434624"/>
              <a:ext cx="355778" cy="267657"/>
            </a:xfrm>
            <a:custGeom>
              <a:avLst/>
              <a:gdLst/>
              <a:ahLst/>
              <a:cxnLst/>
              <a:rect l="l" t="t" r="r" b="b"/>
              <a:pathLst>
                <a:path w="6912" h="5200" extrusionOk="0">
                  <a:moveTo>
                    <a:pt x="1" y="0"/>
                  </a:moveTo>
                  <a:lnTo>
                    <a:pt x="1" y="5199"/>
                  </a:lnTo>
                  <a:lnTo>
                    <a:pt x="6912" y="5199"/>
                  </a:lnTo>
                  <a:lnTo>
                    <a:pt x="6912" y="2361"/>
                  </a:lnTo>
                  <a:lnTo>
                    <a:pt x="1"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33"/>
            <p:cNvSpPr/>
            <p:nvPr/>
          </p:nvSpPr>
          <p:spPr>
            <a:xfrm>
              <a:off x="5242242" y="4559390"/>
              <a:ext cx="172587" cy="147778"/>
            </a:xfrm>
            <a:custGeom>
              <a:avLst/>
              <a:gdLst/>
              <a:ahLst/>
              <a:cxnLst/>
              <a:rect l="l" t="t" r="r" b="b"/>
              <a:pathLst>
                <a:path w="3353" h="2871" extrusionOk="0">
                  <a:moveTo>
                    <a:pt x="1" y="1"/>
                  </a:moveTo>
                  <a:lnTo>
                    <a:pt x="1" y="2870"/>
                  </a:lnTo>
                  <a:lnTo>
                    <a:pt x="3353" y="2870"/>
                  </a:lnTo>
                  <a:lnTo>
                    <a:pt x="3353" y="1218"/>
                  </a:lnTo>
                  <a:lnTo>
                    <a:pt x="1"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33"/>
            <p:cNvSpPr/>
            <p:nvPr/>
          </p:nvSpPr>
          <p:spPr>
            <a:xfrm>
              <a:off x="4066015" y="3725244"/>
              <a:ext cx="2044745" cy="638259"/>
            </a:xfrm>
            <a:custGeom>
              <a:avLst/>
              <a:gdLst/>
              <a:ahLst/>
              <a:cxnLst/>
              <a:rect l="l" t="t" r="r" b="b"/>
              <a:pathLst>
                <a:path w="39725" h="12400" extrusionOk="0">
                  <a:moveTo>
                    <a:pt x="12773" y="1"/>
                  </a:moveTo>
                  <a:cubicBezTo>
                    <a:pt x="11504" y="1"/>
                    <a:pt x="11536" y="1239"/>
                    <a:pt x="12663" y="1239"/>
                  </a:cubicBezTo>
                  <a:lnTo>
                    <a:pt x="11981" y="10088"/>
                  </a:lnTo>
                  <a:lnTo>
                    <a:pt x="11610" y="10145"/>
                  </a:lnTo>
                  <a:lnTo>
                    <a:pt x="11129" y="11146"/>
                  </a:lnTo>
                  <a:lnTo>
                    <a:pt x="1" y="11798"/>
                  </a:lnTo>
                  <a:lnTo>
                    <a:pt x="96" y="12400"/>
                  </a:lnTo>
                  <a:cubicBezTo>
                    <a:pt x="96" y="12400"/>
                    <a:pt x="36467" y="12113"/>
                    <a:pt x="38939" y="12113"/>
                  </a:cubicBezTo>
                  <a:cubicBezTo>
                    <a:pt x="39724" y="8379"/>
                    <a:pt x="39718" y="4339"/>
                    <a:pt x="389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33"/>
            <p:cNvSpPr/>
            <p:nvPr/>
          </p:nvSpPr>
          <p:spPr>
            <a:xfrm>
              <a:off x="5724531" y="3791282"/>
              <a:ext cx="363241" cy="466341"/>
            </a:xfrm>
            <a:custGeom>
              <a:avLst/>
              <a:gdLst/>
              <a:ahLst/>
              <a:cxnLst/>
              <a:rect l="l" t="t" r="r" b="b"/>
              <a:pathLst>
                <a:path w="7057" h="9060" extrusionOk="0">
                  <a:moveTo>
                    <a:pt x="1139" y="1"/>
                  </a:moveTo>
                  <a:lnTo>
                    <a:pt x="0" y="9059"/>
                  </a:lnTo>
                  <a:lnTo>
                    <a:pt x="7056" y="8843"/>
                  </a:lnTo>
                  <a:cubicBezTo>
                    <a:pt x="7056" y="8843"/>
                    <a:pt x="5161" y="3206"/>
                    <a:pt x="1139"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33"/>
            <p:cNvSpPr/>
            <p:nvPr/>
          </p:nvSpPr>
          <p:spPr>
            <a:xfrm>
              <a:off x="5454511" y="4421292"/>
              <a:ext cx="566970" cy="356756"/>
            </a:xfrm>
            <a:custGeom>
              <a:avLst/>
              <a:gdLst/>
              <a:ahLst/>
              <a:cxnLst/>
              <a:rect l="l" t="t" r="r" b="b"/>
              <a:pathLst>
                <a:path w="11015" h="6931" extrusionOk="0">
                  <a:moveTo>
                    <a:pt x="8044" y="0"/>
                  </a:moveTo>
                  <a:lnTo>
                    <a:pt x="3280" y="588"/>
                  </a:lnTo>
                  <a:lnTo>
                    <a:pt x="804" y="3558"/>
                  </a:lnTo>
                  <a:lnTo>
                    <a:pt x="0" y="6931"/>
                  </a:lnTo>
                  <a:lnTo>
                    <a:pt x="8571" y="6931"/>
                  </a:lnTo>
                  <a:cubicBezTo>
                    <a:pt x="10149" y="5043"/>
                    <a:pt x="11015" y="2475"/>
                    <a:pt x="11015" y="2475"/>
                  </a:cubicBezTo>
                  <a:lnTo>
                    <a:pt x="80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33"/>
            <p:cNvSpPr/>
            <p:nvPr/>
          </p:nvSpPr>
          <p:spPr>
            <a:xfrm>
              <a:off x="4672349" y="3725244"/>
              <a:ext cx="1404582" cy="36134"/>
            </a:xfrm>
            <a:custGeom>
              <a:avLst/>
              <a:gdLst/>
              <a:ahLst/>
              <a:cxnLst/>
              <a:rect l="l" t="t" r="r" b="b"/>
              <a:pathLst>
                <a:path w="27288" h="702" extrusionOk="0">
                  <a:moveTo>
                    <a:pt x="993" y="1"/>
                  </a:moveTo>
                  <a:cubicBezTo>
                    <a:pt x="303" y="1"/>
                    <a:pt x="0" y="368"/>
                    <a:pt x="46" y="702"/>
                  </a:cubicBezTo>
                  <a:lnTo>
                    <a:pt x="27287" y="702"/>
                  </a:lnTo>
                  <a:cubicBezTo>
                    <a:pt x="27250" y="469"/>
                    <a:pt x="27212" y="235"/>
                    <a:pt x="27171"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33"/>
            <p:cNvSpPr/>
            <p:nvPr/>
          </p:nvSpPr>
          <p:spPr>
            <a:xfrm>
              <a:off x="4068743" y="4244334"/>
              <a:ext cx="2019060" cy="172433"/>
            </a:xfrm>
            <a:custGeom>
              <a:avLst/>
              <a:gdLst/>
              <a:ahLst/>
              <a:cxnLst/>
              <a:rect l="l" t="t" r="r" b="b"/>
              <a:pathLst>
                <a:path w="39226" h="3350" extrusionOk="0">
                  <a:moveTo>
                    <a:pt x="11592" y="0"/>
                  </a:moveTo>
                  <a:lnTo>
                    <a:pt x="10877" y="1456"/>
                  </a:lnTo>
                  <a:lnTo>
                    <a:pt x="1" y="2056"/>
                  </a:lnTo>
                  <a:lnTo>
                    <a:pt x="204" y="3350"/>
                  </a:lnTo>
                  <a:cubicBezTo>
                    <a:pt x="204" y="3350"/>
                    <a:pt x="36414" y="2028"/>
                    <a:pt x="38886" y="2028"/>
                  </a:cubicBezTo>
                  <a:cubicBezTo>
                    <a:pt x="38906" y="1927"/>
                    <a:pt x="38927" y="1826"/>
                    <a:pt x="38948" y="1725"/>
                  </a:cubicBezTo>
                  <a:cubicBezTo>
                    <a:pt x="39025" y="1331"/>
                    <a:pt x="39165" y="441"/>
                    <a:pt x="39225" y="41"/>
                  </a:cubicBezTo>
                  <a:lnTo>
                    <a:pt x="11592"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33"/>
            <p:cNvSpPr/>
            <p:nvPr/>
          </p:nvSpPr>
          <p:spPr>
            <a:xfrm>
              <a:off x="4352351" y="4333122"/>
              <a:ext cx="1721137" cy="73760"/>
            </a:xfrm>
            <a:custGeom>
              <a:avLst/>
              <a:gdLst/>
              <a:ahLst/>
              <a:cxnLst/>
              <a:rect l="l" t="t" r="r" b="b"/>
              <a:pathLst>
                <a:path w="33438" h="1433" extrusionOk="0">
                  <a:moveTo>
                    <a:pt x="33438" y="0"/>
                  </a:moveTo>
                  <a:lnTo>
                    <a:pt x="0" y="1432"/>
                  </a:lnTo>
                  <a:lnTo>
                    <a:pt x="33277" y="790"/>
                  </a:lnTo>
                  <a:lnTo>
                    <a:pt x="33438"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33"/>
            <p:cNvSpPr/>
            <p:nvPr/>
          </p:nvSpPr>
          <p:spPr>
            <a:xfrm>
              <a:off x="5239103" y="4234708"/>
              <a:ext cx="438237" cy="478334"/>
            </a:xfrm>
            <a:custGeom>
              <a:avLst/>
              <a:gdLst/>
              <a:ahLst/>
              <a:cxnLst/>
              <a:rect l="l" t="t" r="r" b="b"/>
              <a:pathLst>
                <a:path w="8514" h="9293" extrusionOk="0">
                  <a:moveTo>
                    <a:pt x="1" y="0"/>
                  </a:moveTo>
                  <a:lnTo>
                    <a:pt x="1" y="9292"/>
                  </a:lnTo>
                  <a:lnTo>
                    <a:pt x="3521" y="9292"/>
                  </a:lnTo>
                  <a:lnTo>
                    <a:pt x="3521" y="9211"/>
                  </a:lnTo>
                  <a:cubicBezTo>
                    <a:pt x="3521" y="3196"/>
                    <a:pt x="8391" y="2721"/>
                    <a:pt x="8440" y="2716"/>
                  </a:cubicBezTo>
                  <a:lnTo>
                    <a:pt x="8514" y="2711"/>
                  </a:lnTo>
                  <a:lnTo>
                    <a:pt x="8514" y="111"/>
                  </a:lnTo>
                  <a:lnTo>
                    <a:pt x="8352" y="111"/>
                  </a:lnTo>
                  <a:lnTo>
                    <a:pt x="8352" y="2564"/>
                  </a:lnTo>
                  <a:cubicBezTo>
                    <a:pt x="7726" y="2650"/>
                    <a:pt x="3399" y="3455"/>
                    <a:pt x="3358" y="9129"/>
                  </a:cubicBezTo>
                  <a:lnTo>
                    <a:pt x="164" y="9129"/>
                  </a:lnTo>
                  <a:lnTo>
                    <a:pt x="1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33"/>
            <p:cNvSpPr/>
            <p:nvPr/>
          </p:nvSpPr>
          <p:spPr>
            <a:xfrm>
              <a:off x="4845036" y="4234708"/>
              <a:ext cx="372558" cy="475451"/>
            </a:xfrm>
            <a:custGeom>
              <a:avLst/>
              <a:gdLst/>
              <a:ahLst/>
              <a:cxnLst/>
              <a:rect l="l" t="t" r="r" b="b"/>
              <a:pathLst>
                <a:path w="7238" h="9237" extrusionOk="0">
                  <a:moveTo>
                    <a:pt x="7075" y="0"/>
                  </a:moveTo>
                  <a:lnTo>
                    <a:pt x="7075" y="9074"/>
                  </a:lnTo>
                  <a:lnTo>
                    <a:pt x="164" y="9074"/>
                  </a:lnTo>
                  <a:lnTo>
                    <a:pt x="164" y="222"/>
                  </a:lnTo>
                  <a:lnTo>
                    <a:pt x="0" y="222"/>
                  </a:lnTo>
                  <a:lnTo>
                    <a:pt x="0" y="9237"/>
                  </a:lnTo>
                  <a:lnTo>
                    <a:pt x="7238" y="9237"/>
                  </a:lnTo>
                  <a:lnTo>
                    <a:pt x="72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33"/>
            <p:cNvSpPr/>
            <p:nvPr/>
          </p:nvSpPr>
          <p:spPr>
            <a:xfrm>
              <a:off x="4250025" y="4302342"/>
              <a:ext cx="52193" cy="100526"/>
            </a:xfrm>
            <a:custGeom>
              <a:avLst/>
              <a:gdLst/>
              <a:ahLst/>
              <a:cxnLst/>
              <a:rect l="l" t="t" r="r" b="b"/>
              <a:pathLst>
                <a:path w="1014" h="1953" extrusionOk="0">
                  <a:moveTo>
                    <a:pt x="53" y="1"/>
                  </a:moveTo>
                  <a:lnTo>
                    <a:pt x="53" y="326"/>
                  </a:lnTo>
                  <a:cubicBezTo>
                    <a:pt x="254" y="326"/>
                    <a:pt x="414" y="395"/>
                    <a:pt x="527" y="530"/>
                  </a:cubicBezTo>
                  <a:cubicBezTo>
                    <a:pt x="630" y="652"/>
                    <a:pt x="687" y="820"/>
                    <a:pt x="687" y="1004"/>
                  </a:cubicBezTo>
                  <a:cubicBezTo>
                    <a:pt x="687" y="1358"/>
                    <a:pt x="473" y="1738"/>
                    <a:pt x="0" y="1738"/>
                  </a:cubicBezTo>
                  <a:lnTo>
                    <a:pt x="0" y="1953"/>
                  </a:lnTo>
                  <a:cubicBezTo>
                    <a:pt x="665" y="1953"/>
                    <a:pt x="1013" y="1531"/>
                    <a:pt x="1013" y="1004"/>
                  </a:cubicBezTo>
                  <a:cubicBezTo>
                    <a:pt x="1013" y="744"/>
                    <a:pt x="929" y="500"/>
                    <a:pt x="776" y="320"/>
                  </a:cubicBezTo>
                  <a:cubicBezTo>
                    <a:pt x="600" y="111"/>
                    <a:pt x="350" y="1"/>
                    <a:pt x="53" y="1"/>
                  </a:cubicBezTo>
                  <a:close/>
                </a:path>
              </a:pathLst>
            </a:custGeom>
            <a:solidFill>
              <a:srgbClr val="C9B2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3"/>
            <p:cNvSpPr/>
            <p:nvPr/>
          </p:nvSpPr>
          <p:spPr>
            <a:xfrm>
              <a:off x="5081291" y="4263275"/>
              <a:ext cx="99239" cy="38553"/>
            </a:xfrm>
            <a:custGeom>
              <a:avLst/>
              <a:gdLst/>
              <a:ahLst/>
              <a:cxnLst/>
              <a:rect l="l" t="t" r="r" b="b"/>
              <a:pathLst>
                <a:path w="1928" h="749" extrusionOk="0">
                  <a:moveTo>
                    <a:pt x="0" y="0"/>
                  </a:moveTo>
                  <a:lnTo>
                    <a:pt x="361" y="749"/>
                  </a:lnTo>
                  <a:lnTo>
                    <a:pt x="1928" y="749"/>
                  </a:lnTo>
                  <a:lnTo>
                    <a:pt x="1928"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3"/>
            <p:cNvSpPr/>
            <p:nvPr/>
          </p:nvSpPr>
          <p:spPr>
            <a:xfrm>
              <a:off x="5105534" y="4258951"/>
              <a:ext cx="78599" cy="30060"/>
            </a:xfrm>
            <a:custGeom>
              <a:avLst/>
              <a:gdLst/>
              <a:ahLst/>
              <a:cxnLst/>
              <a:rect l="l" t="t" r="r" b="b"/>
              <a:pathLst>
                <a:path w="1527" h="584" extrusionOk="0">
                  <a:moveTo>
                    <a:pt x="1" y="0"/>
                  </a:moveTo>
                  <a:lnTo>
                    <a:pt x="286" y="584"/>
                  </a:lnTo>
                  <a:lnTo>
                    <a:pt x="1526" y="584"/>
                  </a:lnTo>
                  <a:lnTo>
                    <a:pt x="152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3"/>
            <p:cNvSpPr/>
            <p:nvPr/>
          </p:nvSpPr>
          <p:spPr>
            <a:xfrm>
              <a:off x="5541755" y="4263275"/>
              <a:ext cx="99290" cy="38553"/>
            </a:xfrm>
            <a:custGeom>
              <a:avLst/>
              <a:gdLst/>
              <a:ahLst/>
              <a:cxnLst/>
              <a:rect l="l" t="t" r="r" b="b"/>
              <a:pathLst>
                <a:path w="1929" h="749" extrusionOk="0">
                  <a:moveTo>
                    <a:pt x="0" y="0"/>
                  </a:moveTo>
                  <a:lnTo>
                    <a:pt x="362" y="749"/>
                  </a:lnTo>
                  <a:lnTo>
                    <a:pt x="1929" y="749"/>
                  </a:lnTo>
                  <a:lnTo>
                    <a:pt x="1929"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3"/>
            <p:cNvSpPr/>
            <p:nvPr/>
          </p:nvSpPr>
          <p:spPr>
            <a:xfrm>
              <a:off x="5566050" y="4258951"/>
              <a:ext cx="78599" cy="30060"/>
            </a:xfrm>
            <a:custGeom>
              <a:avLst/>
              <a:gdLst/>
              <a:ahLst/>
              <a:cxnLst/>
              <a:rect l="l" t="t" r="r" b="b"/>
              <a:pathLst>
                <a:path w="1527" h="584" extrusionOk="0">
                  <a:moveTo>
                    <a:pt x="1" y="0"/>
                  </a:moveTo>
                  <a:lnTo>
                    <a:pt x="286" y="584"/>
                  </a:lnTo>
                  <a:lnTo>
                    <a:pt x="1526" y="584"/>
                  </a:lnTo>
                  <a:lnTo>
                    <a:pt x="152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3"/>
            <p:cNvSpPr/>
            <p:nvPr/>
          </p:nvSpPr>
          <p:spPr>
            <a:xfrm>
              <a:off x="4235047" y="4288805"/>
              <a:ext cx="42877" cy="42825"/>
            </a:xfrm>
            <a:custGeom>
              <a:avLst/>
              <a:gdLst/>
              <a:ahLst/>
              <a:cxnLst/>
              <a:rect l="l" t="t" r="r" b="b"/>
              <a:pathLst>
                <a:path w="833" h="832" extrusionOk="0">
                  <a:moveTo>
                    <a:pt x="416" y="0"/>
                  </a:moveTo>
                  <a:cubicBezTo>
                    <a:pt x="187" y="0"/>
                    <a:pt x="1" y="186"/>
                    <a:pt x="1" y="416"/>
                  </a:cubicBezTo>
                  <a:cubicBezTo>
                    <a:pt x="1" y="646"/>
                    <a:pt x="187" y="832"/>
                    <a:pt x="416" y="832"/>
                  </a:cubicBezTo>
                  <a:cubicBezTo>
                    <a:pt x="646" y="832"/>
                    <a:pt x="832" y="646"/>
                    <a:pt x="832" y="416"/>
                  </a:cubicBezTo>
                  <a:cubicBezTo>
                    <a:pt x="832" y="186"/>
                    <a:pt x="646" y="0"/>
                    <a:pt x="416" y="0"/>
                  </a:cubicBezTo>
                  <a:close/>
                </a:path>
              </a:pathLst>
            </a:custGeom>
            <a:solidFill>
              <a:srgbClr val="E5D1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3"/>
            <p:cNvSpPr/>
            <p:nvPr/>
          </p:nvSpPr>
          <p:spPr>
            <a:xfrm>
              <a:off x="4202363" y="4259003"/>
              <a:ext cx="52193" cy="105622"/>
            </a:xfrm>
            <a:custGeom>
              <a:avLst/>
              <a:gdLst/>
              <a:ahLst/>
              <a:cxnLst/>
              <a:rect l="l" t="t" r="r" b="b"/>
              <a:pathLst>
                <a:path w="1014" h="2052" extrusionOk="0">
                  <a:moveTo>
                    <a:pt x="0" y="0"/>
                  </a:moveTo>
                  <a:lnTo>
                    <a:pt x="0" y="2052"/>
                  </a:lnTo>
                  <a:cubicBezTo>
                    <a:pt x="561" y="2044"/>
                    <a:pt x="1013" y="1588"/>
                    <a:pt x="1013" y="1027"/>
                  </a:cubicBezTo>
                  <a:cubicBezTo>
                    <a:pt x="1013" y="464"/>
                    <a:pt x="561" y="8"/>
                    <a:pt x="0" y="0"/>
                  </a:cubicBezTo>
                  <a:close/>
                </a:path>
              </a:pathLst>
            </a:custGeom>
            <a:solidFill>
              <a:srgbClr val="E5D1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3"/>
            <p:cNvSpPr/>
            <p:nvPr/>
          </p:nvSpPr>
          <p:spPr>
            <a:xfrm>
              <a:off x="4202363" y="4292923"/>
              <a:ext cx="52193" cy="71701"/>
            </a:xfrm>
            <a:custGeom>
              <a:avLst/>
              <a:gdLst/>
              <a:ahLst/>
              <a:cxnLst/>
              <a:rect l="l" t="t" r="r" b="b"/>
              <a:pathLst>
                <a:path w="1014" h="1393" extrusionOk="0">
                  <a:moveTo>
                    <a:pt x="945" y="1"/>
                  </a:moveTo>
                  <a:cubicBezTo>
                    <a:pt x="807" y="450"/>
                    <a:pt x="437" y="769"/>
                    <a:pt x="0" y="860"/>
                  </a:cubicBezTo>
                  <a:lnTo>
                    <a:pt x="0" y="1393"/>
                  </a:lnTo>
                  <a:cubicBezTo>
                    <a:pt x="561" y="1385"/>
                    <a:pt x="1013" y="929"/>
                    <a:pt x="1013" y="368"/>
                  </a:cubicBezTo>
                  <a:cubicBezTo>
                    <a:pt x="1013" y="238"/>
                    <a:pt x="988" y="114"/>
                    <a:pt x="945" y="1"/>
                  </a:cubicBezTo>
                  <a:close/>
                </a:path>
              </a:pathLst>
            </a:custGeom>
            <a:solidFill>
              <a:srgbClr val="C9B2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3"/>
            <p:cNvSpPr/>
            <p:nvPr/>
          </p:nvSpPr>
          <p:spPr>
            <a:xfrm>
              <a:off x="4199171" y="4254525"/>
              <a:ext cx="8596" cy="115710"/>
            </a:xfrm>
            <a:custGeom>
              <a:avLst/>
              <a:gdLst/>
              <a:ahLst/>
              <a:cxnLst/>
              <a:rect l="l" t="t" r="r" b="b"/>
              <a:pathLst>
                <a:path w="167" h="2248" extrusionOk="0">
                  <a:moveTo>
                    <a:pt x="0" y="0"/>
                  </a:moveTo>
                  <a:lnTo>
                    <a:pt x="0" y="2248"/>
                  </a:lnTo>
                  <a:lnTo>
                    <a:pt x="167" y="2248"/>
                  </a:lnTo>
                  <a:lnTo>
                    <a:pt x="167" y="0"/>
                  </a:lnTo>
                  <a:close/>
                </a:path>
              </a:pathLst>
            </a:custGeom>
            <a:solidFill>
              <a:srgbClr val="E5D1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3"/>
            <p:cNvSpPr/>
            <p:nvPr/>
          </p:nvSpPr>
          <p:spPr>
            <a:xfrm>
              <a:off x="4680842" y="3789017"/>
              <a:ext cx="1102335" cy="456458"/>
            </a:xfrm>
            <a:custGeom>
              <a:avLst/>
              <a:gdLst/>
              <a:ahLst/>
              <a:cxnLst/>
              <a:rect l="l" t="t" r="r" b="b"/>
              <a:pathLst>
                <a:path w="21416" h="8868" extrusionOk="0">
                  <a:moveTo>
                    <a:pt x="718" y="0"/>
                  </a:moveTo>
                  <a:lnTo>
                    <a:pt x="1" y="8849"/>
                  </a:lnTo>
                  <a:lnTo>
                    <a:pt x="20388" y="8867"/>
                  </a:lnTo>
                  <a:cubicBezTo>
                    <a:pt x="20951" y="6926"/>
                    <a:pt x="21416" y="3776"/>
                    <a:pt x="21416" y="45"/>
                  </a:cubicBezTo>
                  <a:lnTo>
                    <a:pt x="71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3"/>
            <p:cNvSpPr/>
            <p:nvPr/>
          </p:nvSpPr>
          <p:spPr>
            <a:xfrm>
              <a:off x="4729998" y="3813981"/>
              <a:ext cx="1006957" cy="163013"/>
            </a:xfrm>
            <a:custGeom>
              <a:avLst/>
              <a:gdLst/>
              <a:ahLst/>
              <a:cxnLst/>
              <a:rect l="l" t="t" r="r" b="b"/>
              <a:pathLst>
                <a:path w="19563" h="3167" extrusionOk="0">
                  <a:moveTo>
                    <a:pt x="270" y="1"/>
                  </a:moveTo>
                  <a:lnTo>
                    <a:pt x="0" y="3150"/>
                  </a:lnTo>
                  <a:lnTo>
                    <a:pt x="19224" y="3166"/>
                  </a:lnTo>
                  <a:cubicBezTo>
                    <a:pt x="19383" y="2333"/>
                    <a:pt x="19504" y="1274"/>
                    <a:pt x="19563" y="44"/>
                  </a:cubicBezTo>
                  <a:lnTo>
                    <a:pt x="270" y="1"/>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3"/>
            <p:cNvSpPr/>
            <p:nvPr/>
          </p:nvSpPr>
          <p:spPr>
            <a:xfrm>
              <a:off x="4680842" y="3789017"/>
              <a:ext cx="1102335" cy="456458"/>
            </a:xfrm>
            <a:custGeom>
              <a:avLst/>
              <a:gdLst/>
              <a:ahLst/>
              <a:cxnLst/>
              <a:rect l="l" t="t" r="r" b="b"/>
              <a:pathLst>
                <a:path w="21416" h="8868" extrusionOk="0">
                  <a:moveTo>
                    <a:pt x="718" y="0"/>
                  </a:moveTo>
                  <a:lnTo>
                    <a:pt x="691" y="338"/>
                  </a:lnTo>
                  <a:lnTo>
                    <a:pt x="21040" y="378"/>
                  </a:lnTo>
                  <a:cubicBezTo>
                    <a:pt x="21040" y="3828"/>
                    <a:pt x="20577" y="6739"/>
                    <a:pt x="20014" y="8534"/>
                  </a:cubicBezTo>
                  <a:lnTo>
                    <a:pt x="28" y="8518"/>
                  </a:lnTo>
                  <a:lnTo>
                    <a:pt x="1" y="8849"/>
                  </a:lnTo>
                  <a:lnTo>
                    <a:pt x="20388" y="8867"/>
                  </a:lnTo>
                  <a:cubicBezTo>
                    <a:pt x="20951" y="6926"/>
                    <a:pt x="21416" y="3776"/>
                    <a:pt x="21416" y="45"/>
                  </a:cubicBezTo>
                  <a:lnTo>
                    <a:pt x="718"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3"/>
            <p:cNvSpPr/>
            <p:nvPr/>
          </p:nvSpPr>
          <p:spPr>
            <a:xfrm>
              <a:off x="4819301" y="3794164"/>
              <a:ext cx="33766" cy="440605"/>
            </a:xfrm>
            <a:custGeom>
              <a:avLst/>
              <a:gdLst/>
              <a:ahLst/>
              <a:cxnLst/>
              <a:rect l="l" t="t" r="r" b="b"/>
              <a:pathLst>
                <a:path w="656" h="8560" extrusionOk="0">
                  <a:moveTo>
                    <a:pt x="1" y="0"/>
                  </a:moveTo>
                  <a:lnTo>
                    <a:pt x="29" y="8559"/>
                  </a:lnTo>
                  <a:lnTo>
                    <a:pt x="656" y="8559"/>
                  </a:lnTo>
                  <a:lnTo>
                    <a:pt x="628" y="0"/>
                  </a:lnTo>
                  <a:close/>
                </a:path>
              </a:pathLst>
            </a:custGeom>
            <a:solidFill>
              <a:srgbClr val="358A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3"/>
            <p:cNvSpPr/>
            <p:nvPr/>
          </p:nvSpPr>
          <p:spPr>
            <a:xfrm>
              <a:off x="4873500" y="3794164"/>
              <a:ext cx="25273" cy="440605"/>
            </a:xfrm>
            <a:custGeom>
              <a:avLst/>
              <a:gdLst/>
              <a:ahLst/>
              <a:cxnLst/>
              <a:rect l="l" t="t" r="r" b="b"/>
              <a:pathLst>
                <a:path w="491" h="8560" extrusionOk="0">
                  <a:moveTo>
                    <a:pt x="0" y="0"/>
                  </a:moveTo>
                  <a:lnTo>
                    <a:pt x="22" y="8559"/>
                  </a:lnTo>
                  <a:lnTo>
                    <a:pt x="491" y="8559"/>
                  </a:lnTo>
                  <a:lnTo>
                    <a:pt x="469"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3"/>
            <p:cNvSpPr/>
            <p:nvPr/>
          </p:nvSpPr>
          <p:spPr>
            <a:xfrm>
              <a:off x="5269059" y="3794164"/>
              <a:ext cx="25273" cy="440605"/>
            </a:xfrm>
            <a:custGeom>
              <a:avLst/>
              <a:gdLst/>
              <a:ahLst/>
              <a:cxnLst/>
              <a:rect l="l" t="t" r="r" b="b"/>
              <a:pathLst>
                <a:path w="491" h="8560" extrusionOk="0">
                  <a:moveTo>
                    <a:pt x="0" y="0"/>
                  </a:moveTo>
                  <a:lnTo>
                    <a:pt x="22" y="8559"/>
                  </a:lnTo>
                  <a:lnTo>
                    <a:pt x="491" y="8559"/>
                  </a:lnTo>
                  <a:lnTo>
                    <a:pt x="469"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3"/>
            <p:cNvSpPr/>
            <p:nvPr/>
          </p:nvSpPr>
          <p:spPr>
            <a:xfrm>
              <a:off x="5616749" y="3794164"/>
              <a:ext cx="25273" cy="440605"/>
            </a:xfrm>
            <a:custGeom>
              <a:avLst/>
              <a:gdLst/>
              <a:ahLst/>
              <a:cxnLst/>
              <a:rect l="l" t="t" r="r" b="b"/>
              <a:pathLst>
                <a:path w="491" h="8560" extrusionOk="0">
                  <a:moveTo>
                    <a:pt x="1" y="0"/>
                  </a:moveTo>
                  <a:lnTo>
                    <a:pt x="21" y="8559"/>
                  </a:lnTo>
                  <a:lnTo>
                    <a:pt x="490" y="8559"/>
                  </a:lnTo>
                  <a:lnTo>
                    <a:pt x="470"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3"/>
            <p:cNvSpPr/>
            <p:nvPr/>
          </p:nvSpPr>
          <p:spPr>
            <a:xfrm>
              <a:off x="5212028" y="3794164"/>
              <a:ext cx="33766" cy="440605"/>
            </a:xfrm>
            <a:custGeom>
              <a:avLst/>
              <a:gdLst/>
              <a:ahLst/>
              <a:cxnLst/>
              <a:rect l="l" t="t" r="r" b="b"/>
              <a:pathLst>
                <a:path w="656" h="8560" extrusionOk="0">
                  <a:moveTo>
                    <a:pt x="0" y="0"/>
                  </a:moveTo>
                  <a:lnTo>
                    <a:pt x="29" y="8559"/>
                  </a:lnTo>
                  <a:lnTo>
                    <a:pt x="655" y="8559"/>
                  </a:lnTo>
                  <a:lnTo>
                    <a:pt x="627"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3"/>
            <p:cNvSpPr/>
            <p:nvPr/>
          </p:nvSpPr>
          <p:spPr>
            <a:xfrm>
              <a:off x="5668581" y="3794164"/>
              <a:ext cx="33766" cy="440605"/>
            </a:xfrm>
            <a:custGeom>
              <a:avLst/>
              <a:gdLst/>
              <a:ahLst/>
              <a:cxnLst/>
              <a:rect l="l" t="t" r="r" b="b"/>
              <a:pathLst>
                <a:path w="656" h="8560" extrusionOk="0">
                  <a:moveTo>
                    <a:pt x="0" y="0"/>
                  </a:moveTo>
                  <a:lnTo>
                    <a:pt x="30" y="8559"/>
                  </a:lnTo>
                  <a:lnTo>
                    <a:pt x="655" y="8559"/>
                  </a:lnTo>
                  <a:lnTo>
                    <a:pt x="627"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3"/>
            <p:cNvSpPr/>
            <p:nvPr/>
          </p:nvSpPr>
          <p:spPr>
            <a:xfrm>
              <a:off x="4687842" y="3794885"/>
              <a:ext cx="47149" cy="447708"/>
            </a:xfrm>
            <a:custGeom>
              <a:avLst/>
              <a:gdLst/>
              <a:ahLst/>
              <a:cxnLst/>
              <a:rect l="l" t="t" r="r" b="b"/>
              <a:pathLst>
                <a:path w="916" h="8698" extrusionOk="0">
                  <a:moveTo>
                    <a:pt x="603" y="1"/>
                  </a:moveTo>
                  <a:lnTo>
                    <a:pt x="1" y="8698"/>
                  </a:lnTo>
                  <a:lnTo>
                    <a:pt x="315" y="8698"/>
                  </a:lnTo>
                  <a:lnTo>
                    <a:pt x="916" y="1"/>
                  </a:lnTo>
                  <a:close/>
                </a:path>
              </a:pathLst>
            </a:custGeom>
            <a:solidFill>
              <a:srgbClr val="358A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3"/>
            <p:cNvSpPr/>
            <p:nvPr/>
          </p:nvSpPr>
          <p:spPr>
            <a:xfrm>
              <a:off x="4753160" y="3794885"/>
              <a:ext cx="47200" cy="447708"/>
            </a:xfrm>
            <a:custGeom>
              <a:avLst/>
              <a:gdLst/>
              <a:ahLst/>
              <a:cxnLst/>
              <a:rect l="l" t="t" r="r" b="b"/>
              <a:pathLst>
                <a:path w="917" h="8698" extrusionOk="0">
                  <a:moveTo>
                    <a:pt x="602" y="1"/>
                  </a:moveTo>
                  <a:lnTo>
                    <a:pt x="1" y="8698"/>
                  </a:lnTo>
                  <a:lnTo>
                    <a:pt x="315" y="8698"/>
                  </a:lnTo>
                  <a:lnTo>
                    <a:pt x="917"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3"/>
            <p:cNvSpPr/>
            <p:nvPr/>
          </p:nvSpPr>
          <p:spPr>
            <a:xfrm>
              <a:off x="4829235" y="3777745"/>
              <a:ext cx="15751" cy="482709"/>
            </a:xfrm>
            <a:custGeom>
              <a:avLst/>
              <a:gdLst/>
              <a:ahLst/>
              <a:cxnLst/>
              <a:rect l="l" t="t" r="r" b="b"/>
              <a:pathLst>
                <a:path w="306" h="9378" extrusionOk="0">
                  <a:moveTo>
                    <a:pt x="0" y="1"/>
                  </a:moveTo>
                  <a:lnTo>
                    <a:pt x="0" y="9378"/>
                  </a:lnTo>
                  <a:lnTo>
                    <a:pt x="305" y="9378"/>
                  </a:lnTo>
                  <a:lnTo>
                    <a:pt x="3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3"/>
            <p:cNvSpPr/>
            <p:nvPr/>
          </p:nvSpPr>
          <p:spPr>
            <a:xfrm>
              <a:off x="5220315" y="3777745"/>
              <a:ext cx="15699" cy="473598"/>
            </a:xfrm>
            <a:custGeom>
              <a:avLst/>
              <a:gdLst/>
              <a:ahLst/>
              <a:cxnLst/>
              <a:rect l="l" t="t" r="r" b="b"/>
              <a:pathLst>
                <a:path w="305" h="9201" extrusionOk="0">
                  <a:moveTo>
                    <a:pt x="0" y="1"/>
                  </a:moveTo>
                  <a:lnTo>
                    <a:pt x="0" y="9200"/>
                  </a:lnTo>
                  <a:lnTo>
                    <a:pt x="305" y="9200"/>
                  </a:lnTo>
                  <a:lnTo>
                    <a:pt x="3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3"/>
            <p:cNvSpPr/>
            <p:nvPr/>
          </p:nvSpPr>
          <p:spPr>
            <a:xfrm>
              <a:off x="5679544" y="3777745"/>
              <a:ext cx="15802" cy="482709"/>
            </a:xfrm>
            <a:custGeom>
              <a:avLst/>
              <a:gdLst/>
              <a:ahLst/>
              <a:cxnLst/>
              <a:rect l="l" t="t" r="r" b="b"/>
              <a:pathLst>
                <a:path w="307" h="9378" extrusionOk="0">
                  <a:moveTo>
                    <a:pt x="0" y="1"/>
                  </a:moveTo>
                  <a:lnTo>
                    <a:pt x="0" y="9378"/>
                  </a:lnTo>
                  <a:lnTo>
                    <a:pt x="306" y="9378"/>
                  </a:lnTo>
                  <a:lnTo>
                    <a:pt x="3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3"/>
            <p:cNvSpPr/>
            <p:nvPr/>
          </p:nvSpPr>
          <p:spPr>
            <a:xfrm>
              <a:off x="4829235" y="4167178"/>
              <a:ext cx="15751" cy="93268"/>
            </a:xfrm>
            <a:custGeom>
              <a:avLst/>
              <a:gdLst/>
              <a:ahLst/>
              <a:cxnLst/>
              <a:rect l="l" t="t" r="r" b="b"/>
              <a:pathLst>
                <a:path w="306" h="1812" extrusionOk="0">
                  <a:moveTo>
                    <a:pt x="0" y="1"/>
                  </a:moveTo>
                  <a:lnTo>
                    <a:pt x="0" y="1812"/>
                  </a:lnTo>
                  <a:lnTo>
                    <a:pt x="305" y="1812"/>
                  </a:lnTo>
                  <a:lnTo>
                    <a:pt x="305"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3"/>
            <p:cNvSpPr/>
            <p:nvPr/>
          </p:nvSpPr>
          <p:spPr>
            <a:xfrm>
              <a:off x="5220315" y="4152251"/>
              <a:ext cx="15699" cy="113548"/>
            </a:xfrm>
            <a:custGeom>
              <a:avLst/>
              <a:gdLst/>
              <a:ahLst/>
              <a:cxnLst/>
              <a:rect l="l" t="t" r="r" b="b"/>
              <a:pathLst>
                <a:path w="305" h="2206" extrusionOk="0">
                  <a:moveTo>
                    <a:pt x="0" y="0"/>
                  </a:moveTo>
                  <a:lnTo>
                    <a:pt x="0" y="2205"/>
                  </a:lnTo>
                  <a:lnTo>
                    <a:pt x="305" y="2205"/>
                  </a:lnTo>
                  <a:lnTo>
                    <a:pt x="305"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3"/>
            <p:cNvSpPr/>
            <p:nvPr/>
          </p:nvSpPr>
          <p:spPr>
            <a:xfrm>
              <a:off x="5679544" y="4126515"/>
              <a:ext cx="15802" cy="144638"/>
            </a:xfrm>
            <a:custGeom>
              <a:avLst/>
              <a:gdLst/>
              <a:ahLst/>
              <a:cxnLst/>
              <a:rect l="l" t="t" r="r" b="b"/>
              <a:pathLst>
                <a:path w="307" h="2810" extrusionOk="0">
                  <a:moveTo>
                    <a:pt x="0" y="1"/>
                  </a:moveTo>
                  <a:lnTo>
                    <a:pt x="0" y="2810"/>
                  </a:lnTo>
                  <a:lnTo>
                    <a:pt x="306" y="2810"/>
                  </a:lnTo>
                  <a:lnTo>
                    <a:pt x="306"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33"/>
            <p:cNvSpPr/>
            <p:nvPr/>
          </p:nvSpPr>
          <p:spPr>
            <a:xfrm>
              <a:off x="4675026" y="3772031"/>
              <a:ext cx="50031" cy="485592"/>
            </a:xfrm>
            <a:custGeom>
              <a:avLst/>
              <a:gdLst/>
              <a:ahLst/>
              <a:cxnLst/>
              <a:rect l="l" t="t" r="r" b="b"/>
              <a:pathLst>
                <a:path w="972" h="9434" extrusionOk="0">
                  <a:moveTo>
                    <a:pt x="638" y="1"/>
                  </a:moveTo>
                  <a:lnTo>
                    <a:pt x="1" y="9433"/>
                  </a:lnTo>
                  <a:lnTo>
                    <a:pt x="334" y="9433"/>
                  </a:lnTo>
                  <a:lnTo>
                    <a:pt x="9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3"/>
            <p:cNvSpPr/>
            <p:nvPr/>
          </p:nvSpPr>
          <p:spPr>
            <a:xfrm>
              <a:off x="4675026" y="4166148"/>
              <a:ext cx="23369" cy="91467"/>
            </a:xfrm>
            <a:custGeom>
              <a:avLst/>
              <a:gdLst/>
              <a:ahLst/>
              <a:cxnLst/>
              <a:rect l="l" t="t" r="r" b="b"/>
              <a:pathLst>
                <a:path w="454" h="1777" extrusionOk="0">
                  <a:moveTo>
                    <a:pt x="120" y="0"/>
                  </a:moveTo>
                  <a:lnTo>
                    <a:pt x="1" y="1776"/>
                  </a:lnTo>
                  <a:lnTo>
                    <a:pt x="334" y="1776"/>
                  </a:lnTo>
                  <a:lnTo>
                    <a:pt x="453"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3"/>
            <p:cNvSpPr/>
            <p:nvPr/>
          </p:nvSpPr>
          <p:spPr>
            <a:xfrm>
              <a:off x="4076052" y="4416711"/>
              <a:ext cx="714335" cy="361337"/>
            </a:xfrm>
            <a:custGeom>
              <a:avLst/>
              <a:gdLst/>
              <a:ahLst/>
              <a:cxnLst/>
              <a:rect l="l" t="t" r="r" b="b"/>
              <a:pathLst>
                <a:path w="13878" h="7020" extrusionOk="0">
                  <a:moveTo>
                    <a:pt x="3680" y="0"/>
                  </a:moveTo>
                  <a:cubicBezTo>
                    <a:pt x="2022" y="0"/>
                    <a:pt x="0" y="375"/>
                    <a:pt x="0" y="375"/>
                  </a:cubicBezTo>
                  <a:cubicBezTo>
                    <a:pt x="226" y="350"/>
                    <a:pt x="446" y="337"/>
                    <a:pt x="661" y="337"/>
                  </a:cubicBezTo>
                  <a:cubicBezTo>
                    <a:pt x="3928" y="337"/>
                    <a:pt x="5907" y="3241"/>
                    <a:pt x="6241" y="7020"/>
                  </a:cubicBezTo>
                  <a:lnTo>
                    <a:pt x="13877" y="7020"/>
                  </a:lnTo>
                  <a:cubicBezTo>
                    <a:pt x="13877" y="7020"/>
                    <a:pt x="10303" y="6223"/>
                    <a:pt x="8703" y="4297"/>
                  </a:cubicBezTo>
                  <a:cubicBezTo>
                    <a:pt x="7862" y="3286"/>
                    <a:pt x="6353" y="673"/>
                    <a:pt x="5361" y="236"/>
                  </a:cubicBezTo>
                  <a:cubicBezTo>
                    <a:pt x="4967" y="62"/>
                    <a:pt x="4353" y="0"/>
                    <a:pt x="36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3"/>
            <p:cNvSpPr/>
            <p:nvPr/>
          </p:nvSpPr>
          <p:spPr>
            <a:xfrm>
              <a:off x="4016448" y="4382998"/>
              <a:ext cx="2075062" cy="410956"/>
            </a:xfrm>
            <a:custGeom>
              <a:avLst/>
              <a:gdLst/>
              <a:ahLst/>
              <a:cxnLst/>
              <a:rect l="l" t="t" r="r" b="b"/>
              <a:pathLst>
                <a:path w="40314" h="7984" extrusionOk="0">
                  <a:moveTo>
                    <a:pt x="4186" y="1"/>
                  </a:moveTo>
                  <a:cubicBezTo>
                    <a:pt x="2143" y="1"/>
                    <a:pt x="0" y="917"/>
                    <a:pt x="526" y="1540"/>
                  </a:cubicBezTo>
                  <a:cubicBezTo>
                    <a:pt x="530" y="1544"/>
                    <a:pt x="537" y="1546"/>
                    <a:pt x="548" y="1546"/>
                  </a:cubicBezTo>
                  <a:cubicBezTo>
                    <a:pt x="742" y="1546"/>
                    <a:pt x="2060" y="785"/>
                    <a:pt x="3736" y="785"/>
                  </a:cubicBezTo>
                  <a:cubicBezTo>
                    <a:pt x="5308" y="785"/>
                    <a:pt x="7196" y="1456"/>
                    <a:pt x="8766" y="4054"/>
                  </a:cubicBezTo>
                  <a:cubicBezTo>
                    <a:pt x="9910" y="5948"/>
                    <a:pt x="11911" y="7980"/>
                    <a:pt x="15298" y="7980"/>
                  </a:cubicBezTo>
                  <a:lnTo>
                    <a:pt x="14850" y="7984"/>
                  </a:lnTo>
                  <a:lnTo>
                    <a:pt x="27313" y="7984"/>
                  </a:lnTo>
                  <a:cubicBezTo>
                    <a:pt x="28064" y="7984"/>
                    <a:pt x="28700" y="7419"/>
                    <a:pt x="28775" y="6673"/>
                  </a:cubicBezTo>
                  <a:cubicBezTo>
                    <a:pt x="29087" y="3544"/>
                    <a:pt x="30851" y="1661"/>
                    <a:pt x="33522" y="1278"/>
                  </a:cubicBezTo>
                  <a:cubicBezTo>
                    <a:pt x="33776" y="1242"/>
                    <a:pt x="34028" y="1224"/>
                    <a:pt x="34278" y="1224"/>
                  </a:cubicBezTo>
                  <a:cubicBezTo>
                    <a:pt x="36991" y="1224"/>
                    <a:pt x="39322" y="3329"/>
                    <a:pt x="39655" y="6233"/>
                  </a:cubicBezTo>
                  <a:cubicBezTo>
                    <a:pt x="39679" y="6442"/>
                    <a:pt x="39692" y="6651"/>
                    <a:pt x="39694" y="6858"/>
                  </a:cubicBezTo>
                  <a:cubicBezTo>
                    <a:pt x="39695" y="7028"/>
                    <a:pt x="39834" y="7162"/>
                    <a:pt x="40000" y="7162"/>
                  </a:cubicBezTo>
                  <a:cubicBezTo>
                    <a:pt x="40014" y="7162"/>
                    <a:pt x="40028" y="7161"/>
                    <a:pt x="40042" y="7159"/>
                  </a:cubicBezTo>
                  <a:cubicBezTo>
                    <a:pt x="40196" y="7138"/>
                    <a:pt x="40308" y="7008"/>
                    <a:pt x="40310" y="6853"/>
                  </a:cubicBezTo>
                  <a:cubicBezTo>
                    <a:pt x="40313" y="6540"/>
                    <a:pt x="40296" y="6223"/>
                    <a:pt x="40254" y="5904"/>
                  </a:cubicBezTo>
                  <a:cubicBezTo>
                    <a:pt x="39831" y="2646"/>
                    <a:pt x="37167" y="283"/>
                    <a:pt x="34109" y="283"/>
                  </a:cubicBezTo>
                  <a:cubicBezTo>
                    <a:pt x="33831" y="283"/>
                    <a:pt x="33550" y="302"/>
                    <a:pt x="33267" y="342"/>
                  </a:cubicBezTo>
                  <a:cubicBezTo>
                    <a:pt x="30253" y="770"/>
                    <a:pt x="28039" y="3393"/>
                    <a:pt x="27900" y="6460"/>
                  </a:cubicBezTo>
                  <a:cubicBezTo>
                    <a:pt x="27877" y="6944"/>
                    <a:pt x="27475" y="7323"/>
                    <a:pt x="26992" y="7340"/>
                  </a:cubicBezTo>
                  <a:cubicBezTo>
                    <a:pt x="25475" y="7392"/>
                    <a:pt x="22327" y="7487"/>
                    <a:pt x="19418" y="7487"/>
                  </a:cubicBezTo>
                  <a:cubicBezTo>
                    <a:pt x="17395" y="7487"/>
                    <a:pt x="15488" y="7441"/>
                    <a:pt x="14323" y="7304"/>
                  </a:cubicBezTo>
                  <a:cubicBezTo>
                    <a:pt x="12247" y="7058"/>
                    <a:pt x="10291" y="5211"/>
                    <a:pt x="9535" y="3916"/>
                  </a:cubicBezTo>
                  <a:cubicBezTo>
                    <a:pt x="7700" y="765"/>
                    <a:pt x="5881" y="11"/>
                    <a:pt x="4222" y="1"/>
                  </a:cubicBezTo>
                  <a:cubicBezTo>
                    <a:pt x="4210" y="1"/>
                    <a:pt x="4198" y="1"/>
                    <a:pt x="418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33"/>
            <p:cNvSpPr/>
            <p:nvPr/>
          </p:nvSpPr>
          <p:spPr>
            <a:xfrm>
              <a:off x="5984462" y="4482543"/>
              <a:ext cx="107011" cy="269098"/>
            </a:xfrm>
            <a:custGeom>
              <a:avLst/>
              <a:gdLst/>
              <a:ahLst/>
              <a:cxnLst/>
              <a:rect l="l" t="t" r="r" b="b"/>
              <a:pathLst>
                <a:path w="2079" h="5228" extrusionOk="0">
                  <a:moveTo>
                    <a:pt x="1" y="1"/>
                  </a:moveTo>
                  <a:cubicBezTo>
                    <a:pt x="886" y="964"/>
                    <a:pt x="1499" y="2227"/>
                    <a:pt x="1683" y="3665"/>
                  </a:cubicBezTo>
                  <a:cubicBezTo>
                    <a:pt x="1723" y="3984"/>
                    <a:pt x="1741" y="4301"/>
                    <a:pt x="1737" y="4613"/>
                  </a:cubicBezTo>
                  <a:cubicBezTo>
                    <a:pt x="1735" y="4768"/>
                    <a:pt x="1625" y="4900"/>
                    <a:pt x="1474" y="4920"/>
                  </a:cubicBezTo>
                  <a:lnTo>
                    <a:pt x="1458" y="4920"/>
                  </a:lnTo>
                  <a:cubicBezTo>
                    <a:pt x="1458" y="4921"/>
                    <a:pt x="1459" y="4923"/>
                    <a:pt x="1459" y="4924"/>
                  </a:cubicBezTo>
                  <a:cubicBezTo>
                    <a:pt x="1460" y="5094"/>
                    <a:pt x="1599" y="5228"/>
                    <a:pt x="1765" y="5228"/>
                  </a:cubicBezTo>
                  <a:cubicBezTo>
                    <a:pt x="1779" y="5228"/>
                    <a:pt x="1793" y="5227"/>
                    <a:pt x="1807" y="5225"/>
                  </a:cubicBezTo>
                  <a:cubicBezTo>
                    <a:pt x="1961" y="5204"/>
                    <a:pt x="2073" y="5074"/>
                    <a:pt x="2075" y="4919"/>
                  </a:cubicBezTo>
                  <a:cubicBezTo>
                    <a:pt x="2078" y="4606"/>
                    <a:pt x="2061" y="4289"/>
                    <a:pt x="2019" y="3970"/>
                  </a:cubicBezTo>
                  <a:cubicBezTo>
                    <a:pt x="1813" y="2374"/>
                    <a:pt x="1066" y="994"/>
                    <a:pt x="1" y="1"/>
                  </a:cubicBezTo>
                  <a:close/>
                </a:path>
              </a:pathLst>
            </a:custGeom>
            <a:solidFill>
              <a:srgbClr val="655C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33"/>
            <p:cNvSpPr/>
            <p:nvPr/>
          </p:nvSpPr>
          <p:spPr>
            <a:xfrm>
              <a:off x="4033793" y="4407653"/>
              <a:ext cx="1933256" cy="386301"/>
            </a:xfrm>
            <a:custGeom>
              <a:avLst/>
              <a:gdLst/>
              <a:ahLst/>
              <a:cxnLst/>
              <a:rect l="l" t="t" r="r" b="b"/>
              <a:pathLst>
                <a:path w="37559" h="7505" extrusionOk="0">
                  <a:moveTo>
                    <a:pt x="3681" y="1"/>
                  </a:moveTo>
                  <a:cubicBezTo>
                    <a:pt x="2033" y="1"/>
                    <a:pt x="737" y="762"/>
                    <a:pt x="546" y="762"/>
                  </a:cubicBezTo>
                  <a:cubicBezTo>
                    <a:pt x="536" y="762"/>
                    <a:pt x="529" y="760"/>
                    <a:pt x="525" y="756"/>
                  </a:cubicBezTo>
                  <a:cubicBezTo>
                    <a:pt x="416" y="625"/>
                    <a:pt x="425" y="482"/>
                    <a:pt x="522" y="336"/>
                  </a:cubicBezTo>
                  <a:lnTo>
                    <a:pt x="522" y="336"/>
                  </a:lnTo>
                  <a:cubicBezTo>
                    <a:pt x="155" y="578"/>
                    <a:pt x="1" y="839"/>
                    <a:pt x="189" y="1061"/>
                  </a:cubicBezTo>
                  <a:cubicBezTo>
                    <a:pt x="193" y="1065"/>
                    <a:pt x="200" y="1067"/>
                    <a:pt x="211" y="1067"/>
                  </a:cubicBezTo>
                  <a:cubicBezTo>
                    <a:pt x="405" y="1067"/>
                    <a:pt x="1723" y="306"/>
                    <a:pt x="3399" y="306"/>
                  </a:cubicBezTo>
                  <a:cubicBezTo>
                    <a:pt x="4971" y="306"/>
                    <a:pt x="6859" y="977"/>
                    <a:pt x="8429" y="3575"/>
                  </a:cubicBezTo>
                  <a:cubicBezTo>
                    <a:pt x="9573" y="5469"/>
                    <a:pt x="11574" y="7501"/>
                    <a:pt x="14961" y="7501"/>
                  </a:cubicBezTo>
                  <a:lnTo>
                    <a:pt x="14513" y="7505"/>
                  </a:lnTo>
                  <a:lnTo>
                    <a:pt x="26976" y="7505"/>
                  </a:lnTo>
                  <a:cubicBezTo>
                    <a:pt x="27727" y="7505"/>
                    <a:pt x="28363" y="6940"/>
                    <a:pt x="28438" y="6194"/>
                  </a:cubicBezTo>
                  <a:cubicBezTo>
                    <a:pt x="28750" y="3065"/>
                    <a:pt x="30514" y="1182"/>
                    <a:pt x="33185" y="799"/>
                  </a:cubicBezTo>
                  <a:cubicBezTo>
                    <a:pt x="33439" y="763"/>
                    <a:pt x="33691" y="745"/>
                    <a:pt x="33940" y="745"/>
                  </a:cubicBezTo>
                  <a:cubicBezTo>
                    <a:pt x="35314" y="745"/>
                    <a:pt x="36590" y="1286"/>
                    <a:pt x="37558" y="2197"/>
                  </a:cubicBezTo>
                  <a:cubicBezTo>
                    <a:pt x="36578" y="1102"/>
                    <a:pt x="35199" y="440"/>
                    <a:pt x="33703" y="440"/>
                  </a:cubicBezTo>
                  <a:cubicBezTo>
                    <a:pt x="33459" y="440"/>
                    <a:pt x="33211" y="457"/>
                    <a:pt x="32961" y="494"/>
                  </a:cubicBezTo>
                  <a:cubicBezTo>
                    <a:pt x="30337" y="878"/>
                    <a:pt x="28603" y="2759"/>
                    <a:pt x="28295" y="5888"/>
                  </a:cubicBezTo>
                  <a:cubicBezTo>
                    <a:pt x="28222" y="6635"/>
                    <a:pt x="27597" y="7200"/>
                    <a:pt x="26860" y="7200"/>
                  </a:cubicBezTo>
                  <a:lnTo>
                    <a:pt x="14607" y="7200"/>
                  </a:lnTo>
                  <a:lnTo>
                    <a:pt x="15047" y="7195"/>
                  </a:lnTo>
                  <a:cubicBezTo>
                    <a:pt x="11718" y="7195"/>
                    <a:pt x="9750" y="5163"/>
                    <a:pt x="8625" y="3270"/>
                  </a:cubicBezTo>
                  <a:cubicBezTo>
                    <a:pt x="7082" y="671"/>
                    <a:pt x="5227" y="1"/>
                    <a:pt x="3681"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33"/>
            <p:cNvSpPr/>
            <p:nvPr/>
          </p:nvSpPr>
          <p:spPr>
            <a:xfrm>
              <a:off x="4110074" y="4630833"/>
              <a:ext cx="169499" cy="154057"/>
            </a:xfrm>
            <a:custGeom>
              <a:avLst/>
              <a:gdLst/>
              <a:ahLst/>
              <a:cxnLst/>
              <a:rect l="l" t="t" r="r" b="b"/>
              <a:pathLst>
                <a:path w="3293" h="2993" extrusionOk="0">
                  <a:moveTo>
                    <a:pt x="1647" y="0"/>
                  </a:moveTo>
                  <a:cubicBezTo>
                    <a:pt x="968" y="0"/>
                    <a:pt x="354" y="464"/>
                    <a:pt x="191" y="1152"/>
                  </a:cubicBezTo>
                  <a:cubicBezTo>
                    <a:pt x="1" y="1957"/>
                    <a:pt x="499" y="2763"/>
                    <a:pt x="1304" y="2952"/>
                  </a:cubicBezTo>
                  <a:cubicBezTo>
                    <a:pt x="1419" y="2980"/>
                    <a:pt x="1535" y="2993"/>
                    <a:pt x="1649" y="2993"/>
                  </a:cubicBezTo>
                  <a:cubicBezTo>
                    <a:pt x="2327" y="2993"/>
                    <a:pt x="2940" y="2529"/>
                    <a:pt x="3103" y="1840"/>
                  </a:cubicBezTo>
                  <a:cubicBezTo>
                    <a:pt x="3293" y="1036"/>
                    <a:pt x="2795" y="231"/>
                    <a:pt x="1991" y="40"/>
                  </a:cubicBezTo>
                  <a:cubicBezTo>
                    <a:pt x="1876" y="13"/>
                    <a:pt x="1760" y="0"/>
                    <a:pt x="16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33"/>
            <p:cNvSpPr/>
            <p:nvPr/>
          </p:nvSpPr>
          <p:spPr>
            <a:xfrm>
              <a:off x="4037499" y="4603450"/>
              <a:ext cx="158535" cy="105570"/>
            </a:xfrm>
            <a:custGeom>
              <a:avLst/>
              <a:gdLst/>
              <a:ahLst/>
              <a:cxnLst/>
              <a:rect l="l" t="t" r="r" b="b"/>
              <a:pathLst>
                <a:path w="3080" h="2051" extrusionOk="0">
                  <a:moveTo>
                    <a:pt x="43" y="1"/>
                  </a:moveTo>
                  <a:cubicBezTo>
                    <a:pt x="38" y="1"/>
                    <a:pt x="35" y="2"/>
                    <a:pt x="33" y="4"/>
                  </a:cubicBezTo>
                  <a:cubicBezTo>
                    <a:pt x="1" y="52"/>
                    <a:pt x="649" y="548"/>
                    <a:pt x="1482" y="1112"/>
                  </a:cubicBezTo>
                  <a:cubicBezTo>
                    <a:pt x="2271" y="1646"/>
                    <a:pt x="2941" y="2051"/>
                    <a:pt x="3037" y="2051"/>
                  </a:cubicBezTo>
                  <a:cubicBezTo>
                    <a:pt x="3042" y="2051"/>
                    <a:pt x="3046" y="2049"/>
                    <a:pt x="3048" y="2047"/>
                  </a:cubicBezTo>
                  <a:cubicBezTo>
                    <a:pt x="3079" y="1999"/>
                    <a:pt x="2431" y="1504"/>
                    <a:pt x="1598" y="940"/>
                  </a:cubicBezTo>
                  <a:cubicBezTo>
                    <a:pt x="808" y="404"/>
                    <a:pt x="137" y="1"/>
                    <a:pt x="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33"/>
            <p:cNvSpPr/>
            <p:nvPr/>
          </p:nvSpPr>
          <p:spPr>
            <a:xfrm>
              <a:off x="4187333" y="4705003"/>
              <a:ext cx="158535" cy="105519"/>
            </a:xfrm>
            <a:custGeom>
              <a:avLst/>
              <a:gdLst/>
              <a:ahLst/>
              <a:cxnLst/>
              <a:rect l="l" t="t" r="r" b="b"/>
              <a:pathLst>
                <a:path w="3080" h="2050" extrusionOk="0">
                  <a:moveTo>
                    <a:pt x="44" y="0"/>
                  </a:moveTo>
                  <a:cubicBezTo>
                    <a:pt x="38" y="0"/>
                    <a:pt x="35" y="2"/>
                    <a:pt x="33" y="4"/>
                  </a:cubicBezTo>
                  <a:cubicBezTo>
                    <a:pt x="1" y="51"/>
                    <a:pt x="649" y="547"/>
                    <a:pt x="1482" y="1111"/>
                  </a:cubicBezTo>
                  <a:cubicBezTo>
                    <a:pt x="2271" y="1645"/>
                    <a:pt x="2941" y="2049"/>
                    <a:pt x="3037" y="2049"/>
                  </a:cubicBezTo>
                  <a:cubicBezTo>
                    <a:pt x="3042" y="2049"/>
                    <a:pt x="3046" y="2048"/>
                    <a:pt x="3048" y="2046"/>
                  </a:cubicBezTo>
                  <a:cubicBezTo>
                    <a:pt x="3079" y="1999"/>
                    <a:pt x="2431" y="1503"/>
                    <a:pt x="1598" y="939"/>
                  </a:cubicBezTo>
                  <a:cubicBezTo>
                    <a:pt x="809" y="405"/>
                    <a:pt x="138" y="0"/>
                    <a:pt x="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33"/>
            <p:cNvSpPr/>
            <p:nvPr/>
          </p:nvSpPr>
          <p:spPr>
            <a:xfrm>
              <a:off x="4085883" y="4704231"/>
              <a:ext cx="110100" cy="155395"/>
            </a:xfrm>
            <a:custGeom>
              <a:avLst/>
              <a:gdLst/>
              <a:ahLst/>
              <a:cxnLst/>
              <a:rect l="l" t="t" r="r" b="b"/>
              <a:pathLst>
                <a:path w="2139" h="3019" extrusionOk="0">
                  <a:moveTo>
                    <a:pt x="2086" y="1"/>
                  </a:moveTo>
                  <a:cubicBezTo>
                    <a:pt x="2020" y="1"/>
                    <a:pt x="1534" y="638"/>
                    <a:pt x="983" y="1451"/>
                  </a:cubicBezTo>
                  <a:cubicBezTo>
                    <a:pt x="420" y="2284"/>
                    <a:pt x="1" y="2985"/>
                    <a:pt x="49" y="3017"/>
                  </a:cubicBezTo>
                  <a:cubicBezTo>
                    <a:pt x="50" y="3018"/>
                    <a:pt x="51" y="3018"/>
                    <a:pt x="53" y="3018"/>
                  </a:cubicBezTo>
                  <a:cubicBezTo>
                    <a:pt x="119" y="3018"/>
                    <a:pt x="605" y="2381"/>
                    <a:pt x="1155" y="1568"/>
                  </a:cubicBezTo>
                  <a:cubicBezTo>
                    <a:pt x="1719" y="735"/>
                    <a:pt x="2138" y="34"/>
                    <a:pt x="2090" y="2"/>
                  </a:cubicBezTo>
                  <a:cubicBezTo>
                    <a:pt x="2089" y="1"/>
                    <a:pt x="2088" y="1"/>
                    <a:pt x="20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33"/>
            <p:cNvSpPr/>
            <p:nvPr/>
          </p:nvSpPr>
          <p:spPr>
            <a:xfrm>
              <a:off x="4187385" y="4554398"/>
              <a:ext cx="110048" cy="155344"/>
            </a:xfrm>
            <a:custGeom>
              <a:avLst/>
              <a:gdLst/>
              <a:ahLst/>
              <a:cxnLst/>
              <a:rect l="l" t="t" r="r" b="b"/>
              <a:pathLst>
                <a:path w="2138" h="3018" extrusionOk="0">
                  <a:moveTo>
                    <a:pt x="2087" y="1"/>
                  </a:moveTo>
                  <a:cubicBezTo>
                    <a:pt x="2020" y="1"/>
                    <a:pt x="1534" y="638"/>
                    <a:pt x="983" y="1451"/>
                  </a:cubicBezTo>
                  <a:cubicBezTo>
                    <a:pt x="420" y="2284"/>
                    <a:pt x="1" y="2985"/>
                    <a:pt x="49" y="3016"/>
                  </a:cubicBezTo>
                  <a:cubicBezTo>
                    <a:pt x="50" y="3017"/>
                    <a:pt x="51" y="3017"/>
                    <a:pt x="53" y="3017"/>
                  </a:cubicBezTo>
                  <a:cubicBezTo>
                    <a:pt x="120" y="3017"/>
                    <a:pt x="605" y="2380"/>
                    <a:pt x="1155" y="1568"/>
                  </a:cubicBezTo>
                  <a:cubicBezTo>
                    <a:pt x="1720" y="735"/>
                    <a:pt x="2138" y="34"/>
                    <a:pt x="2091" y="2"/>
                  </a:cubicBezTo>
                  <a:cubicBezTo>
                    <a:pt x="2090" y="1"/>
                    <a:pt x="2089" y="1"/>
                    <a:pt x="20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33"/>
            <p:cNvSpPr/>
            <p:nvPr/>
          </p:nvSpPr>
          <p:spPr>
            <a:xfrm>
              <a:off x="4153928" y="4526037"/>
              <a:ext cx="41281" cy="184169"/>
            </a:xfrm>
            <a:custGeom>
              <a:avLst/>
              <a:gdLst/>
              <a:ahLst/>
              <a:cxnLst/>
              <a:rect l="l" t="t" r="r" b="b"/>
              <a:pathLst>
                <a:path w="802" h="3578" extrusionOk="0">
                  <a:moveTo>
                    <a:pt x="59" y="1"/>
                  </a:moveTo>
                  <a:cubicBezTo>
                    <a:pt x="58" y="1"/>
                    <a:pt x="58" y="1"/>
                    <a:pt x="58" y="1"/>
                  </a:cubicBezTo>
                  <a:cubicBezTo>
                    <a:pt x="1" y="12"/>
                    <a:pt x="110" y="822"/>
                    <a:pt x="299" y="1809"/>
                  </a:cubicBezTo>
                  <a:cubicBezTo>
                    <a:pt x="488" y="2790"/>
                    <a:pt x="686" y="3577"/>
                    <a:pt x="744" y="3577"/>
                  </a:cubicBezTo>
                  <a:cubicBezTo>
                    <a:pt x="745" y="3577"/>
                    <a:pt x="745" y="3577"/>
                    <a:pt x="745" y="3577"/>
                  </a:cubicBezTo>
                  <a:cubicBezTo>
                    <a:pt x="802" y="3566"/>
                    <a:pt x="693" y="2758"/>
                    <a:pt x="504" y="1769"/>
                  </a:cubicBezTo>
                  <a:cubicBezTo>
                    <a:pt x="316" y="789"/>
                    <a:pt x="117" y="1"/>
                    <a:pt x="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33"/>
            <p:cNvSpPr/>
            <p:nvPr/>
          </p:nvSpPr>
          <p:spPr>
            <a:xfrm>
              <a:off x="4188105" y="4703819"/>
              <a:ext cx="41281" cy="184066"/>
            </a:xfrm>
            <a:custGeom>
              <a:avLst/>
              <a:gdLst/>
              <a:ahLst/>
              <a:cxnLst/>
              <a:rect l="l" t="t" r="r" b="b"/>
              <a:pathLst>
                <a:path w="802" h="3576" extrusionOk="0">
                  <a:moveTo>
                    <a:pt x="59" y="1"/>
                  </a:moveTo>
                  <a:cubicBezTo>
                    <a:pt x="58" y="1"/>
                    <a:pt x="58" y="1"/>
                    <a:pt x="57" y="1"/>
                  </a:cubicBezTo>
                  <a:cubicBezTo>
                    <a:pt x="1" y="12"/>
                    <a:pt x="110" y="820"/>
                    <a:pt x="299" y="1809"/>
                  </a:cubicBezTo>
                  <a:cubicBezTo>
                    <a:pt x="488" y="2789"/>
                    <a:pt x="686" y="3576"/>
                    <a:pt x="744" y="3576"/>
                  </a:cubicBezTo>
                  <a:cubicBezTo>
                    <a:pt x="744" y="3576"/>
                    <a:pt x="745" y="3576"/>
                    <a:pt x="745" y="3576"/>
                  </a:cubicBezTo>
                  <a:cubicBezTo>
                    <a:pt x="802" y="3565"/>
                    <a:pt x="694" y="2756"/>
                    <a:pt x="504" y="1768"/>
                  </a:cubicBezTo>
                  <a:cubicBezTo>
                    <a:pt x="315" y="788"/>
                    <a:pt x="117" y="1"/>
                    <a:pt x="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33"/>
            <p:cNvSpPr/>
            <p:nvPr/>
          </p:nvSpPr>
          <p:spPr>
            <a:xfrm>
              <a:off x="4010219" y="4705621"/>
              <a:ext cx="185250" cy="36957"/>
            </a:xfrm>
            <a:custGeom>
              <a:avLst/>
              <a:gdLst/>
              <a:ahLst/>
              <a:cxnLst/>
              <a:rect l="l" t="t" r="r" b="b"/>
              <a:pathLst>
                <a:path w="3599" h="718" extrusionOk="0">
                  <a:moveTo>
                    <a:pt x="3508" y="0"/>
                  </a:moveTo>
                  <a:cubicBezTo>
                    <a:pt x="3280" y="0"/>
                    <a:pt x="2590" y="101"/>
                    <a:pt x="1780" y="257"/>
                  </a:cubicBezTo>
                  <a:cubicBezTo>
                    <a:pt x="792" y="447"/>
                    <a:pt x="1" y="646"/>
                    <a:pt x="12" y="703"/>
                  </a:cubicBezTo>
                  <a:cubicBezTo>
                    <a:pt x="13" y="713"/>
                    <a:pt x="41" y="718"/>
                    <a:pt x="91" y="718"/>
                  </a:cubicBezTo>
                  <a:cubicBezTo>
                    <a:pt x="318" y="718"/>
                    <a:pt x="1008" y="617"/>
                    <a:pt x="1819" y="461"/>
                  </a:cubicBezTo>
                  <a:cubicBezTo>
                    <a:pt x="2806" y="271"/>
                    <a:pt x="3598" y="72"/>
                    <a:pt x="3587" y="15"/>
                  </a:cubicBezTo>
                  <a:cubicBezTo>
                    <a:pt x="3585" y="5"/>
                    <a:pt x="3558" y="0"/>
                    <a:pt x="35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33"/>
            <p:cNvSpPr/>
            <p:nvPr/>
          </p:nvSpPr>
          <p:spPr>
            <a:xfrm>
              <a:off x="4187951" y="4671444"/>
              <a:ext cx="185250" cy="36957"/>
            </a:xfrm>
            <a:custGeom>
              <a:avLst/>
              <a:gdLst/>
              <a:ahLst/>
              <a:cxnLst/>
              <a:rect l="l" t="t" r="r" b="b"/>
              <a:pathLst>
                <a:path w="3599" h="718" extrusionOk="0">
                  <a:moveTo>
                    <a:pt x="3508" y="0"/>
                  </a:moveTo>
                  <a:cubicBezTo>
                    <a:pt x="3280" y="0"/>
                    <a:pt x="2590" y="101"/>
                    <a:pt x="1780" y="257"/>
                  </a:cubicBezTo>
                  <a:cubicBezTo>
                    <a:pt x="792" y="446"/>
                    <a:pt x="1" y="646"/>
                    <a:pt x="11" y="703"/>
                  </a:cubicBezTo>
                  <a:cubicBezTo>
                    <a:pt x="13" y="713"/>
                    <a:pt x="41" y="718"/>
                    <a:pt x="91" y="718"/>
                  </a:cubicBezTo>
                  <a:cubicBezTo>
                    <a:pt x="318" y="718"/>
                    <a:pt x="1008" y="617"/>
                    <a:pt x="1819" y="461"/>
                  </a:cubicBezTo>
                  <a:cubicBezTo>
                    <a:pt x="2806" y="271"/>
                    <a:pt x="3598" y="72"/>
                    <a:pt x="3587" y="15"/>
                  </a:cubicBezTo>
                  <a:cubicBezTo>
                    <a:pt x="3585" y="5"/>
                    <a:pt x="3558" y="0"/>
                    <a:pt x="35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33"/>
            <p:cNvSpPr/>
            <p:nvPr/>
          </p:nvSpPr>
          <p:spPr>
            <a:xfrm>
              <a:off x="4010528" y="4669797"/>
              <a:ext cx="184941" cy="38604"/>
            </a:xfrm>
            <a:custGeom>
              <a:avLst/>
              <a:gdLst/>
              <a:ahLst/>
              <a:cxnLst/>
              <a:rect l="l" t="t" r="r" b="b"/>
              <a:pathLst>
                <a:path w="3593" h="750" extrusionOk="0">
                  <a:moveTo>
                    <a:pt x="85" y="0"/>
                  </a:moveTo>
                  <a:cubicBezTo>
                    <a:pt x="39" y="0"/>
                    <a:pt x="14" y="5"/>
                    <a:pt x="12" y="15"/>
                  </a:cubicBezTo>
                  <a:cubicBezTo>
                    <a:pt x="0" y="71"/>
                    <a:pt x="790" y="278"/>
                    <a:pt x="1776" y="477"/>
                  </a:cubicBezTo>
                  <a:cubicBezTo>
                    <a:pt x="2591" y="642"/>
                    <a:pt x="3286" y="749"/>
                    <a:pt x="3507" y="749"/>
                  </a:cubicBezTo>
                  <a:cubicBezTo>
                    <a:pt x="3553" y="749"/>
                    <a:pt x="3578" y="745"/>
                    <a:pt x="3580" y="735"/>
                  </a:cubicBezTo>
                  <a:cubicBezTo>
                    <a:pt x="3592" y="679"/>
                    <a:pt x="2802" y="472"/>
                    <a:pt x="1816" y="272"/>
                  </a:cubicBezTo>
                  <a:cubicBezTo>
                    <a:pt x="1001" y="108"/>
                    <a:pt x="307" y="0"/>
                    <a:pt x="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33"/>
            <p:cNvSpPr/>
            <p:nvPr/>
          </p:nvSpPr>
          <p:spPr>
            <a:xfrm>
              <a:off x="4187899" y="4705621"/>
              <a:ext cx="184941" cy="38604"/>
            </a:xfrm>
            <a:custGeom>
              <a:avLst/>
              <a:gdLst/>
              <a:ahLst/>
              <a:cxnLst/>
              <a:rect l="l" t="t" r="r" b="b"/>
              <a:pathLst>
                <a:path w="3593" h="750" extrusionOk="0">
                  <a:moveTo>
                    <a:pt x="86" y="1"/>
                  </a:moveTo>
                  <a:cubicBezTo>
                    <a:pt x="40" y="1"/>
                    <a:pt x="14" y="5"/>
                    <a:pt x="12" y="15"/>
                  </a:cubicBezTo>
                  <a:cubicBezTo>
                    <a:pt x="0" y="71"/>
                    <a:pt x="790" y="278"/>
                    <a:pt x="1776" y="476"/>
                  </a:cubicBezTo>
                  <a:cubicBezTo>
                    <a:pt x="2594" y="641"/>
                    <a:pt x="3288" y="750"/>
                    <a:pt x="3509" y="750"/>
                  </a:cubicBezTo>
                  <a:cubicBezTo>
                    <a:pt x="3554" y="750"/>
                    <a:pt x="3580" y="745"/>
                    <a:pt x="3582" y="735"/>
                  </a:cubicBezTo>
                  <a:cubicBezTo>
                    <a:pt x="3593" y="679"/>
                    <a:pt x="2803" y="472"/>
                    <a:pt x="1818" y="273"/>
                  </a:cubicBezTo>
                  <a:cubicBezTo>
                    <a:pt x="1002" y="108"/>
                    <a:pt x="307" y="1"/>
                    <a:pt x="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33"/>
            <p:cNvSpPr/>
            <p:nvPr/>
          </p:nvSpPr>
          <p:spPr>
            <a:xfrm>
              <a:off x="4152281" y="4703819"/>
              <a:ext cx="42928" cy="183757"/>
            </a:xfrm>
            <a:custGeom>
              <a:avLst/>
              <a:gdLst/>
              <a:ahLst/>
              <a:cxnLst/>
              <a:rect l="l" t="t" r="r" b="b"/>
              <a:pathLst>
                <a:path w="834" h="3570" extrusionOk="0">
                  <a:moveTo>
                    <a:pt x="777" y="1"/>
                  </a:moveTo>
                  <a:cubicBezTo>
                    <a:pt x="719" y="1"/>
                    <a:pt x="514" y="786"/>
                    <a:pt x="316" y="1765"/>
                  </a:cubicBezTo>
                  <a:cubicBezTo>
                    <a:pt x="117" y="2750"/>
                    <a:pt x="0" y="3558"/>
                    <a:pt x="57" y="3569"/>
                  </a:cubicBezTo>
                  <a:cubicBezTo>
                    <a:pt x="57" y="3569"/>
                    <a:pt x="58" y="3569"/>
                    <a:pt x="58" y="3569"/>
                  </a:cubicBezTo>
                  <a:cubicBezTo>
                    <a:pt x="117" y="3569"/>
                    <a:pt x="322" y="2784"/>
                    <a:pt x="519" y="1805"/>
                  </a:cubicBezTo>
                  <a:cubicBezTo>
                    <a:pt x="719" y="820"/>
                    <a:pt x="834" y="12"/>
                    <a:pt x="778" y="1"/>
                  </a:cubicBezTo>
                  <a:cubicBezTo>
                    <a:pt x="778" y="1"/>
                    <a:pt x="778" y="1"/>
                    <a:pt x="7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33"/>
            <p:cNvSpPr/>
            <p:nvPr/>
          </p:nvSpPr>
          <p:spPr>
            <a:xfrm>
              <a:off x="4188105" y="4526397"/>
              <a:ext cx="42980" cy="183808"/>
            </a:xfrm>
            <a:custGeom>
              <a:avLst/>
              <a:gdLst/>
              <a:ahLst/>
              <a:cxnLst/>
              <a:rect l="l" t="t" r="r" b="b"/>
              <a:pathLst>
                <a:path w="835" h="3571" extrusionOk="0">
                  <a:moveTo>
                    <a:pt x="777" y="0"/>
                  </a:moveTo>
                  <a:cubicBezTo>
                    <a:pt x="718" y="0"/>
                    <a:pt x="513" y="786"/>
                    <a:pt x="315" y="1765"/>
                  </a:cubicBezTo>
                  <a:cubicBezTo>
                    <a:pt x="116" y="2751"/>
                    <a:pt x="1" y="3559"/>
                    <a:pt x="57" y="3570"/>
                  </a:cubicBezTo>
                  <a:cubicBezTo>
                    <a:pt x="58" y="3570"/>
                    <a:pt x="58" y="3570"/>
                    <a:pt x="59" y="3570"/>
                  </a:cubicBezTo>
                  <a:cubicBezTo>
                    <a:pt x="117" y="3570"/>
                    <a:pt x="322" y="2784"/>
                    <a:pt x="520" y="1806"/>
                  </a:cubicBezTo>
                  <a:cubicBezTo>
                    <a:pt x="719" y="821"/>
                    <a:pt x="834" y="13"/>
                    <a:pt x="778" y="1"/>
                  </a:cubicBezTo>
                  <a:cubicBezTo>
                    <a:pt x="777" y="1"/>
                    <a:pt x="777" y="0"/>
                    <a:pt x="7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33"/>
            <p:cNvSpPr/>
            <p:nvPr/>
          </p:nvSpPr>
          <p:spPr>
            <a:xfrm>
              <a:off x="4087324" y="4553471"/>
              <a:ext cx="108658" cy="156322"/>
            </a:xfrm>
            <a:custGeom>
              <a:avLst/>
              <a:gdLst/>
              <a:ahLst/>
              <a:cxnLst/>
              <a:rect l="l" t="t" r="r" b="b"/>
              <a:pathLst>
                <a:path w="2111" h="3037" extrusionOk="0">
                  <a:moveTo>
                    <a:pt x="52" y="0"/>
                  </a:moveTo>
                  <a:cubicBezTo>
                    <a:pt x="50" y="0"/>
                    <a:pt x="49" y="1"/>
                    <a:pt x="48" y="1"/>
                  </a:cubicBezTo>
                  <a:cubicBezTo>
                    <a:pt x="0" y="33"/>
                    <a:pt x="412" y="738"/>
                    <a:pt x="969" y="1576"/>
                  </a:cubicBezTo>
                  <a:cubicBezTo>
                    <a:pt x="1512" y="2394"/>
                    <a:pt x="1991" y="3036"/>
                    <a:pt x="2058" y="3036"/>
                  </a:cubicBezTo>
                  <a:cubicBezTo>
                    <a:pt x="2060" y="3036"/>
                    <a:pt x="2061" y="3036"/>
                    <a:pt x="2062" y="3035"/>
                  </a:cubicBezTo>
                  <a:cubicBezTo>
                    <a:pt x="2110" y="3004"/>
                    <a:pt x="1698" y="2299"/>
                    <a:pt x="1142" y="1461"/>
                  </a:cubicBezTo>
                  <a:cubicBezTo>
                    <a:pt x="598" y="642"/>
                    <a:pt x="119" y="0"/>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33"/>
            <p:cNvSpPr/>
            <p:nvPr/>
          </p:nvSpPr>
          <p:spPr>
            <a:xfrm>
              <a:off x="4187385" y="4704231"/>
              <a:ext cx="108658" cy="156322"/>
            </a:xfrm>
            <a:custGeom>
              <a:avLst/>
              <a:gdLst/>
              <a:ahLst/>
              <a:cxnLst/>
              <a:rect l="l" t="t" r="r" b="b"/>
              <a:pathLst>
                <a:path w="2111" h="3037" extrusionOk="0">
                  <a:moveTo>
                    <a:pt x="53" y="1"/>
                  </a:moveTo>
                  <a:cubicBezTo>
                    <a:pt x="51" y="1"/>
                    <a:pt x="50" y="1"/>
                    <a:pt x="49" y="2"/>
                  </a:cubicBezTo>
                  <a:cubicBezTo>
                    <a:pt x="1" y="33"/>
                    <a:pt x="413" y="738"/>
                    <a:pt x="969" y="1576"/>
                  </a:cubicBezTo>
                  <a:cubicBezTo>
                    <a:pt x="1512" y="2395"/>
                    <a:pt x="1992" y="3037"/>
                    <a:pt x="2059" y="3037"/>
                  </a:cubicBezTo>
                  <a:cubicBezTo>
                    <a:pt x="2060" y="3037"/>
                    <a:pt x="2062" y="3036"/>
                    <a:pt x="2063" y="3036"/>
                  </a:cubicBezTo>
                  <a:cubicBezTo>
                    <a:pt x="2111" y="3003"/>
                    <a:pt x="1699" y="2299"/>
                    <a:pt x="1142" y="1461"/>
                  </a:cubicBezTo>
                  <a:cubicBezTo>
                    <a:pt x="599" y="643"/>
                    <a:pt x="119" y="1"/>
                    <a:pt x="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33"/>
            <p:cNvSpPr/>
            <p:nvPr/>
          </p:nvSpPr>
          <p:spPr>
            <a:xfrm>
              <a:off x="4036573" y="4705003"/>
              <a:ext cx="159462" cy="104129"/>
            </a:xfrm>
            <a:custGeom>
              <a:avLst/>
              <a:gdLst/>
              <a:ahLst/>
              <a:cxnLst/>
              <a:rect l="l" t="t" r="r" b="b"/>
              <a:pathLst>
                <a:path w="3098" h="2023" extrusionOk="0">
                  <a:moveTo>
                    <a:pt x="3055" y="0"/>
                  </a:moveTo>
                  <a:cubicBezTo>
                    <a:pt x="2959" y="0"/>
                    <a:pt x="2284" y="398"/>
                    <a:pt x="1491" y="925"/>
                  </a:cubicBezTo>
                  <a:cubicBezTo>
                    <a:pt x="654" y="1481"/>
                    <a:pt x="0" y="1971"/>
                    <a:pt x="32" y="2018"/>
                  </a:cubicBezTo>
                  <a:cubicBezTo>
                    <a:pt x="33" y="2021"/>
                    <a:pt x="37" y="2022"/>
                    <a:pt x="42" y="2022"/>
                  </a:cubicBezTo>
                  <a:cubicBezTo>
                    <a:pt x="139" y="2022"/>
                    <a:pt x="813" y="1624"/>
                    <a:pt x="1606" y="1098"/>
                  </a:cubicBezTo>
                  <a:cubicBezTo>
                    <a:pt x="2444" y="542"/>
                    <a:pt x="3097" y="52"/>
                    <a:pt x="3066" y="4"/>
                  </a:cubicBezTo>
                  <a:cubicBezTo>
                    <a:pt x="3064" y="2"/>
                    <a:pt x="3060" y="0"/>
                    <a:pt x="30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33"/>
            <p:cNvSpPr/>
            <p:nvPr/>
          </p:nvSpPr>
          <p:spPr>
            <a:xfrm>
              <a:off x="4187333" y="4604891"/>
              <a:ext cx="159462" cy="104129"/>
            </a:xfrm>
            <a:custGeom>
              <a:avLst/>
              <a:gdLst/>
              <a:ahLst/>
              <a:cxnLst/>
              <a:rect l="l" t="t" r="r" b="b"/>
              <a:pathLst>
                <a:path w="3098" h="2023" extrusionOk="0">
                  <a:moveTo>
                    <a:pt x="3055" y="1"/>
                  </a:moveTo>
                  <a:cubicBezTo>
                    <a:pt x="2959" y="1"/>
                    <a:pt x="2285" y="399"/>
                    <a:pt x="1491" y="925"/>
                  </a:cubicBezTo>
                  <a:cubicBezTo>
                    <a:pt x="655" y="1481"/>
                    <a:pt x="1" y="1971"/>
                    <a:pt x="32" y="2019"/>
                  </a:cubicBezTo>
                  <a:cubicBezTo>
                    <a:pt x="34" y="2021"/>
                    <a:pt x="37" y="2023"/>
                    <a:pt x="43" y="2023"/>
                  </a:cubicBezTo>
                  <a:cubicBezTo>
                    <a:pt x="140" y="2023"/>
                    <a:pt x="813" y="1625"/>
                    <a:pt x="1607" y="1098"/>
                  </a:cubicBezTo>
                  <a:cubicBezTo>
                    <a:pt x="2445" y="542"/>
                    <a:pt x="3098" y="52"/>
                    <a:pt x="3066" y="5"/>
                  </a:cubicBezTo>
                  <a:cubicBezTo>
                    <a:pt x="3064" y="2"/>
                    <a:pt x="3061" y="1"/>
                    <a:pt x="30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3"/>
            <p:cNvSpPr/>
            <p:nvPr/>
          </p:nvSpPr>
          <p:spPr>
            <a:xfrm>
              <a:off x="3976866" y="4502566"/>
              <a:ext cx="436281" cy="409567"/>
            </a:xfrm>
            <a:custGeom>
              <a:avLst/>
              <a:gdLst/>
              <a:ahLst/>
              <a:cxnLst/>
              <a:rect l="l" t="t" r="r" b="b"/>
              <a:pathLst>
                <a:path w="8476" h="7957" extrusionOk="0">
                  <a:moveTo>
                    <a:pt x="4249" y="1014"/>
                  </a:moveTo>
                  <a:cubicBezTo>
                    <a:pt x="5721" y="1014"/>
                    <a:pt x="7002" y="2090"/>
                    <a:pt x="7203" y="3576"/>
                  </a:cubicBezTo>
                  <a:cubicBezTo>
                    <a:pt x="7424" y="5198"/>
                    <a:pt x="6275" y="6694"/>
                    <a:pt x="4637" y="6916"/>
                  </a:cubicBezTo>
                  <a:cubicBezTo>
                    <a:pt x="4499" y="6934"/>
                    <a:pt x="4361" y="6944"/>
                    <a:pt x="4226" y="6944"/>
                  </a:cubicBezTo>
                  <a:cubicBezTo>
                    <a:pt x="2754" y="6944"/>
                    <a:pt x="1473" y="5867"/>
                    <a:pt x="1272" y="4381"/>
                  </a:cubicBezTo>
                  <a:cubicBezTo>
                    <a:pt x="1052" y="2759"/>
                    <a:pt x="2202" y="1263"/>
                    <a:pt x="3839" y="1041"/>
                  </a:cubicBezTo>
                  <a:cubicBezTo>
                    <a:pt x="3977" y="1023"/>
                    <a:pt x="4114" y="1014"/>
                    <a:pt x="4249" y="1014"/>
                  </a:cubicBezTo>
                  <a:close/>
                  <a:moveTo>
                    <a:pt x="4244" y="0"/>
                  </a:moveTo>
                  <a:cubicBezTo>
                    <a:pt x="4065" y="0"/>
                    <a:pt x="3885" y="12"/>
                    <a:pt x="3703" y="37"/>
                  </a:cubicBezTo>
                  <a:cubicBezTo>
                    <a:pt x="1526" y="332"/>
                    <a:pt x="0" y="2336"/>
                    <a:pt x="296" y="4514"/>
                  </a:cubicBezTo>
                  <a:cubicBezTo>
                    <a:pt x="567" y="6509"/>
                    <a:pt x="2273" y="7957"/>
                    <a:pt x="4232" y="7957"/>
                  </a:cubicBezTo>
                  <a:cubicBezTo>
                    <a:pt x="4411" y="7957"/>
                    <a:pt x="4591" y="7945"/>
                    <a:pt x="4773" y="7920"/>
                  </a:cubicBezTo>
                  <a:cubicBezTo>
                    <a:pt x="6949" y="7625"/>
                    <a:pt x="8475" y="5621"/>
                    <a:pt x="8179" y="3443"/>
                  </a:cubicBezTo>
                  <a:cubicBezTo>
                    <a:pt x="7909" y="1448"/>
                    <a:pt x="6202" y="0"/>
                    <a:pt x="42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3"/>
            <p:cNvSpPr/>
            <p:nvPr/>
          </p:nvSpPr>
          <p:spPr>
            <a:xfrm>
              <a:off x="3976866" y="4502566"/>
              <a:ext cx="436281" cy="409567"/>
            </a:xfrm>
            <a:custGeom>
              <a:avLst/>
              <a:gdLst/>
              <a:ahLst/>
              <a:cxnLst/>
              <a:rect l="l" t="t" r="r" b="b"/>
              <a:pathLst>
                <a:path w="8476" h="7957" extrusionOk="0">
                  <a:moveTo>
                    <a:pt x="4236" y="1015"/>
                  </a:moveTo>
                  <a:cubicBezTo>
                    <a:pt x="4388" y="1015"/>
                    <a:pt x="4538" y="1026"/>
                    <a:pt x="4685" y="1048"/>
                  </a:cubicBezTo>
                  <a:cubicBezTo>
                    <a:pt x="4641" y="1221"/>
                    <a:pt x="4592" y="1426"/>
                    <a:pt x="4542" y="1651"/>
                  </a:cubicBezTo>
                  <a:cubicBezTo>
                    <a:pt x="4609" y="1654"/>
                    <a:pt x="4674" y="1660"/>
                    <a:pt x="4739" y="1668"/>
                  </a:cubicBezTo>
                  <a:cubicBezTo>
                    <a:pt x="4778" y="1448"/>
                    <a:pt x="4812" y="1247"/>
                    <a:pt x="4837" y="1075"/>
                  </a:cubicBezTo>
                  <a:cubicBezTo>
                    <a:pt x="5179" y="1144"/>
                    <a:pt x="5503" y="1268"/>
                    <a:pt x="5795" y="1444"/>
                  </a:cubicBezTo>
                  <a:cubicBezTo>
                    <a:pt x="5703" y="1565"/>
                    <a:pt x="5598" y="1709"/>
                    <a:pt x="5486" y="1865"/>
                  </a:cubicBezTo>
                  <a:cubicBezTo>
                    <a:pt x="5546" y="1890"/>
                    <a:pt x="5602" y="1919"/>
                    <a:pt x="5659" y="1947"/>
                  </a:cubicBezTo>
                  <a:cubicBezTo>
                    <a:pt x="5758" y="1793"/>
                    <a:pt x="5847" y="1651"/>
                    <a:pt x="5921" y="1527"/>
                  </a:cubicBezTo>
                  <a:cubicBezTo>
                    <a:pt x="6205" y="1718"/>
                    <a:pt x="6456" y="1954"/>
                    <a:pt x="6660" y="2232"/>
                  </a:cubicBezTo>
                  <a:cubicBezTo>
                    <a:pt x="6566" y="2287"/>
                    <a:pt x="6459" y="2353"/>
                    <a:pt x="6345" y="2422"/>
                  </a:cubicBezTo>
                  <a:cubicBezTo>
                    <a:pt x="6390" y="2464"/>
                    <a:pt x="6434" y="2506"/>
                    <a:pt x="6475" y="2551"/>
                  </a:cubicBezTo>
                  <a:cubicBezTo>
                    <a:pt x="6573" y="2481"/>
                    <a:pt x="6663" y="2415"/>
                    <a:pt x="6743" y="2355"/>
                  </a:cubicBezTo>
                  <a:cubicBezTo>
                    <a:pt x="6933" y="2644"/>
                    <a:pt x="7077" y="2970"/>
                    <a:pt x="7156" y="3323"/>
                  </a:cubicBezTo>
                  <a:cubicBezTo>
                    <a:pt x="7110" y="3330"/>
                    <a:pt x="7061" y="3336"/>
                    <a:pt x="7010" y="3344"/>
                  </a:cubicBezTo>
                  <a:cubicBezTo>
                    <a:pt x="7033" y="3394"/>
                    <a:pt x="7054" y="3444"/>
                    <a:pt x="7075" y="3494"/>
                  </a:cubicBezTo>
                  <a:cubicBezTo>
                    <a:pt x="7112" y="3486"/>
                    <a:pt x="7149" y="3477"/>
                    <a:pt x="7183" y="3468"/>
                  </a:cubicBezTo>
                  <a:cubicBezTo>
                    <a:pt x="7189" y="3504"/>
                    <a:pt x="7199" y="3539"/>
                    <a:pt x="7203" y="3576"/>
                  </a:cubicBezTo>
                  <a:cubicBezTo>
                    <a:pt x="7225" y="3736"/>
                    <a:pt x="7232" y="3895"/>
                    <a:pt x="7228" y="4051"/>
                  </a:cubicBezTo>
                  <a:cubicBezTo>
                    <a:pt x="7256" y="4212"/>
                    <a:pt x="7274" y="4378"/>
                    <a:pt x="7274" y="4548"/>
                  </a:cubicBezTo>
                  <a:cubicBezTo>
                    <a:pt x="7274" y="6153"/>
                    <a:pt x="5972" y="7453"/>
                    <a:pt x="4368" y="7453"/>
                  </a:cubicBezTo>
                  <a:cubicBezTo>
                    <a:pt x="3032" y="7453"/>
                    <a:pt x="1910" y="6551"/>
                    <a:pt x="1570" y="5324"/>
                  </a:cubicBezTo>
                  <a:cubicBezTo>
                    <a:pt x="1455" y="5099"/>
                    <a:pt x="1369" y="4859"/>
                    <a:pt x="1314" y="4603"/>
                  </a:cubicBezTo>
                  <a:cubicBezTo>
                    <a:pt x="1360" y="4597"/>
                    <a:pt x="1413" y="4588"/>
                    <a:pt x="1464" y="4580"/>
                  </a:cubicBezTo>
                  <a:cubicBezTo>
                    <a:pt x="1464" y="4569"/>
                    <a:pt x="1462" y="4559"/>
                    <a:pt x="1462" y="4548"/>
                  </a:cubicBezTo>
                  <a:cubicBezTo>
                    <a:pt x="1462" y="4499"/>
                    <a:pt x="1467" y="4451"/>
                    <a:pt x="1469" y="4403"/>
                  </a:cubicBezTo>
                  <a:lnTo>
                    <a:pt x="1469" y="4403"/>
                  </a:lnTo>
                  <a:cubicBezTo>
                    <a:pt x="1406" y="4417"/>
                    <a:pt x="1342" y="4432"/>
                    <a:pt x="1284" y="4446"/>
                  </a:cubicBezTo>
                  <a:cubicBezTo>
                    <a:pt x="1281" y="4425"/>
                    <a:pt x="1275" y="4403"/>
                    <a:pt x="1272" y="4381"/>
                  </a:cubicBezTo>
                  <a:cubicBezTo>
                    <a:pt x="1230" y="4070"/>
                    <a:pt x="1240" y="3764"/>
                    <a:pt x="1291" y="3471"/>
                  </a:cubicBezTo>
                  <a:cubicBezTo>
                    <a:pt x="1396" y="3498"/>
                    <a:pt x="1515" y="3526"/>
                    <a:pt x="1640" y="3555"/>
                  </a:cubicBezTo>
                  <a:cubicBezTo>
                    <a:pt x="1661" y="3495"/>
                    <a:pt x="1684" y="3437"/>
                    <a:pt x="1709" y="3379"/>
                  </a:cubicBezTo>
                  <a:cubicBezTo>
                    <a:pt x="1571" y="3355"/>
                    <a:pt x="1441" y="3333"/>
                    <a:pt x="1326" y="3315"/>
                  </a:cubicBezTo>
                  <a:cubicBezTo>
                    <a:pt x="1403" y="2988"/>
                    <a:pt x="1532" y="2679"/>
                    <a:pt x="1711" y="2400"/>
                  </a:cubicBezTo>
                  <a:cubicBezTo>
                    <a:pt x="1832" y="2491"/>
                    <a:pt x="1972" y="2592"/>
                    <a:pt x="2124" y="2701"/>
                  </a:cubicBezTo>
                  <a:cubicBezTo>
                    <a:pt x="2166" y="2650"/>
                    <a:pt x="2211" y="2603"/>
                    <a:pt x="2256" y="2555"/>
                  </a:cubicBezTo>
                  <a:cubicBezTo>
                    <a:pt x="2091" y="2447"/>
                    <a:pt x="1937" y="2352"/>
                    <a:pt x="1802" y="2268"/>
                  </a:cubicBezTo>
                  <a:cubicBezTo>
                    <a:pt x="1992" y="2005"/>
                    <a:pt x="2221" y="1769"/>
                    <a:pt x="2489" y="1578"/>
                  </a:cubicBezTo>
                  <a:cubicBezTo>
                    <a:pt x="2579" y="1730"/>
                    <a:pt x="2689" y="1908"/>
                    <a:pt x="2810" y="2097"/>
                  </a:cubicBezTo>
                  <a:cubicBezTo>
                    <a:pt x="2865" y="2061"/>
                    <a:pt x="2921" y="2026"/>
                    <a:pt x="2980" y="1995"/>
                  </a:cubicBezTo>
                  <a:cubicBezTo>
                    <a:pt x="2850" y="1806"/>
                    <a:pt x="2728" y="1635"/>
                    <a:pt x="2622" y="1491"/>
                  </a:cubicBezTo>
                  <a:cubicBezTo>
                    <a:pt x="2899" y="1313"/>
                    <a:pt x="3206" y="1176"/>
                    <a:pt x="3540" y="1097"/>
                  </a:cubicBezTo>
                  <a:cubicBezTo>
                    <a:pt x="3566" y="1282"/>
                    <a:pt x="3602" y="1500"/>
                    <a:pt x="3643" y="1737"/>
                  </a:cubicBezTo>
                  <a:cubicBezTo>
                    <a:pt x="3707" y="1720"/>
                    <a:pt x="3771" y="1704"/>
                    <a:pt x="3836" y="1692"/>
                  </a:cubicBezTo>
                  <a:cubicBezTo>
                    <a:pt x="3787" y="1460"/>
                    <a:pt x="3739" y="1247"/>
                    <a:pt x="3696" y="1069"/>
                  </a:cubicBezTo>
                  <a:cubicBezTo>
                    <a:pt x="3744" y="1059"/>
                    <a:pt x="3790" y="1048"/>
                    <a:pt x="3839" y="1041"/>
                  </a:cubicBezTo>
                  <a:cubicBezTo>
                    <a:pt x="3973" y="1023"/>
                    <a:pt x="4105" y="1015"/>
                    <a:pt x="4236" y="1015"/>
                  </a:cubicBezTo>
                  <a:close/>
                  <a:moveTo>
                    <a:pt x="4244" y="0"/>
                  </a:moveTo>
                  <a:cubicBezTo>
                    <a:pt x="4065" y="0"/>
                    <a:pt x="3885" y="12"/>
                    <a:pt x="3703" y="37"/>
                  </a:cubicBezTo>
                  <a:cubicBezTo>
                    <a:pt x="1526" y="332"/>
                    <a:pt x="0" y="2336"/>
                    <a:pt x="296" y="4514"/>
                  </a:cubicBezTo>
                  <a:cubicBezTo>
                    <a:pt x="567" y="6509"/>
                    <a:pt x="2273" y="7957"/>
                    <a:pt x="4232" y="7957"/>
                  </a:cubicBezTo>
                  <a:cubicBezTo>
                    <a:pt x="4411" y="7957"/>
                    <a:pt x="4591" y="7945"/>
                    <a:pt x="4773" y="7920"/>
                  </a:cubicBezTo>
                  <a:cubicBezTo>
                    <a:pt x="6949" y="7625"/>
                    <a:pt x="8475" y="5621"/>
                    <a:pt x="8179" y="3443"/>
                  </a:cubicBezTo>
                  <a:cubicBezTo>
                    <a:pt x="7909" y="1448"/>
                    <a:pt x="6202" y="0"/>
                    <a:pt x="4244"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3"/>
            <p:cNvSpPr/>
            <p:nvPr/>
          </p:nvSpPr>
          <p:spPr>
            <a:xfrm>
              <a:off x="3943924" y="4471580"/>
              <a:ext cx="502166" cy="471540"/>
            </a:xfrm>
            <a:custGeom>
              <a:avLst/>
              <a:gdLst/>
              <a:ahLst/>
              <a:cxnLst/>
              <a:rect l="l" t="t" r="r" b="b"/>
              <a:pathLst>
                <a:path w="9756" h="9161" extrusionOk="0">
                  <a:moveTo>
                    <a:pt x="4892" y="1167"/>
                  </a:moveTo>
                  <a:cubicBezTo>
                    <a:pt x="6586" y="1167"/>
                    <a:pt x="8060" y="2407"/>
                    <a:pt x="8292" y="4117"/>
                  </a:cubicBezTo>
                  <a:cubicBezTo>
                    <a:pt x="8545" y="5984"/>
                    <a:pt x="7223" y="7706"/>
                    <a:pt x="5337" y="7963"/>
                  </a:cubicBezTo>
                  <a:cubicBezTo>
                    <a:pt x="5178" y="7984"/>
                    <a:pt x="5021" y="7995"/>
                    <a:pt x="4865" y="7995"/>
                  </a:cubicBezTo>
                  <a:cubicBezTo>
                    <a:pt x="3170" y="7995"/>
                    <a:pt x="1696" y="6754"/>
                    <a:pt x="1464" y="5044"/>
                  </a:cubicBezTo>
                  <a:cubicBezTo>
                    <a:pt x="1210" y="3177"/>
                    <a:pt x="2534" y="1455"/>
                    <a:pt x="4418" y="1199"/>
                  </a:cubicBezTo>
                  <a:cubicBezTo>
                    <a:pt x="4578" y="1178"/>
                    <a:pt x="4736" y="1167"/>
                    <a:pt x="4892" y="1167"/>
                  </a:cubicBezTo>
                  <a:close/>
                  <a:moveTo>
                    <a:pt x="4884" y="0"/>
                  </a:moveTo>
                  <a:cubicBezTo>
                    <a:pt x="4679" y="0"/>
                    <a:pt x="4471" y="14"/>
                    <a:pt x="4262" y="43"/>
                  </a:cubicBezTo>
                  <a:cubicBezTo>
                    <a:pt x="1756" y="383"/>
                    <a:pt x="0" y="2690"/>
                    <a:pt x="340" y="5196"/>
                  </a:cubicBezTo>
                  <a:cubicBezTo>
                    <a:pt x="652" y="7493"/>
                    <a:pt x="2616" y="9161"/>
                    <a:pt x="4871" y="9161"/>
                  </a:cubicBezTo>
                  <a:cubicBezTo>
                    <a:pt x="5077" y="9161"/>
                    <a:pt x="5284" y="9147"/>
                    <a:pt x="5493" y="9118"/>
                  </a:cubicBezTo>
                  <a:cubicBezTo>
                    <a:pt x="8000" y="8779"/>
                    <a:pt x="9756" y="6471"/>
                    <a:pt x="9415" y="3965"/>
                  </a:cubicBezTo>
                  <a:cubicBezTo>
                    <a:pt x="9104" y="1668"/>
                    <a:pt x="7139" y="0"/>
                    <a:pt x="48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3"/>
            <p:cNvSpPr/>
            <p:nvPr/>
          </p:nvSpPr>
          <p:spPr>
            <a:xfrm>
              <a:off x="4159641" y="4674481"/>
              <a:ext cx="70723" cy="65782"/>
            </a:xfrm>
            <a:custGeom>
              <a:avLst/>
              <a:gdLst/>
              <a:ahLst/>
              <a:cxnLst/>
              <a:rect l="l" t="t" r="r" b="b"/>
              <a:pathLst>
                <a:path w="1374" h="1278" extrusionOk="0">
                  <a:moveTo>
                    <a:pt x="689" y="0"/>
                  </a:moveTo>
                  <a:cubicBezTo>
                    <a:pt x="660" y="0"/>
                    <a:pt x="630" y="2"/>
                    <a:pt x="601" y="6"/>
                  </a:cubicBezTo>
                  <a:cubicBezTo>
                    <a:pt x="248" y="54"/>
                    <a:pt x="1" y="376"/>
                    <a:pt x="48" y="726"/>
                  </a:cubicBezTo>
                  <a:cubicBezTo>
                    <a:pt x="92" y="1046"/>
                    <a:pt x="367" y="1278"/>
                    <a:pt x="684" y="1278"/>
                  </a:cubicBezTo>
                  <a:cubicBezTo>
                    <a:pt x="713" y="1278"/>
                    <a:pt x="743" y="1276"/>
                    <a:pt x="773" y="1272"/>
                  </a:cubicBezTo>
                  <a:cubicBezTo>
                    <a:pt x="1125" y="1224"/>
                    <a:pt x="1373" y="902"/>
                    <a:pt x="1325" y="551"/>
                  </a:cubicBezTo>
                  <a:cubicBezTo>
                    <a:pt x="1282" y="232"/>
                    <a:pt x="1007" y="0"/>
                    <a:pt x="6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3"/>
            <p:cNvSpPr/>
            <p:nvPr/>
          </p:nvSpPr>
          <p:spPr>
            <a:xfrm>
              <a:off x="3954476" y="4471580"/>
              <a:ext cx="476584" cy="245215"/>
            </a:xfrm>
            <a:custGeom>
              <a:avLst/>
              <a:gdLst/>
              <a:ahLst/>
              <a:cxnLst/>
              <a:rect l="l" t="t" r="r" b="b"/>
              <a:pathLst>
                <a:path w="9259" h="4764" extrusionOk="0">
                  <a:moveTo>
                    <a:pt x="4679" y="0"/>
                  </a:moveTo>
                  <a:cubicBezTo>
                    <a:pt x="4474" y="0"/>
                    <a:pt x="4266" y="14"/>
                    <a:pt x="4057" y="43"/>
                  </a:cubicBezTo>
                  <a:cubicBezTo>
                    <a:pt x="1695" y="363"/>
                    <a:pt x="1" y="2430"/>
                    <a:pt x="98" y="4763"/>
                  </a:cubicBezTo>
                  <a:cubicBezTo>
                    <a:pt x="179" y="2580"/>
                    <a:pt x="1818" y="708"/>
                    <a:pt x="4057" y="403"/>
                  </a:cubicBezTo>
                  <a:cubicBezTo>
                    <a:pt x="4265" y="375"/>
                    <a:pt x="4473" y="361"/>
                    <a:pt x="4678" y="361"/>
                  </a:cubicBezTo>
                  <a:cubicBezTo>
                    <a:pt x="6933" y="361"/>
                    <a:pt x="8899" y="2027"/>
                    <a:pt x="9210" y="4325"/>
                  </a:cubicBezTo>
                  <a:cubicBezTo>
                    <a:pt x="9230" y="4471"/>
                    <a:pt x="9242" y="4615"/>
                    <a:pt x="9248" y="4758"/>
                  </a:cubicBezTo>
                  <a:cubicBezTo>
                    <a:pt x="9258" y="4498"/>
                    <a:pt x="9247" y="4232"/>
                    <a:pt x="9210" y="3965"/>
                  </a:cubicBezTo>
                  <a:cubicBezTo>
                    <a:pt x="8899" y="1668"/>
                    <a:pt x="6934" y="0"/>
                    <a:pt x="4679"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3"/>
            <p:cNvSpPr/>
            <p:nvPr/>
          </p:nvSpPr>
          <p:spPr>
            <a:xfrm>
              <a:off x="4017374" y="4716481"/>
              <a:ext cx="359227" cy="185147"/>
            </a:xfrm>
            <a:custGeom>
              <a:avLst/>
              <a:gdLst/>
              <a:ahLst/>
              <a:cxnLst/>
              <a:rect l="l" t="t" r="r" b="b"/>
              <a:pathLst>
                <a:path w="6979" h="3597" extrusionOk="0">
                  <a:moveTo>
                    <a:pt x="13" y="1"/>
                  </a:moveTo>
                  <a:cubicBezTo>
                    <a:pt x="1" y="213"/>
                    <a:pt x="7" y="429"/>
                    <a:pt x="37" y="646"/>
                  </a:cubicBezTo>
                  <a:cubicBezTo>
                    <a:pt x="269" y="2358"/>
                    <a:pt x="1743" y="3597"/>
                    <a:pt x="3438" y="3597"/>
                  </a:cubicBezTo>
                  <a:cubicBezTo>
                    <a:pt x="3593" y="3597"/>
                    <a:pt x="3751" y="3586"/>
                    <a:pt x="3910" y="3565"/>
                  </a:cubicBezTo>
                  <a:cubicBezTo>
                    <a:pt x="5699" y="3322"/>
                    <a:pt x="6979" y="1760"/>
                    <a:pt x="6889" y="4"/>
                  </a:cubicBezTo>
                  <a:lnTo>
                    <a:pt x="6889" y="4"/>
                  </a:lnTo>
                  <a:cubicBezTo>
                    <a:pt x="6800" y="1608"/>
                    <a:pt x="5575" y="2978"/>
                    <a:pt x="3910" y="3205"/>
                  </a:cubicBezTo>
                  <a:cubicBezTo>
                    <a:pt x="3751" y="3226"/>
                    <a:pt x="3594" y="3237"/>
                    <a:pt x="3438" y="3237"/>
                  </a:cubicBezTo>
                  <a:cubicBezTo>
                    <a:pt x="1743" y="3237"/>
                    <a:pt x="269" y="1996"/>
                    <a:pt x="37" y="286"/>
                  </a:cubicBezTo>
                  <a:cubicBezTo>
                    <a:pt x="24" y="190"/>
                    <a:pt x="17" y="96"/>
                    <a:pt x="13"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3"/>
            <p:cNvSpPr/>
            <p:nvPr/>
          </p:nvSpPr>
          <p:spPr>
            <a:xfrm>
              <a:off x="4013565" y="4515588"/>
              <a:ext cx="358866" cy="184529"/>
            </a:xfrm>
            <a:custGeom>
              <a:avLst/>
              <a:gdLst/>
              <a:ahLst/>
              <a:cxnLst/>
              <a:rect l="l" t="t" r="r" b="b"/>
              <a:pathLst>
                <a:path w="6972" h="3585" extrusionOk="0">
                  <a:moveTo>
                    <a:pt x="3537" y="0"/>
                  </a:moveTo>
                  <a:cubicBezTo>
                    <a:pt x="3382" y="0"/>
                    <a:pt x="3224" y="11"/>
                    <a:pt x="3065" y="32"/>
                  </a:cubicBezTo>
                  <a:cubicBezTo>
                    <a:pt x="1280" y="275"/>
                    <a:pt x="1" y="1832"/>
                    <a:pt x="86" y="3584"/>
                  </a:cubicBezTo>
                  <a:cubicBezTo>
                    <a:pt x="157" y="1963"/>
                    <a:pt x="1386" y="572"/>
                    <a:pt x="3065" y="344"/>
                  </a:cubicBezTo>
                  <a:cubicBezTo>
                    <a:pt x="3225" y="323"/>
                    <a:pt x="3383" y="312"/>
                    <a:pt x="3539" y="312"/>
                  </a:cubicBezTo>
                  <a:cubicBezTo>
                    <a:pt x="5233" y="312"/>
                    <a:pt x="6707" y="1552"/>
                    <a:pt x="6939" y="3262"/>
                  </a:cubicBezTo>
                  <a:cubicBezTo>
                    <a:pt x="6952" y="3361"/>
                    <a:pt x="6959" y="3458"/>
                    <a:pt x="6963" y="3556"/>
                  </a:cubicBezTo>
                  <a:cubicBezTo>
                    <a:pt x="6972" y="3357"/>
                    <a:pt x="6967" y="3154"/>
                    <a:pt x="6939" y="2950"/>
                  </a:cubicBezTo>
                  <a:cubicBezTo>
                    <a:pt x="6707" y="1239"/>
                    <a:pt x="5233" y="0"/>
                    <a:pt x="3537"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3"/>
            <p:cNvSpPr/>
            <p:nvPr/>
          </p:nvSpPr>
          <p:spPr>
            <a:xfrm>
              <a:off x="3958954" y="4698930"/>
              <a:ext cx="476018" cy="244186"/>
            </a:xfrm>
            <a:custGeom>
              <a:avLst/>
              <a:gdLst/>
              <a:ahLst/>
              <a:cxnLst/>
              <a:rect l="l" t="t" r="r" b="b"/>
              <a:pathLst>
                <a:path w="9248" h="4744" extrusionOk="0">
                  <a:moveTo>
                    <a:pt x="9163" y="0"/>
                  </a:moveTo>
                  <a:cubicBezTo>
                    <a:pt x="9093" y="2195"/>
                    <a:pt x="7450" y="4084"/>
                    <a:pt x="5201" y="4389"/>
                  </a:cubicBezTo>
                  <a:cubicBezTo>
                    <a:pt x="4992" y="4417"/>
                    <a:pt x="4785" y="4431"/>
                    <a:pt x="4579" y="4431"/>
                  </a:cubicBezTo>
                  <a:cubicBezTo>
                    <a:pt x="2324" y="4431"/>
                    <a:pt x="360" y="2764"/>
                    <a:pt x="48" y="467"/>
                  </a:cubicBezTo>
                  <a:cubicBezTo>
                    <a:pt x="27" y="316"/>
                    <a:pt x="15" y="165"/>
                    <a:pt x="10" y="14"/>
                  </a:cubicBezTo>
                  <a:lnTo>
                    <a:pt x="10" y="14"/>
                  </a:lnTo>
                  <a:cubicBezTo>
                    <a:pt x="1" y="266"/>
                    <a:pt x="13" y="522"/>
                    <a:pt x="48" y="779"/>
                  </a:cubicBezTo>
                  <a:cubicBezTo>
                    <a:pt x="360" y="3076"/>
                    <a:pt x="2324" y="4744"/>
                    <a:pt x="4579" y="4744"/>
                  </a:cubicBezTo>
                  <a:cubicBezTo>
                    <a:pt x="4785" y="4744"/>
                    <a:pt x="4992" y="4730"/>
                    <a:pt x="5201" y="4701"/>
                  </a:cubicBezTo>
                  <a:cubicBezTo>
                    <a:pt x="7556" y="4383"/>
                    <a:pt x="9247" y="2326"/>
                    <a:pt x="9163"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3"/>
            <p:cNvSpPr/>
            <p:nvPr/>
          </p:nvSpPr>
          <p:spPr>
            <a:xfrm>
              <a:off x="5619683" y="4603450"/>
              <a:ext cx="158484" cy="105570"/>
            </a:xfrm>
            <a:custGeom>
              <a:avLst/>
              <a:gdLst/>
              <a:ahLst/>
              <a:cxnLst/>
              <a:rect l="l" t="t" r="r" b="b"/>
              <a:pathLst>
                <a:path w="3079" h="2051" extrusionOk="0">
                  <a:moveTo>
                    <a:pt x="42" y="1"/>
                  </a:moveTo>
                  <a:cubicBezTo>
                    <a:pt x="37" y="1"/>
                    <a:pt x="33" y="2"/>
                    <a:pt x="32" y="4"/>
                  </a:cubicBezTo>
                  <a:cubicBezTo>
                    <a:pt x="0" y="52"/>
                    <a:pt x="649" y="548"/>
                    <a:pt x="1481" y="1112"/>
                  </a:cubicBezTo>
                  <a:cubicBezTo>
                    <a:pt x="2270" y="1646"/>
                    <a:pt x="2941" y="2051"/>
                    <a:pt x="3036" y="2051"/>
                  </a:cubicBezTo>
                  <a:cubicBezTo>
                    <a:pt x="3041" y="2051"/>
                    <a:pt x="3044" y="2049"/>
                    <a:pt x="3046" y="2047"/>
                  </a:cubicBezTo>
                  <a:cubicBezTo>
                    <a:pt x="3079" y="1999"/>
                    <a:pt x="2430" y="1504"/>
                    <a:pt x="1598" y="940"/>
                  </a:cubicBezTo>
                  <a:cubicBezTo>
                    <a:pt x="808" y="404"/>
                    <a:pt x="137" y="1"/>
                    <a:pt x="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3"/>
            <p:cNvSpPr/>
            <p:nvPr/>
          </p:nvSpPr>
          <p:spPr>
            <a:xfrm>
              <a:off x="5769517" y="4705003"/>
              <a:ext cx="158484" cy="105519"/>
            </a:xfrm>
            <a:custGeom>
              <a:avLst/>
              <a:gdLst/>
              <a:ahLst/>
              <a:cxnLst/>
              <a:rect l="l" t="t" r="r" b="b"/>
              <a:pathLst>
                <a:path w="3079" h="2050" extrusionOk="0">
                  <a:moveTo>
                    <a:pt x="42" y="0"/>
                  </a:moveTo>
                  <a:cubicBezTo>
                    <a:pt x="37" y="0"/>
                    <a:pt x="33" y="2"/>
                    <a:pt x="32" y="4"/>
                  </a:cubicBezTo>
                  <a:cubicBezTo>
                    <a:pt x="0" y="51"/>
                    <a:pt x="649" y="547"/>
                    <a:pt x="1481" y="1111"/>
                  </a:cubicBezTo>
                  <a:cubicBezTo>
                    <a:pt x="2270" y="1645"/>
                    <a:pt x="2941" y="2049"/>
                    <a:pt x="3036" y="2049"/>
                  </a:cubicBezTo>
                  <a:cubicBezTo>
                    <a:pt x="3041" y="2049"/>
                    <a:pt x="3044" y="2048"/>
                    <a:pt x="3046" y="2046"/>
                  </a:cubicBezTo>
                  <a:cubicBezTo>
                    <a:pt x="3079" y="1999"/>
                    <a:pt x="2430" y="1503"/>
                    <a:pt x="1598" y="939"/>
                  </a:cubicBezTo>
                  <a:cubicBezTo>
                    <a:pt x="809" y="405"/>
                    <a:pt x="138" y="0"/>
                    <a:pt x="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3"/>
            <p:cNvSpPr/>
            <p:nvPr/>
          </p:nvSpPr>
          <p:spPr>
            <a:xfrm>
              <a:off x="5668066" y="4704231"/>
              <a:ext cx="110048" cy="155395"/>
            </a:xfrm>
            <a:custGeom>
              <a:avLst/>
              <a:gdLst/>
              <a:ahLst/>
              <a:cxnLst/>
              <a:rect l="l" t="t" r="r" b="b"/>
              <a:pathLst>
                <a:path w="2138" h="3019" extrusionOk="0">
                  <a:moveTo>
                    <a:pt x="2086" y="1"/>
                  </a:moveTo>
                  <a:cubicBezTo>
                    <a:pt x="2019" y="1"/>
                    <a:pt x="1534" y="638"/>
                    <a:pt x="983" y="1451"/>
                  </a:cubicBezTo>
                  <a:cubicBezTo>
                    <a:pt x="418" y="2284"/>
                    <a:pt x="0" y="2985"/>
                    <a:pt x="47" y="3017"/>
                  </a:cubicBezTo>
                  <a:cubicBezTo>
                    <a:pt x="48" y="3018"/>
                    <a:pt x="50" y="3018"/>
                    <a:pt x="51" y="3018"/>
                  </a:cubicBezTo>
                  <a:cubicBezTo>
                    <a:pt x="118" y="3018"/>
                    <a:pt x="604" y="2381"/>
                    <a:pt x="1155" y="1568"/>
                  </a:cubicBezTo>
                  <a:cubicBezTo>
                    <a:pt x="1719" y="735"/>
                    <a:pt x="2138" y="34"/>
                    <a:pt x="2090" y="2"/>
                  </a:cubicBezTo>
                  <a:cubicBezTo>
                    <a:pt x="2089" y="1"/>
                    <a:pt x="2087" y="1"/>
                    <a:pt x="20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3"/>
            <p:cNvSpPr/>
            <p:nvPr/>
          </p:nvSpPr>
          <p:spPr>
            <a:xfrm>
              <a:off x="5769568" y="4554398"/>
              <a:ext cx="110048" cy="155344"/>
            </a:xfrm>
            <a:custGeom>
              <a:avLst/>
              <a:gdLst/>
              <a:ahLst/>
              <a:cxnLst/>
              <a:rect l="l" t="t" r="r" b="b"/>
              <a:pathLst>
                <a:path w="2138" h="3018" extrusionOk="0">
                  <a:moveTo>
                    <a:pt x="2086" y="1"/>
                  </a:moveTo>
                  <a:cubicBezTo>
                    <a:pt x="2020" y="1"/>
                    <a:pt x="1533" y="638"/>
                    <a:pt x="983" y="1451"/>
                  </a:cubicBezTo>
                  <a:cubicBezTo>
                    <a:pt x="419" y="2284"/>
                    <a:pt x="0" y="2985"/>
                    <a:pt x="48" y="3016"/>
                  </a:cubicBezTo>
                  <a:cubicBezTo>
                    <a:pt x="49" y="3017"/>
                    <a:pt x="51" y="3017"/>
                    <a:pt x="52" y="3017"/>
                  </a:cubicBezTo>
                  <a:cubicBezTo>
                    <a:pt x="119" y="3017"/>
                    <a:pt x="605" y="2380"/>
                    <a:pt x="1155" y="1568"/>
                  </a:cubicBezTo>
                  <a:cubicBezTo>
                    <a:pt x="1718" y="735"/>
                    <a:pt x="2137" y="34"/>
                    <a:pt x="2090" y="2"/>
                  </a:cubicBezTo>
                  <a:cubicBezTo>
                    <a:pt x="2088" y="1"/>
                    <a:pt x="2087" y="1"/>
                    <a:pt x="20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3"/>
            <p:cNvSpPr/>
            <p:nvPr/>
          </p:nvSpPr>
          <p:spPr>
            <a:xfrm>
              <a:off x="5736112" y="4526037"/>
              <a:ext cx="41229" cy="184169"/>
            </a:xfrm>
            <a:custGeom>
              <a:avLst/>
              <a:gdLst/>
              <a:ahLst/>
              <a:cxnLst/>
              <a:rect l="l" t="t" r="r" b="b"/>
              <a:pathLst>
                <a:path w="801" h="3578" extrusionOk="0">
                  <a:moveTo>
                    <a:pt x="58" y="1"/>
                  </a:moveTo>
                  <a:cubicBezTo>
                    <a:pt x="58" y="1"/>
                    <a:pt x="58" y="1"/>
                    <a:pt x="57" y="1"/>
                  </a:cubicBezTo>
                  <a:cubicBezTo>
                    <a:pt x="1" y="12"/>
                    <a:pt x="108" y="822"/>
                    <a:pt x="299" y="1809"/>
                  </a:cubicBezTo>
                  <a:cubicBezTo>
                    <a:pt x="487" y="2790"/>
                    <a:pt x="686" y="3577"/>
                    <a:pt x="744" y="3577"/>
                  </a:cubicBezTo>
                  <a:cubicBezTo>
                    <a:pt x="744" y="3577"/>
                    <a:pt x="745" y="3577"/>
                    <a:pt x="745" y="3577"/>
                  </a:cubicBezTo>
                  <a:cubicBezTo>
                    <a:pt x="800" y="3566"/>
                    <a:pt x="693" y="2758"/>
                    <a:pt x="503" y="1769"/>
                  </a:cubicBezTo>
                  <a:cubicBezTo>
                    <a:pt x="314" y="789"/>
                    <a:pt x="116" y="1"/>
                    <a:pt x="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3"/>
            <p:cNvSpPr/>
            <p:nvPr/>
          </p:nvSpPr>
          <p:spPr>
            <a:xfrm>
              <a:off x="5770289" y="4703819"/>
              <a:ext cx="41281" cy="184066"/>
            </a:xfrm>
            <a:custGeom>
              <a:avLst/>
              <a:gdLst/>
              <a:ahLst/>
              <a:cxnLst/>
              <a:rect l="l" t="t" r="r" b="b"/>
              <a:pathLst>
                <a:path w="802" h="3576" extrusionOk="0">
                  <a:moveTo>
                    <a:pt x="58" y="1"/>
                  </a:moveTo>
                  <a:cubicBezTo>
                    <a:pt x="58" y="1"/>
                    <a:pt x="57" y="1"/>
                    <a:pt x="57" y="1"/>
                  </a:cubicBezTo>
                  <a:cubicBezTo>
                    <a:pt x="0" y="12"/>
                    <a:pt x="109" y="820"/>
                    <a:pt x="299" y="1809"/>
                  </a:cubicBezTo>
                  <a:cubicBezTo>
                    <a:pt x="487" y="2789"/>
                    <a:pt x="685" y="3576"/>
                    <a:pt x="744" y="3576"/>
                  </a:cubicBezTo>
                  <a:cubicBezTo>
                    <a:pt x="744" y="3576"/>
                    <a:pt x="744" y="3576"/>
                    <a:pt x="745" y="3576"/>
                  </a:cubicBezTo>
                  <a:cubicBezTo>
                    <a:pt x="801" y="3565"/>
                    <a:pt x="692" y="2756"/>
                    <a:pt x="503" y="1768"/>
                  </a:cubicBezTo>
                  <a:cubicBezTo>
                    <a:pt x="314" y="788"/>
                    <a:pt x="116" y="1"/>
                    <a:pt x="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3"/>
            <p:cNvSpPr/>
            <p:nvPr/>
          </p:nvSpPr>
          <p:spPr>
            <a:xfrm>
              <a:off x="5592352" y="4705621"/>
              <a:ext cx="185198" cy="36957"/>
            </a:xfrm>
            <a:custGeom>
              <a:avLst/>
              <a:gdLst/>
              <a:ahLst/>
              <a:cxnLst/>
              <a:rect l="l" t="t" r="r" b="b"/>
              <a:pathLst>
                <a:path w="3598" h="718" extrusionOk="0">
                  <a:moveTo>
                    <a:pt x="3508" y="0"/>
                  </a:moveTo>
                  <a:cubicBezTo>
                    <a:pt x="3280" y="0"/>
                    <a:pt x="2590" y="101"/>
                    <a:pt x="1779" y="257"/>
                  </a:cubicBezTo>
                  <a:cubicBezTo>
                    <a:pt x="792" y="447"/>
                    <a:pt x="0" y="646"/>
                    <a:pt x="11" y="703"/>
                  </a:cubicBezTo>
                  <a:cubicBezTo>
                    <a:pt x="13" y="713"/>
                    <a:pt x="41" y="718"/>
                    <a:pt x="90" y="718"/>
                  </a:cubicBezTo>
                  <a:cubicBezTo>
                    <a:pt x="318" y="718"/>
                    <a:pt x="1008" y="617"/>
                    <a:pt x="1819" y="461"/>
                  </a:cubicBezTo>
                  <a:cubicBezTo>
                    <a:pt x="2807" y="271"/>
                    <a:pt x="3598" y="72"/>
                    <a:pt x="3587" y="15"/>
                  </a:cubicBezTo>
                  <a:cubicBezTo>
                    <a:pt x="3585" y="5"/>
                    <a:pt x="3557" y="0"/>
                    <a:pt x="35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3"/>
            <p:cNvSpPr/>
            <p:nvPr/>
          </p:nvSpPr>
          <p:spPr>
            <a:xfrm>
              <a:off x="5770083" y="4671444"/>
              <a:ext cx="185198" cy="36957"/>
            </a:xfrm>
            <a:custGeom>
              <a:avLst/>
              <a:gdLst/>
              <a:ahLst/>
              <a:cxnLst/>
              <a:rect l="l" t="t" r="r" b="b"/>
              <a:pathLst>
                <a:path w="3598" h="718" extrusionOk="0">
                  <a:moveTo>
                    <a:pt x="3508" y="0"/>
                  </a:moveTo>
                  <a:cubicBezTo>
                    <a:pt x="3280" y="0"/>
                    <a:pt x="2590" y="101"/>
                    <a:pt x="1779" y="257"/>
                  </a:cubicBezTo>
                  <a:cubicBezTo>
                    <a:pt x="792" y="446"/>
                    <a:pt x="0" y="646"/>
                    <a:pt x="11" y="703"/>
                  </a:cubicBezTo>
                  <a:cubicBezTo>
                    <a:pt x="13" y="713"/>
                    <a:pt x="40" y="718"/>
                    <a:pt x="90" y="718"/>
                  </a:cubicBezTo>
                  <a:cubicBezTo>
                    <a:pt x="318" y="718"/>
                    <a:pt x="1008" y="617"/>
                    <a:pt x="1818" y="461"/>
                  </a:cubicBezTo>
                  <a:cubicBezTo>
                    <a:pt x="2806" y="271"/>
                    <a:pt x="3598" y="72"/>
                    <a:pt x="3587" y="15"/>
                  </a:cubicBezTo>
                  <a:cubicBezTo>
                    <a:pt x="3585" y="5"/>
                    <a:pt x="3557" y="0"/>
                    <a:pt x="35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33"/>
            <p:cNvSpPr/>
            <p:nvPr/>
          </p:nvSpPr>
          <p:spPr>
            <a:xfrm>
              <a:off x="5592661" y="4669797"/>
              <a:ext cx="184889" cy="38604"/>
            </a:xfrm>
            <a:custGeom>
              <a:avLst/>
              <a:gdLst/>
              <a:ahLst/>
              <a:cxnLst/>
              <a:rect l="l" t="t" r="r" b="b"/>
              <a:pathLst>
                <a:path w="3592" h="750" extrusionOk="0">
                  <a:moveTo>
                    <a:pt x="85" y="0"/>
                  </a:moveTo>
                  <a:cubicBezTo>
                    <a:pt x="39" y="0"/>
                    <a:pt x="14" y="5"/>
                    <a:pt x="12" y="15"/>
                  </a:cubicBezTo>
                  <a:cubicBezTo>
                    <a:pt x="1" y="71"/>
                    <a:pt x="791" y="278"/>
                    <a:pt x="1776" y="477"/>
                  </a:cubicBezTo>
                  <a:cubicBezTo>
                    <a:pt x="2592" y="642"/>
                    <a:pt x="3286" y="749"/>
                    <a:pt x="3507" y="749"/>
                  </a:cubicBezTo>
                  <a:cubicBezTo>
                    <a:pt x="3553" y="749"/>
                    <a:pt x="3579" y="745"/>
                    <a:pt x="3581" y="735"/>
                  </a:cubicBezTo>
                  <a:cubicBezTo>
                    <a:pt x="3592" y="679"/>
                    <a:pt x="2803" y="472"/>
                    <a:pt x="1817" y="272"/>
                  </a:cubicBezTo>
                  <a:cubicBezTo>
                    <a:pt x="1001" y="108"/>
                    <a:pt x="307" y="0"/>
                    <a:pt x="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33"/>
            <p:cNvSpPr/>
            <p:nvPr/>
          </p:nvSpPr>
          <p:spPr>
            <a:xfrm>
              <a:off x="5770083" y="4705621"/>
              <a:ext cx="184941" cy="38604"/>
            </a:xfrm>
            <a:custGeom>
              <a:avLst/>
              <a:gdLst/>
              <a:ahLst/>
              <a:cxnLst/>
              <a:rect l="l" t="t" r="r" b="b"/>
              <a:pathLst>
                <a:path w="3593" h="750" extrusionOk="0">
                  <a:moveTo>
                    <a:pt x="85" y="1"/>
                  </a:moveTo>
                  <a:cubicBezTo>
                    <a:pt x="39" y="1"/>
                    <a:pt x="14" y="5"/>
                    <a:pt x="12" y="15"/>
                  </a:cubicBezTo>
                  <a:cubicBezTo>
                    <a:pt x="0" y="71"/>
                    <a:pt x="790" y="278"/>
                    <a:pt x="1776" y="476"/>
                  </a:cubicBezTo>
                  <a:cubicBezTo>
                    <a:pt x="2592" y="641"/>
                    <a:pt x="3287" y="750"/>
                    <a:pt x="3508" y="750"/>
                  </a:cubicBezTo>
                  <a:cubicBezTo>
                    <a:pt x="3553" y="750"/>
                    <a:pt x="3578" y="745"/>
                    <a:pt x="3580" y="735"/>
                  </a:cubicBezTo>
                  <a:cubicBezTo>
                    <a:pt x="3592" y="679"/>
                    <a:pt x="2802" y="472"/>
                    <a:pt x="1816" y="273"/>
                  </a:cubicBezTo>
                  <a:cubicBezTo>
                    <a:pt x="1001" y="108"/>
                    <a:pt x="306" y="1"/>
                    <a:pt x="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3"/>
            <p:cNvSpPr/>
            <p:nvPr/>
          </p:nvSpPr>
          <p:spPr>
            <a:xfrm>
              <a:off x="5734413" y="4703819"/>
              <a:ext cx="42980" cy="183757"/>
            </a:xfrm>
            <a:custGeom>
              <a:avLst/>
              <a:gdLst/>
              <a:ahLst/>
              <a:cxnLst/>
              <a:rect l="l" t="t" r="r" b="b"/>
              <a:pathLst>
                <a:path w="835" h="3570" extrusionOk="0">
                  <a:moveTo>
                    <a:pt x="777" y="1"/>
                  </a:moveTo>
                  <a:cubicBezTo>
                    <a:pt x="718" y="1"/>
                    <a:pt x="513" y="786"/>
                    <a:pt x="315" y="1765"/>
                  </a:cubicBezTo>
                  <a:cubicBezTo>
                    <a:pt x="116" y="2750"/>
                    <a:pt x="1" y="3558"/>
                    <a:pt x="57" y="3569"/>
                  </a:cubicBezTo>
                  <a:cubicBezTo>
                    <a:pt x="58" y="3569"/>
                    <a:pt x="58" y="3569"/>
                    <a:pt x="59" y="3569"/>
                  </a:cubicBezTo>
                  <a:cubicBezTo>
                    <a:pt x="117" y="3569"/>
                    <a:pt x="322" y="2784"/>
                    <a:pt x="520" y="1805"/>
                  </a:cubicBezTo>
                  <a:cubicBezTo>
                    <a:pt x="719" y="820"/>
                    <a:pt x="834" y="12"/>
                    <a:pt x="778" y="1"/>
                  </a:cubicBezTo>
                  <a:cubicBezTo>
                    <a:pt x="777" y="1"/>
                    <a:pt x="777" y="1"/>
                    <a:pt x="7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33"/>
            <p:cNvSpPr/>
            <p:nvPr/>
          </p:nvSpPr>
          <p:spPr>
            <a:xfrm>
              <a:off x="5770289" y="4526397"/>
              <a:ext cx="42928" cy="183808"/>
            </a:xfrm>
            <a:custGeom>
              <a:avLst/>
              <a:gdLst/>
              <a:ahLst/>
              <a:cxnLst/>
              <a:rect l="l" t="t" r="r" b="b"/>
              <a:pathLst>
                <a:path w="834" h="3571" extrusionOk="0">
                  <a:moveTo>
                    <a:pt x="776" y="0"/>
                  </a:moveTo>
                  <a:cubicBezTo>
                    <a:pt x="718" y="0"/>
                    <a:pt x="513" y="786"/>
                    <a:pt x="315" y="1765"/>
                  </a:cubicBezTo>
                  <a:cubicBezTo>
                    <a:pt x="116" y="2751"/>
                    <a:pt x="0" y="3559"/>
                    <a:pt x="56" y="3570"/>
                  </a:cubicBezTo>
                  <a:cubicBezTo>
                    <a:pt x="56" y="3570"/>
                    <a:pt x="57" y="3570"/>
                    <a:pt x="57" y="3570"/>
                  </a:cubicBezTo>
                  <a:cubicBezTo>
                    <a:pt x="116" y="3570"/>
                    <a:pt x="321" y="2784"/>
                    <a:pt x="518" y="1806"/>
                  </a:cubicBezTo>
                  <a:cubicBezTo>
                    <a:pt x="717" y="821"/>
                    <a:pt x="834" y="13"/>
                    <a:pt x="777" y="1"/>
                  </a:cubicBezTo>
                  <a:cubicBezTo>
                    <a:pt x="777" y="1"/>
                    <a:pt x="777" y="0"/>
                    <a:pt x="7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3"/>
            <p:cNvSpPr/>
            <p:nvPr/>
          </p:nvSpPr>
          <p:spPr>
            <a:xfrm>
              <a:off x="5669456" y="4553471"/>
              <a:ext cx="108658" cy="156322"/>
            </a:xfrm>
            <a:custGeom>
              <a:avLst/>
              <a:gdLst/>
              <a:ahLst/>
              <a:cxnLst/>
              <a:rect l="l" t="t" r="r" b="b"/>
              <a:pathLst>
                <a:path w="2111" h="3037" extrusionOk="0">
                  <a:moveTo>
                    <a:pt x="53" y="0"/>
                  </a:moveTo>
                  <a:cubicBezTo>
                    <a:pt x="51" y="0"/>
                    <a:pt x="50" y="1"/>
                    <a:pt x="48" y="1"/>
                  </a:cubicBezTo>
                  <a:cubicBezTo>
                    <a:pt x="1" y="33"/>
                    <a:pt x="412" y="738"/>
                    <a:pt x="969" y="1576"/>
                  </a:cubicBezTo>
                  <a:cubicBezTo>
                    <a:pt x="1512" y="2394"/>
                    <a:pt x="1992" y="3036"/>
                    <a:pt x="2059" y="3036"/>
                  </a:cubicBezTo>
                  <a:cubicBezTo>
                    <a:pt x="2060" y="3036"/>
                    <a:pt x="2062" y="3036"/>
                    <a:pt x="2063" y="3035"/>
                  </a:cubicBezTo>
                  <a:cubicBezTo>
                    <a:pt x="2111" y="3004"/>
                    <a:pt x="1698" y="2299"/>
                    <a:pt x="1142" y="1461"/>
                  </a:cubicBezTo>
                  <a:cubicBezTo>
                    <a:pt x="599" y="642"/>
                    <a:pt x="119" y="0"/>
                    <a:pt x="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3"/>
            <p:cNvSpPr/>
            <p:nvPr/>
          </p:nvSpPr>
          <p:spPr>
            <a:xfrm>
              <a:off x="5769568" y="4704231"/>
              <a:ext cx="108658" cy="156322"/>
            </a:xfrm>
            <a:custGeom>
              <a:avLst/>
              <a:gdLst/>
              <a:ahLst/>
              <a:cxnLst/>
              <a:rect l="l" t="t" r="r" b="b"/>
              <a:pathLst>
                <a:path w="2111" h="3037" extrusionOk="0">
                  <a:moveTo>
                    <a:pt x="52" y="1"/>
                  </a:moveTo>
                  <a:cubicBezTo>
                    <a:pt x="51" y="1"/>
                    <a:pt x="49" y="1"/>
                    <a:pt x="48" y="2"/>
                  </a:cubicBezTo>
                  <a:cubicBezTo>
                    <a:pt x="0" y="33"/>
                    <a:pt x="413" y="738"/>
                    <a:pt x="969" y="1576"/>
                  </a:cubicBezTo>
                  <a:cubicBezTo>
                    <a:pt x="1512" y="2395"/>
                    <a:pt x="1992" y="3037"/>
                    <a:pt x="2058" y="3037"/>
                  </a:cubicBezTo>
                  <a:cubicBezTo>
                    <a:pt x="2060" y="3037"/>
                    <a:pt x="2061" y="3036"/>
                    <a:pt x="2062" y="3036"/>
                  </a:cubicBezTo>
                  <a:cubicBezTo>
                    <a:pt x="2110" y="3003"/>
                    <a:pt x="1698" y="2299"/>
                    <a:pt x="1142" y="1461"/>
                  </a:cubicBezTo>
                  <a:cubicBezTo>
                    <a:pt x="599" y="643"/>
                    <a:pt x="119" y="1"/>
                    <a:pt x="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3"/>
            <p:cNvSpPr/>
            <p:nvPr/>
          </p:nvSpPr>
          <p:spPr>
            <a:xfrm>
              <a:off x="5618705" y="4705003"/>
              <a:ext cx="159462" cy="104129"/>
            </a:xfrm>
            <a:custGeom>
              <a:avLst/>
              <a:gdLst/>
              <a:ahLst/>
              <a:cxnLst/>
              <a:rect l="l" t="t" r="r" b="b"/>
              <a:pathLst>
                <a:path w="3098" h="2023" extrusionOk="0">
                  <a:moveTo>
                    <a:pt x="3055" y="0"/>
                  </a:moveTo>
                  <a:cubicBezTo>
                    <a:pt x="2959" y="0"/>
                    <a:pt x="2285" y="398"/>
                    <a:pt x="1492" y="925"/>
                  </a:cubicBezTo>
                  <a:cubicBezTo>
                    <a:pt x="654" y="1481"/>
                    <a:pt x="1" y="1971"/>
                    <a:pt x="32" y="2018"/>
                  </a:cubicBezTo>
                  <a:cubicBezTo>
                    <a:pt x="34" y="2021"/>
                    <a:pt x="37" y="2022"/>
                    <a:pt x="43" y="2022"/>
                  </a:cubicBezTo>
                  <a:cubicBezTo>
                    <a:pt x="139" y="2022"/>
                    <a:pt x="813" y="1624"/>
                    <a:pt x="1607" y="1098"/>
                  </a:cubicBezTo>
                  <a:cubicBezTo>
                    <a:pt x="2444" y="542"/>
                    <a:pt x="3098" y="52"/>
                    <a:pt x="3066" y="4"/>
                  </a:cubicBezTo>
                  <a:cubicBezTo>
                    <a:pt x="3064" y="2"/>
                    <a:pt x="3061" y="0"/>
                    <a:pt x="30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3"/>
            <p:cNvSpPr/>
            <p:nvPr/>
          </p:nvSpPr>
          <p:spPr>
            <a:xfrm>
              <a:off x="5769517" y="4604891"/>
              <a:ext cx="159462" cy="104129"/>
            </a:xfrm>
            <a:custGeom>
              <a:avLst/>
              <a:gdLst/>
              <a:ahLst/>
              <a:cxnLst/>
              <a:rect l="l" t="t" r="r" b="b"/>
              <a:pathLst>
                <a:path w="3098" h="2023" extrusionOk="0">
                  <a:moveTo>
                    <a:pt x="3055" y="1"/>
                  </a:moveTo>
                  <a:cubicBezTo>
                    <a:pt x="2958" y="1"/>
                    <a:pt x="2285" y="399"/>
                    <a:pt x="1491" y="925"/>
                  </a:cubicBezTo>
                  <a:cubicBezTo>
                    <a:pt x="653" y="1481"/>
                    <a:pt x="0" y="1971"/>
                    <a:pt x="32" y="2019"/>
                  </a:cubicBezTo>
                  <a:cubicBezTo>
                    <a:pt x="33" y="2021"/>
                    <a:pt x="37" y="2023"/>
                    <a:pt x="42" y="2023"/>
                  </a:cubicBezTo>
                  <a:cubicBezTo>
                    <a:pt x="138" y="2023"/>
                    <a:pt x="813" y="1625"/>
                    <a:pt x="1606" y="1098"/>
                  </a:cubicBezTo>
                  <a:cubicBezTo>
                    <a:pt x="2443" y="542"/>
                    <a:pt x="3097" y="52"/>
                    <a:pt x="3066" y="5"/>
                  </a:cubicBezTo>
                  <a:cubicBezTo>
                    <a:pt x="3064" y="2"/>
                    <a:pt x="3060" y="1"/>
                    <a:pt x="30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3"/>
            <p:cNvSpPr/>
            <p:nvPr/>
          </p:nvSpPr>
          <p:spPr>
            <a:xfrm>
              <a:off x="5558998" y="4502566"/>
              <a:ext cx="436281" cy="409567"/>
            </a:xfrm>
            <a:custGeom>
              <a:avLst/>
              <a:gdLst/>
              <a:ahLst/>
              <a:cxnLst/>
              <a:rect l="l" t="t" r="r" b="b"/>
              <a:pathLst>
                <a:path w="8476" h="7957" extrusionOk="0">
                  <a:moveTo>
                    <a:pt x="4249" y="1014"/>
                  </a:moveTo>
                  <a:cubicBezTo>
                    <a:pt x="5722" y="1014"/>
                    <a:pt x="7002" y="2090"/>
                    <a:pt x="7203" y="3576"/>
                  </a:cubicBezTo>
                  <a:cubicBezTo>
                    <a:pt x="7423" y="5198"/>
                    <a:pt x="6274" y="6694"/>
                    <a:pt x="4636" y="6916"/>
                  </a:cubicBezTo>
                  <a:cubicBezTo>
                    <a:pt x="4498" y="6934"/>
                    <a:pt x="4361" y="6944"/>
                    <a:pt x="4225" y="6944"/>
                  </a:cubicBezTo>
                  <a:cubicBezTo>
                    <a:pt x="2754" y="6944"/>
                    <a:pt x="1474" y="5867"/>
                    <a:pt x="1273" y="4381"/>
                  </a:cubicBezTo>
                  <a:cubicBezTo>
                    <a:pt x="1052" y="2759"/>
                    <a:pt x="2201" y="1263"/>
                    <a:pt x="3839" y="1041"/>
                  </a:cubicBezTo>
                  <a:cubicBezTo>
                    <a:pt x="3977" y="1023"/>
                    <a:pt x="4114" y="1014"/>
                    <a:pt x="4249" y="1014"/>
                  </a:cubicBezTo>
                  <a:close/>
                  <a:moveTo>
                    <a:pt x="4244" y="0"/>
                  </a:moveTo>
                  <a:cubicBezTo>
                    <a:pt x="4065" y="0"/>
                    <a:pt x="3885" y="12"/>
                    <a:pt x="3703" y="37"/>
                  </a:cubicBezTo>
                  <a:cubicBezTo>
                    <a:pt x="1526" y="332"/>
                    <a:pt x="1" y="2336"/>
                    <a:pt x="297" y="4514"/>
                  </a:cubicBezTo>
                  <a:cubicBezTo>
                    <a:pt x="567" y="6509"/>
                    <a:pt x="2273" y="7957"/>
                    <a:pt x="4233" y="7957"/>
                  </a:cubicBezTo>
                  <a:cubicBezTo>
                    <a:pt x="4411" y="7957"/>
                    <a:pt x="4592" y="7945"/>
                    <a:pt x="4774" y="7920"/>
                  </a:cubicBezTo>
                  <a:cubicBezTo>
                    <a:pt x="6950" y="7625"/>
                    <a:pt x="8476" y="5621"/>
                    <a:pt x="8180" y="3443"/>
                  </a:cubicBezTo>
                  <a:cubicBezTo>
                    <a:pt x="7909" y="1448"/>
                    <a:pt x="6203" y="0"/>
                    <a:pt x="42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3"/>
            <p:cNvSpPr/>
            <p:nvPr/>
          </p:nvSpPr>
          <p:spPr>
            <a:xfrm>
              <a:off x="5558998" y="4502566"/>
              <a:ext cx="436281" cy="409567"/>
            </a:xfrm>
            <a:custGeom>
              <a:avLst/>
              <a:gdLst/>
              <a:ahLst/>
              <a:cxnLst/>
              <a:rect l="l" t="t" r="r" b="b"/>
              <a:pathLst>
                <a:path w="8476" h="7957" extrusionOk="0">
                  <a:moveTo>
                    <a:pt x="4236" y="1015"/>
                  </a:moveTo>
                  <a:cubicBezTo>
                    <a:pt x="4388" y="1015"/>
                    <a:pt x="4538" y="1026"/>
                    <a:pt x="4685" y="1048"/>
                  </a:cubicBezTo>
                  <a:cubicBezTo>
                    <a:pt x="4641" y="1221"/>
                    <a:pt x="4593" y="1426"/>
                    <a:pt x="4543" y="1651"/>
                  </a:cubicBezTo>
                  <a:cubicBezTo>
                    <a:pt x="4608" y="1654"/>
                    <a:pt x="4674" y="1660"/>
                    <a:pt x="4739" y="1668"/>
                  </a:cubicBezTo>
                  <a:cubicBezTo>
                    <a:pt x="4779" y="1448"/>
                    <a:pt x="4812" y="1247"/>
                    <a:pt x="4838" y="1075"/>
                  </a:cubicBezTo>
                  <a:cubicBezTo>
                    <a:pt x="5179" y="1144"/>
                    <a:pt x="5503" y="1268"/>
                    <a:pt x="5794" y="1444"/>
                  </a:cubicBezTo>
                  <a:cubicBezTo>
                    <a:pt x="5703" y="1565"/>
                    <a:pt x="5598" y="1709"/>
                    <a:pt x="5486" y="1865"/>
                  </a:cubicBezTo>
                  <a:cubicBezTo>
                    <a:pt x="5545" y="1890"/>
                    <a:pt x="5603" y="1919"/>
                    <a:pt x="5659" y="1947"/>
                  </a:cubicBezTo>
                  <a:cubicBezTo>
                    <a:pt x="5757" y="1793"/>
                    <a:pt x="5846" y="1651"/>
                    <a:pt x="5922" y="1527"/>
                  </a:cubicBezTo>
                  <a:cubicBezTo>
                    <a:pt x="6206" y="1718"/>
                    <a:pt x="6457" y="1954"/>
                    <a:pt x="6660" y="2232"/>
                  </a:cubicBezTo>
                  <a:cubicBezTo>
                    <a:pt x="6566" y="2287"/>
                    <a:pt x="6458" y="2353"/>
                    <a:pt x="6345" y="2422"/>
                  </a:cubicBezTo>
                  <a:cubicBezTo>
                    <a:pt x="6390" y="2464"/>
                    <a:pt x="6433" y="2506"/>
                    <a:pt x="6475" y="2551"/>
                  </a:cubicBezTo>
                  <a:cubicBezTo>
                    <a:pt x="6572" y="2481"/>
                    <a:pt x="6663" y="2415"/>
                    <a:pt x="6742" y="2355"/>
                  </a:cubicBezTo>
                  <a:cubicBezTo>
                    <a:pt x="6934" y="2644"/>
                    <a:pt x="7076" y="2970"/>
                    <a:pt x="7156" y="3323"/>
                  </a:cubicBezTo>
                  <a:cubicBezTo>
                    <a:pt x="7110" y="3330"/>
                    <a:pt x="7061" y="3336"/>
                    <a:pt x="7011" y="3344"/>
                  </a:cubicBezTo>
                  <a:cubicBezTo>
                    <a:pt x="7034" y="3394"/>
                    <a:pt x="7054" y="3444"/>
                    <a:pt x="7074" y="3494"/>
                  </a:cubicBezTo>
                  <a:cubicBezTo>
                    <a:pt x="7112" y="3486"/>
                    <a:pt x="7148" y="3477"/>
                    <a:pt x="7183" y="3468"/>
                  </a:cubicBezTo>
                  <a:cubicBezTo>
                    <a:pt x="7189" y="3504"/>
                    <a:pt x="7198" y="3539"/>
                    <a:pt x="7203" y="3576"/>
                  </a:cubicBezTo>
                  <a:cubicBezTo>
                    <a:pt x="7225" y="3736"/>
                    <a:pt x="7233" y="3895"/>
                    <a:pt x="7229" y="4051"/>
                  </a:cubicBezTo>
                  <a:cubicBezTo>
                    <a:pt x="7257" y="4212"/>
                    <a:pt x="7274" y="4378"/>
                    <a:pt x="7274" y="4548"/>
                  </a:cubicBezTo>
                  <a:cubicBezTo>
                    <a:pt x="7274" y="6153"/>
                    <a:pt x="5973" y="7453"/>
                    <a:pt x="4368" y="7453"/>
                  </a:cubicBezTo>
                  <a:cubicBezTo>
                    <a:pt x="3032" y="7453"/>
                    <a:pt x="1910" y="6551"/>
                    <a:pt x="1570" y="5324"/>
                  </a:cubicBezTo>
                  <a:cubicBezTo>
                    <a:pt x="1456" y="5099"/>
                    <a:pt x="1369" y="4859"/>
                    <a:pt x="1314" y="4603"/>
                  </a:cubicBezTo>
                  <a:cubicBezTo>
                    <a:pt x="1361" y="4597"/>
                    <a:pt x="1413" y="4588"/>
                    <a:pt x="1463" y="4580"/>
                  </a:cubicBezTo>
                  <a:cubicBezTo>
                    <a:pt x="1463" y="4569"/>
                    <a:pt x="1462" y="4559"/>
                    <a:pt x="1462" y="4548"/>
                  </a:cubicBezTo>
                  <a:cubicBezTo>
                    <a:pt x="1462" y="4499"/>
                    <a:pt x="1466" y="4451"/>
                    <a:pt x="1470" y="4403"/>
                  </a:cubicBezTo>
                  <a:lnTo>
                    <a:pt x="1470" y="4403"/>
                  </a:lnTo>
                  <a:cubicBezTo>
                    <a:pt x="1406" y="4417"/>
                    <a:pt x="1342" y="4432"/>
                    <a:pt x="1285" y="4446"/>
                  </a:cubicBezTo>
                  <a:cubicBezTo>
                    <a:pt x="1281" y="4425"/>
                    <a:pt x="1275" y="4403"/>
                    <a:pt x="1273" y="4381"/>
                  </a:cubicBezTo>
                  <a:cubicBezTo>
                    <a:pt x="1230" y="4070"/>
                    <a:pt x="1239" y="3764"/>
                    <a:pt x="1291" y="3471"/>
                  </a:cubicBezTo>
                  <a:cubicBezTo>
                    <a:pt x="1397" y="3498"/>
                    <a:pt x="1515" y="3526"/>
                    <a:pt x="1639" y="3555"/>
                  </a:cubicBezTo>
                  <a:cubicBezTo>
                    <a:pt x="1661" y="3495"/>
                    <a:pt x="1683" y="3437"/>
                    <a:pt x="1709" y="3379"/>
                  </a:cubicBezTo>
                  <a:cubicBezTo>
                    <a:pt x="1572" y="3355"/>
                    <a:pt x="1441" y="3333"/>
                    <a:pt x="1326" y="3315"/>
                  </a:cubicBezTo>
                  <a:cubicBezTo>
                    <a:pt x="1403" y="2988"/>
                    <a:pt x="1533" y="2679"/>
                    <a:pt x="1710" y="2400"/>
                  </a:cubicBezTo>
                  <a:cubicBezTo>
                    <a:pt x="1832" y="2491"/>
                    <a:pt x="1971" y="2592"/>
                    <a:pt x="2125" y="2701"/>
                  </a:cubicBezTo>
                  <a:cubicBezTo>
                    <a:pt x="2166" y="2650"/>
                    <a:pt x="2212" y="2603"/>
                    <a:pt x="2257" y="2555"/>
                  </a:cubicBezTo>
                  <a:cubicBezTo>
                    <a:pt x="2091" y="2447"/>
                    <a:pt x="1938" y="2352"/>
                    <a:pt x="1802" y="2268"/>
                  </a:cubicBezTo>
                  <a:cubicBezTo>
                    <a:pt x="1991" y="2005"/>
                    <a:pt x="2222" y="1769"/>
                    <a:pt x="2488" y="1578"/>
                  </a:cubicBezTo>
                  <a:cubicBezTo>
                    <a:pt x="2580" y="1730"/>
                    <a:pt x="2690" y="1908"/>
                    <a:pt x="2810" y="2097"/>
                  </a:cubicBezTo>
                  <a:cubicBezTo>
                    <a:pt x="2866" y="2061"/>
                    <a:pt x="2921" y="2026"/>
                    <a:pt x="2979" y="1995"/>
                  </a:cubicBezTo>
                  <a:cubicBezTo>
                    <a:pt x="2850" y="1806"/>
                    <a:pt x="2729" y="1635"/>
                    <a:pt x="2622" y="1491"/>
                  </a:cubicBezTo>
                  <a:cubicBezTo>
                    <a:pt x="2899" y="1313"/>
                    <a:pt x="3207" y="1176"/>
                    <a:pt x="3541" y="1097"/>
                  </a:cubicBezTo>
                  <a:cubicBezTo>
                    <a:pt x="3567" y="1282"/>
                    <a:pt x="3602" y="1500"/>
                    <a:pt x="3643" y="1737"/>
                  </a:cubicBezTo>
                  <a:cubicBezTo>
                    <a:pt x="3707" y="1720"/>
                    <a:pt x="3771" y="1704"/>
                    <a:pt x="3837" y="1692"/>
                  </a:cubicBezTo>
                  <a:cubicBezTo>
                    <a:pt x="3788" y="1460"/>
                    <a:pt x="3740" y="1247"/>
                    <a:pt x="3696" y="1069"/>
                  </a:cubicBezTo>
                  <a:cubicBezTo>
                    <a:pt x="3744" y="1059"/>
                    <a:pt x="3791" y="1048"/>
                    <a:pt x="3839" y="1041"/>
                  </a:cubicBezTo>
                  <a:cubicBezTo>
                    <a:pt x="3972" y="1023"/>
                    <a:pt x="4105" y="1015"/>
                    <a:pt x="4236" y="1015"/>
                  </a:cubicBezTo>
                  <a:close/>
                  <a:moveTo>
                    <a:pt x="4244" y="0"/>
                  </a:moveTo>
                  <a:cubicBezTo>
                    <a:pt x="4065" y="0"/>
                    <a:pt x="3885" y="12"/>
                    <a:pt x="3703" y="37"/>
                  </a:cubicBezTo>
                  <a:cubicBezTo>
                    <a:pt x="1526" y="332"/>
                    <a:pt x="1" y="2336"/>
                    <a:pt x="297" y="4514"/>
                  </a:cubicBezTo>
                  <a:cubicBezTo>
                    <a:pt x="567" y="6509"/>
                    <a:pt x="2273" y="7957"/>
                    <a:pt x="4232" y="7957"/>
                  </a:cubicBezTo>
                  <a:cubicBezTo>
                    <a:pt x="4410" y="7957"/>
                    <a:pt x="4591" y="7945"/>
                    <a:pt x="4772" y="7920"/>
                  </a:cubicBezTo>
                  <a:cubicBezTo>
                    <a:pt x="6950" y="7625"/>
                    <a:pt x="8476" y="5621"/>
                    <a:pt x="8180" y="3443"/>
                  </a:cubicBezTo>
                  <a:cubicBezTo>
                    <a:pt x="7909" y="1448"/>
                    <a:pt x="6203" y="0"/>
                    <a:pt x="4244"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3"/>
            <p:cNvSpPr/>
            <p:nvPr/>
          </p:nvSpPr>
          <p:spPr>
            <a:xfrm>
              <a:off x="5526005" y="4471580"/>
              <a:ext cx="502269" cy="471540"/>
            </a:xfrm>
            <a:custGeom>
              <a:avLst/>
              <a:gdLst/>
              <a:ahLst/>
              <a:cxnLst/>
              <a:rect l="l" t="t" r="r" b="b"/>
              <a:pathLst>
                <a:path w="9758" h="9161" extrusionOk="0">
                  <a:moveTo>
                    <a:pt x="4893" y="1167"/>
                  </a:moveTo>
                  <a:cubicBezTo>
                    <a:pt x="6588" y="1167"/>
                    <a:pt x="8061" y="2407"/>
                    <a:pt x="8293" y="4117"/>
                  </a:cubicBezTo>
                  <a:cubicBezTo>
                    <a:pt x="8546" y="5984"/>
                    <a:pt x="7223" y="7706"/>
                    <a:pt x="5338" y="7963"/>
                  </a:cubicBezTo>
                  <a:cubicBezTo>
                    <a:pt x="5180" y="7984"/>
                    <a:pt x="5022" y="7995"/>
                    <a:pt x="4867" y="7995"/>
                  </a:cubicBezTo>
                  <a:cubicBezTo>
                    <a:pt x="3171" y="7995"/>
                    <a:pt x="1698" y="6754"/>
                    <a:pt x="1465" y="5044"/>
                  </a:cubicBezTo>
                  <a:cubicBezTo>
                    <a:pt x="1212" y="3177"/>
                    <a:pt x="2534" y="1455"/>
                    <a:pt x="4420" y="1199"/>
                  </a:cubicBezTo>
                  <a:cubicBezTo>
                    <a:pt x="4579" y="1178"/>
                    <a:pt x="4737" y="1167"/>
                    <a:pt x="4893" y="1167"/>
                  </a:cubicBezTo>
                  <a:close/>
                  <a:moveTo>
                    <a:pt x="4885" y="0"/>
                  </a:moveTo>
                  <a:cubicBezTo>
                    <a:pt x="4680" y="0"/>
                    <a:pt x="4472" y="14"/>
                    <a:pt x="4263" y="43"/>
                  </a:cubicBezTo>
                  <a:cubicBezTo>
                    <a:pt x="1757" y="383"/>
                    <a:pt x="1" y="2690"/>
                    <a:pt x="341" y="5196"/>
                  </a:cubicBezTo>
                  <a:cubicBezTo>
                    <a:pt x="652" y="7493"/>
                    <a:pt x="2617" y="9161"/>
                    <a:pt x="4873" y="9161"/>
                  </a:cubicBezTo>
                  <a:cubicBezTo>
                    <a:pt x="5078" y="9161"/>
                    <a:pt x="5286" y="9147"/>
                    <a:pt x="5495" y="9118"/>
                  </a:cubicBezTo>
                  <a:cubicBezTo>
                    <a:pt x="8001" y="8779"/>
                    <a:pt x="9758" y="6471"/>
                    <a:pt x="9417" y="3965"/>
                  </a:cubicBezTo>
                  <a:cubicBezTo>
                    <a:pt x="9105" y="1668"/>
                    <a:pt x="7141" y="0"/>
                    <a:pt x="48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3"/>
            <p:cNvSpPr/>
            <p:nvPr/>
          </p:nvSpPr>
          <p:spPr>
            <a:xfrm>
              <a:off x="5741774" y="4674481"/>
              <a:ext cx="70723" cy="65782"/>
            </a:xfrm>
            <a:custGeom>
              <a:avLst/>
              <a:gdLst/>
              <a:ahLst/>
              <a:cxnLst/>
              <a:rect l="l" t="t" r="r" b="b"/>
              <a:pathLst>
                <a:path w="1374" h="1278" extrusionOk="0">
                  <a:moveTo>
                    <a:pt x="690" y="0"/>
                  </a:moveTo>
                  <a:cubicBezTo>
                    <a:pt x="660" y="0"/>
                    <a:pt x="631" y="2"/>
                    <a:pt x="601" y="6"/>
                  </a:cubicBezTo>
                  <a:cubicBezTo>
                    <a:pt x="249" y="54"/>
                    <a:pt x="0" y="376"/>
                    <a:pt x="48" y="726"/>
                  </a:cubicBezTo>
                  <a:cubicBezTo>
                    <a:pt x="91" y="1046"/>
                    <a:pt x="368" y="1278"/>
                    <a:pt x="685" y="1278"/>
                  </a:cubicBezTo>
                  <a:cubicBezTo>
                    <a:pt x="714" y="1278"/>
                    <a:pt x="743" y="1276"/>
                    <a:pt x="773" y="1272"/>
                  </a:cubicBezTo>
                  <a:cubicBezTo>
                    <a:pt x="1126" y="1224"/>
                    <a:pt x="1374" y="902"/>
                    <a:pt x="1326" y="551"/>
                  </a:cubicBezTo>
                  <a:cubicBezTo>
                    <a:pt x="1282" y="232"/>
                    <a:pt x="1006" y="0"/>
                    <a:pt x="6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3"/>
            <p:cNvSpPr/>
            <p:nvPr/>
          </p:nvSpPr>
          <p:spPr>
            <a:xfrm>
              <a:off x="5536659" y="4471580"/>
              <a:ext cx="476481" cy="245215"/>
            </a:xfrm>
            <a:custGeom>
              <a:avLst/>
              <a:gdLst/>
              <a:ahLst/>
              <a:cxnLst/>
              <a:rect l="l" t="t" r="r" b="b"/>
              <a:pathLst>
                <a:path w="9257" h="4764" extrusionOk="0">
                  <a:moveTo>
                    <a:pt x="4678" y="0"/>
                  </a:moveTo>
                  <a:cubicBezTo>
                    <a:pt x="4473" y="0"/>
                    <a:pt x="4265" y="14"/>
                    <a:pt x="4056" y="43"/>
                  </a:cubicBezTo>
                  <a:cubicBezTo>
                    <a:pt x="1695" y="363"/>
                    <a:pt x="0" y="2430"/>
                    <a:pt x="96" y="4763"/>
                  </a:cubicBezTo>
                  <a:cubicBezTo>
                    <a:pt x="179" y="2580"/>
                    <a:pt x="1818" y="708"/>
                    <a:pt x="4056" y="403"/>
                  </a:cubicBezTo>
                  <a:cubicBezTo>
                    <a:pt x="4265" y="375"/>
                    <a:pt x="4472" y="361"/>
                    <a:pt x="4677" y="361"/>
                  </a:cubicBezTo>
                  <a:cubicBezTo>
                    <a:pt x="6933" y="361"/>
                    <a:pt x="8898" y="2027"/>
                    <a:pt x="9210" y="4325"/>
                  </a:cubicBezTo>
                  <a:cubicBezTo>
                    <a:pt x="9230" y="4471"/>
                    <a:pt x="9242" y="4615"/>
                    <a:pt x="9247" y="4758"/>
                  </a:cubicBezTo>
                  <a:cubicBezTo>
                    <a:pt x="9257" y="4498"/>
                    <a:pt x="9246" y="4232"/>
                    <a:pt x="9210" y="3965"/>
                  </a:cubicBezTo>
                  <a:cubicBezTo>
                    <a:pt x="8898" y="1668"/>
                    <a:pt x="6934" y="0"/>
                    <a:pt x="4678"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3"/>
            <p:cNvSpPr/>
            <p:nvPr/>
          </p:nvSpPr>
          <p:spPr>
            <a:xfrm>
              <a:off x="5599558" y="4716481"/>
              <a:ext cx="359227" cy="185147"/>
            </a:xfrm>
            <a:custGeom>
              <a:avLst/>
              <a:gdLst/>
              <a:ahLst/>
              <a:cxnLst/>
              <a:rect l="l" t="t" r="r" b="b"/>
              <a:pathLst>
                <a:path w="6979" h="3597" extrusionOk="0">
                  <a:moveTo>
                    <a:pt x="12" y="1"/>
                  </a:moveTo>
                  <a:cubicBezTo>
                    <a:pt x="1" y="213"/>
                    <a:pt x="6" y="429"/>
                    <a:pt x="36" y="646"/>
                  </a:cubicBezTo>
                  <a:cubicBezTo>
                    <a:pt x="269" y="2358"/>
                    <a:pt x="1742" y="3597"/>
                    <a:pt x="3437" y="3597"/>
                  </a:cubicBezTo>
                  <a:cubicBezTo>
                    <a:pt x="3593" y="3597"/>
                    <a:pt x="3751" y="3586"/>
                    <a:pt x="3909" y="3565"/>
                  </a:cubicBezTo>
                  <a:cubicBezTo>
                    <a:pt x="5698" y="3322"/>
                    <a:pt x="6978" y="1760"/>
                    <a:pt x="6888" y="4"/>
                  </a:cubicBezTo>
                  <a:lnTo>
                    <a:pt x="6888" y="4"/>
                  </a:lnTo>
                  <a:cubicBezTo>
                    <a:pt x="6800" y="1608"/>
                    <a:pt x="5574" y="2978"/>
                    <a:pt x="3909" y="3205"/>
                  </a:cubicBezTo>
                  <a:cubicBezTo>
                    <a:pt x="3751" y="3226"/>
                    <a:pt x="3593" y="3237"/>
                    <a:pt x="3438" y="3237"/>
                  </a:cubicBezTo>
                  <a:cubicBezTo>
                    <a:pt x="1742" y="3237"/>
                    <a:pt x="268" y="1996"/>
                    <a:pt x="36" y="286"/>
                  </a:cubicBezTo>
                  <a:cubicBezTo>
                    <a:pt x="23" y="190"/>
                    <a:pt x="17" y="96"/>
                    <a:pt x="12"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3"/>
            <p:cNvSpPr/>
            <p:nvPr/>
          </p:nvSpPr>
          <p:spPr>
            <a:xfrm>
              <a:off x="5595697" y="4515588"/>
              <a:ext cx="358918" cy="184529"/>
            </a:xfrm>
            <a:custGeom>
              <a:avLst/>
              <a:gdLst/>
              <a:ahLst/>
              <a:cxnLst/>
              <a:rect l="l" t="t" r="r" b="b"/>
              <a:pathLst>
                <a:path w="6973" h="3585" extrusionOk="0">
                  <a:moveTo>
                    <a:pt x="3538" y="0"/>
                  </a:moveTo>
                  <a:cubicBezTo>
                    <a:pt x="3382" y="0"/>
                    <a:pt x="3225" y="11"/>
                    <a:pt x="3066" y="32"/>
                  </a:cubicBezTo>
                  <a:cubicBezTo>
                    <a:pt x="1280" y="275"/>
                    <a:pt x="0" y="1832"/>
                    <a:pt x="86" y="3584"/>
                  </a:cubicBezTo>
                  <a:cubicBezTo>
                    <a:pt x="157" y="1963"/>
                    <a:pt x="1387" y="572"/>
                    <a:pt x="3066" y="344"/>
                  </a:cubicBezTo>
                  <a:cubicBezTo>
                    <a:pt x="3225" y="323"/>
                    <a:pt x="3383" y="312"/>
                    <a:pt x="3539" y="312"/>
                  </a:cubicBezTo>
                  <a:cubicBezTo>
                    <a:pt x="5234" y="312"/>
                    <a:pt x="6707" y="1552"/>
                    <a:pt x="6939" y="3262"/>
                  </a:cubicBezTo>
                  <a:cubicBezTo>
                    <a:pt x="6952" y="3361"/>
                    <a:pt x="6958" y="3458"/>
                    <a:pt x="6964" y="3556"/>
                  </a:cubicBezTo>
                  <a:cubicBezTo>
                    <a:pt x="6973" y="3357"/>
                    <a:pt x="6967" y="3154"/>
                    <a:pt x="6939" y="2950"/>
                  </a:cubicBezTo>
                  <a:cubicBezTo>
                    <a:pt x="6707" y="1239"/>
                    <a:pt x="5233" y="0"/>
                    <a:pt x="3538"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3"/>
            <p:cNvSpPr/>
            <p:nvPr/>
          </p:nvSpPr>
          <p:spPr>
            <a:xfrm>
              <a:off x="5541138" y="4698930"/>
              <a:ext cx="475966" cy="244186"/>
            </a:xfrm>
            <a:custGeom>
              <a:avLst/>
              <a:gdLst/>
              <a:ahLst/>
              <a:cxnLst/>
              <a:rect l="l" t="t" r="r" b="b"/>
              <a:pathLst>
                <a:path w="9247" h="4744" extrusionOk="0">
                  <a:moveTo>
                    <a:pt x="9162" y="0"/>
                  </a:moveTo>
                  <a:lnTo>
                    <a:pt x="9162" y="0"/>
                  </a:lnTo>
                  <a:cubicBezTo>
                    <a:pt x="9092" y="2195"/>
                    <a:pt x="7449" y="4084"/>
                    <a:pt x="5201" y="4389"/>
                  </a:cubicBezTo>
                  <a:cubicBezTo>
                    <a:pt x="4992" y="4417"/>
                    <a:pt x="4784" y="4431"/>
                    <a:pt x="4579" y="4431"/>
                  </a:cubicBezTo>
                  <a:cubicBezTo>
                    <a:pt x="2323" y="4431"/>
                    <a:pt x="358" y="2764"/>
                    <a:pt x="47" y="467"/>
                  </a:cubicBezTo>
                  <a:cubicBezTo>
                    <a:pt x="27" y="316"/>
                    <a:pt x="14" y="165"/>
                    <a:pt x="8" y="14"/>
                  </a:cubicBezTo>
                  <a:lnTo>
                    <a:pt x="8" y="14"/>
                  </a:lnTo>
                  <a:cubicBezTo>
                    <a:pt x="1" y="266"/>
                    <a:pt x="12" y="522"/>
                    <a:pt x="47" y="779"/>
                  </a:cubicBezTo>
                  <a:cubicBezTo>
                    <a:pt x="358" y="3076"/>
                    <a:pt x="2323" y="4744"/>
                    <a:pt x="4579" y="4744"/>
                  </a:cubicBezTo>
                  <a:cubicBezTo>
                    <a:pt x="4784" y="4744"/>
                    <a:pt x="4992" y="4730"/>
                    <a:pt x="5201" y="4701"/>
                  </a:cubicBezTo>
                  <a:cubicBezTo>
                    <a:pt x="7555" y="4383"/>
                    <a:pt x="9247" y="2326"/>
                    <a:pt x="9162"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3"/>
            <p:cNvSpPr/>
            <p:nvPr/>
          </p:nvSpPr>
          <p:spPr>
            <a:xfrm>
              <a:off x="4629679" y="4437094"/>
              <a:ext cx="14001" cy="126416"/>
            </a:xfrm>
            <a:custGeom>
              <a:avLst/>
              <a:gdLst/>
              <a:ahLst/>
              <a:cxnLst/>
              <a:rect l="l" t="t" r="r" b="b"/>
              <a:pathLst>
                <a:path w="272" h="2456" extrusionOk="0">
                  <a:moveTo>
                    <a:pt x="0" y="1"/>
                  </a:moveTo>
                  <a:lnTo>
                    <a:pt x="0" y="2456"/>
                  </a:lnTo>
                  <a:lnTo>
                    <a:pt x="271" y="2456"/>
                  </a:lnTo>
                  <a:lnTo>
                    <a:pt x="271" y="1"/>
                  </a:lnTo>
                  <a:close/>
                </a:path>
              </a:pathLst>
            </a:custGeom>
            <a:solidFill>
              <a:srgbClr val="2D1C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3"/>
            <p:cNvSpPr/>
            <p:nvPr/>
          </p:nvSpPr>
          <p:spPr>
            <a:xfrm>
              <a:off x="4602863" y="4437094"/>
              <a:ext cx="14001" cy="112519"/>
            </a:xfrm>
            <a:custGeom>
              <a:avLst/>
              <a:gdLst/>
              <a:ahLst/>
              <a:cxnLst/>
              <a:rect l="l" t="t" r="r" b="b"/>
              <a:pathLst>
                <a:path w="272" h="2186" extrusionOk="0">
                  <a:moveTo>
                    <a:pt x="1" y="1"/>
                  </a:moveTo>
                  <a:lnTo>
                    <a:pt x="1" y="2185"/>
                  </a:lnTo>
                  <a:lnTo>
                    <a:pt x="272" y="2185"/>
                  </a:lnTo>
                  <a:lnTo>
                    <a:pt x="272" y="1"/>
                  </a:lnTo>
                  <a:close/>
                </a:path>
              </a:pathLst>
            </a:custGeom>
            <a:solidFill>
              <a:srgbClr val="2D1C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3"/>
            <p:cNvSpPr/>
            <p:nvPr/>
          </p:nvSpPr>
          <p:spPr>
            <a:xfrm>
              <a:off x="4576098" y="4437094"/>
              <a:ext cx="14001" cy="96099"/>
            </a:xfrm>
            <a:custGeom>
              <a:avLst/>
              <a:gdLst/>
              <a:ahLst/>
              <a:cxnLst/>
              <a:rect l="l" t="t" r="r" b="b"/>
              <a:pathLst>
                <a:path w="272" h="1867" extrusionOk="0">
                  <a:moveTo>
                    <a:pt x="1" y="1"/>
                  </a:moveTo>
                  <a:lnTo>
                    <a:pt x="1" y="1866"/>
                  </a:lnTo>
                  <a:lnTo>
                    <a:pt x="272" y="1866"/>
                  </a:lnTo>
                  <a:lnTo>
                    <a:pt x="272" y="1"/>
                  </a:lnTo>
                  <a:close/>
                </a:path>
              </a:pathLst>
            </a:custGeom>
            <a:solidFill>
              <a:srgbClr val="2D1C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3"/>
            <p:cNvSpPr/>
            <p:nvPr/>
          </p:nvSpPr>
          <p:spPr>
            <a:xfrm>
              <a:off x="4549332" y="4437094"/>
              <a:ext cx="14001" cy="81069"/>
            </a:xfrm>
            <a:custGeom>
              <a:avLst/>
              <a:gdLst/>
              <a:ahLst/>
              <a:cxnLst/>
              <a:rect l="l" t="t" r="r" b="b"/>
              <a:pathLst>
                <a:path w="272" h="1575" extrusionOk="0">
                  <a:moveTo>
                    <a:pt x="1" y="1"/>
                  </a:moveTo>
                  <a:lnTo>
                    <a:pt x="1" y="1575"/>
                  </a:lnTo>
                  <a:lnTo>
                    <a:pt x="272" y="1575"/>
                  </a:lnTo>
                  <a:lnTo>
                    <a:pt x="272" y="1"/>
                  </a:lnTo>
                  <a:close/>
                </a:path>
              </a:pathLst>
            </a:custGeom>
            <a:solidFill>
              <a:srgbClr val="2D1C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3"/>
            <p:cNvSpPr/>
            <p:nvPr/>
          </p:nvSpPr>
          <p:spPr>
            <a:xfrm>
              <a:off x="4522567" y="4437094"/>
              <a:ext cx="14001" cy="64649"/>
            </a:xfrm>
            <a:custGeom>
              <a:avLst/>
              <a:gdLst/>
              <a:ahLst/>
              <a:cxnLst/>
              <a:rect l="l" t="t" r="r" b="b"/>
              <a:pathLst>
                <a:path w="272" h="1256" extrusionOk="0">
                  <a:moveTo>
                    <a:pt x="0" y="1"/>
                  </a:moveTo>
                  <a:lnTo>
                    <a:pt x="0" y="1256"/>
                  </a:lnTo>
                  <a:lnTo>
                    <a:pt x="271" y="1256"/>
                  </a:lnTo>
                  <a:lnTo>
                    <a:pt x="271" y="1"/>
                  </a:lnTo>
                  <a:close/>
                </a:path>
              </a:pathLst>
            </a:custGeom>
            <a:solidFill>
              <a:srgbClr val="2D1C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3"/>
            <p:cNvSpPr/>
            <p:nvPr/>
          </p:nvSpPr>
          <p:spPr>
            <a:xfrm>
              <a:off x="4638790" y="4244334"/>
              <a:ext cx="190912" cy="54664"/>
            </a:xfrm>
            <a:custGeom>
              <a:avLst/>
              <a:gdLst/>
              <a:ahLst/>
              <a:cxnLst/>
              <a:rect l="l" t="t" r="r" b="b"/>
              <a:pathLst>
                <a:path w="3709" h="1062" extrusionOk="0">
                  <a:moveTo>
                    <a:pt x="517" y="0"/>
                  </a:moveTo>
                  <a:lnTo>
                    <a:pt x="1" y="1061"/>
                  </a:lnTo>
                  <a:lnTo>
                    <a:pt x="3708"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3"/>
            <p:cNvSpPr/>
            <p:nvPr/>
          </p:nvSpPr>
          <p:spPr>
            <a:xfrm>
              <a:off x="4585054" y="4109736"/>
              <a:ext cx="53223" cy="115710"/>
            </a:xfrm>
            <a:custGeom>
              <a:avLst/>
              <a:gdLst/>
              <a:ahLst/>
              <a:cxnLst/>
              <a:rect l="l" t="t" r="r" b="b"/>
              <a:pathLst>
                <a:path w="1034" h="2248" extrusionOk="0">
                  <a:moveTo>
                    <a:pt x="597" y="0"/>
                  </a:moveTo>
                  <a:cubicBezTo>
                    <a:pt x="356" y="0"/>
                    <a:pt x="1" y="504"/>
                    <a:pt x="1" y="1125"/>
                  </a:cubicBezTo>
                  <a:cubicBezTo>
                    <a:pt x="1" y="1745"/>
                    <a:pt x="356" y="2248"/>
                    <a:pt x="597" y="2248"/>
                  </a:cubicBezTo>
                  <a:cubicBezTo>
                    <a:pt x="838" y="2248"/>
                    <a:pt x="1034" y="1745"/>
                    <a:pt x="1034" y="1125"/>
                  </a:cubicBezTo>
                  <a:cubicBezTo>
                    <a:pt x="1034" y="504"/>
                    <a:pt x="838" y="0"/>
                    <a:pt x="5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3"/>
            <p:cNvSpPr/>
            <p:nvPr/>
          </p:nvSpPr>
          <p:spPr>
            <a:xfrm>
              <a:off x="4605025" y="4118280"/>
              <a:ext cx="29545" cy="97437"/>
            </a:xfrm>
            <a:custGeom>
              <a:avLst/>
              <a:gdLst/>
              <a:ahLst/>
              <a:cxnLst/>
              <a:rect l="l" t="t" r="r" b="b"/>
              <a:pathLst>
                <a:path w="574" h="1893" extrusionOk="0">
                  <a:moveTo>
                    <a:pt x="288" y="1"/>
                  </a:moveTo>
                  <a:cubicBezTo>
                    <a:pt x="129" y="1"/>
                    <a:pt x="0" y="424"/>
                    <a:pt x="0" y="947"/>
                  </a:cubicBezTo>
                  <a:cubicBezTo>
                    <a:pt x="0" y="1469"/>
                    <a:pt x="129" y="1892"/>
                    <a:pt x="288" y="1892"/>
                  </a:cubicBezTo>
                  <a:cubicBezTo>
                    <a:pt x="445" y="1892"/>
                    <a:pt x="574" y="1469"/>
                    <a:pt x="574" y="947"/>
                  </a:cubicBezTo>
                  <a:cubicBezTo>
                    <a:pt x="574" y="424"/>
                    <a:pt x="445" y="1"/>
                    <a:pt x="288" y="1"/>
                  </a:cubicBezTo>
                  <a:close/>
                </a:path>
              </a:pathLst>
            </a:custGeom>
            <a:solidFill>
              <a:srgbClr val="358A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33"/>
            <p:cNvSpPr/>
            <p:nvPr/>
          </p:nvSpPr>
          <p:spPr>
            <a:xfrm>
              <a:off x="4605848" y="4125074"/>
              <a:ext cx="22957" cy="82407"/>
            </a:xfrm>
            <a:custGeom>
              <a:avLst/>
              <a:gdLst/>
              <a:ahLst/>
              <a:cxnLst/>
              <a:rect l="l" t="t" r="r" b="b"/>
              <a:pathLst>
                <a:path w="446" h="1601" extrusionOk="0">
                  <a:moveTo>
                    <a:pt x="223" y="1"/>
                  </a:moveTo>
                  <a:cubicBezTo>
                    <a:pt x="100" y="1"/>
                    <a:pt x="1" y="359"/>
                    <a:pt x="1" y="800"/>
                  </a:cubicBezTo>
                  <a:cubicBezTo>
                    <a:pt x="1" y="1242"/>
                    <a:pt x="100" y="1600"/>
                    <a:pt x="223" y="1600"/>
                  </a:cubicBezTo>
                  <a:cubicBezTo>
                    <a:pt x="346" y="1600"/>
                    <a:pt x="446" y="1242"/>
                    <a:pt x="446" y="800"/>
                  </a:cubicBezTo>
                  <a:cubicBezTo>
                    <a:pt x="446" y="359"/>
                    <a:pt x="346" y="1"/>
                    <a:pt x="22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3"/>
            <p:cNvSpPr/>
            <p:nvPr/>
          </p:nvSpPr>
          <p:spPr>
            <a:xfrm>
              <a:off x="3905372" y="4941515"/>
              <a:ext cx="2455187" cy="30060"/>
            </a:xfrm>
            <a:custGeom>
              <a:avLst/>
              <a:gdLst/>
              <a:ahLst/>
              <a:cxnLst/>
              <a:rect l="l" t="t" r="r" b="b"/>
              <a:pathLst>
                <a:path w="47699" h="584" extrusionOk="0">
                  <a:moveTo>
                    <a:pt x="1" y="0"/>
                  </a:moveTo>
                  <a:cubicBezTo>
                    <a:pt x="1" y="0"/>
                    <a:pt x="3731" y="584"/>
                    <a:pt x="21694" y="584"/>
                  </a:cubicBezTo>
                  <a:cubicBezTo>
                    <a:pt x="39658" y="584"/>
                    <a:pt x="47699" y="0"/>
                    <a:pt x="47699"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88" name="Google Shape;1988;p33"/>
          <p:cNvSpPr/>
          <p:nvPr/>
        </p:nvSpPr>
        <p:spPr>
          <a:xfrm>
            <a:off x="947775" y="616500"/>
            <a:ext cx="450300" cy="450300"/>
          </a:xfrm>
          <a:prstGeom prst="ellipse">
            <a:avLst/>
          </a:prstGeom>
          <a:solidFill>
            <a:srgbClr val="FFFFFF">
              <a:alpha val="70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3"/>
          <p:cNvSpPr/>
          <p:nvPr/>
        </p:nvSpPr>
        <p:spPr>
          <a:xfrm>
            <a:off x="677750" y="346475"/>
            <a:ext cx="990300" cy="990300"/>
          </a:xfrm>
          <a:prstGeom prst="ellipse">
            <a:avLst/>
          </a:prstGeom>
          <a:gradFill>
            <a:gsLst>
              <a:gs pos="0">
                <a:srgbClr val="FFFFFF">
                  <a:alpha val="70440"/>
                </a:srgbClr>
              </a:gs>
              <a:gs pos="100000">
                <a:srgbClr val="FFFFFF">
                  <a:alpha val="0"/>
                  <a:alpha val="7044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3"/>
          <p:cNvSpPr/>
          <p:nvPr/>
        </p:nvSpPr>
        <p:spPr>
          <a:xfrm flipH="1">
            <a:off x="-246444" y="616496"/>
            <a:ext cx="2938150" cy="689200"/>
          </a:xfrm>
          <a:custGeom>
            <a:avLst/>
            <a:gdLst/>
            <a:ahLst/>
            <a:cxnLst/>
            <a:rect l="l" t="t" r="r" b="b"/>
            <a:pathLst>
              <a:path w="117526" h="27568" extrusionOk="0">
                <a:moveTo>
                  <a:pt x="112661" y="25165"/>
                </a:moveTo>
                <a:cubicBezTo>
                  <a:pt x="102794" y="28528"/>
                  <a:pt x="63549" y="27687"/>
                  <a:pt x="53726" y="26492"/>
                </a:cubicBezTo>
                <a:cubicBezTo>
                  <a:pt x="43904" y="25297"/>
                  <a:pt x="62177" y="19634"/>
                  <a:pt x="53726" y="17997"/>
                </a:cubicBezTo>
                <a:cubicBezTo>
                  <a:pt x="45275" y="16360"/>
                  <a:pt x="9879" y="18085"/>
                  <a:pt x="3021" y="16669"/>
                </a:cubicBezTo>
                <a:cubicBezTo>
                  <a:pt x="-3837" y="15253"/>
                  <a:pt x="1959" y="10387"/>
                  <a:pt x="12578" y="9502"/>
                </a:cubicBezTo>
                <a:cubicBezTo>
                  <a:pt x="23197" y="8617"/>
                  <a:pt x="51691" y="12909"/>
                  <a:pt x="66734" y="11360"/>
                </a:cubicBezTo>
                <a:cubicBezTo>
                  <a:pt x="81777" y="9811"/>
                  <a:pt x="95139" y="1051"/>
                  <a:pt x="102838" y="210"/>
                </a:cubicBezTo>
                <a:cubicBezTo>
                  <a:pt x="110537" y="-631"/>
                  <a:pt x="111289" y="2157"/>
                  <a:pt x="112926" y="6316"/>
                </a:cubicBezTo>
                <a:cubicBezTo>
                  <a:pt x="114563" y="10475"/>
                  <a:pt x="122528" y="21802"/>
                  <a:pt x="112661" y="25165"/>
                </a:cubicBezTo>
                <a:close/>
              </a:path>
            </a:pathLst>
          </a:custGeom>
          <a:solidFill>
            <a:srgbClr val="FFFFFF">
              <a:alpha val="70440"/>
            </a:srgbClr>
          </a:solidFill>
          <a:ln>
            <a:noFill/>
          </a:ln>
        </p:spPr>
      </p:sp>
      <p:sp>
        <p:nvSpPr>
          <p:cNvPr id="1991" name="Google Shape;1991;p33"/>
          <p:cNvSpPr/>
          <p:nvPr/>
        </p:nvSpPr>
        <p:spPr>
          <a:xfrm>
            <a:off x="8516197" y="3654183"/>
            <a:ext cx="1439350" cy="280325"/>
          </a:xfrm>
          <a:custGeom>
            <a:avLst/>
            <a:gdLst/>
            <a:ahLst/>
            <a:cxnLst/>
            <a:rect l="l" t="t" r="r" b="b"/>
            <a:pathLst>
              <a:path w="57574" h="11213" extrusionOk="0">
                <a:moveTo>
                  <a:pt x="51984" y="252"/>
                </a:moveTo>
                <a:cubicBezTo>
                  <a:pt x="48798" y="-456"/>
                  <a:pt x="37118" y="473"/>
                  <a:pt x="33401" y="1314"/>
                </a:cubicBezTo>
                <a:cubicBezTo>
                  <a:pt x="29685" y="2155"/>
                  <a:pt x="34552" y="4765"/>
                  <a:pt x="29685" y="5296"/>
                </a:cubicBezTo>
                <a:cubicBezTo>
                  <a:pt x="24818" y="5827"/>
                  <a:pt x="8270" y="3571"/>
                  <a:pt x="4199" y="4500"/>
                </a:cubicBezTo>
                <a:cubicBezTo>
                  <a:pt x="128" y="5429"/>
                  <a:pt x="-3101" y="9986"/>
                  <a:pt x="5261" y="10871"/>
                </a:cubicBezTo>
                <a:cubicBezTo>
                  <a:pt x="13623" y="11756"/>
                  <a:pt x="46497" y="10694"/>
                  <a:pt x="54373" y="9809"/>
                </a:cubicBezTo>
                <a:cubicBezTo>
                  <a:pt x="62249" y="8924"/>
                  <a:pt x="52913" y="7155"/>
                  <a:pt x="52515" y="5562"/>
                </a:cubicBezTo>
                <a:cubicBezTo>
                  <a:pt x="52117" y="3969"/>
                  <a:pt x="55170" y="960"/>
                  <a:pt x="51984" y="252"/>
                </a:cubicBezTo>
                <a:close/>
              </a:path>
            </a:pathLst>
          </a:custGeom>
          <a:solidFill>
            <a:srgbClr val="FFFFFF">
              <a:alpha val="70440"/>
            </a:srgbClr>
          </a:solidFill>
          <a:ln>
            <a:noFill/>
          </a:ln>
        </p:spPr>
      </p:sp>
      <p:sp>
        <p:nvSpPr>
          <p:cNvPr id="1992" name="Google Shape;1992;p33"/>
          <p:cNvSpPr/>
          <p:nvPr/>
        </p:nvSpPr>
        <p:spPr>
          <a:xfrm flipH="1">
            <a:off x="7606050" y="-215175"/>
            <a:ext cx="2534875" cy="666275"/>
          </a:xfrm>
          <a:custGeom>
            <a:avLst/>
            <a:gdLst/>
            <a:ahLst/>
            <a:cxnLst/>
            <a:rect l="l" t="t" r="r" b="b"/>
            <a:pathLst>
              <a:path w="112175" h="26651" extrusionOk="0">
                <a:moveTo>
                  <a:pt x="5032" y="24291"/>
                </a:moveTo>
                <a:cubicBezTo>
                  <a:pt x="17686" y="24026"/>
                  <a:pt x="72860" y="25308"/>
                  <a:pt x="83612" y="24025"/>
                </a:cubicBezTo>
                <a:cubicBezTo>
                  <a:pt x="94364" y="22742"/>
                  <a:pt x="64852" y="18362"/>
                  <a:pt x="69542" y="16592"/>
                </a:cubicBezTo>
                <a:cubicBezTo>
                  <a:pt x="74232" y="14822"/>
                  <a:pt x="116618" y="14379"/>
                  <a:pt x="111751" y="13406"/>
                </a:cubicBezTo>
                <a:cubicBezTo>
                  <a:pt x="106884" y="12433"/>
                  <a:pt x="56003" y="12964"/>
                  <a:pt x="40340" y="10752"/>
                </a:cubicBezTo>
                <a:cubicBezTo>
                  <a:pt x="24677" y="8540"/>
                  <a:pt x="24014" y="664"/>
                  <a:pt x="17775" y="133"/>
                </a:cubicBezTo>
                <a:cubicBezTo>
                  <a:pt x="11536" y="-398"/>
                  <a:pt x="4589" y="3319"/>
                  <a:pt x="2908" y="7566"/>
                </a:cubicBezTo>
                <a:cubicBezTo>
                  <a:pt x="1227" y="11814"/>
                  <a:pt x="7333" y="22831"/>
                  <a:pt x="7687" y="25618"/>
                </a:cubicBezTo>
                <a:cubicBezTo>
                  <a:pt x="8041" y="28406"/>
                  <a:pt x="-7622" y="24557"/>
                  <a:pt x="5032" y="24291"/>
                </a:cubicBezTo>
                <a:close/>
              </a:path>
            </a:pathLst>
          </a:custGeom>
          <a:solidFill>
            <a:srgbClr val="FFFFFF">
              <a:alpha val="70440"/>
            </a:srgbClr>
          </a:solidFill>
          <a:ln>
            <a:no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96"/>
        <p:cNvGrpSpPr/>
        <p:nvPr/>
      </p:nvGrpSpPr>
      <p:grpSpPr>
        <a:xfrm>
          <a:off x="0" y="0"/>
          <a:ext cx="0" cy="0"/>
          <a:chOff x="0" y="0"/>
          <a:chExt cx="0" cy="0"/>
        </a:xfrm>
      </p:grpSpPr>
      <p:sp>
        <p:nvSpPr>
          <p:cNvPr id="1997" name="Google Shape;1997;p34"/>
          <p:cNvSpPr/>
          <p:nvPr/>
        </p:nvSpPr>
        <p:spPr>
          <a:xfrm flipH="1">
            <a:off x="4004889" y="3374634"/>
            <a:ext cx="1474525" cy="741150"/>
          </a:xfrm>
          <a:custGeom>
            <a:avLst/>
            <a:gdLst/>
            <a:ahLst/>
            <a:cxnLst/>
            <a:rect l="l" t="t" r="r" b="b"/>
            <a:pathLst>
              <a:path w="58981" h="29646" extrusionOk="0">
                <a:moveTo>
                  <a:pt x="53832" y="29631"/>
                </a:moveTo>
                <a:cubicBezTo>
                  <a:pt x="53386" y="29949"/>
                  <a:pt x="52855" y="25392"/>
                  <a:pt x="52239" y="23658"/>
                </a:cubicBezTo>
                <a:cubicBezTo>
                  <a:pt x="51623" y="21924"/>
                  <a:pt x="51769" y="20299"/>
                  <a:pt x="50135" y="19229"/>
                </a:cubicBezTo>
                <a:cubicBezTo>
                  <a:pt x="48501" y="18159"/>
                  <a:pt x="42462" y="18225"/>
                  <a:pt x="42436" y="17238"/>
                </a:cubicBezTo>
                <a:cubicBezTo>
                  <a:pt x="42411" y="16251"/>
                  <a:pt x="48393" y="14447"/>
                  <a:pt x="49982" y="13305"/>
                </a:cubicBezTo>
                <a:cubicBezTo>
                  <a:pt x="51572" y="12163"/>
                  <a:pt x="56597" y="11026"/>
                  <a:pt x="51973" y="10384"/>
                </a:cubicBezTo>
                <a:cubicBezTo>
                  <a:pt x="47349" y="9742"/>
                  <a:pt x="26421" y="10451"/>
                  <a:pt x="22240" y="9455"/>
                </a:cubicBezTo>
                <a:cubicBezTo>
                  <a:pt x="18059" y="8460"/>
                  <a:pt x="30271" y="5340"/>
                  <a:pt x="26886" y="4411"/>
                </a:cubicBezTo>
                <a:cubicBezTo>
                  <a:pt x="23501" y="3482"/>
                  <a:pt x="5472" y="4566"/>
                  <a:pt x="1932" y="3880"/>
                </a:cubicBezTo>
                <a:cubicBezTo>
                  <a:pt x="-1607" y="3194"/>
                  <a:pt x="-236" y="783"/>
                  <a:pt x="5649" y="296"/>
                </a:cubicBezTo>
                <a:cubicBezTo>
                  <a:pt x="11534" y="-191"/>
                  <a:pt x="31975" y="-146"/>
                  <a:pt x="37240" y="960"/>
                </a:cubicBezTo>
                <a:cubicBezTo>
                  <a:pt x="42505" y="2066"/>
                  <a:pt x="33701" y="5606"/>
                  <a:pt x="37240" y="6933"/>
                </a:cubicBezTo>
                <a:cubicBezTo>
                  <a:pt x="40780" y="8260"/>
                  <a:pt x="55930" y="7450"/>
                  <a:pt x="58477" y="8924"/>
                </a:cubicBezTo>
                <a:cubicBezTo>
                  <a:pt x="61024" y="10398"/>
                  <a:pt x="53118" y="13640"/>
                  <a:pt x="52524" y="15778"/>
                </a:cubicBezTo>
                <a:cubicBezTo>
                  <a:pt x="51930" y="17916"/>
                  <a:pt x="54696" y="19442"/>
                  <a:pt x="54914" y="21751"/>
                </a:cubicBezTo>
                <a:cubicBezTo>
                  <a:pt x="55132" y="24060"/>
                  <a:pt x="54278" y="29313"/>
                  <a:pt x="53832" y="29631"/>
                </a:cubicBezTo>
                <a:close/>
              </a:path>
            </a:pathLst>
          </a:custGeom>
          <a:solidFill>
            <a:srgbClr val="FFFFFF">
              <a:alpha val="70440"/>
            </a:srgbClr>
          </a:solidFill>
          <a:ln>
            <a:noFill/>
          </a:ln>
        </p:spPr>
      </p:sp>
      <p:sp>
        <p:nvSpPr>
          <p:cNvPr id="1998" name="Google Shape;1998;p34"/>
          <p:cNvSpPr/>
          <p:nvPr/>
        </p:nvSpPr>
        <p:spPr>
          <a:xfrm flipH="1">
            <a:off x="7532439" y="3423404"/>
            <a:ext cx="635025" cy="371375"/>
          </a:xfrm>
          <a:custGeom>
            <a:avLst/>
            <a:gdLst/>
            <a:ahLst/>
            <a:cxnLst/>
            <a:rect l="l" t="t" r="r" b="b"/>
            <a:pathLst>
              <a:path w="25401" h="14855" extrusionOk="0">
                <a:moveTo>
                  <a:pt x="332" y="14756"/>
                </a:moveTo>
                <a:cubicBezTo>
                  <a:pt x="730" y="15154"/>
                  <a:pt x="1482" y="11084"/>
                  <a:pt x="3252" y="10243"/>
                </a:cubicBezTo>
                <a:cubicBezTo>
                  <a:pt x="5022" y="9402"/>
                  <a:pt x="10022" y="10685"/>
                  <a:pt x="10951" y="9712"/>
                </a:cubicBezTo>
                <a:cubicBezTo>
                  <a:pt x="11880" y="8739"/>
                  <a:pt x="6482" y="5244"/>
                  <a:pt x="8827" y="4403"/>
                </a:cubicBezTo>
                <a:cubicBezTo>
                  <a:pt x="11172" y="3562"/>
                  <a:pt x="23384" y="5376"/>
                  <a:pt x="25021" y="4668"/>
                </a:cubicBezTo>
                <a:cubicBezTo>
                  <a:pt x="26658" y="3960"/>
                  <a:pt x="22366" y="642"/>
                  <a:pt x="18649" y="155"/>
                </a:cubicBezTo>
                <a:cubicBezTo>
                  <a:pt x="14932" y="-332"/>
                  <a:pt x="4712" y="598"/>
                  <a:pt x="2721" y="1748"/>
                </a:cubicBezTo>
                <a:cubicBezTo>
                  <a:pt x="730" y="2898"/>
                  <a:pt x="7013" y="6039"/>
                  <a:pt x="6703" y="7057"/>
                </a:cubicBezTo>
                <a:cubicBezTo>
                  <a:pt x="6393" y="8075"/>
                  <a:pt x="1925" y="6571"/>
                  <a:pt x="863" y="7854"/>
                </a:cubicBezTo>
                <a:cubicBezTo>
                  <a:pt x="-199" y="9137"/>
                  <a:pt x="-66" y="14358"/>
                  <a:pt x="332" y="14756"/>
                </a:cubicBezTo>
                <a:close/>
              </a:path>
            </a:pathLst>
          </a:custGeom>
          <a:solidFill>
            <a:srgbClr val="FFFFFF">
              <a:alpha val="70440"/>
            </a:srgbClr>
          </a:solidFill>
          <a:ln>
            <a:noFill/>
          </a:ln>
        </p:spPr>
      </p:sp>
      <p:sp>
        <p:nvSpPr>
          <p:cNvPr id="1999" name="Google Shape;1999;p34"/>
          <p:cNvSpPr/>
          <p:nvPr/>
        </p:nvSpPr>
        <p:spPr>
          <a:xfrm flipH="1">
            <a:off x="7684575" y="3021706"/>
            <a:ext cx="990350" cy="741140"/>
          </a:xfrm>
          <a:custGeom>
            <a:avLst/>
            <a:gdLst/>
            <a:ahLst/>
            <a:cxnLst/>
            <a:rect l="l" t="t" r="r" b="b"/>
            <a:pathLst>
              <a:path w="39614" h="18123" extrusionOk="0">
                <a:moveTo>
                  <a:pt x="3639" y="18106"/>
                </a:moveTo>
                <a:cubicBezTo>
                  <a:pt x="4391" y="18239"/>
                  <a:pt x="2776" y="14102"/>
                  <a:pt x="4568" y="13195"/>
                </a:cubicBezTo>
                <a:cubicBezTo>
                  <a:pt x="6360" y="12288"/>
                  <a:pt x="12776" y="13173"/>
                  <a:pt x="14391" y="12664"/>
                </a:cubicBezTo>
                <a:cubicBezTo>
                  <a:pt x="16006" y="12155"/>
                  <a:pt x="14944" y="10629"/>
                  <a:pt x="14258" y="10142"/>
                </a:cubicBezTo>
                <a:cubicBezTo>
                  <a:pt x="13572" y="9655"/>
                  <a:pt x="10696" y="10209"/>
                  <a:pt x="10276" y="9744"/>
                </a:cubicBezTo>
                <a:cubicBezTo>
                  <a:pt x="9856" y="9280"/>
                  <a:pt x="8307" y="7731"/>
                  <a:pt x="11736" y="7355"/>
                </a:cubicBezTo>
                <a:cubicBezTo>
                  <a:pt x="15165" y="6979"/>
                  <a:pt x="26249" y="8506"/>
                  <a:pt x="30850" y="7488"/>
                </a:cubicBezTo>
                <a:cubicBezTo>
                  <a:pt x="35452" y="6470"/>
                  <a:pt x="40849" y="2466"/>
                  <a:pt x="39345" y="1249"/>
                </a:cubicBezTo>
                <a:cubicBezTo>
                  <a:pt x="37841" y="32"/>
                  <a:pt x="24169" y="-211"/>
                  <a:pt x="21824" y="187"/>
                </a:cubicBezTo>
                <a:cubicBezTo>
                  <a:pt x="19479" y="585"/>
                  <a:pt x="28085" y="2974"/>
                  <a:pt x="25275" y="3638"/>
                </a:cubicBezTo>
                <a:cubicBezTo>
                  <a:pt x="22466" y="4302"/>
                  <a:pt x="8131" y="3019"/>
                  <a:pt x="4967" y="4169"/>
                </a:cubicBezTo>
                <a:cubicBezTo>
                  <a:pt x="1804" y="5320"/>
                  <a:pt x="7113" y="9169"/>
                  <a:pt x="6294" y="10541"/>
                </a:cubicBezTo>
                <a:cubicBezTo>
                  <a:pt x="5475" y="11913"/>
                  <a:pt x="498" y="11138"/>
                  <a:pt x="55" y="12399"/>
                </a:cubicBezTo>
                <a:cubicBezTo>
                  <a:pt x="-387" y="13660"/>
                  <a:pt x="2887" y="17973"/>
                  <a:pt x="3639" y="18106"/>
                </a:cubicBezTo>
                <a:close/>
              </a:path>
            </a:pathLst>
          </a:custGeom>
          <a:solidFill>
            <a:srgbClr val="FFFFFF">
              <a:alpha val="70440"/>
            </a:srgbClr>
          </a:solidFill>
          <a:ln>
            <a:noFill/>
          </a:ln>
        </p:spPr>
      </p:sp>
      <p:sp>
        <p:nvSpPr>
          <p:cNvPr id="2000" name="Google Shape;2000;p34"/>
          <p:cNvSpPr/>
          <p:nvPr/>
        </p:nvSpPr>
        <p:spPr>
          <a:xfrm flipH="1">
            <a:off x="7503350" y="2409142"/>
            <a:ext cx="1506575" cy="1347331"/>
          </a:xfrm>
          <a:custGeom>
            <a:avLst/>
            <a:gdLst/>
            <a:ahLst/>
            <a:cxnLst/>
            <a:rect l="l" t="t" r="r" b="b"/>
            <a:pathLst>
              <a:path w="60263" h="29672" extrusionOk="0">
                <a:moveTo>
                  <a:pt x="6421" y="29645"/>
                </a:moveTo>
                <a:cubicBezTo>
                  <a:pt x="7748" y="29866"/>
                  <a:pt x="8058" y="25442"/>
                  <a:pt x="8014" y="23672"/>
                </a:cubicBezTo>
                <a:cubicBezTo>
                  <a:pt x="7970" y="21902"/>
                  <a:pt x="5581" y="20376"/>
                  <a:pt x="6156" y="19026"/>
                </a:cubicBezTo>
                <a:cubicBezTo>
                  <a:pt x="6731" y="17677"/>
                  <a:pt x="10779" y="16526"/>
                  <a:pt x="11465" y="15575"/>
                </a:cubicBezTo>
                <a:cubicBezTo>
                  <a:pt x="12151" y="14624"/>
                  <a:pt x="10802" y="14182"/>
                  <a:pt x="10271" y="13319"/>
                </a:cubicBezTo>
                <a:cubicBezTo>
                  <a:pt x="9740" y="12456"/>
                  <a:pt x="3656" y="11040"/>
                  <a:pt x="8280" y="10398"/>
                </a:cubicBezTo>
                <a:cubicBezTo>
                  <a:pt x="12904" y="9756"/>
                  <a:pt x="33832" y="10465"/>
                  <a:pt x="38013" y="9469"/>
                </a:cubicBezTo>
                <a:cubicBezTo>
                  <a:pt x="42194" y="8474"/>
                  <a:pt x="29982" y="5354"/>
                  <a:pt x="33367" y="4425"/>
                </a:cubicBezTo>
                <a:cubicBezTo>
                  <a:pt x="36752" y="3496"/>
                  <a:pt x="54782" y="4580"/>
                  <a:pt x="58321" y="3894"/>
                </a:cubicBezTo>
                <a:cubicBezTo>
                  <a:pt x="61861" y="3208"/>
                  <a:pt x="60489" y="797"/>
                  <a:pt x="54604" y="310"/>
                </a:cubicBezTo>
                <a:cubicBezTo>
                  <a:pt x="48719" y="-177"/>
                  <a:pt x="28278" y="-132"/>
                  <a:pt x="23013" y="974"/>
                </a:cubicBezTo>
                <a:cubicBezTo>
                  <a:pt x="17748" y="2080"/>
                  <a:pt x="26553" y="5620"/>
                  <a:pt x="23013" y="6947"/>
                </a:cubicBezTo>
                <a:cubicBezTo>
                  <a:pt x="19474" y="8274"/>
                  <a:pt x="4940" y="7456"/>
                  <a:pt x="1776" y="8938"/>
                </a:cubicBezTo>
                <a:cubicBezTo>
                  <a:pt x="-1387" y="10420"/>
                  <a:pt x="4320" y="13606"/>
                  <a:pt x="4032" y="15840"/>
                </a:cubicBezTo>
                <a:cubicBezTo>
                  <a:pt x="3744" y="18075"/>
                  <a:pt x="-348" y="20044"/>
                  <a:pt x="50" y="22345"/>
                </a:cubicBezTo>
                <a:cubicBezTo>
                  <a:pt x="448" y="24646"/>
                  <a:pt x="5094" y="29424"/>
                  <a:pt x="6421" y="29645"/>
                </a:cubicBezTo>
                <a:close/>
              </a:path>
            </a:pathLst>
          </a:custGeom>
          <a:solidFill>
            <a:srgbClr val="FFFFFF">
              <a:alpha val="70440"/>
            </a:srgbClr>
          </a:solidFill>
          <a:ln>
            <a:noFill/>
          </a:ln>
        </p:spPr>
      </p:sp>
      <p:sp>
        <p:nvSpPr>
          <p:cNvPr id="2001" name="Google Shape;2001;p34"/>
          <p:cNvSpPr/>
          <p:nvPr/>
        </p:nvSpPr>
        <p:spPr>
          <a:xfrm>
            <a:off x="1391134" y="3969917"/>
            <a:ext cx="990350" cy="453075"/>
          </a:xfrm>
          <a:custGeom>
            <a:avLst/>
            <a:gdLst/>
            <a:ahLst/>
            <a:cxnLst/>
            <a:rect l="l" t="t" r="r" b="b"/>
            <a:pathLst>
              <a:path w="39614" h="18123" extrusionOk="0">
                <a:moveTo>
                  <a:pt x="3639" y="18106"/>
                </a:moveTo>
                <a:cubicBezTo>
                  <a:pt x="4391" y="18239"/>
                  <a:pt x="2776" y="14102"/>
                  <a:pt x="4568" y="13195"/>
                </a:cubicBezTo>
                <a:cubicBezTo>
                  <a:pt x="6360" y="12288"/>
                  <a:pt x="12776" y="13173"/>
                  <a:pt x="14391" y="12664"/>
                </a:cubicBezTo>
                <a:cubicBezTo>
                  <a:pt x="16006" y="12155"/>
                  <a:pt x="14944" y="10629"/>
                  <a:pt x="14258" y="10142"/>
                </a:cubicBezTo>
                <a:cubicBezTo>
                  <a:pt x="13572" y="9655"/>
                  <a:pt x="10696" y="10209"/>
                  <a:pt x="10276" y="9744"/>
                </a:cubicBezTo>
                <a:cubicBezTo>
                  <a:pt x="9856" y="9280"/>
                  <a:pt x="8307" y="7731"/>
                  <a:pt x="11736" y="7355"/>
                </a:cubicBezTo>
                <a:cubicBezTo>
                  <a:pt x="15165" y="6979"/>
                  <a:pt x="26249" y="8506"/>
                  <a:pt x="30850" y="7488"/>
                </a:cubicBezTo>
                <a:cubicBezTo>
                  <a:pt x="35452" y="6470"/>
                  <a:pt x="40849" y="2466"/>
                  <a:pt x="39345" y="1249"/>
                </a:cubicBezTo>
                <a:cubicBezTo>
                  <a:pt x="37841" y="32"/>
                  <a:pt x="24169" y="-211"/>
                  <a:pt x="21824" y="187"/>
                </a:cubicBezTo>
                <a:cubicBezTo>
                  <a:pt x="19479" y="585"/>
                  <a:pt x="28085" y="2974"/>
                  <a:pt x="25275" y="3638"/>
                </a:cubicBezTo>
                <a:cubicBezTo>
                  <a:pt x="22466" y="4302"/>
                  <a:pt x="8131" y="3019"/>
                  <a:pt x="4967" y="4169"/>
                </a:cubicBezTo>
                <a:cubicBezTo>
                  <a:pt x="1804" y="5320"/>
                  <a:pt x="7113" y="9169"/>
                  <a:pt x="6294" y="10541"/>
                </a:cubicBezTo>
                <a:cubicBezTo>
                  <a:pt x="5475" y="11913"/>
                  <a:pt x="498" y="11138"/>
                  <a:pt x="55" y="12399"/>
                </a:cubicBezTo>
                <a:cubicBezTo>
                  <a:pt x="-387" y="13660"/>
                  <a:pt x="2887" y="17973"/>
                  <a:pt x="3639" y="18106"/>
                </a:cubicBezTo>
                <a:close/>
              </a:path>
            </a:pathLst>
          </a:custGeom>
          <a:solidFill>
            <a:srgbClr val="FFFFFF">
              <a:alpha val="70440"/>
            </a:srgbClr>
          </a:solidFill>
          <a:ln>
            <a:noFill/>
          </a:ln>
        </p:spPr>
      </p:sp>
      <p:sp>
        <p:nvSpPr>
          <p:cNvPr id="2002" name="Google Shape;2002;p34"/>
          <p:cNvSpPr/>
          <p:nvPr/>
        </p:nvSpPr>
        <p:spPr>
          <a:xfrm>
            <a:off x="364812" y="3483534"/>
            <a:ext cx="1474525" cy="741150"/>
          </a:xfrm>
          <a:custGeom>
            <a:avLst/>
            <a:gdLst/>
            <a:ahLst/>
            <a:cxnLst/>
            <a:rect l="l" t="t" r="r" b="b"/>
            <a:pathLst>
              <a:path w="58981" h="29646" extrusionOk="0">
                <a:moveTo>
                  <a:pt x="53832" y="29631"/>
                </a:moveTo>
                <a:cubicBezTo>
                  <a:pt x="53386" y="29949"/>
                  <a:pt x="52855" y="25392"/>
                  <a:pt x="52239" y="23658"/>
                </a:cubicBezTo>
                <a:cubicBezTo>
                  <a:pt x="51623" y="21924"/>
                  <a:pt x="51769" y="20299"/>
                  <a:pt x="50135" y="19229"/>
                </a:cubicBezTo>
                <a:cubicBezTo>
                  <a:pt x="48501" y="18159"/>
                  <a:pt x="42462" y="18225"/>
                  <a:pt x="42436" y="17238"/>
                </a:cubicBezTo>
                <a:cubicBezTo>
                  <a:pt x="42411" y="16251"/>
                  <a:pt x="48393" y="14447"/>
                  <a:pt x="49982" y="13305"/>
                </a:cubicBezTo>
                <a:cubicBezTo>
                  <a:pt x="51572" y="12163"/>
                  <a:pt x="56597" y="11026"/>
                  <a:pt x="51973" y="10384"/>
                </a:cubicBezTo>
                <a:cubicBezTo>
                  <a:pt x="47349" y="9742"/>
                  <a:pt x="26421" y="10451"/>
                  <a:pt x="22240" y="9455"/>
                </a:cubicBezTo>
                <a:cubicBezTo>
                  <a:pt x="18059" y="8460"/>
                  <a:pt x="30271" y="5340"/>
                  <a:pt x="26886" y="4411"/>
                </a:cubicBezTo>
                <a:cubicBezTo>
                  <a:pt x="23501" y="3482"/>
                  <a:pt x="5472" y="4566"/>
                  <a:pt x="1932" y="3880"/>
                </a:cubicBezTo>
                <a:cubicBezTo>
                  <a:pt x="-1607" y="3194"/>
                  <a:pt x="-236" y="783"/>
                  <a:pt x="5649" y="296"/>
                </a:cubicBezTo>
                <a:cubicBezTo>
                  <a:pt x="11534" y="-191"/>
                  <a:pt x="31975" y="-146"/>
                  <a:pt x="37240" y="960"/>
                </a:cubicBezTo>
                <a:cubicBezTo>
                  <a:pt x="42505" y="2066"/>
                  <a:pt x="33701" y="5606"/>
                  <a:pt x="37240" y="6933"/>
                </a:cubicBezTo>
                <a:cubicBezTo>
                  <a:pt x="40780" y="8260"/>
                  <a:pt x="55930" y="7450"/>
                  <a:pt x="58477" y="8924"/>
                </a:cubicBezTo>
                <a:cubicBezTo>
                  <a:pt x="61024" y="10398"/>
                  <a:pt x="53118" y="13640"/>
                  <a:pt x="52524" y="15778"/>
                </a:cubicBezTo>
                <a:cubicBezTo>
                  <a:pt x="51930" y="17916"/>
                  <a:pt x="54696" y="19442"/>
                  <a:pt x="54914" y="21751"/>
                </a:cubicBezTo>
                <a:cubicBezTo>
                  <a:pt x="55132" y="24060"/>
                  <a:pt x="54278" y="29313"/>
                  <a:pt x="53832" y="29631"/>
                </a:cubicBezTo>
                <a:close/>
              </a:path>
            </a:pathLst>
          </a:custGeom>
          <a:solidFill>
            <a:srgbClr val="FFFFFF">
              <a:alpha val="70440"/>
            </a:srgbClr>
          </a:solidFill>
          <a:ln>
            <a:noFill/>
          </a:ln>
        </p:spPr>
      </p:sp>
      <p:sp>
        <p:nvSpPr>
          <p:cNvPr id="2003" name="Google Shape;2003;p34"/>
          <p:cNvSpPr/>
          <p:nvPr/>
        </p:nvSpPr>
        <p:spPr>
          <a:xfrm>
            <a:off x="638219" y="3773978"/>
            <a:ext cx="775225" cy="450350"/>
          </a:xfrm>
          <a:custGeom>
            <a:avLst/>
            <a:gdLst/>
            <a:ahLst/>
            <a:cxnLst/>
            <a:rect l="l" t="t" r="r" b="b"/>
            <a:pathLst>
              <a:path w="31009" h="18014" extrusionOk="0">
                <a:moveTo>
                  <a:pt x="3625" y="18011"/>
                </a:moveTo>
                <a:cubicBezTo>
                  <a:pt x="4377" y="18144"/>
                  <a:pt x="2762" y="14007"/>
                  <a:pt x="4554" y="13100"/>
                </a:cubicBezTo>
                <a:cubicBezTo>
                  <a:pt x="6346" y="12193"/>
                  <a:pt x="12673" y="13019"/>
                  <a:pt x="14377" y="12569"/>
                </a:cubicBezTo>
                <a:cubicBezTo>
                  <a:pt x="16081" y="12119"/>
                  <a:pt x="15462" y="10885"/>
                  <a:pt x="14776" y="10398"/>
                </a:cubicBezTo>
                <a:cubicBezTo>
                  <a:pt x="14090" y="9911"/>
                  <a:pt x="11191" y="10512"/>
                  <a:pt x="10262" y="9649"/>
                </a:cubicBezTo>
                <a:cubicBezTo>
                  <a:pt x="9333" y="8786"/>
                  <a:pt x="5971" y="5938"/>
                  <a:pt x="9201" y="5222"/>
                </a:cubicBezTo>
                <a:cubicBezTo>
                  <a:pt x="12431" y="4506"/>
                  <a:pt x="26456" y="5996"/>
                  <a:pt x="29642" y="5354"/>
                </a:cubicBezTo>
                <a:cubicBezTo>
                  <a:pt x="32828" y="4712"/>
                  <a:pt x="29620" y="2249"/>
                  <a:pt x="28315" y="1372"/>
                </a:cubicBezTo>
                <a:cubicBezTo>
                  <a:pt x="27010" y="495"/>
                  <a:pt x="22319" y="-270"/>
                  <a:pt x="21810" y="92"/>
                </a:cubicBezTo>
                <a:cubicBezTo>
                  <a:pt x="21301" y="454"/>
                  <a:pt x="28071" y="2879"/>
                  <a:pt x="25261" y="3543"/>
                </a:cubicBezTo>
                <a:cubicBezTo>
                  <a:pt x="22452" y="4207"/>
                  <a:pt x="8117" y="2924"/>
                  <a:pt x="4953" y="4074"/>
                </a:cubicBezTo>
                <a:cubicBezTo>
                  <a:pt x="1790" y="5225"/>
                  <a:pt x="7099" y="9074"/>
                  <a:pt x="6280" y="10446"/>
                </a:cubicBezTo>
                <a:cubicBezTo>
                  <a:pt x="5461" y="11818"/>
                  <a:pt x="484" y="11043"/>
                  <a:pt x="41" y="12304"/>
                </a:cubicBezTo>
                <a:cubicBezTo>
                  <a:pt x="-401" y="13565"/>
                  <a:pt x="2873" y="17878"/>
                  <a:pt x="3625" y="18011"/>
                </a:cubicBezTo>
                <a:close/>
              </a:path>
            </a:pathLst>
          </a:custGeom>
          <a:solidFill>
            <a:srgbClr val="FFFFFF">
              <a:alpha val="70440"/>
            </a:srgbClr>
          </a:solidFill>
          <a:ln>
            <a:noFill/>
          </a:ln>
        </p:spPr>
      </p:sp>
      <p:grpSp>
        <p:nvGrpSpPr>
          <p:cNvPr id="2004" name="Google Shape;2004;p34"/>
          <p:cNvGrpSpPr/>
          <p:nvPr/>
        </p:nvGrpSpPr>
        <p:grpSpPr>
          <a:xfrm>
            <a:off x="1186817" y="4206500"/>
            <a:ext cx="1095050" cy="949050"/>
            <a:chOff x="6742975" y="3444500"/>
            <a:chExt cx="1095050" cy="949050"/>
          </a:xfrm>
        </p:grpSpPr>
        <p:sp>
          <p:nvSpPr>
            <p:cNvPr id="2005" name="Google Shape;2005;p34"/>
            <p:cNvSpPr/>
            <p:nvPr/>
          </p:nvSpPr>
          <p:spPr>
            <a:xfrm>
              <a:off x="7211325" y="3444500"/>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1"/>
            </a:solidFill>
            <a:ln>
              <a:noFill/>
            </a:ln>
          </p:spPr>
        </p:sp>
        <p:sp>
          <p:nvSpPr>
            <p:cNvPr id="2006" name="Google Shape;2006;p34"/>
            <p:cNvSpPr/>
            <p:nvPr/>
          </p:nvSpPr>
          <p:spPr>
            <a:xfrm>
              <a:off x="6985675" y="3643600"/>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1"/>
            </a:solidFill>
            <a:ln>
              <a:noFill/>
            </a:ln>
          </p:spPr>
        </p:sp>
        <p:sp>
          <p:nvSpPr>
            <p:cNvPr id="2007" name="Google Shape;2007;p34"/>
            <p:cNvSpPr/>
            <p:nvPr/>
          </p:nvSpPr>
          <p:spPr>
            <a:xfrm>
              <a:off x="6742975" y="3922325"/>
              <a:ext cx="1095050" cy="471225"/>
            </a:xfrm>
            <a:custGeom>
              <a:avLst/>
              <a:gdLst/>
              <a:ahLst/>
              <a:cxnLst/>
              <a:rect l="l" t="t" r="r" b="b"/>
              <a:pathLst>
                <a:path w="43802" h="18849" extrusionOk="0">
                  <a:moveTo>
                    <a:pt x="37431" y="0"/>
                  </a:moveTo>
                  <a:lnTo>
                    <a:pt x="5043" y="0"/>
                  </a:lnTo>
                  <a:lnTo>
                    <a:pt x="0" y="3717"/>
                  </a:lnTo>
                  <a:lnTo>
                    <a:pt x="1858" y="9557"/>
                  </a:lnTo>
                  <a:lnTo>
                    <a:pt x="37696" y="18849"/>
                  </a:lnTo>
                  <a:lnTo>
                    <a:pt x="43802" y="7434"/>
                  </a:lnTo>
                  <a:close/>
                </a:path>
              </a:pathLst>
            </a:custGeom>
            <a:solidFill>
              <a:schemeClr val="dk1"/>
            </a:solidFill>
            <a:ln>
              <a:noFill/>
            </a:ln>
          </p:spPr>
        </p:sp>
      </p:grpSp>
      <p:grpSp>
        <p:nvGrpSpPr>
          <p:cNvPr id="2008" name="Google Shape;2008;p34"/>
          <p:cNvGrpSpPr/>
          <p:nvPr/>
        </p:nvGrpSpPr>
        <p:grpSpPr>
          <a:xfrm flipH="1">
            <a:off x="7575134" y="3752475"/>
            <a:ext cx="1931300" cy="862775"/>
            <a:chOff x="7466375" y="3371475"/>
            <a:chExt cx="1931300" cy="862775"/>
          </a:xfrm>
        </p:grpSpPr>
        <p:sp>
          <p:nvSpPr>
            <p:cNvPr id="2009" name="Google Shape;2009;p34"/>
            <p:cNvSpPr/>
            <p:nvPr/>
          </p:nvSpPr>
          <p:spPr>
            <a:xfrm>
              <a:off x="806082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2010" name="Google Shape;2010;p34"/>
            <p:cNvSpPr/>
            <p:nvPr/>
          </p:nvSpPr>
          <p:spPr>
            <a:xfrm>
              <a:off x="7466375" y="3842700"/>
              <a:ext cx="1931300" cy="391550"/>
            </a:xfrm>
            <a:custGeom>
              <a:avLst/>
              <a:gdLst/>
              <a:ahLst/>
              <a:cxnLst/>
              <a:rect l="l" t="t" r="r" b="b"/>
              <a:pathLst>
                <a:path w="77252" h="15662" extrusionOk="0">
                  <a:moveTo>
                    <a:pt x="74863" y="3451"/>
                  </a:moveTo>
                  <a:lnTo>
                    <a:pt x="71677" y="0"/>
                  </a:lnTo>
                  <a:lnTo>
                    <a:pt x="6637" y="0"/>
                  </a:lnTo>
                  <a:lnTo>
                    <a:pt x="0" y="6902"/>
                  </a:lnTo>
                  <a:lnTo>
                    <a:pt x="6902" y="7167"/>
                  </a:lnTo>
                  <a:lnTo>
                    <a:pt x="6637" y="15662"/>
                  </a:lnTo>
                  <a:lnTo>
                    <a:pt x="77252" y="12742"/>
                  </a:lnTo>
                  <a:close/>
                </a:path>
              </a:pathLst>
            </a:custGeom>
            <a:solidFill>
              <a:schemeClr val="dk2"/>
            </a:solidFill>
            <a:ln>
              <a:noFill/>
            </a:ln>
          </p:spPr>
        </p:sp>
        <p:sp>
          <p:nvSpPr>
            <p:cNvPr id="2011" name="Google Shape;2011;p34"/>
            <p:cNvSpPr/>
            <p:nvPr/>
          </p:nvSpPr>
          <p:spPr>
            <a:xfrm>
              <a:off x="832837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2012" name="Google Shape;2012;p34"/>
            <p:cNvSpPr/>
            <p:nvPr/>
          </p:nvSpPr>
          <p:spPr>
            <a:xfrm>
              <a:off x="8766400"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grpSp>
      <p:grpSp>
        <p:nvGrpSpPr>
          <p:cNvPr id="2013" name="Google Shape;2013;p34"/>
          <p:cNvGrpSpPr/>
          <p:nvPr/>
        </p:nvGrpSpPr>
        <p:grpSpPr>
          <a:xfrm>
            <a:off x="-200533" y="4206501"/>
            <a:ext cx="1357650" cy="584024"/>
            <a:chOff x="5355625" y="3444501"/>
            <a:chExt cx="1357650" cy="584024"/>
          </a:xfrm>
        </p:grpSpPr>
        <p:sp>
          <p:nvSpPr>
            <p:cNvPr id="2014" name="Google Shape;2014;p34"/>
            <p:cNvSpPr/>
            <p:nvPr/>
          </p:nvSpPr>
          <p:spPr>
            <a:xfrm>
              <a:off x="6222450" y="3444501"/>
              <a:ext cx="102408" cy="464483"/>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2015" name="Google Shape;2015;p34"/>
            <p:cNvSpPr/>
            <p:nvPr/>
          </p:nvSpPr>
          <p:spPr>
            <a:xfrm>
              <a:off x="5355625" y="3796225"/>
              <a:ext cx="1357650" cy="232300"/>
            </a:xfrm>
            <a:custGeom>
              <a:avLst/>
              <a:gdLst/>
              <a:ahLst/>
              <a:cxnLst/>
              <a:rect l="l" t="t" r="r" b="b"/>
              <a:pathLst>
                <a:path w="54306" h="9292" extrusionOk="0">
                  <a:moveTo>
                    <a:pt x="50705" y="8761"/>
                  </a:moveTo>
                  <a:lnTo>
                    <a:pt x="50705" y="4779"/>
                  </a:lnTo>
                  <a:lnTo>
                    <a:pt x="54306" y="5744"/>
                  </a:lnTo>
                  <a:lnTo>
                    <a:pt x="46458" y="0"/>
                  </a:lnTo>
                  <a:lnTo>
                    <a:pt x="0" y="0"/>
                  </a:lnTo>
                  <a:lnTo>
                    <a:pt x="2124" y="9292"/>
                  </a:lnTo>
                  <a:close/>
                </a:path>
              </a:pathLst>
            </a:custGeom>
            <a:solidFill>
              <a:schemeClr val="dk2"/>
            </a:solidFill>
            <a:ln>
              <a:noFill/>
            </a:ln>
          </p:spPr>
        </p:sp>
      </p:grpSp>
      <p:sp>
        <p:nvSpPr>
          <p:cNvPr id="2016" name="Google Shape;2016;p34"/>
          <p:cNvSpPr/>
          <p:nvPr/>
        </p:nvSpPr>
        <p:spPr>
          <a:xfrm flipH="1">
            <a:off x="-248720" y="4042011"/>
            <a:ext cx="10155050" cy="1648825"/>
          </a:xfrm>
          <a:custGeom>
            <a:avLst/>
            <a:gdLst/>
            <a:ahLst/>
            <a:cxnLst/>
            <a:rect l="l" t="t" r="r" b="b"/>
            <a:pathLst>
              <a:path w="406202" h="65953" extrusionOk="0">
                <a:moveTo>
                  <a:pt x="16694" y="17356"/>
                </a:moveTo>
                <a:cubicBezTo>
                  <a:pt x="24172" y="8817"/>
                  <a:pt x="41826" y="11825"/>
                  <a:pt x="63948" y="11250"/>
                </a:cubicBezTo>
                <a:cubicBezTo>
                  <a:pt x="86071" y="10675"/>
                  <a:pt x="120493" y="15762"/>
                  <a:pt x="149429" y="13904"/>
                </a:cubicBezTo>
                <a:cubicBezTo>
                  <a:pt x="178365" y="12046"/>
                  <a:pt x="209736" y="-696"/>
                  <a:pt x="237566" y="100"/>
                </a:cubicBezTo>
                <a:cubicBezTo>
                  <a:pt x="265396" y="897"/>
                  <a:pt x="289776" y="16604"/>
                  <a:pt x="316411" y="18683"/>
                </a:cubicBezTo>
                <a:cubicBezTo>
                  <a:pt x="343047" y="20763"/>
                  <a:pt x="382822" y="7887"/>
                  <a:pt x="397379" y="12577"/>
                </a:cubicBezTo>
                <a:cubicBezTo>
                  <a:pt x="411936" y="17267"/>
                  <a:pt x="404105" y="38903"/>
                  <a:pt x="403751" y="46823"/>
                </a:cubicBezTo>
                <a:cubicBezTo>
                  <a:pt x="403397" y="54743"/>
                  <a:pt x="401627" y="57486"/>
                  <a:pt x="395256" y="60096"/>
                </a:cubicBezTo>
                <a:cubicBezTo>
                  <a:pt x="388885" y="62707"/>
                  <a:pt x="391495" y="62044"/>
                  <a:pt x="365523" y="62486"/>
                </a:cubicBezTo>
                <a:cubicBezTo>
                  <a:pt x="339551" y="62929"/>
                  <a:pt x="297164" y="62751"/>
                  <a:pt x="239424" y="62751"/>
                </a:cubicBezTo>
                <a:cubicBezTo>
                  <a:pt x="181684" y="62751"/>
                  <a:pt x="56205" y="70052"/>
                  <a:pt x="19083" y="62486"/>
                </a:cubicBezTo>
                <a:cubicBezTo>
                  <a:pt x="-18039" y="54920"/>
                  <a:pt x="9217" y="25895"/>
                  <a:pt x="16694" y="17356"/>
                </a:cubicBezTo>
                <a:close/>
              </a:path>
            </a:pathLst>
          </a:custGeom>
          <a:solidFill>
            <a:schemeClr val="accent1"/>
          </a:solidFill>
          <a:ln>
            <a:noFill/>
          </a:ln>
        </p:spPr>
      </p:sp>
      <p:sp>
        <p:nvSpPr>
          <p:cNvPr id="2017" name="Google Shape;2017;p34"/>
          <p:cNvSpPr txBox="1">
            <a:spLocks noGrp="1"/>
          </p:cNvSpPr>
          <p:nvPr>
            <p:ph type="body" idx="1"/>
          </p:nvPr>
        </p:nvSpPr>
        <p:spPr>
          <a:xfrm>
            <a:off x="713250" y="2077191"/>
            <a:ext cx="3959100" cy="142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Cities began to grow in a very important way. The arrival of rural population to the cities was one of the most notorious consequences of the Industrial Revolution.</a:t>
            </a:r>
            <a:endParaRPr/>
          </a:p>
        </p:txBody>
      </p:sp>
      <p:sp>
        <p:nvSpPr>
          <p:cNvPr id="2018" name="Google Shape;2018;p34"/>
          <p:cNvSpPr txBox="1">
            <a:spLocks noGrp="1"/>
          </p:cNvSpPr>
          <p:nvPr>
            <p:ph type="title"/>
          </p:nvPr>
        </p:nvSpPr>
        <p:spPr>
          <a:xfrm>
            <a:off x="713250" y="451100"/>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Consequences</a:t>
            </a:r>
            <a:endParaRPr/>
          </a:p>
        </p:txBody>
      </p:sp>
      <p:sp>
        <p:nvSpPr>
          <p:cNvPr id="2019" name="Google Shape;2019;p34"/>
          <p:cNvSpPr txBox="1">
            <a:spLocks noGrp="1"/>
          </p:cNvSpPr>
          <p:nvPr>
            <p:ph type="subTitle" idx="2"/>
          </p:nvPr>
        </p:nvSpPr>
        <p:spPr>
          <a:xfrm>
            <a:off x="714175" y="1258293"/>
            <a:ext cx="3959100" cy="805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Growth of cities and</a:t>
            </a:r>
            <a:endParaRPr/>
          </a:p>
          <a:p>
            <a:pPr marL="0" lvl="0" indent="0" algn="l" rtl="0">
              <a:spcBef>
                <a:spcPts val="0"/>
              </a:spcBef>
              <a:spcAft>
                <a:spcPts val="0"/>
              </a:spcAft>
              <a:buNone/>
            </a:pPr>
            <a:r>
              <a:rPr lang="en"/>
              <a:t>rural flight</a:t>
            </a:r>
            <a:endParaRPr/>
          </a:p>
        </p:txBody>
      </p:sp>
      <p:sp>
        <p:nvSpPr>
          <p:cNvPr id="2020" name="Google Shape;2020;p34"/>
          <p:cNvSpPr/>
          <p:nvPr/>
        </p:nvSpPr>
        <p:spPr>
          <a:xfrm>
            <a:off x="-908483" y="4583656"/>
            <a:ext cx="10894425" cy="726825"/>
          </a:xfrm>
          <a:custGeom>
            <a:avLst/>
            <a:gdLst/>
            <a:ahLst/>
            <a:cxnLst/>
            <a:rect l="l" t="t" r="r" b="b"/>
            <a:pathLst>
              <a:path w="435777" h="29073" extrusionOk="0">
                <a:moveTo>
                  <a:pt x="24924" y="1422"/>
                </a:moveTo>
                <a:cubicBezTo>
                  <a:pt x="46648" y="-2516"/>
                  <a:pt x="127750" y="2971"/>
                  <a:pt x="169340" y="3015"/>
                </a:cubicBezTo>
                <a:cubicBezTo>
                  <a:pt x="210930" y="3059"/>
                  <a:pt x="235353" y="1820"/>
                  <a:pt x="274466" y="1687"/>
                </a:cubicBezTo>
                <a:cubicBezTo>
                  <a:pt x="313579" y="1554"/>
                  <a:pt x="382601" y="-1720"/>
                  <a:pt x="404016" y="2218"/>
                </a:cubicBezTo>
                <a:cubicBezTo>
                  <a:pt x="425431" y="6156"/>
                  <a:pt x="463791" y="21243"/>
                  <a:pt x="402954" y="25314"/>
                </a:cubicBezTo>
                <a:cubicBezTo>
                  <a:pt x="342117" y="29385"/>
                  <a:pt x="101999" y="30624"/>
                  <a:pt x="38994" y="26642"/>
                </a:cubicBezTo>
                <a:cubicBezTo>
                  <a:pt x="-24011" y="22660"/>
                  <a:pt x="3200" y="5360"/>
                  <a:pt x="24924" y="1422"/>
                </a:cubicBezTo>
                <a:close/>
              </a:path>
            </a:pathLst>
          </a:custGeom>
          <a:solidFill>
            <a:schemeClr val="accent3"/>
          </a:solidFill>
          <a:ln>
            <a:noFill/>
          </a:ln>
        </p:spPr>
      </p:sp>
      <p:sp>
        <p:nvSpPr>
          <p:cNvPr id="2021" name="Google Shape;2021;p34"/>
          <p:cNvSpPr/>
          <p:nvPr/>
        </p:nvSpPr>
        <p:spPr>
          <a:xfrm>
            <a:off x="-225650" y="4745290"/>
            <a:ext cx="9716225" cy="139375"/>
          </a:xfrm>
          <a:custGeom>
            <a:avLst/>
            <a:gdLst/>
            <a:ahLst/>
            <a:cxnLst/>
            <a:rect l="l" t="t" r="r" b="b"/>
            <a:pathLst>
              <a:path w="388649" h="5575" extrusionOk="0">
                <a:moveTo>
                  <a:pt x="388649" y="5575"/>
                </a:moveTo>
                <a:lnTo>
                  <a:pt x="369005" y="3982"/>
                </a:lnTo>
                <a:lnTo>
                  <a:pt x="0" y="3982"/>
                </a:lnTo>
                <a:lnTo>
                  <a:pt x="1062" y="1062"/>
                </a:lnTo>
                <a:lnTo>
                  <a:pt x="382544" y="0"/>
                </a:lnTo>
                <a:close/>
              </a:path>
            </a:pathLst>
          </a:custGeom>
          <a:solidFill>
            <a:schemeClr val="lt2"/>
          </a:solidFill>
          <a:ln>
            <a:noFill/>
          </a:ln>
        </p:spPr>
      </p:sp>
      <p:grpSp>
        <p:nvGrpSpPr>
          <p:cNvPr id="2022" name="Google Shape;2022;p34"/>
          <p:cNvGrpSpPr/>
          <p:nvPr/>
        </p:nvGrpSpPr>
        <p:grpSpPr>
          <a:xfrm>
            <a:off x="4937145" y="3342976"/>
            <a:ext cx="3347637" cy="1480760"/>
            <a:chOff x="3776124" y="2112143"/>
            <a:chExt cx="2604354" cy="1151983"/>
          </a:xfrm>
        </p:grpSpPr>
        <p:sp>
          <p:nvSpPr>
            <p:cNvPr id="2023" name="Google Shape;2023;p34"/>
            <p:cNvSpPr/>
            <p:nvPr/>
          </p:nvSpPr>
          <p:spPr>
            <a:xfrm>
              <a:off x="4647435" y="2331978"/>
              <a:ext cx="150042" cy="126674"/>
            </a:xfrm>
            <a:custGeom>
              <a:avLst/>
              <a:gdLst/>
              <a:ahLst/>
              <a:cxnLst/>
              <a:rect l="l" t="t" r="r" b="b"/>
              <a:pathLst>
                <a:path w="2915" h="2461" extrusionOk="0">
                  <a:moveTo>
                    <a:pt x="1951" y="0"/>
                  </a:moveTo>
                  <a:lnTo>
                    <a:pt x="1" y="2461"/>
                  </a:lnTo>
                  <a:lnTo>
                    <a:pt x="2915" y="2461"/>
                  </a:lnTo>
                  <a:lnTo>
                    <a:pt x="29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4"/>
            <p:cNvSpPr/>
            <p:nvPr/>
          </p:nvSpPr>
          <p:spPr>
            <a:xfrm>
              <a:off x="4790526" y="2272786"/>
              <a:ext cx="118799" cy="137637"/>
            </a:xfrm>
            <a:custGeom>
              <a:avLst/>
              <a:gdLst/>
              <a:ahLst/>
              <a:cxnLst/>
              <a:rect l="l" t="t" r="r" b="b"/>
              <a:pathLst>
                <a:path w="2308" h="2674" extrusionOk="0">
                  <a:moveTo>
                    <a:pt x="2097" y="0"/>
                  </a:moveTo>
                  <a:lnTo>
                    <a:pt x="1" y="2469"/>
                  </a:lnTo>
                  <a:lnTo>
                    <a:pt x="211" y="2674"/>
                  </a:lnTo>
                  <a:lnTo>
                    <a:pt x="2308" y="205"/>
                  </a:lnTo>
                  <a:lnTo>
                    <a:pt x="20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4"/>
            <p:cNvSpPr/>
            <p:nvPr/>
          </p:nvSpPr>
          <p:spPr>
            <a:xfrm>
              <a:off x="4830828" y="2208344"/>
              <a:ext cx="146388" cy="138204"/>
            </a:xfrm>
            <a:custGeom>
              <a:avLst/>
              <a:gdLst/>
              <a:ahLst/>
              <a:cxnLst/>
              <a:rect l="l" t="t" r="r" b="b"/>
              <a:pathLst>
                <a:path w="2844" h="2685" extrusionOk="0">
                  <a:moveTo>
                    <a:pt x="163" y="0"/>
                  </a:moveTo>
                  <a:cubicBezTo>
                    <a:pt x="127" y="0"/>
                    <a:pt x="104" y="16"/>
                    <a:pt x="86" y="38"/>
                  </a:cubicBezTo>
                  <a:cubicBezTo>
                    <a:pt x="0" y="138"/>
                    <a:pt x="34" y="319"/>
                    <a:pt x="1267" y="1524"/>
                  </a:cubicBezTo>
                  <a:cubicBezTo>
                    <a:pt x="2235" y="2470"/>
                    <a:pt x="2549" y="2685"/>
                    <a:pt x="2681" y="2685"/>
                  </a:cubicBezTo>
                  <a:cubicBezTo>
                    <a:pt x="2717" y="2685"/>
                    <a:pt x="2739" y="2669"/>
                    <a:pt x="2758" y="2647"/>
                  </a:cubicBezTo>
                  <a:cubicBezTo>
                    <a:pt x="2844" y="2547"/>
                    <a:pt x="2809" y="2365"/>
                    <a:pt x="1577" y="1162"/>
                  </a:cubicBezTo>
                  <a:cubicBezTo>
                    <a:pt x="608" y="215"/>
                    <a:pt x="294" y="0"/>
                    <a:pt x="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4"/>
            <p:cNvSpPr/>
            <p:nvPr/>
          </p:nvSpPr>
          <p:spPr>
            <a:xfrm>
              <a:off x="5570577" y="2112143"/>
              <a:ext cx="183345" cy="359793"/>
            </a:xfrm>
            <a:custGeom>
              <a:avLst/>
              <a:gdLst/>
              <a:ahLst/>
              <a:cxnLst/>
              <a:rect l="l" t="t" r="r" b="b"/>
              <a:pathLst>
                <a:path w="3562" h="6990" extrusionOk="0">
                  <a:moveTo>
                    <a:pt x="2317" y="0"/>
                  </a:moveTo>
                  <a:cubicBezTo>
                    <a:pt x="1770" y="0"/>
                    <a:pt x="1314" y="280"/>
                    <a:pt x="1239" y="663"/>
                  </a:cubicBezTo>
                  <a:lnTo>
                    <a:pt x="0" y="6990"/>
                  </a:lnTo>
                  <a:lnTo>
                    <a:pt x="2281" y="6990"/>
                  </a:lnTo>
                  <a:lnTo>
                    <a:pt x="3467" y="931"/>
                  </a:lnTo>
                  <a:cubicBezTo>
                    <a:pt x="3562" y="444"/>
                    <a:pt x="3014" y="0"/>
                    <a:pt x="23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4"/>
            <p:cNvSpPr/>
            <p:nvPr/>
          </p:nvSpPr>
          <p:spPr>
            <a:xfrm>
              <a:off x="5593945" y="2112143"/>
              <a:ext cx="128424" cy="240531"/>
            </a:xfrm>
            <a:custGeom>
              <a:avLst/>
              <a:gdLst/>
              <a:ahLst/>
              <a:cxnLst/>
              <a:rect l="l" t="t" r="r" b="b"/>
              <a:pathLst>
                <a:path w="2495" h="4673" extrusionOk="0">
                  <a:moveTo>
                    <a:pt x="1863" y="0"/>
                  </a:moveTo>
                  <a:cubicBezTo>
                    <a:pt x="1316" y="0"/>
                    <a:pt x="860" y="280"/>
                    <a:pt x="785" y="663"/>
                  </a:cubicBezTo>
                  <a:lnTo>
                    <a:pt x="0" y="4673"/>
                  </a:lnTo>
                  <a:lnTo>
                    <a:pt x="1606" y="4673"/>
                  </a:lnTo>
                  <a:lnTo>
                    <a:pt x="2494" y="136"/>
                  </a:lnTo>
                  <a:cubicBezTo>
                    <a:pt x="2312" y="51"/>
                    <a:pt x="2097" y="0"/>
                    <a:pt x="1863"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4"/>
            <p:cNvSpPr/>
            <p:nvPr/>
          </p:nvSpPr>
          <p:spPr>
            <a:xfrm>
              <a:off x="5112120" y="2135769"/>
              <a:ext cx="165433" cy="361594"/>
            </a:xfrm>
            <a:custGeom>
              <a:avLst/>
              <a:gdLst/>
              <a:ahLst/>
              <a:cxnLst/>
              <a:rect l="l" t="t" r="r" b="b"/>
              <a:pathLst>
                <a:path w="3214" h="7025" extrusionOk="0">
                  <a:moveTo>
                    <a:pt x="1926" y="0"/>
                  </a:moveTo>
                  <a:cubicBezTo>
                    <a:pt x="1371" y="0"/>
                    <a:pt x="927" y="281"/>
                    <a:pt x="874" y="665"/>
                  </a:cubicBezTo>
                  <a:lnTo>
                    <a:pt x="0" y="7025"/>
                  </a:lnTo>
                  <a:lnTo>
                    <a:pt x="2309" y="7025"/>
                  </a:lnTo>
                  <a:lnTo>
                    <a:pt x="3146" y="935"/>
                  </a:lnTo>
                  <a:cubicBezTo>
                    <a:pt x="3214" y="446"/>
                    <a:pt x="2632" y="0"/>
                    <a:pt x="19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4"/>
            <p:cNvSpPr/>
            <p:nvPr/>
          </p:nvSpPr>
          <p:spPr>
            <a:xfrm>
              <a:off x="5130547" y="2135769"/>
              <a:ext cx="114835" cy="227560"/>
            </a:xfrm>
            <a:custGeom>
              <a:avLst/>
              <a:gdLst/>
              <a:ahLst/>
              <a:cxnLst/>
              <a:rect l="l" t="t" r="r" b="b"/>
              <a:pathLst>
                <a:path w="2231" h="4421" extrusionOk="0">
                  <a:moveTo>
                    <a:pt x="1568" y="0"/>
                  </a:moveTo>
                  <a:cubicBezTo>
                    <a:pt x="1013" y="0"/>
                    <a:pt x="569" y="281"/>
                    <a:pt x="516" y="665"/>
                  </a:cubicBezTo>
                  <a:lnTo>
                    <a:pt x="0" y="4421"/>
                  </a:lnTo>
                  <a:lnTo>
                    <a:pt x="1642" y="4421"/>
                  </a:lnTo>
                  <a:lnTo>
                    <a:pt x="2230" y="143"/>
                  </a:lnTo>
                  <a:cubicBezTo>
                    <a:pt x="2039" y="54"/>
                    <a:pt x="1811" y="0"/>
                    <a:pt x="1568"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4"/>
            <p:cNvSpPr/>
            <p:nvPr/>
          </p:nvSpPr>
          <p:spPr>
            <a:xfrm>
              <a:off x="4166124" y="2473730"/>
              <a:ext cx="143866" cy="363396"/>
            </a:xfrm>
            <a:custGeom>
              <a:avLst/>
              <a:gdLst/>
              <a:ahLst/>
              <a:cxnLst/>
              <a:rect l="l" t="t" r="r" b="b"/>
              <a:pathLst>
                <a:path w="2795" h="7060" extrusionOk="0">
                  <a:moveTo>
                    <a:pt x="2794" y="1"/>
                  </a:moveTo>
                  <a:cubicBezTo>
                    <a:pt x="1711" y="1"/>
                    <a:pt x="791" y="788"/>
                    <a:pt x="624" y="1858"/>
                  </a:cubicBezTo>
                  <a:lnTo>
                    <a:pt x="1" y="5857"/>
                  </a:lnTo>
                  <a:lnTo>
                    <a:pt x="2794" y="7060"/>
                  </a:lnTo>
                  <a:lnTo>
                    <a:pt x="2794" y="1"/>
                  </a:lnTo>
                  <a:close/>
                </a:path>
              </a:pathLst>
            </a:custGeom>
            <a:solidFill>
              <a:srgbClr val="5E5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4"/>
            <p:cNvSpPr/>
            <p:nvPr/>
          </p:nvSpPr>
          <p:spPr>
            <a:xfrm>
              <a:off x="4195515" y="2496172"/>
              <a:ext cx="128990" cy="326078"/>
            </a:xfrm>
            <a:custGeom>
              <a:avLst/>
              <a:gdLst/>
              <a:ahLst/>
              <a:cxnLst/>
              <a:rect l="l" t="t" r="r" b="b"/>
              <a:pathLst>
                <a:path w="2506" h="6335" extrusionOk="0">
                  <a:moveTo>
                    <a:pt x="2506" y="1"/>
                  </a:moveTo>
                  <a:cubicBezTo>
                    <a:pt x="1534" y="1"/>
                    <a:pt x="708" y="708"/>
                    <a:pt x="559" y="1668"/>
                  </a:cubicBezTo>
                  <a:lnTo>
                    <a:pt x="1" y="5255"/>
                  </a:lnTo>
                  <a:lnTo>
                    <a:pt x="2506" y="6334"/>
                  </a:lnTo>
                  <a:lnTo>
                    <a:pt x="2506" y="1"/>
                  </a:lnTo>
                  <a:close/>
                </a:path>
              </a:pathLst>
            </a:custGeom>
            <a:solidFill>
              <a:srgbClr val="3A2B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4"/>
            <p:cNvSpPr/>
            <p:nvPr/>
          </p:nvSpPr>
          <p:spPr>
            <a:xfrm>
              <a:off x="4214919" y="2519540"/>
              <a:ext cx="112931" cy="285415"/>
            </a:xfrm>
            <a:custGeom>
              <a:avLst/>
              <a:gdLst/>
              <a:ahLst/>
              <a:cxnLst/>
              <a:rect l="l" t="t" r="r" b="b"/>
              <a:pathLst>
                <a:path w="2194" h="5545" extrusionOk="0">
                  <a:moveTo>
                    <a:pt x="2193" y="1"/>
                  </a:moveTo>
                  <a:cubicBezTo>
                    <a:pt x="1343" y="1"/>
                    <a:pt x="620" y="620"/>
                    <a:pt x="489" y="1459"/>
                  </a:cubicBezTo>
                  <a:lnTo>
                    <a:pt x="0" y="4600"/>
                  </a:lnTo>
                  <a:lnTo>
                    <a:pt x="2193" y="5544"/>
                  </a:lnTo>
                  <a:lnTo>
                    <a:pt x="2193" y="1"/>
                  </a:lnTo>
                  <a:close/>
                </a:path>
              </a:pathLst>
            </a:custGeom>
            <a:solidFill>
              <a:srgbClr val="5E5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4"/>
            <p:cNvSpPr/>
            <p:nvPr/>
          </p:nvSpPr>
          <p:spPr>
            <a:xfrm>
              <a:off x="4137661" y="2668087"/>
              <a:ext cx="322372" cy="284386"/>
            </a:xfrm>
            <a:custGeom>
              <a:avLst/>
              <a:gdLst/>
              <a:ahLst/>
              <a:cxnLst/>
              <a:rect l="l" t="t" r="r" b="b"/>
              <a:pathLst>
                <a:path w="6263" h="5525" extrusionOk="0">
                  <a:moveTo>
                    <a:pt x="1" y="1"/>
                  </a:moveTo>
                  <a:lnTo>
                    <a:pt x="39" y="5120"/>
                  </a:lnTo>
                  <a:lnTo>
                    <a:pt x="6262" y="5524"/>
                  </a:lnTo>
                  <a:lnTo>
                    <a:pt x="5527" y="3111"/>
                  </a:lnTo>
                  <a:lnTo>
                    <a:pt x="4203" y="1316"/>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4"/>
            <p:cNvSpPr/>
            <p:nvPr/>
          </p:nvSpPr>
          <p:spPr>
            <a:xfrm>
              <a:off x="4142036" y="2917620"/>
              <a:ext cx="1388882" cy="47355"/>
            </a:xfrm>
            <a:custGeom>
              <a:avLst/>
              <a:gdLst/>
              <a:ahLst/>
              <a:cxnLst/>
              <a:rect l="l" t="t" r="r" b="b"/>
              <a:pathLst>
                <a:path w="26983" h="920" extrusionOk="0">
                  <a:moveTo>
                    <a:pt x="158" y="1"/>
                  </a:moveTo>
                  <a:lnTo>
                    <a:pt x="1" y="919"/>
                  </a:lnTo>
                  <a:lnTo>
                    <a:pt x="26518" y="919"/>
                  </a:lnTo>
                  <a:lnTo>
                    <a:pt x="269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4"/>
            <p:cNvSpPr/>
            <p:nvPr/>
          </p:nvSpPr>
          <p:spPr>
            <a:xfrm>
              <a:off x="4297943" y="2371971"/>
              <a:ext cx="1811214" cy="598625"/>
            </a:xfrm>
            <a:custGeom>
              <a:avLst/>
              <a:gdLst/>
              <a:ahLst/>
              <a:cxnLst/>
              <a:rect l="l" t="t" r="r" b="b"/>
              <a:pathLst>
                <a:path w="35188" h="11630" extrusionOk="0">
                  <a:moveTo>
                    <a:pt x="9347" y="0"/>
                  </a:moveTo>
                  <a:lnTo>
                    <a:pt x="9347" y="1130"/>
                  </a:lnTo>
                  <a:lnTo>
                    <a:pt x="324" y="1130"/>
                  </a:lnTo>
                  <a:lnTo>
                    <a:pt x="0" y="6422"/>
                  </a:lnTo>
                  <a:lnTo>
                    <a:pt x="2207" y="8570"/>
                  </a:lnTo>
                  <a:lnTo>
                    <a:pt x="3326" y="11630"/>
                  </a:lnTo>
                  <a:lnTo>
                    <a:pt x="23453" y="11366"/>
                  </a:lnTo>
                  <a:lnTo>
                    <a:pt x="24869" y="8660"/>
                  </a:lnTo>
                  <a:lnTo>
                    <a:pt x="32379" y="8660"/>
                  </a:lnTo>
                  <a:cubicBezTo>
                    <a:pt x="33963" y="6589"/>
                    <a:pt x="35132" y="3226"/>
                    <a:pt x="351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4"/>
            <p:cNvSpPr/>
            <p:nvPr/>
          </p:nvSpPr>
          <p:spPr>
            <a:xfrm>
              <a:off x="4967794" y="2371971"/>
              <a:ext cx="168881" cy="361594"/>
            </a:xfrm>
            <a:custGeom>
              <a:avLst/>
              <a:gdLst/>
              <a:ahLst/>
              <a:cxnLst/>
              <a:rect l="l" t="t" r="r" b="b"/>
              <a:pathLst>
                <a:path w="3281" h="7025" extrusionOk="0">
                  <a:moveTo>
                    <a:pt x="0" y="0"/>
                  </a:moveTo>
                  <a:lnTo>
                    <a:pt x="827" y="7025"/>
                  </a:lnTo>
                  <a:lnTo>
                    <a:pt x="3281" y="7025"/>
                  </a:lnTo>
                  <a:lnTo>
                    <a:pt x="2454"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4"/>
            <p:cNvSpPr/>
            <p:nvPr/>
          </p:nvSpPr>
          <p:spPr>
            <a:xfrm>
              <a:off x="5288101" y="2371971"/>
              <a:ext cx="168984" cy="361594"/>
            </a:xfrm>
            <a:custGeom>
              <a:avLst/>
              <a:gdLst/>
              <a:ahLst/>
              <a:cxnLst/>
              <a:rect l="l" t="t" r="r" b="b"/>
              <a:pathLst>
                <a:path w="3283" h="7025" extrusionOk="0">
                  <a:moveTo>
                    <a:pt x="0" y="0"/>
                  </a:moveTo>
                  <a:lnTo>
                    <a:pt x="827" y="7025"/>
                  </a:lnTo>
                  <a:lnTo>
                    <a:pt x="3282" y="7025"/>
                  </a:lnTo>
                  <a:lnTo>
                    <a:pt x="2455"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34"/>
            <p:cNvSpPr/>
            <p:nvPr/>
          </p:nvSpPr>
          <p:spPr>
            <a:xfrm>
              <a:off x="4297943" y="2371971"/>
              <a:ext cx="1809928" cy="598625"/>
            </a:xfrm>
            <a:custGeom>
              <a:avLst/>
              <a:gdLst/>
              <a:ahLst/>
              <a:cxnLst/>
              <a:rect l="l" t="t" r="r" b="b"/>
              <a:pathLst>
                <a:path w="35163" h="11630" extrusionOk="0">
                  <a:moveTo>
                    <a:pt x="8070" y="0"/>
                  </a:moveTo>
                  <a:lnTo>
                    <a:pt x="7229" y="1130"/>
                  </a:lnTo>
                  <a:lnTo>
                    <a:pt x="9019" y="2419"/>
                  </a:lnTo>
                  <a:lnTo>
                    <a:pt x="9019" y="6422"/>
                  </a:lnTo>
                  <a:lnTo>
                    <a:pt x="1308" y="4884"/>
                  </a:lnTo>
                  <a:lnTo>
                    <a:pt x="1070" y="1123"/>
                  </a:lnTo>
                  <a:lnTo>
                    <a:pt x="109" y="4638"/>
                  </a:lnTo>
                  <a:lnTo>
                    <a:pt x="0" y="6422"/>
                  </a:lnTo>
                  <a:lnTo>
                    <a:pt x="2207" y="8570"/>
                  </a:lnTo>
                  <a:lnTo>
                    <a:pt x="3326" y="11630"/>
                  </a:lnTo>
                  <a:lnTo>
                    <a:pt x="23453" y="11366"/>
                  </a:lnTo>
                  <a:lnTo>
                    <a:pt x="24869" y="8660"/>
                  </a:lnTo>
                  <a:lnTo>
                    <a:pt x="32379" y="8660"/>
                  </a:lnTo>
                  <a:cubicBezTo>
                    <a:pt x="33860" y="6724"/>
                    <a:pt x="34977" y="3658"/>
                    <a:pt x="35162" y="631"/>
                  </a:cubicBezTo>
                  <a:lnTo>
                    <a:pt x="28751" y="631"/>
                  </a:lnTo>
                  <a:lnTo>
                    <a:pt x="27139" y="5134"/>
                  </a:lnTo>
                  <a:cubicBezTo>
                    <a:pt x="25837" y="5664"/>
                    <a:pt x="23701" y="7132"/>
                    <a:pt x="22972" y="10355"/>
                  </a:cubicBezTo>
                  <a:lnTo>
                    <a:pt x="10211" y="10542"/>
                  </a:lnTo>
                  <a:lnTo>
                    <a:pt x="10211"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4"/>
            <p:cNvSpPr/>
            <p:nvPr/>
          </p:nvSpPr>
          <p:spPr>
            <a:xfrm>
              <a:off x="5518745" y="2685793"/>
              <a:ext cx="508960" cy="322681"/>
            </a:xfrm>
            <a:custGeom>
              <a:avLst/>
              <a:gdLst/>
              <a:ahLst/>
              <a:cxnLst/>
              <a:rect l="l" t="t" r="r" b="b"/>
              <a:pathLst>
                <a:path w="9888" h="6269" extrusionOk="0">
                  <a:moveTo>
                    <a:pt x="5886" y="1"/>
                  </a:moveTo>
                  <a:lnTo>
                    <a:pt x="1913" y="1384"/>
                  </a:lnTo>
                  <a:lnTo>
                    <a:pt x="1" y="4970"/>
                  </a:lnTo>
                  <a:lnTo>
                    <a:pt x="4034" y="5043"/>
                  </a:lnTo>
                  <a:lnTo>
                    <a:pt x="6688" y="6269"/>
                  </a:lnTo>
                  <a:lnTo>
                    <a:pt x="9887" y="943"/>
                  </a:lnTo>
                  <a:lnTo>
                    <a:pt x="58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4"/>
            <p:cNvSpPr/>
            <p:nvPr/>
          </p:nvSpPr>
          <p:spPr>
            <a:xfrm>
              <a:off x="4694994" y="2325544"/>
              <a:ext cx="109070" cy="53531"/>
            </a:xfrm>
            <a:custGeom>
              <a:avLst/>
              <a:gdLst/>
              <a:ahLst/>
              <a:cxnLst/>
              <a:rect l="l" t="t" r="r" b="b"/>
              <a:pathLst>
                <a:path w="2119" h="1040" extrusionOk="0">
                  <a:moveTo>
                    <a:pt x="1001" y="0"/>
                  </a:moveTo>
                  <a:cubicBezTo>
                    <a:pt x="892" y="0"/>
                    <a:pt x="788" y="46"/>
                    <a:pt x="716" y="126"/>
                  </a:cubicBezTo>
                  <a:lnTo>
                    <a:pt x="69" y="849"/>
                  </a:lnTo>
                  <a:cubicBezTo>
                    <a:pt x="0" y="926"/>
                    <a:pt x="62" y="1039"/>
                    <a:pt x="175" y="1039"/>
                  </a:cubicBezTo>
                  <a:lnTo>
                    <a:pt x="2118" y="1039"/>
                  </a:lnTo>
                  <a:lnTo>
                    <a:pt x="211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4"/>
            <p:cNvSpPr/>
            <p:nvPr/>
          </p:nvSpPr>
          <p:spPr>
            <a:xfrm>
              <a:off x="4264229" y="2421024"/>
              <a:ext cx="88842" cy="290150"/>
            </a:xfrm>
            <a:custGeom>
              <a:avLst/>
              <a:gdLst/>
              <a:ahLst/>
              <a:cxnLst/>
              <a:rect l="l" t="t" r="r" b="b"/>
              <a:pathLst>
                <a:path w="1726" h="5637" extrusionOk="0">
                  <a:moveTo>
                    <a:pt x="840" y="1"/>
                  </a:moveTo>
                  <a:cubicBezTo>
                    <a:pt x="679" y="1"/>
                    <a:pt x="545" y="121"/>
                    <a:pt x="528" y="281"/>
                  </a:cubicBezTo>
                  <a:lnTo>
                    <a:pt x="0" y="5266"/>
                  </a:lnTo>
                  <a:lnTo>
                    <a:pt x="1185" y="5636"/>
                  </a:lnTo>
                  <a:lnTo>
                    <a:pt x="1707" y="346"/>
                  </a:lnTo>
                  <a:cubicBezTo>
                    <a:pt x="1726" y="161"/>
                    <a:pt x="1581" y="1"/>
                    <a:pt x="13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4"/>
            <p:cNvSpPr/>
            <p:nvPr/>
          </p:nvSpPr>
          <p:spPr>
            <a:xfrm>
              <a:off x="4284097" y="2426583"/>
              <a:ext cx="57855" cy="137123"/>
            </a:xfrm>
            <a:custGeom>
              <a:avLst/>
              <a:gdLst/>
              <a:ahLst/>
              <a:cxnLst/>
              <a:rect l="l" t="t" r="r" b="b"/>
              <a:pathLst>
                <a:path w="1124" h="2664" extrusionOk="0">
                  <a:moveTo>
                    <a:pt x="531" y="0"/>
                  </a:moveTo>
                  <a:cubicBezTo>
                    <a:pt x="386" y="0"/>
                    <a:pt x="263" y="110"/>
                    <a:pt x="247" y="255"/>
                  </a:cubicBezTo>
                  <a:lnTo>
                    <a:pt x="0" y="2595"/>
                  </a:lnTo>
                  <a:cubicBezTo>
                    <a:pt x="68" y="2638"/>
                    <a:pt x="137" y="2663"/>
                    <a:pt x="209" y="2663"/>
                  </a:cubicBezTo>
                  <a:cubicBezTo>
                    <a:pt x="714" y="2663"/>
                    <a:pt x="1123" y="1540"/>
                    <a:pt x="1123" y="155"/>
                  </a:cubicBezTo>
                  <a:cubicBezTo>
                    <a:pt x="1123" y="108"/>
                    <a:pt x="1122" y="61"/>
                    <a:pt x="1121" y="14"/>
                  </a:cubicBezTo>
                  <a:cubicBezTo>
                    <a:pt x="1094" y="6"/>
                    <a:pt x="1065" y="0"/>
                    <a:pt x="1034"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34"/>
            <p:cNvSpPr/>
            <p:nvPr/>
          </p:nvSpPr>
          <p:spPr>
            <a:xfrm>
              <a:off x="4434240" y="2452164"/>
              <a:ext cx="13589" cy="112159"/>
            </a:xfrm>
            <a:custGeom>
              <a:avLst/>
              <a:gdLst/>
              <a:ahLst/>
              <a:cxnLst/>
              <a:rect l="l" t="t" r="r" b="b"/>
              <a:pathLst>
                <a:path w="264" h="2179" extrusionOk="0">
                  <a:moveTo>
                    <a:pt x="1" y="1"/>
                  </a:moveTo>
                  <a:lnTo>
                    <a:pt x="1" y="2127"/>
                  </a:lnTo>
                  <a:lnTo>
                    <a:pt x="263" y="2178"/>
                  </a:lnTo>
                  <a:lnTo>
                    <a:pt x="2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4"/>
            <p:cNvSpPr/>
            <p:nvPr/>
          </p:nvSpPr>
          <p:spPr>
            <a:xfrm>
              <a:off x="4466306" y="2452164"/>
              <a:ext cx="15184" cy="118799"/>
            </a:xfrm>
            <a:custGeom>
              <a:avLst/>
              <a:gdLst/>
              <a:ahLst/>
              <a:cxnLst/>
              <a:rect l="l" t="t" r="r" b="b"/>
              <a:pathLst>
                <a:path w="295" h="2308" extrusionOk="0">
                  <a:moveTo>
                    <a:pt x="0" y="1"/>
                  </a:moveTo>
                  <a:lnTo>
                    <a:pt x="0" y="2250"/>
                  </a:lnTo>
                  <a:lnTo>
                    <a:pt x="294" y="2308"/>
                  </a:lnTo>
                  <a:lnTo>
                    <a:pt x="29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4"/>
            <p:cNvSpPr/>
            <p:nvPr/>
          </p:nvSpPr>
          <p:spPr>
            <a:xfrm>
              <a:off x="4502233" y="2452164"/>
              <a:ext cx="17140" cy="126314"/>
            </a:xfrm>
            <a:custGeom>
              <a:avLst/>
              <a:gdLst/>
              <a:ahLst/>
              <a:cxnLst/>
              <a:rect l="l" t="t" r="r" b="b"/>
              <a:pathLst>
                <a:path w="333" h="2454" extrusionOk="0">
                  <a:moveTo>
                    <a:pt x="1" y="1"/>
                  </a:moveTo>
                  <a:lnTo>
                    <a:pt x="1" y="2388"/>
                  </a:lnTo>
                  <a:lnTo>
                    <a:pt x="333" y="2453"/>
                  </a:lnTo>
                  <a:lnTo>
                    <a:pt x="3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34"/>
            <p:cNvSpPr/>
            <p:nvPr/>
          </p:nvSpPr>
          <p:spPr>
            <a:xfrm>
              <a:off x="4542999" y="2452164"/>
              <a:ext cx="19405" cy="134755"/>
            </a:xfrm>
            <a:custGeom>
              <a:avLst/>
              <a:gdLst/>
              <a:ahLst/>
              <a:cxnLst/>
              <a:rect l="l" t="t" r="r" b="b"/>
              <a:pathLst>
                <a:path w="377" h="2618" extrusionOk="0">
                  <a:moveTo>
                    <a:pt x="0" y="1"/>
                  </a:moveTo>
                  <a:lnTo>
                    <a:pt x="0" y="2544"/>
                  </a:lnTo>
                  <a:lnTo>
                    <a:pt x="377" y="2618"/>
                  </a:lnTo>
                  <a:lnTo>
                    <a:pt x="3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4"/>
            <p:cNvSpPr/>
            <p:nvPr/>
          </p:nvSpPr>
          <p:spPr>
            <a:xfrm>
              <a:off x="4589272" y="2452164"/>
              <a:ext cx="22339" cy="144483"/>
            </a:xfrm>
            <a:custGeom>
              <a:avLst/>
              <a:gdLst/>
              <a:ahLst/>
              <a:cxnLst/>
              <a:rect l="l" t="t" r="r" b="b"/>
              <a:pathLst>
                <a:path w="434" h="2807" extrusionOk="0">
                  <a:moveTo>
                    <a:pt x="1" y="1"/>
                  </a:moveTo>
                  <a:lnTo>
                    <a:pt x="1" y="2721"/>
                  </a:lnTo>
                  <a:lnTo>
                    <a:pt x="433" y="2806"/>
                  </a:lnTo>
                  <a:lnTo>
                    <a:pt x="4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4"/>
            <p:cNvSpPr/>
            <p:nvPr/>
          </p:nvSpPr>
          <p:spPr>
            <a:xfrm>
              <a:off x="4642596" y="2452164"/>
              <a:ext cx="25839" cy="155704"/>
            </a:xfrm>
            <a:custGeom>
              <a:avLst/>
              <a:gdLst/>
              <a:ahLst/>
              <a:cxnLst/>
              <a:rect l="l" t="t" r="r" b="b"/>
              <a:pathLst>
                <a:path w="502" h="3025" extrusionOk="0">
                  <a:moveTo>
                    <a:pt x="1" y="1"/>
                  </a:moveTo>
                  <a:lnTo>
                    <a:pt x="1" y="2926"/>
                  </a:lnTo>
                  <a:lnTo>
                    <a:pt x="502" y="3025"/>
                  </a:lnTo>
                  <a:lnTo>
                    <a:pt x="5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4"/>
            <p:cNvSpPr/>
            <p:nvPr/>
          </p:nvSpPr>
          <p:spPr>
            <a:xfrm>
              <a:off x="5261542" y="2371971"/>
              <a:ext cx="267451" cy="374462"/>
            </a:xfrm>
            <a:custGeom>
              <a:avLst/>
              <a:gdLst/>
              <a:ahLst/>
              <a:cxnLst/>
              <a:rect l="l" t="t" r="r" b="b"/>
              <a:pathLst>
                <a:path w="5196" h="7275" extrusionOk="0">
                  <a:moveTo>
                    <a:pt x="1" y="0"/>
                  </a:moveTo>
                  <a:lnTo>
                    <a:pt x="1" y="5666"/>
                  </a:lnTo>
                  <a:cubicBezTo>
                    <a:pt x="1" y="6554"/>
                    <a:pt x="583" y="7275"/>
                    <a:pt x="1299" y="7275"/>
                  </a:cubicBezTo>
                  <a:lnTo>
                    <a:pt x="3899" y="7275"/>
                  </a:lnTo>
                  <a:cubicBezTo>
                    <a:pt x="4614" y="7275"/>
                    <a:pt x="5196" y="6554"/>
                    <a:pt x="5196" y="5666"/>
                  </a:cubicBezTo>
                  <a:lnTo>
                    <a:pt x="5196" y="0"/>
                  </a:lnTo>
                  <a:lnTo>
                    <a:pt x="4972" y="0"/>
                  </a:lnTo>
                  <a:lnTo>
                    <a:pt x="4972" y="5666"/>
                  </a:lnTo>
                  <a:cubicBezTo>
                    <a:pt x="4972" y="6400"/>
                    <a:pt x="4489" y="6996"/>
                    <a:pt x="3899" y="6996"/>
                  </a:cubicBezTo>
                  <a:lnTo>
                    <a:pt x="1299" y="6996"/>
                  </a:lnTo>
                  <a:cubicBezTo>
                    <a:pt x="707" y="6996"/>
                    <a:pt x="226" y="6400"/>
                    <a:pt x="226" y="5666"/>
                  </a:cubicBezTo>
                  <a:lnTo>
                    <a:pt x="2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4"/>
            <p:cNvSpPr/>
            <p:nvPr/>
          </p:nvSpPr>
          <p:spPr>
            <a:xfrm>
              <a:off x="4939381" y="2371971"/>
              <a:ext cx="259885" cy="371734"/>
            </a:xfrm>
            <a:custGeom>
              <a:avLst/>
              <a:gdLst/>
              <a:ahLst/>
              <a:cxnLst/>
              <a:rect l="l" t="t" r="r" b="b"/>
              <a:pathLst>
                <a:path w="5049" h="7222" extrusionOk="0">
                  <a:moveTo>
                    <a:pt x="0" y="0"/>
                  </a:moveTo>
                  <a:lnTo>
                    <a:pt x="0" y="5625"/>
                  </a:lnTo>
                  <a:cubicBezTo>
                    <a:pt x="0" y="6506"/>
                    <a:pt x="566" y="7222"/>
                    <a:pt x="1262" y="7222"/>
                  </a:cubicBezTo>
                  <a:lnTo>
                    <a:pt x="3787" y="7222"/>
                  </a:lnTo>
                  <a:cubicBezTo>
                    <a:pt x="4483" y="7222"/>
                    <a:pt x="5048" y="6506"/>
                    <a:pt x="5048" y="5625"/>
                  </a:cubicBezTo>
                  <a:lnTo>
                    <a:pt x="5048" y="0"/>
                  </a:lnTo>
                  <a:lnTo>
                    <a:pt x="4830" y="0"/>
                  </a:lnTo>
                  <a:lnTo>
                    <a:pt x="4830" y="5625"/>
                  </a:lnTo>
                  <a:cubicBezTo>
                    <a:pt x="4830" y="6353"/>
                    <a:pt x="4363" y="6945"/>
                    <a:pt x="3787" y="6945"/>
                  </a:cubicBezTo>
                  <a:lnTo>
                    <a:pt x="1262" y="6945"/>
                  </a:lnTo>
                  <a:cubicBezTo>
                    <a:pt x="687" y="6945"/>
                    <a:pt x="219" y="6353"/>
                    <a:pt x="219" y="5625"/>
                  </a:cubicBezTo>
                  <a:lnTo>
                    <a:pt x="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4"/>
            <p:cNvSpPr/>
            <p:nvPr/>
          </p:nvSpPr>
          <p:spPr>
            <a:xfrm>
              <a:off x="5648762" y="2123879"/>
              <a:ext cx="509990" cy="251803"/>
            </a:xfrm>
            <a:custGeom>
              <a:avLst/>
              <a:gdLst/>
              <a:ahLst/>
              <a:cxnLst/>
              <a:rect l="l" t="t" r="r" b="b"/>
              <a:pathLst>
                <a:path w="9908" h="4892" extrusionOk="0">
                  <a:moveTo>
                    <a:pt x="8598" y="1"/>
                  </a:moveTo>
                  <a:cubicBezTo>
                    <a:pt x="8564" y="1"/>
                    <a:pt x="8529" y="9"/>
                    <a:pt x="8494" y="28"/>
                  </a:cubicBezTo>
                  <a:lnTo>
                    <a:pt x="0" y="4457"/>
                  </a:lnTo>
                  <a:lnTo>
                    <a:pt x="29" y="4891"/>
                  </a:lnTo>
                  <a:lnTo>
                    <a:pt x="9431" y="4891"/>
                  </a:lnTo>
                  <a:cubicBezTo>
                    <a:pt x="9668" y="4891"/>
                    <a:pt x="9817" y="4464"/>
                    <a:pt x="9701" y="4119"/>
                  </a:cubicBezTo>
                  <a:lnTo>
                    <a:pt x="9716" y="4098"/>
                  </a:lnTo>
                  <a:cubicBezTo>
                    <a:pt x="9907" y="3820"/>
                    <a:pt x="9856" y="3303"/>
                    <a:pt x="9622" y="3143"/>
                  </a:cubicBezTo>
                  <a:lnTo>
                    <a:pt x="9498" y="3058"/>
                  </a:lnTo>
                  <a:cubicBezTo>
                    <a:pt x="9732" y="2786"/>
                    <a:pt x="9673" y="2185"/>
                    <a:pt x="9400" y="2050"/>
                  </a:cubicBezTo>
                  <a:lnTo>
                    <a:pt x="9297" y="1999"/>
                  </a:lnTo>
                  <a:lnTo>
                    <a:pt x="9403" y="1574"/>
                  </a:lnTo>
                  <a:cubicBezTo>
                    <a:pt x="9492" y="1215"/>
                    <a:pt x="9344" y="815"/>
                    <a:pt x="9111" y="790"/>
                  </a:cubicBezTo>
                  <a:lnTo>
                    <a:pt x="8922" y="769"/>
                  </a:lnTo>
                  <a:cubicBezTo>
                    <a:pt x="9004" y="381"/>
                    <a:pt x="8825" y="1"/>
                    <a:pt x="859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4"/>
            <p:cNvSpPr/>
            <p:nvPr/>
          </p:nvSpPr>
          <p:spPr>
            <a:xfrm>
              <a:off x="5648762" y="2123879"/>
              <a:ext cx="503298" cy="251803"/>
            </a:xfrm>
            <a:custGeom>
              <a:avLst/>
              <a:gdLst/>
              <a:ahLst/>
              <a:cxnLst/>
              <a:rect l="l" t="t" r="r" b="b"/>
              <a:pathLst>
                <a:path w="9778" h="4892" extrusionOk="0">
                  <a:moveTo>
                    <a:pt x="8598" y="1"/>
                  </a:moveTo>
                  <a:cubicBezTo>
                    <a:pt x="8564" y="1"/>
                    <a:pt x="8529" y="9"/>
                    <a:pt x="8494" y="28"/>
                  </a:cubicBezTo>
                  <a:lnTo>
                    <a:pt x="0" y="4457"/>
                  </a:lnTo>
                  <a:lnTo>
                    <a:pt x="29" y="4891"/>
                  </a:lnTo>
                  <a:lnTo>
                    <a:pt x="9431" y="4891"/>
                  </a:lnTo>
                  <a:cubicBezTo>
                    <a:pt x="9505" y="4891"/>
                    <a:pt x="9570" y="4850"/>
                    <a:pt x="9621" y="4782"/>
                  </a:cubicBezTo>
                  <a:lnTo>
                    <a:pt x="9621" y="4782"/>
                  </a:lnTo>
                  <a:cubicBezTo>
                    <a:pt x="9446" y="4801"/>
                    <a:pt x="9250" y="4812"/>
                    <a:pt x="9044" y="4812"/>
                  </a:cubicBezTo>
                  <a:cubicBezTo>
                    <a:pt x="8279" y="4812"/>
                    <a:pt x="7659" y="4666"/>
                    <a:pt x="7659" y="4486"/>
                  </a:cubicBezTo>
                  <a:cubicBezTo>
                    <a:pt x="7659" y="4307"/>
                    <a:pt x="8279" y="4161"/>
                    <a:pt x="9044" y="4161"/>
                  </a:cubicBezTo>
                  <a:cubicBezTo>
                    <a:pt x="9292" y="4161"/>
                    <a:pt x="9522" y="4176"/>
                    <a:pt x="9724" y="4202"/>
                  </a:cubicBezTo>
                  <a:cubicBezTo>
                    <a:pt x="9717" y="4175"/>
                    <a:pt x="9710" y="4147"/>
                    <a:pt x="9701" y="4119"/>
                  </a:cubicBezTo>
                  <a:lnTo>
                    <a:pt x="9716" y="4098"/>
                  </a:lnTo>
                  <a:cubicBezTo>
                    <a:pt x="9741" y="4062"/>
                    <a:pt x="9761" y="4022"/>
                    <a:pt x="9778" y="3979"/>
                  </a:cubicBezTo>
                  <a:lnTo>
                    <a:pt x="9778" y="3979"/>
                  </a:lnTo>
                  <a:cubicBezTo>
                    <a:pt x="9655" y="3987"/>
                    <a:pt x="9519" y="3991"/>
                    <a:pt x="9378" y="3991"/>
                  </a:cubicBezTo>
                  <a:cubicBezTo>
                    <a:pt x="8593" y="3991"/>
                    <a:pt x="7628" y="3874"/>
                    <a:pt x="7637" y="3686"/>
                  </a:cubicBezTo>
                  <a:cubicBezTo>
                    <a:pt x="7647" y="3479"/>
                    <a:pt x="8928" y="3255"/>
                    <a:pt x="9663" y="3183"/>
                  </a:cubicBezTo>
                  <a:cubicBezTo>
                    <a:pt x="9650" y="3169"/>
                    <a:pt x="9638" y="3153"/>
                    <a:pt x="9622" y="3143"/>
                  </a:cubicBezTo>
                  <a:lnTo>
                    <a:pt x="9498" y="3058"/>
                  </a:lnTo>
                  <a:cubicBezTo>
                    <a:pt x="9519" y="3035"/>
                    <a:pt x="9536" y="3007"/>
                    <a:pt x="9553" y="2979"/>
                  </a:cubicBezTo>
                  <a:lnTo>
                    <a:pt x="9553" y="2979"/>
                  </a:lnTo>
                  <a:cubicBezTo>
                    <a:pt x="9172" y="3061"/>
                    <a:pt x="8502" y="3136"/>
                    <a:pt x="8002" y="3136"/>
                  </a:cubicBezTo>
                  <a:cubicBezTo>
                    <a:pt x="7641" y="3136"/>
                    <a:pt x="7369" y="3097"/>
                    <a:pt x="7361" y="2991"/>
                  </a:cubicBezTo>
                  <a:cubicBezTo>
                    <a:pt x="7343" y="2746"/>
                    <a:pt x="8800" y="2225"/>
                    <a:pt x="9431" y="2068"/>
                  </a:cubicBezTo>
                  <a:cubicBezTo>
                    <a:pt x="9420" y="2062"/>
                    <a:pt x="9411" y="2055"/>
                    <a:pt x="9400" y="2050"/>
                  </a:cubicBezTo>
                  <a:lnTo>
                    <a:pt x="9297" y="1999"/>
                  </a:lnTo>
                  <a:lnTo>
                    <a:pt x="9360" y="1746"/>
                  </a:lnTo>
                  <a:lnTo>
                    <a:pt x="9360" y="1746"/>
                  </a:lnTo>
                  <a:cubicBezTo>
                    <a:pt x="8697" y="1956"/>
                    <a:pt x="7725" y="2241"/>
                    <a:pt x="7288" y="2241"/>
                  </a:cubicBezTo>
                  <a:cubicBezTo>
                    <a:pt x="7163" y="2241"/>
                    <a:pt x="7082" y="2218"/>
                    <a:pt x="7064" y="2164"/>
                  </a:cubicBezTo>
                  <a:cubicBezTo>
                    <a:pt x="6979" y="1916"/>
                    <a:pt x="8212" y="1113"/>
                    <a:pt x="9054" y="784"/>
                  </a:cubicBezTo>
                  <a:lnTo>
                    <a:pt x="8922" y="769"/>
                  </a:lnTo>
                  <a:cubicBezTo>
                    <a:pt x="8932" y="717"/>
                    <a:pt x="8939" y="666"/>
                    <a:pt x="8941" y="614"/>
                  </a:cubicBezTo>
                  <a:lnTo>
                    <a:pt x="8941" y="614"/>
                  </a:lnTo>
                  <a:cubicBezTo>
                    <a:pt x="8044" y="1111"/>
                    <a:pt x="7008" y="1570"/>
                    <a:pt x="6725" y="1570"/>
                  </a:cubicBezTo>
                  <a:cubicBezTo>
                    <a:pt x="6688" y="1570"/>
                    <a:pt x="6664" y="1562"/>
                    <a:pt x="6655" y="1546"/>
                  </a:cubicBezTo>
                  <a:cubicBezTo>
                    <a:pt x="6572" y="1399"/>
                    <a:pt x="7666" y="627"/>
                    <a:pt x="8701" y="28"/>
                  </a:cubicBezTo>
                  <a:cubicBezTo>
                    <a:pt x="8668" y="10"/>
                    <a:pt x="8634" y="1"/>
                    <a:pt x="8598"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4"/>
            <p:cNvSpPr/>
            <p:nvPr/>
          </p:nvSpPr>
          <p:spPr>
            <a:xfrm>
              <a:off x="3939444" y="2628042"/>
              <a:ext cx="2167198" cy="356447"/>
            </a:xfrm>
            <a:custGeom>
              <a:avLst/>
              <a:gdLst/>
              <a:ahLst/>
              <a:cxnLst/>
              <a:rect l="l" t="t" r="r" b="b"/>
              <a:pathLst>
                <a:path w="42104" h="6925" extrusionOk="0">
                  <a:moveTo>
                    <a:pt x="3664" y="1"/>
                  </a:moveTo>
                  <a:cubicBezTo>
                    <a:pt x="2683" y="1"/>
                    <a:pt x="1603" y="173"/>
                    <a:pt x="426" y="541"/>
                  </a:cubicBezTo>
                  <a:cubicBezTo>
                    <a:pt x="161" y="624"/>
                    <a:pt x="1" y="897"/>
                    <a:pt x="62" y="1169"/>
                  </a:cubicBezTo>
                  <a:cubicBezTo>
                    <a:pt x="117" y="1422"/>
                    <a:pt x="341" y="1588"/>
                    <a:pt x="584" y="1588"/>
                  </a:cubicBezTo>
                  <a:cubicBezTo>
                    <a:pt x="640" y="1588"/>
                    <a:pt x="697" y="1579"/>
                    <a:pt x="753" y="1561"/>
                  </a:cubicBezTo>
                  <a:cubicBezTo>
                    <a:pt x="1767" y="1233"/>
                    <a:pt x="2724" y="1079"/>
                    <a:pt x="3612" y="1079"/>
                  </a:cubicBezTo>
                  <a:cubicBezTo>
                    <a:pt x="7046" y="1079"/>
                    <a:pt x="9440" y="3388"/>
                    <a:pt x="10057" y="6898"/>
                  </a:cubicBezTo>
                  <a:lnTo>
                    <a:pt x="10266" y="6898"/>
                  </a:lnTo>
                  <a:lnTo>
                    <a:pt x="30390" y="6915"/>
                  </a:lnTo>
                  <a:cubicBezTo>
                    <a:pt x="30389" y="6918"/>
                    <a:pt x="30389" y="6922"/>
                    <a:pt x="30388" y="6925"/>
                  </a:cubicBezTo>
                  <a:lnTo>
                    <a:pt x="30685" y="6925"/>
                  </a:lnTo>
                  <a:cubicBezTo>
                    <a:pt x="30685" y="6922"/>
                    <a:pt x="30686" y="6918"/>
                    <a:pt x="30687" y="6915"/>
                  </a:cubicBezTo>
                  <a:lnTo>
                    <a:pt x="30697" y="6915"/>
                  </a:lnTo>
                  <a:lnTo>
                    <a:pt x="30697" y="6881"/>
                  </a:lnTo>
                  <a:cubicBezTo>
                    <a:pt x="31558" y="3866"/>
                    <a:pt x="33092" y="1601"/>
                    <a:pt x="36555" y="1601"/>
                  </a:cubicBezTo>
                  <a:cubicBezTo>
                    <a:pt x="37814" y="1601"/>
                    <a:pt x="39327" y="1900"/>
                    <a:pt x="41155" y="2571"/>
                  </a:cubicBezTo>
                  <a:cubicBezTo>
                    <a:pt x="41230" y="2598"/>
                    <a:pt x="41306" y="2611"/>
                    <a:pt x="41381" y="2611"/>
                  </a:cubicBezTo>
                  <a:cubicBezTo>
                    <a:pt x="41659" y="2611"/>
                    <a:pt x="41918" y="2433"/>
                    <a:pt x="42003" y="2151"/>
                  </a:cubicBezTo>
                  <a:cubicBezTo>
                    <a:pt x="42103" y="1821"/>
                    <a:pt x="41926" y="1470"/>
                    <a:pt x="41602" y="1352"/>
                  </a:cubicBezTo>
                  <a:cubicBezTo>
                    <a:pt x="39858" y="720"/>
                    <a:pt x="38313" y="417"/>
                    <a:pt x="36965" y="417"/>
                  </a:cubicBezTo>
                  <a:cubicBezTo>
                    <a:pt x="33467" y="417"/>
                    <a:pt x="31303" y="2457"/>
                    <a:pt x="30468" y="6074"/>
                  </a:cubicBezTo>
                  <a:lnTo>
                    <a:pt x="10395" y="6457"/>
                  </a:lnTo>
                  <a:cubicBezTo>
                    <a:pt x="9834" y="2670"/>
                    <a:pt x="7527" y="1"/>
                    <a:pt x="36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4"/>
            <p:cNvSpPr/>
            <p:nvPr/>
          </p:nvSpPr>
          <p:spPr>
            <a:xfrm>
              <a:off x="5752889" y="2907738"/>
              <a:ext cx="156734" cy="156734"/>
            </a:xfrm>
            <a:custGeom>
              <a:avLst/>
              <a:gdLst/>
              <a:ahLst/>
              <a:cxnLst/>
              <a:rect l="l" t="t" r="r" b="b"/>
              <a:pathLst>
                <a:path w="3045" h="3045" extrusionOk="0">
                  <a:moveTo>
                    <a:pt x="1523" y="0"/>
                  </a:moveTo>
                  <a:cubicBezTo>
                    <a:pt x="682" y="0"/>
                    <a:pt x="0" y="682"/>
                    <a:pt x="0" y="1522"/>
                  </a:cubicBezTo>
                  <a:cubicBezTo>
                    <a:pt x="0" y="2364"/>
                    <a:pt x="682" y="3045"/>
                    <a:pt x="1523" y="3045"/>
                  </a:cubicBezTo>
                  <a:cubicBezTo>
                    <a:pt x="2363" y="3045"/>
                    <a:pt x="3044" y="2364"/>
                    <a:pt x="3044" y="1522"/>
                  </a:cubicBezTo>
                  <a:cubicBezTo>
                    <a:pt x="3044" y="682"/>
                    <a:pt x="2363" y="0"/>
                    <a:pt x="15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4"/>
            <p:cNvSpPr/>
            <p:nvPr/>
          </p:nvSpPr>
          <p:spPr>
            <a:xfrm>
              <a:off x="5664204" y="2875928"/>
              <a:ext cx="168161" cy="111953"/>
            </a:xfrm>
            <a:custGeom>
              <a:avLst/>
              <a:gdLst/>
              <a:ahLst/>
              <a:cxnLst/>
              <a:rect l="l" t="t" r="r" b="b"/>
              <a:pathLst>
                <a:path w="3267" h="2175" extrusionOk="0">
                  <a:moveTo>
                    <a:pt x="45" y="0"/>
                  </a:moveTo>
                  <a:cubicBezTo>
                    <a:pt x="40" y="0"/>
                    <a:pt x="36" y="2"/>
                    <a:pt x="34" y="4"/>
                  </a:cubicBezTo>
                  <a:cubicBezTo>
                    <a:pt x="1" y="54"/>
                    <a:pt x="689" y="581"/>
                    <a:pt x="1571" y="1178"/>
                  </a:cubicBezTo>
                  <a:cubicBezTo>
                    <a:pt x="2409" y="1746"/>
                    <a:pt x="3121" y="2175"/>
                    <a:pt x="3221" y="2175"/>
                  </a:cubicBezTo>
                  <a:cubicBezTo>
                    <a:pt x="3226" y="2175"/>
                    <a:pt x="3230" y="2173"/>
                    <a:pt x="3232" y="2171"/>
                  </a:cubicBezTo>
                  <a:cubicBezTo>
                    <a:pt x="3266" y="2120"/>
                    <a:pt x="2578" y="1594"/>
                    <a:pt x="1695" y="996"/>
                  </a:cubicBezTo>
                  <a:cubicBezTo>
                    <a:pt x="858" y="429"/>
                    <a:pt x="145" y="0"/>
                    <a:pt x="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4"/>
            <p:cNvSpPr/>
            <p:nvPr/>
          </p:nvSpPr>
          <p:spPr>
            <a:xfrm>
              <a:off x="5823096" y="2983555"/>
              <a:ext cx="168161" cy="112004"/>
            </a:xfrm>
            <a:custGeom>
              <a:avLst/>
              <a:gdLst/>
              <a:ahLst/>
              <a:cxnLst/>
              <a:rect l="l" t="t" r="r" b="b"/>
              <a:pathLst>
                <a:path w="3267" h="2176" extrusionOk="0">
                  <a:moveTo>
                    <a:pt x="47" y="1"/>
                  </a:moveTo>
                  <a:cubicBezTo>
                    <a:pt x="41" y="1"/>
                    <a:pt x="38" y="2"/>
                    <a:pt x="36" y="5"/>
                  </a:cubicBezTo>
                  <a:cubicBezTo>
                    <a:pt x="1" y="56"/>
                    <a:pt x="690" y="582"/>
                    <a:pt x="1572" y="1180"/>
                  </a:cubicBezTo>
                  <a:cubicBezTo>
                    <a:pt x="2409" y="1747"/>
                    <a:pt x="3122" y="2175"/>
                    <a:pt x="3222" y="2175"/>
                  </a:cubicBezTo>
                  <a:cubicBezTo>
                    <a:pt x="3228" y="2175"/>
                    <a:pt x="3231" y="2174"/>
                    <a:pt x="3233" y="2171"/>
                  </a:cubicBezTo>
                  <a:cubicBezTo>
                    <a:pt x="3267" y="2121"/>
                    <a:pt x="2579" y="1596"/>
                    <a:pt x="1696" y="997"/>
                  </a:cubicBezTo>
                  <a:cubicBezTo>
                    <a:pt x="858" y="430"/>
                    <a:pt x="147" y="1"/>
                    <a:pt x="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4"/>
            <p:cNvSpPr/>
            <p:nvPr/>
          </p:nvSpPr>
          <p:spPr>
            <a:xfrm>
              <a:off x="5715521" y="2982835"/>
              <a:ext cx="116791" cy="164763"/>
            </a:xfrm>
            <a:custGeom>
              <a:avLst/>
              <a:gdLst/>
              <a:ahLst/>
              <a:cxnLst/>
              <a:rect l="l" t="t" r="r" b="b"/>
              <a:pathLst>
                <a:path w="2269" h="3201" extrusionOk="0">
                  <a:moveTo>
                    <a:pt x="2213" y="0"/>
                  </a:moveTo>
                  <a:cubicBezTo>
                    <a:pt x="2142" y="0"/>
                    <a:pt x="1627" y="676"/>
                    <a:pt x="1043" y="1539"/>
                  </a:cubicBezTo>
                  <a:cubicBezTo>
                    <a:pt x="445" y="2422"/>
                    <a:pt x="1" y="3165"/>
                    <a:pt x="51" y="3200"/>
                  </a:cubicBezTo>
                  <a:cubicBezTo>
                    <a:pt x="52" y="3200"/>
                    <a:pt x="53" y="3201"/>
                    <a:pt x="55" y="3201"/>
                  </a:cubicBezTo>
                  <a:cubicBezTo>
                    <a:pt x="127" y="3201"/>
                    <a:pt x="641" y="2525"/>
                    <a:pt x="1226" y="1662"/>
                  </a:cubicBezTo>
                  <a:cubicBezTo>
                    <a:pt x="1823" y="779"/>
                    <a:pt x="2268" y="36"/>
                    <a:pt x="2217" y="1"/>
                  </a:cubicBezTo>
                  <a:cubicBezTo>
                    <a:pt x="2216" y="1"/>
                    <a:pt x="2215" y="0"/>
                    <a:pt x="22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4"/>
            <p:cNvSpPr/>
            <p:nvPr/>
          </p:nvSpPr>
          <p:spPr>
            <a:xfrm>
              <a:off x="5823251" y="2823891"/>
              <a:ext cx="116688" cy="164763"/>
            </a:xfrm>
            <a:custGeom>
              <a:avLst/>
              <a:gdLst/>
              <a:ahLst/>
              <a:cxnLst/>
              <a:rect l="l" t="t" r="r" b="b"/>
              <a:pathLst>
                <a:path w="2267" h="3201" extrusionOk="0">
                  <a:moveTo>
                    <a:pt x="2212" y="1"/>
                  </a:moveTo>
                  <a:cubicBezTo>
                    <a:pt x="2140" y="1"/>
                    <a:pt x="1626" y="678"/>
                    <a:pt x="1042" y="1539"/>
                  </a:cubicBezTo>
                  <a:cubicBezTo>
                    <a:pt x="444" y="2421"/>
                    <a:pt x="0" y="3166"/>
                    <a:pt x="50" y="3199"/>
                  </a:cubicBezTo>
                  <a:cubicBezTo>
                    <a:pt x="51" y="3200"/>
                    <a:pt x="53" y="3201"/>
                    <a:pt x="55" y="3201"/>
                  </a:cubicBezTo>
                  <a:cubicBezTo>
                    <a:pt x="125" y="3201"/>
                    <a:pt x="640" y="2524"/>
                    <a:pt x="1224" y="1663"/>
                  </a:cubicBezTo>
                  <a:cubicBezTo>
                    <a:pt x="1823" y="779"/>
                    <a:pt x="2267" y="36"/>
                    <a:pt x="2217" y="2"/>
                  </a:cubicBezTo>
                  <a:cubicBezTo>
                    <a:pt x="2216" y="1"/>
                    <a:pt x="2214" y="1"/>
                    <a:pt x="22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4"/>
            <p:cNvSpPr/>
            <p:nvPr/>
          </p:nvSpPr>
          <p:spPr>
            <a:xfrm>
              <a:off x="5787735" y="2793831"/>
              <a:ext cx="43752" cy="195287"/>
            </a:xfrm>
            <a:custGeom>
              <a:avLst/>
              <a:gdLst/>
              <a:ahLst/>
              <a:cxnLst/>
              <a:rect l="l" t="t" r="r" b="b"/>
              <a:pathLst>
                <a:path w="850" h="3794" extrusionOk="0">
                  <a:moveTo>
                    <a:pt x="61" y="1"/>
                  </a:moveTo>
                  <a:cubicBezTo>
                    <a:pt x="61" y="1"/>
                    <a:pt x="61" y="1"/>
                    <a:pt x="60" y="1"/>
                  </a:cubicBezTo>
                  <a:cubicBezTo>
                    <a:pt x="0" y="13"/>
                    <a:pt x="116" y="870"/>
                    <a:pt x="317" y="1918"/>
                  </a:cubicBezTo>
                  <a:cubicBezTo>
                    <a:pt x="517" y="2958"/>
                    <a:pt x="727" y="3793"/>
                    <a:pt x="789" y="3793"/>
                  </a:cubicBezTo>
                  <a:cubicBezTo>
                    <a:pt x="789" y="3793"/>
                    <a:pt x="790" y="3793"/>
                    <a:pt x="790" y="3793"/>
                  </a:cubicBezTo>
                  <a:cubicBezTo>
                    <a:pt x="849" y="3782"/>
                    <a:pt x="735" y="2924"/>
                    <a:pt x="533" y="1877"/>
                  </a:cubicBezTo>
                  <a:cubicBezTo>
                    <a:pt x="334" y="836"/>
                    <a:pt x="123" y="1"/>
                    <a:pt x="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4"/>
            <p:cNvSpPr/>
            <p:nvPr/>
          </p:nvSpPr>
          <p:spPr>
            <a:xfrm>
              <a:off x="5824023" y="2982371"/>
              <a:ext cx="43752" cy="195287"/>
            </a:xfrm>
            <a:custGeom>
              <a:avLst/>
              <a:gdLst/>
              <a:ahLst/>
              <a:cxnLst/>
              <a:rect l="l" t="t" r="r" b="b"/>
              <a:pathLst>
                <a:path w="850" h="3794" extrusionOk="0">
                  <a:moveTo>
                    <a:pt x="62" y="0"/>
                  </a:moveTo>
                  <a:cubicBezTo>
                    <a:pt x="61" y="0"/>
                    <a:pt x="61" y="1"/>
                    <a:pt x="60" y="1"/>
                  </a:cubicBezTo>
                  <a:cubicBezTo>
                    <a:pt x="0" y="11"/>
                    <a:pt x="115" y="870"/>
                    <a:pt x="316" y="1918"/>
                  </a:cubicBezTo>
                  <a:cubicBezTo>
                    <a:pt x="516" y="2958"/>
                    <a:pt x="727" y="3793"/>
                    <a:pt x="788" y="3793"/>
                  </a:cubicBezTo>
                  <a:cubicBezTo>
                    <a:pt x="789" y="3793"/>
                    <a:pt x="789" y="3793"/>
                    <a:pt x="789" y="3793"/>
                  </a:cubicBezTo>
                  <a:cubicBezTo>
                    <a:pt x="849" y="3782"/>
                    <a:pt x="734" y="2924"/>
                    <a:pt x="533" y="1876"/>
                  </a:cubicBezTo>
                  <a:cubicBezTo>
                    <a:pt x="333" y="836"/>
                    <a:pt x="123" y="0"/>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4"/>
            <p:cNvSpPr/>
            <p:nvPr/>
          </p:nvSpPr>
          <p:spPr>
            <a:xfrm>
              <a:off x="5635277" y="2984276"/>
              <a:ext cx="196419" cy="39171"/>
            </a:xfrm>
            <a:custGeom>
              <a:avLst/>
              <a:gdLst/>
              <a:ahLst/>
              <a:cxnLst/>
              <a:rect l="l" t="t" r="r" b="b"/>
              <a:pathLst>
                <a:path w="3816" h="761" extrusionOk="0">
                  <a:moveTo>
                    <a:pt x="3721" y="0"/>
                  </a:moveTo>
                  <a:cubicBezTo>
                    <a:pt x="3479" y="0"/>
                    <a:pt x="2747" y="107"/>
                    <a:pt x="1887" y="273"/>
                  </a:cubicBezTo>
                  <a:cubicBezTo>
                    <a:pt x="839" y="474"/>
                    <a:pt x="0" y="685"/>
                    <a:pt x="11" y="745"/>
                  </a:cubicBezTo>
                  <a:cubicBezTo>
                    <a:pt x="13" y="756"/>
                    <a:pt x="43" y="761"/>
                    <a:pt x="96" y="761"/>
                  </a:cubicBezTo>
                  <a:cubicBezTo>
                    <a:pt x="338" y="761"/>
                    <a:pt x="1070" y="654"/>
                    <a:pt x="1928" y="489"/>
                  </a:cubicBezTo>
                  <a:cubicBezTo>
                    <a:pt x="2976" y="288"/>
                    <a:pt x="3815" y="76"/>
                    <a:pt x="3805" y="16"/>
                  </a:cubicBezTo>
                  <a:cubicBezTo>
                    <a:pt x="3802" y="5"/>
                    <a:pt x="3773" y="0"/>
                    <a:pt x="37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4"/>
            <p:cNvSpPr/>
            <p:nvPr/>
          </p:nvSpPr>
          <p:spPr>
            <a:xfrm>
              <a:off x="5823817" y="2947988"/>
              <a:ext cx="196419" cy="39222"/>
            </a:xfrm>
            <a:custGeom>
              <a:avLst/>
              <a:gdLst/>
              <a:ahLst/>
              <a:cxnLst/>
              <a:rect l="l" t="t" r="r" b="b"/>
              <a:pathLst>
                <a:path w="3816" h="762" extrusionOk="0">
                  <a:moveTo>
                    <a:pt x="3720" y="1"/>
                  </a:moveTo>
                  <a:cubicBezTo>
                    <a:pt x="3477" y="1"/>
                    <a:pt x="2745" y="107"/>
                    <a:pt x="1887" y="273"/>
                  </a:cubicBezTo>
                  <a:cubicBezTo>
                    <a:pt x="839" y="474"/>
                    <a:pt x="0" y="686"/>
                    <a:pt x="11" y="746"/>
                  </a:cubicBezTo>
                  <a:cubicBezTo>
                    <a:pt x="13" y="757"/>
                    <a:pt x="43" y="762"/>
                    <a:pt x="96" y="762"/>
                  </a:cubicBezTo>
                  <a:cubicBezTo>
                    <a:pt x="338" y="762"/>
                    <a:pt x="1070" y="655"/>
                    <a:pt x="1928" y="490"/>
                  </a:cubicBezTo>
                  <a:cubicBezTo>
                    <a:pt x="2976" y="289"/>
                    <a:pt x="3815" y="77"/>
                    <a:pt x="3804" y="17"/>
                  </a:cubicBezTo>
                  <a:cubicBezTo>
                    <a:pt x="3802" y="6"/>
                    <a:pt x="3773" y="1"/>
                    <a:pt x="37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4"/>
            <p:cNvSpPr/>
            <p:nvPr/>
          </p:nvSpPr>
          <p:spPr>
            <a:xfrm>
              <a:off x="5635585" y="2946238"/>
              <a:ext cx="196162" cy="41024"/>
            </a:xfrm>
            <a:custGeom>
              <a:avLst/>
              <a:gdLst/>
              <a:ahLst/>
              <a:cxnLst/>
              <a:rect l="l" t="t" r="r" b="b"/>
              <a:pathLst>
                <a:path w="3811" h="797" extrusionOk="0">
                  <a:moveTo>
                    <a:pt x="90" y="1"/>
                  </a:moveTo>
                  <a:cubicBezTo>
                    <a:pt x="42" y="1"/>
                    <a:pt x="15" y="6"/>
                    <a:pt x="13" y="16"/>
                  </a:cubicBezTo>
                  <a:cubicBezTo>
                    <a:pt x="1" y="76"/>
                    <a:pt x="838" y="296"/>
                    <a:pt x="1883" y="507"/>
                  </a:cubicBezTo>
                  <a:cubicBezTo>
                    <a:pt x="2750" y="682"/>
                    <a:pt x="3487" y="796"/>
                    <a:pt x="3721" y="796"/>
                  </a:cubicBezTo>
                  <a:cubicBezTo>
                    <a:pt x="3770" y="796"/>
                    <a:pt x="3796" y="791"/>
                    <a:pt x="3799" y="781"/>
                  </a:cubicBezTo>
                  <a:cubicBezTo>
                    <a:pt x="3810" y="721"/>
                    <a:pt x="2973" y="501"/>
                    <a:pt x="1927" y="290"/>
                  </a:cubicBezTo>
                  <a:cubicBezTo>
                    <a:pt x="1061" y="115"/>
                    <a:pt x="324"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4"/>
            <p:cNvSpPr/>
            <p:nvPr/>
          </p:nvSpPr>
          <p:spPr>
            <a:xfrm>
              <a:off x="5823714" y="2984276"/>
              <a:ext cx="196162" cy="40921"/>
            </a:xfrm>
            <a:custGeom>
              <a:avLst/>
              <a:gdLst/>
              <a:ahLst/>
              <a:cxnLst/>
              <a:rect l="l" t="t" r="r" b="b"/>
              <a:pathLst>
                <a:path w="3811" h="795" extrusionOk="0">
                  <a:moveTo>
                    <a:pt x="91" y="1"/>
                  </a:moveTo>
                  <a:cubicBezTo>
                    <a:pt x="42" y="1"/>
                    <a:pt x="15" y="6"/>
                    <a:pt x="13" y="16"/>
                  </a:cubicBezTo>
                  <a:cubicBezTo>
                    <a:pt x="1" y="75"/>
                    <a:pt x="839" y="294"/>
                    <a:pt x="1885" y="506"/>
                  </a:cubicBezTo>
                  <a:cubicBezTo>
                    <a:pt x="2750" y="680"/>
                    <a:pt x="3488" y="795"/>
                    <a:pt x="3722" y="795"/>
                  </a:cubicBezTo>
                  <a:cubicBezTo>
                    <a:pt x="3770" y="795"/>
                    <a:pt x="3797" y="790"/>
                    <a:pt x="3799" y="780"/>
                  </a:cubicBezTo>
                  <a:cubicBezTo>
                    <a:pt x="3811" y="720"/>
                    <a:pt x="2974" y="501"/>
                    <a:pt x="1928" y="289"/>
                  </a:cubicBezTo>
                  <a:cubicBezTo>
                    <a:pt x="1063" y="114"/>
                    <a:pt x="326" y="1"/>
                    <a:pt x="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4"/>
            <p:cNvSpPr/>
            <p:nvPr/>
          </p:nvSpPr>
          <p:spPr>
            <a:xfrm>
              <a:off x="5785985" y="2982371"/>
              <a:ext cx="45553" cy="194926"/>
            </a:xfrm>
            <a:custGeom>
              <a:avLst/>
              <a:gdLst/>
              <a:ahLst/>
              <a:cxnLst/>
              <a:rect l="l" t="t" r="r" b="b"/>
              <a:pathLst>
                <a:path w="885" h="3787" extrusionOk="0">
                  <a:moveTo>
                    <a:pt x="823" y="0"/>
                  </a:moveTo>
                  <a:cubicBezTo>
                    <a:pt x="761" y="0"/>
                    <a:pt x="543" y="834"/>
                    <a:pt x="334" y="1871"/>
                  </a:cubicBezTo>
                  <a:cubicBezTo>
                    <a:pt x="122" y="2917"/>
                    <a:pt x="1" y="3775"/>
                    <a:pt x="59" y="3786"/>
                  </a:cubicBezTo>
                  <a:cubicBezTo>
                    <a:pt x="60" y="3787"/>
                    <a:pt x="60" y="3787"/>
                    <a:pt x="61" y="3787"/>
                  </a:cubicBezTo>
                  <a:cubicBezTo>
                    <a:pt x="122" y="3787"/>
                    <a:pt x="340" y="2953"/>
                    <a:pt x="550" y="1916"/>
                  </a:cubicBezTo>
                  <a:cubicBezTo>
                    <a:pt x="761" y="870"/>
                    <a:pt x="884" y="13"/>
                    <a:pt x="824" y="1"/>
                  </a:cubicBezTo>
                  <a:cubicBezTo>
                    <a:pt x="824" y="1"/>
                    <a:pt x="823" y="0"/>
                    <a:pt x="8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34"/>
            <p:cNvSpPr/>
            <p:nvPr/>
          </p:nvSpPr>
          <p:spPr>
            <a:xfrm>
              <a:off x="5823971" y="2794192"/>
              <a:ext cx="45502" cy="194926"/>
            </a:xfrm>
            <a:custGeom>
              <a:avLst/>
              <a:gdLst/>
              <a:ahLst/>
              <a:cxnLst/>
              <a:rect l="l" t="t" r="r" b="b"/>
              <a:pathLst>
                <a:path w="884" h="3787" extrusionOk="0">
                  <a:moveTo>
                    <a:pt x="824" y="0"/>
                  </a:moveTo>
                  <a:cubicBezTo>
                    <a:pt x="762" y="0"/>
                    <a:pt x="544" y="834"/>
                    <a:pt x="334" y="1872"/>
                  </a:cubicBezTo>
                  <a:cubicBezTo>
                    <a:pt x="123" y="2917"/>
                    <a:pt x="0" y="3774"/>
                    <a:pt x="60" y="3786"/>
                  </a:cubicBezTo>
                  <a:cubicBezTo>
                    <a:pt x="61" y="3786"/>
                    <a:pt x="61" y="3786"/>
                    <a:pt x="61" y="3786"/>
                  </a:cubicBezTo>
                  <a:cubicBezTo>
                    <a:pt x="123" y="3786"/>
                    <a:pt x="341" y="2954"/>
                    <a:pt x="551" y="1915"/>
                  </a:cubicBezTo>
                  <a:cubicBezTo>
                    <a:pt x="762" y="870"/>
                    <a:pt x="884" y="12"/>
                    <a:pt x="825" y="0"/>
                  </a:cubicBezTo>
                  <a:cubicBezTo>
                    <a:pt x="825" y="0"/>
                    <a:pt x="824" y="0"/>
                    <a:pt x="8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4"/>
            <p:cNvSpPr/>
            <p:nvPr/>
          </p:nvSpPr>
          <p:spPr>
            <a:xfrm>
              <a:off x="5717013" y="2822861"/>
              <a:ext cx="115247" cy="165793"/>
            </a:xfrm>
            <a:custGeom>
              <a:avLst/>
              <a:gdLst/>
              <a:ahLst/>
              <a:cxnLst/>
              <a:rect l="l" t="t" r="r" b="b"/>
              <a:pathLst>
                <a:path w="2239" h="3221" extrusionOk="0">
                  <a:moveTo>
                    <a:pt x="56" y="0"/>
                  </a:moveTo>
                  <a:cubicBezTo>
                    <a:pt x="55" y="0"/>
                    <a:pt x="53" y="1"/>
                    <a:pt x="52" y="1"/>
                  </a:cubicBezTo>
                  <a:cubicBezTo>
                    <a:pt x="1" y="35"/>
                    <a:pt x="437" y="783"/>
                    <a:pt x="1028" y="1672"/>
                  </a:cubicBezTo>
                  <a:cubicBezTo>
                    <a:pt x="1604" y="2540"/>
                    <a:pt x="2113" y="3221"/>
                    <a:pt x="2184" y="3221"/>
                  </a:cubicBezTo>
                  <a:cubicBezTo>
                    <a:pt x="2186" y="3221"/>
                    <a:pt x="2187" y="3220"/>
                    <a:pt x="2188" y="3219"/>
                  </a:cubicBezTo>
                  <a:cubicBezTo>
                    <a:pt x="2238" y="3186"/>
                    <a:pt x="1802" y="2438"/>
                    <a:pt x="1212" y="1550"/>
                  </a:cubicBezTo>
                  <a:cubicBezTo>
                    <a:pt x="635" y="681"/>
                    <a:pt x="126" y="0"/>
                    <a:pt x="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4"/>
            <p:cNvSpPr/>
            <p:nvPr/>
          </p:nvSpPr>
          <p:spPr>
            <a:xfrm>
              <a:off x="5823251" y="2982835"/>
              <a:ext cx="115195" cy="165793"/>
            </a:xfrm>
            <a:custGeom>
              <a:avLst/>
              <a:gdLst/>
              <a:ahLst/>
              <a:cxnLst/>
              <a:rect l="l" t="t" r="r" b="b"/>
              <a:pathLst>
                <a:path w="2238" h="3221" extrusionOk="0">
                  <a:moveTo>
                    <a:pt x="55" y="0"/>
                  </a:moveTo>
                  <a:cubicBezTo>
                    <a:pt x="53" y="0"/>
                    <a:pt x="51" y="1"/>
                    <a:pt x="50" y="1"/>
                  </a:cubicBezTo>
                  <a:cubicBezTo>
                    <a:pt x="0" y="35"/>
                    <a:pt x="437" y="783"/>
                    <a:pt x="1026" y="1671"/>
                  </a:cubicBezTo>
                  <a:cubicBezTo>
                    <a:pt x="1603" y="2539"/>
                    <a:pt x="2112" y="3220"/>
                    <a:pt x="2182" y="3220"/>
                  </a:cubicBezTo>
                  <a:cubicBezTo>
                    <a:pt x="2184" y="3220"/>
                    <a:pt x="2185" y="3220"/>
                    <a:pt x="2186" y="3219"/>
                  </a:cubicBezTo>
                  <a:cubicBezTo>
                    <a:pt x="2238" y="3186"/>
                    <a:pt x="1801" y="2438"/>
                    <a:pt x="1210" y="1549"/>
                  </a:cubicBezTo>
                  <a:cubicBezTo>
                    <a:pt x="634" y="682"/>
                    <a:pt x="126" y="0"/>
                    <a:pt x="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4"/>
            <p:cNvSpPr/>
            <p:nvPr/>
          </p:nvSpPr>
          <p:spPr>
            <a:xfrm>
              <a:off x="5663226" y="2983607"/>
              <a:ext cx="169139" cy="110460"/>
            </a:xfrm>
            <a:custGeom>
              <a:avLst/>
              <a:gdLst/>
              <a:ahLst/>
              <a:cxnLst/>
              <a:rect l="l" t="t" r="r" b="b"/>
              <a:pathLst>
                <a:path w="3286" h="2146" extrusionOk="0">
                  <a:moveTo>
                    <a:pt x="3240" y="1"/>
                  </a:moveTo>
                  <a:cubicBezTo>
                    <a:pt x="3138" y="1"/>
                    <a:pt x="2423" y="423"/>
                    <a:pt x="1581" y="981"/>
                  </a:cubicBezTo>
                  <a:cubicBezTo>
                    <a:pt x="693" y="1571"/>
                    <a:pt x="0" y="2090"/>
                    <a:pt x="34" y="2141"/>
                  </a:cubicBezTo>
                  <a:cubicBezTo>
                    <a:pt x="36" y="2144"/>
                    <a:pt x="40" y="2145"/>
                    <a:pt x="45" y="2145"/>
                  </a:cubicBezTo>
                  <a:cubicBezTo>
                    <a:pt x="148" y="2145"/>
                    <a:pt x="863" y="1723"/>
                    <a:pt x="1703" y="1165"/>
                  </a:cubicBezTo>
                  <a:cubicBezTo>
                    <a:pt x="2592" y="575"/>
                    <a:pt x="3285" y="56"/>
                    <a:pt x="3252" y="5"/>
                  </a:cubicBezTo>
                  <a:cubicBezTo>
                    <a:pt x="3250" y="2"/>
                    <a:pt x="3246" y="1"/>
                    <a:pt x="32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4"/>
            <p:cNvSpPr/>
            <p:nvPr/>
          </p:nvSpPr>
          <p:spPr>
            <a:xfrm>
              <a:off x="5823096" y="2877421"/>
              <a:ext cx="169190" cy="110409"/>
            </a:xfrm>
            <a:custGeom>
              <a:avLst/>
              <a:gdLst/>
              <a:ahLst/>
              <a:cxnLst/>
              <a:rect l="l" t="t" r="r" b="b"/>
              <a:pathLst>
                <a:path w="3287" h="2145" extrusionOk="0">
                  <a:moveTo>
                    <a:pt x="3241" y="1"/>
                  </a:moveTo>
                  <a:cubicBezTo>
                    <a:pt x="3139" y="1"/>
                    <a:pt x="2424" y="422"/>
                    <a:pt x="1583" y="981"/>
                  </a:cubicBezTo>
                  <a:cubicBezTo>
                    <a:pt x="694" y="1571"/>
                    <a:pt x="1" y="2091"/>
                    <a:pt x="35" y="2141"/>
                  </a:cubicBezTo>
                  <a:cubicBezTo>
                    <a:pt x="37" y="2144"/>
                    <a:pt x="40" y="2145"/>
                    <a:pt x="46" y="2145"/>
                  </a:cubicBezTo>
                  <a:cubicBezTo>
                    <a:pt x="149" y="2145"/>
                    <a:pt x="863" y="1723"/>
                    <a:pt x="1705" y="1165"/>
                  </a:cubicBezTo>
                  <a:cubicBezTo>
                    <a:pt x="2593" y="575"/>
                    <a:pt x="3286" y="56"/>
                    <a:pt x="3253" y="5"/>
                  </a:cubicBezTo>
                  <a:cubicBezTo>
                    <a:pt x="3251" y="2"/>
                    <a:pt x="3247" y="1"/>
                    <a:pt x="32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4"/>
            <p:cNvSpPr/>
            <p:nvPr/>
          </p:nvSpPr>
          <p:spPr>
            <a:xfrm>
              <a:off x="5599864" y="2768868"/>
              <a:ext cx="462789" cy="434479"/>
            </a:xfrm>
            <a:custGeom>
              <a:avLst/>
              <a:gdLst/>
              <a:ahLst/>
              <a:cxnLst/>
              <a:rect l="l" t="t" r="r" b="b"/>
              <a:pathLst>
                <a:path w="8991" h="8441" extrusionOk="0">
                  <a:moveTo>
                    <a:pt x="4508" y="1075"/>
                  </a:moveTo>
                  <a:cubicBezTo>
                    <a:pt x="6069" y="1075"/>
                    <a:pt x="7427" y="2218"/>
                    <a:pt x="7641" y="3794"/>
                  </a:cubicBezTo>
                  <a:cubicBezTo>
                    <a:pt x="7875" y="5514"/>
                    <a:pt x="6656" y="7101"/>
                    <a:pt x="4918" y="7336"/>
                  </a:cubicBezTo>
                  <a:cubicBezTo>
                    <a:pt x="4772" y="7356"/>
                    <a:pt x="4626" y="7366"/>
                    <a:pt x="4483" y="7366"/>
                  </a:cubicBezTo>
                  <a:cubicBezTo>
                    <a:pt x="2922" y="7366"/>
                    <a:pt x="1564" y="6223"/>
                    <a:pt x="1350" y="4647"/>
                  </a:cubicBezTo>
                  <a:cubicBezTo>
                    <a:pt x="1116" y="2927"/>
                    <a:pt x="2336" y="1341"/>
                    <a:pt x="4072" y="1105"/>
                  </a:cubicBezTo>
                  <a:cubicBezTo>
                    <a:pt x="4219" y="1085"/>
                    <a:pt x="4364" y="1075"/>
                    <a:pt x="4508" y="1075"/>
                  </a:cubicBezTo>
                  <a:close/>
                  <a:moveTo>
                    <a:pt x="4500" y="1"/>
                  </a:moveTo>
                  <a:cubicBezTo>
                    <a:pt x="4311" y="1"/>
                    <a:pt x="4120" y="13"/>
                    <a:pt x="3928" y="40"/>
                  </a:cubicBezTo>
                  <a:cubicBezTo>
                    <a:pt x="1619" y="353"/>
                    <a:pt x="0" y="2479"/>
                    <a:pt x="314" y="4788"/>
                  </a:cubicBezTo>
                  <a:cubicBezTo>
                    <a:pt x="601" y="6905"/>
                    <a:pt x="2411" y="8440"/>
                    <a:pt x="4490" y="8440"/>
                  </a:cubicBezTo>
                  <a:cubicBezTo>
                    <a:pt x="4679" y="8440"/>
                    <a:pt x="4870" y="8427"/>
                    <a:pt x="5063" y="8401"/>
                  </a:cubicBezTo>
                  <a:cubicBezTo>
                    <a:pt x="7372" y="8088"/>
                    <a:pt x="8990" y="5963"/>
                    <a:pt x="8677" y="3653"/>
                  </a:cubicBezTo>
                  <a:cubicBezTo>
                    <a:pt x="8389" y="1537"/>
                    <a:pt x="6579" y="1"/>
                    <a:pt x="4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4"/>
            <p:cNvSpPr/>
            <p:nvPr/>
          </p:nvSpPr>
          <p:spPr>
            <a:xfrm>
              <a:off x="5599864" y="2768868"/>
              <a:ext cx="462789" cy="434479"/>
            </a:xfrm>
            <a:custGeom>
              <a:avLst/>
              <a:gdLst/>
              <a:ahLst/>
              <a:cxnLst/>
              <a:rect l="l" t="t" r="r" b="b"/>
              <a:pathLst>
                <a:path w="8991" h="8441" extrusionOk="0">
                  <a:moveTo>
                    <a:pt x="4495" y="1077"/>
                  </a:moveTo>
                  <a:cubicBezTo>
                    <a:pt x="4656" y="1077"/>
                    <a:pt x="4815" y="1089"/>
                    <a:pt x="4970" y="1111"/>
                  </a:cubicBezTo>
                  <a:cubicBezTo>
                    <a:pt x="4922" y="1295"/>
                    <a:pt x="4871" y="1512"/>
                    <a:pt x="4818" y="1751"/>
                  </a:cubicBezTo>
                  <a:cubicBezTo>
                    <a:pt x="4889" y="1756"/>
                    <a:pt x="4958" y="1761"/>
                    <a:pt x="5027" y="1770"/>
                  </a:cubicBezTo>
                  <a:cubicBezTo>
                    <a:pt x="5069" y="1536"/>
                    <a:pt x="5104" y="1323"/>
                    <a:pt x="5131" y="1141"/>
                  </a:cubicBezTo>
                  <a:cubicBezTo>
                    <a:pt x="5494" y="1214"/>
                    <a:pt x="5838" y="1345"/>
                    <a:pt x="6147" y="1531"/>
                  </a:cubicBezTo>
                  <a:cubicBezTo>
                    <a:pt x="6050" y="1660"/>
                    <a:pt x="5938" y="1812"/>
                    <a:pt x="5819" y="1979"/>
                  </a:cubicBezTo>
                  <a:cubicBezTo>
                    <a:pt x="5882" y="2005"/>
                    <a:pt x="5942" y="2035"/>
                    <a:pt x="6003" y="2066"/>
                  </a:cubicBezTo>
                  <a:cubicBezTo>
                    <a:pt x="6107" y="1904"/>
                    <a:pt x="6202" y="1751"/>
                    <a:pt x="6280" y="1621"/>
                  </a:cubicBezTo>
                  <a:cubicBezTo>
                    <a:pt x="6582" y="1823"/>
                    <a:pt x="6848" y="2073"/>
                    <a:pt x="7065" y="2368"/>
                  </a:cubicBezTo>
                  <a:cubicBezTo>
                    <a:pt x="6965" y="2426"/>
                    <a:pt x="6851" y="2496"/>
                    <a:pt x="6731" y="2570"/>
                  </a:cubicBezTo>
                  <a:cubicBezTo>
                    <a:pt x="6778" y="2614"/>
                    <a:pt x="6825" y="2659"/>
                    <a:pt x="6868" y="2706"/>
                  </a:cubicBezTo>
                  <a:cubicBezTo>
                    <a:pt x="6971" y="2632"/>
                    <a:pt x="7067" y="2562"/>
                    <a:pt x="7152" y="2499"/>
                  </a:cubicBezTo>
                  <a:cubicBezTo>
                    <a:pt x="7355" y="2806"/>
                    <a:pt x="7506" y="3151"/>
                    <a:pt x="7591" y="3526"/>
                  </a:cubicBezTo>
                  <a:cubicBezTo>
                    <a:pt x="7542" y="3533"/>
                    <a:pt x="7491" y="3540"/>
                    <a:pt x="7436" y="3548"/>
                  </a:cubicBezTo>
                  <a:cubicBezTo>
                    <a:pt x="7460" y="3600"/>
                    <a:pt x="7483" y="3653"/>
                    <a:pt x="7504" y="3707"/>
                  </a:cubicBezTo>
                  <a:cubicBezTo>
                    <a:pt x="7544" y="3698"/>
                    <a:pt x="7583" y="3688"/>
                    <a:pt x="7619" y="3679"/>
                  </a:cubicBezTo>
                  <a:cubicBezTo>
                    <a:pt x="7627" y="3718"/>
                    <a:pt x="7635" y="3755"/>
                    <a:pt x="7641" y="3794"/>
                  </a:cubicBezTo>
                  <a:cubicBezTo>
                    <a:pt x="7664" y="3964"/>
                    <a:pt x="7672" y="4132"/>
                    <a:pt x="7668" y="4298"/>
                  </a:cubicBezTo>
                  <a:cubicBezTo>
                    <a:pt x="7697" y="4470"/>
                    <a:pt x="7716" y="4644"/>
                    <a:pt x="7716" y="4824"/>
                  </a:cubicBezTo>
                  <a:cubicBezTo>
                    <a:pt x="7716" y="6526"/>
                    <a:pt x="6336" y="7906"/>
                    <a:pt x="4633" y="7906"/>
                  </a:cubicBezTo>
                  <a:cubicBezTo>
                    <a:pt x="3216" y="7906"/>
                    <a:pt x="2026" y="6950"/>
                    <a:pt x="1665" y="5648"/>
                  </a:cubicBezTo>
                  <a:cubicBezTo>
                    <a:pt x="1545" y="5410"/>
                    <a:pt x="1452" y="5154"/>
                    <a:pt x="1394" y="4883"/>
                  </a:cubicBezTo>
                  <a:cubicBezTo>
                    <a:pt x="1443" y="4876"/>
                    <a:pt x="1499" y="4867"/>
                    <a:pt x="1552" y="4859"/>
                  </a:cubicBezTo>
                  <a:cubicBezTo>
                    <a:pt x="1552" y="4847"/>
                    <a:pt x="1551" y="4835"/>
                    <a:pt x="1551" y="4824"/>
                  </a:cubicBezTo>
                  <a:cubicBezTo>
                    <a:pt x="1551" y="4772"/>
                    <a:pt x="1555" y="4722"/>
                    <a:pt x="1559" y="4671"/>
                  </a:cubicBezTo>
                  <a:lnTo>
                    <a:pt x="1559" y="4671"/>
                  </a:lnTo>
                  <a:cubicBezTo>
                    <a:pt x="1491" y="4686"/>
                    <a:pt x="1424" y="4701"/>
                    <a:pt x="1363" y="4717"/>
                  </a:cubicBezTo>
                  <a:cubicBezTo>
                    <a:pt x="1360" y="4693"/>
                    <a:pt x="1353" y="4671"/>
                    <a:pt x="1350" y="4647"/>
                  </a:cubicBezTo>
                  <a:cubicBezTo>
                    <a:pt x="1305" y="4318"/>
                    <a:pt x="1315" y="3994"/>
                    <a:pt x="1369" y="3683"/>
                  </a:cubicBezTo>
                  <a:cubicBezTo>
                    <a:pt x="1481" y="3710"/>
                    <a:pt x="1608" y="3741"/>
                    <a:pt x="1739" y="3771"/>
                  </a:cubicBezTo>
                  <a:cubicBezTo>
                    <a:pt x="1762" y="3708"/>
                    <a:pt x="1785" y="3645"/>
                    <a:pt x="1812" y="3584"/>
                  </a:cubicBezTo>
                  <a:cubicBezTo>
                    <a:pt x="1668" y="3559"/>
                    <a:pt x="1529" y="3536"/>
                    <a:pt x="1406" y="3516"/>
                  </a:cubicBezTo>
                  <a:cubicBezTo>
                    <a:pt x="1488" y="3170"/>
                    <a:pt x="1625" y="2842"/>
                    <a:pt x="1814" y="2546"/>
                  </a:cubicBezTo>
                  <a:cubicBezTo>
                    <a:pt x="1943" y="2643"/>
                    <a:pt x="2092" y="2750"/>
                    <a:pt x="2253" y="2866"/>
                  </a:cubicBezTo>
                  <a:cubicBezTo>
                    <a:pt x="2298" y="2811"/>
                    <a:pt x="2345" y="2761"/>
                    <a:pt x="2393" y="2710"/>
                  </a:cubicBezTo>
                  <a:cubicBezTo>
                    <a:pt x="2218" y="2597"/>
                    <a:pt x="2055" y="2495"/>
                    <a:pt x="1911" y="2406"/>
                  </a:cubicBezTo>
                  <a:cubicBezTo>
                    <a:pt x="2113" y="2127"/>
                    <a:pt x="2356" y="1878"/>
                    <a:pt x="2639" y="1674"/>
                  </a:cubicBezTo>
                  <a:cubicBezTo>
                    <a:pt x="2736" y="1836"/>
                    <a:pt x="2853" y="2023"/>
                    <a:pt x="2981" y="2225"/>
                  </a:cubicBezTo>
                  <a:cubicBezTo>
                    <a:pt x="3040" y="2188"/>
                    <a:pt x="3099" y="2150"/>
                    <a:pt x="3161" y="2116"/>
                  </a:cubicBezTo>
                  <a:cubicBezTo>
                    <a:pt x="3023" y="1917"/>
                    <a:pt x="2894" y="1735"/>
                    <a:pt x="2782" y="1582"/>
                  </a:cubicBezTo>
                  <a:cubicBezTo>
                    <a:pt x="3075" y="1393"/>
                    <a:pt x="3401" y="1249"/>
                    <a:pt x="3756" y="1164"/>
                  </a:cubicBezTo>
                  <a:cubicBezTo>
                    <a:pt x="3783" y="1360"/>
                    <a:pt x="3821" y="1591"/>
                    <a:pt x="3865" y="1843"/>
                  </a:cubicBezTo>
                  <a:cubicBezTo>
                    <a:pt x="3932" y="1825"/>
                    <a:pt x="4000" y="1808"/>
                    <a:pt x="4069" y="1796"/>
                  </a:cubicBezTo>
                  <a:cubicBezTo>
                    <a:pt x="4017" y="1550"/>
                    <a:pt x="3967" y="1324"/>
                    <a:pt x="3920" y="1133"/>
                  </a:cubicBezTo>
                  <a:cubicBezTo>
                    <a:pt x="3971" y="1124"/>
                    <a:pt x="4020" y="1111"/>
                    <a:pt x="4072" y="1105"/>
                  </a:cubicBezTo>
                  <a:cubicBezTo>
                    <a:pt x="4214" y="1086"/>
                    <a:pt x="4356" y="1077"/>
                    <a:pt x="4495" y="1077"/>
                  </a:cubicBezTo>
                  <a:close/>
                  <a:moveTo>
                    <a:pt x="4500" y="1"/>
                  </a:moveTo>
                  <a:cubicBezTo>
                    <a:pt x="4311" y="1"/>
                    <a:pt x="4120" y="13"/>
                    <a:pt x="3928" y="40"/>
                  </a:cubicBezTo>
                  <a:cubicBezTo>
                    <a:pt x="1619" y="353"/>
                    <a:pt x="0" y="2479"/>
                    <a:pt x="314" y="4788"/>
                  </a:cubicBezTo>
                  <a:cubicBezTo>
                    <a:pt x="601" y="6905"/>
                    <a:pt x="2411" y="8440"/>
                    <a:pt x="4490" y="8440"/>
                  </a:cubicBezTo>
                  <a:cubicBezTo>
                    <a:pt x="4679" y="8440"/>
                    <a:pt x="4870" y="8427"/>
                    <a:pt x="5063" y="8401"/>
                  </a:cubicBezTo>
                  <a:cubicBezTo>
                    <a:pt x="7372" y="8088"/>
                    <a:pt x="8990" y="5963"/>
                    <a:pt x="8677" y="3653"/>
                  </a:cubicBezTo>
                  <a:cubicBezTo>
                    <a:pt x="8389" y="1537"/>
                    <a:pt x="6579" y="1"/>
                    <a:pt x="4500"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4"/>
            <p:cNvSpPr/>
            <p:nvPr/>
          </p:nvSpPr>
          <p:spPr>
            <a:xfrm>
              <a:off x="5564915" y="2736029"/>
              <a:ext cx="532740" cy="500158"/>
            </a:xfrm>
            <a:custGeom>
              <a:avLst/>
              <a:gdLst/>
              <a:ahLst/>
              <a:cxnLst/>
              <a:rect l="l" t="t" r="r" b="b"/>
              <a:pathLst>
                <a:path w="10350" h="9717" extrusionOk="0">
                  <a:moveTo>
                    <a:pt x="5189" y="1238"/>
                  </a:moveTo>
                  <a:cubicBezTo>
                    <a:pt x="6986" y="1238"/>
                    <a:pt x="8549" y="2553"/>
                    <a:pt x="8795" y="4367"/>
                  </a:cubicBezTo>
                  <a:cubicBezTo>
                    <a:pt x="9065" y="6348"/>
                    <a:pt x="7661" y="8174"/>
                    <a:pt x="5661" y="8445"/>
                  </a:cubicBezTo>
                  <a:cubicBezTo>
                    <a:pt x="5493" y="8468"/>
                    <a:pt x="5325" y="8479"/>
                    <a:pt x="5160" y="8479"/>
                  </a:cubicBezTo>
                  <a:cubicBezTo>
                    <a:pt x="3362" y="8479"/>
                    <a:pt x="1799" y="7164"/>
                    <a:pt x="1553" y="5350"/>
                  </a:cubicBezTo>
                  <a:cubicBezTo>
                    <a:pt x="1284" y="3369"/>
                    <a:pt x="2687" y="1543"/>
                    <a:pt x="4687" y="1272"/>
                  </a:cubicBezTo>
                  <a:cubicBezTo>
                    <a:pt x="4856" y="1249"/>
                    <a:pt x="5023" y="1238"/>
                    <a:pt x="5189" y="1238"/>
                  </a:cubicBezTo>
                  <a:close/>
                  <a:moveTo>
                    <a:pt x="5181" y="0"/>
                  </a:moveTo>
                  <a:cubicBezTo>
                    <a:pt x="4963" y="0"/>
                    <a:pt x="4743" y="15"/>
                    <a:pt x="4521" y="45"/>
                  </a:cubicBezTo>
                  <a:cubicBezTo>
                    <a:pt x="1862" y="405"/>
                    <a:pt x="0" y="2854"/>
                    <a:pt x="361" y="5512"/>
                  </a:cubicBezTo>
                  <a:cubicBezTo>
                    <a:pt x="692" y="7948"/>
                    <a:pt x="2775" y="9716"/>
                    <a:pt x="5168" y="9716"/>
                  </a:cubicBezTo>
                  <a:cubicBezTo>
                    <a:pt x="5385" y="9716"/>
                    <a:pt x="5606" y="9702"/>
                    <a:pt x="5828" y="9672"/>
                  </a:cubicBezTo>
                  <a:cubicBezTo>
                    <a:pt x="8486" y="9311"/>
                    <a:pt x="10349" y="6864"/>
                    <a:pt x="9988" y="4206"/>
                  </a:cubicBezTo>
                  <a:cubicBezTo>
                    <a:pt x="9657" y="1769"/>
                    <a:pt x="7573" y="0"/>
                    <a:pt x="51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4"/>
            <p:cNvSpPr/>
            <p:nvPr/>
          </p:nvSpPr>
          <p:spPr>
            <a:xfrm>
              <a:off x="5793757" y="2951180"/>
              <a:ext cx="74995" cy="69848"/>
            </a:xfrm>
            <a:custGeom>
              <a:avLst/>
              <a:gdLst/>
              <a:ahLst/>
              <a:cxnLst/>
              <a:rect l="l" t="t" r="r" b="b"/>
              <a:pathLst>
                <a:path w="1457" h="1357" extrusionOk="0">
                  <a:moveTo>
                    <a:pt x="730" y="1"/>
                  </a:moveTo>
                  <a:cubicBezTo>
                    <a:pt x="699" y="1"/>
                    <a:pt x="669" y="3"/>
                    <a:pt x="637" y="7"/>
                  </a:cubicBezTo>
                  <a:cubicBezTo>
                    <a:pt x="263" y="58"/>
                    <a:pt x="1" y="400"/>
                    <a:pt x="51" y="771"/>
                  </a:cubicBezTo>
                  <a:cubicBezTo>
                    <a:pt x="97" y="1110"/>
                    <a:pt x="389" y="1356"/>
                    <a:pt x="725" y="1356"/>
                  </a:cubicBezTo>
                  <a:cubicBezTo>
                    <a:pt x="756" y="1356"/>
                    <a:pt x="787" y="1354"/>
                    <a:pt x="819" y="1350"/>
                  </a:cubicBezTo>
                  <a:cubicBezTo>
                    <a:pt x="1193" y="1299"/>
                    <a:pt x="1457" y="957"/>
                    <a:pt x="1406" y="587"/>
                  </a:cubicBezTo>
                  <a:cubicBezTo>
                    <a:pt x="1360" y="247"/>
                    <a:pt x="1067" y="1"/>
                    <a:pt x="7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4"/>
            <p:cNvSpPr/>
            <p:nvPr/>
          </p:nvSpPr>
          <p:spPr>
            <a:xfrm>
              <a:off x="5576187" y="2736029"/>
              <a:ext cx="505408" cy="260142"/>
            </a:xfrm>
            <a:custGeom>
              <a:avLst/>
              <a:gdLst/>
              <a:ahLst/>
              <a:cxnLst/>
              <a:rect l="l" t="t" r="r" b="b"/>
              <a:pathLst>
                <a:path w="9819" h="5054" extrusionOk="0">
                  <a:moveTo>
                    <a:pt x="4962" y="0"/>
                  </a:moveTo>
                  <a:cubicBezTo>
                    <a:pt x="4744" y="0"/>
                    <a:pt x="4524" y="15"/>
                    <a:pt x="4302" y="45"/>
                  </a:cubicBezTo>
                  <a:cubicBezTo>
                    <a:pt x="1798" y="385"/>
                    <a:pt x="0" y="2578"/>
                    <a:pt x="102" y="5053"/>
                  </a:cubicBezTo>
                  <a:cubicBezTo>
                    <a:pt x="189" y="2738"/>
                    <a:pt x="1927" y="750"/>
                    <a:pt x="4302" y="427"/>
                  </a:cubicBezTo>
                  <a:cubicBezTo>
                    <a:pt x="4523" y="397"/>
                    <a:pt x="4743" y="383"/>
                    <a:pt x="4960" y="383"/>
                  </a:cubicBezTo>
                  <a:cubicBezTo>
                    <a:pt x="7353" y="383"/>
                    <a:pt x="9438" y="2150"/>
                    <a:pt x="9769" y="4587"/>
                  </a:cubicBezTo>
                  <a:cubicBezTo>
                    <a:pt x="9790" y="4742"/>
                    <a:pt x="9803" y="4894"/>
                    <a:pt x="9809" y="5047"/>
                  </a:cubicBezTo>
                  <a:cubicBezTo>
                    <a:pt x="9819" y="4770"/>
                    <a:pt x="9807" y="4490"/>
                    <a:pt x="9769" y="4206"/>
                  </a:cubicBezTo>
                  <a:cubicBezTo>
                    <a:pt x="9438" y="1769"/>
                    <a:pt x="7354" y="0"/>
                    <a:pt x="4962"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4"/>
            <p:cNvSpPr/>
            <p:nvPr/>
          </p:nvSpPr>
          <p:spPr>
            <a:xfrm>
              <a:off x="5642894" y="2995805"/>
              <a:ext cx="381051" cy="196419"/>
            </a:xfrm>
            <a:custGeom>
              <a:avLst/>
              <a:gdLst/>
              <a:ahLst/>
              <a:cxnLst/>
              <a:rect l="l" t="t" r="r" b="b"/>
              <a:pathLst>
                <a:path w="7403" h="3816" extrusionOk="0">
                  <a:moveTo>
                    <a:pt x="12" y="1"/>
                  </a:moveTo>
                  <a:lnTo>
                    <a:pt x="12" y="1"/>
                  </a:lnTo>
                  <a:cubicBezTo>
                    <a:pt x="0" y="226"/>
                    <a:pt x="7" y="455"/>
                    <a:pt x="38" y="685"/>
                  </a:cubicBezTo>
                  <a:cubicBezTo>
                    <a:pt x="284" y="2500"/>
                    <a:pt x="1848" y="3815"/>
                    <a:pt x="3646" y="3815"/>
                  </a:cubicBezTo>
                  <a:cubicBezTo>
                    <a:pt x="3811" y="3815"/>
                    <a:pt x="3978" y="3804"/>
                    <a:pt x="4146" y="3781"/>
                  </a:cubicBezTo>
                  <a:cubicBezTo>
                    <a:pt x="6044" y="3523"/>
                    <a:pt x="7402" y="1866"/>
                    <a:pt x="7306" y="4"/>
                  </a:cubicBezTo>
                  <a:lnTo>
                    <a:pt x="7306" y="4"/>
                  </a:lnTo>
                  <a:cubicBezTo>
                    <a:pt x="7212" y="1706"/>
                    <a:pt x="5912" y="3159"/>
                    <a:pt x="4146" y="3398"/>
                  </a:cubicBezTo>
                  <a:cubicBezTo>
                    <a:pt x="3978" y="3421"/>
                    <a:pt x="3810" y="3432"/>
                    <a:pt x="3645" y="3432"/>
                  </a:cubicBezTo>
                  <a:cubicBezTo>
                    <a:pt x="1847" y="3432"/>
                    <a:pt x="284" y="2117"/>
                    <a:pt x="38" y="303"/>
                  </a:cubicBezTo>
                  <a:cubicBezTo>
                    <a:pt x="24" y="202"/>
                    <a:pt x="18" y="101"/>
                    <a:pt x="12"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34"/>
            <p:cNvSpPr/>
            <p:nvPr/>
          </p:nvSpPr>
          <p:spPr>
            <a:xfrm>
              <a:off x="5638777" y="2782662"/>
              <a:ext cx="380742" cy="195750"/>
            </a:xfrm>
            <a:custGeom>
              <a:avLst/>
              <a:gdLst/>
              <a:ahLst/>
              <a:cxnLst/>
              <a:rect l="l" t="t" r="r" b="b"/>
              <a:pathLst>
                <a:path w="7397" h="3803" extrusionOk="0">
                  <a:moveTo>
                    <a:pt x="3754" y="1"/>
                  </a:moveTo>
                  <a:cubicBezTo>
                    <a:pt x="3588" y="1"/>
                    <a:pt x="3421" y="12"/>
                    <a:pt x="3252" y="35"/>
                  </a:cubicBezTo>
                  <a:cubicBezTo>
                    <a:pt x="1358" y="292"/>
                    <a:pt x="1" y="1945"/>
                    <a:pt x="92" y="3802"/>
                  </a:cubicBezTo>
                  <a:cubicBezTo>
                    <a:pt x="167" y="2083"/>
                    <a:pt x="1471" y="607"/>
                    <a:pt x="3252" y="366"/>
                  </a:cubicBezTo>
                  <a:cubicBezTo>
                    <a:pt x="3421" y="343"/>
                    <a:pt x="3588" y="332"/>
                    <a:pt x="3754" y="332"/>
                  </a:cubicBezTo>
                  <a:cubicBezTo>
                    <a:pt x="5551" y="332"/>
                    <a:pt x="7114" y="1647"/>
                    <a:pt x="7360" y="3461"/>
                  </a:cubicBezTo>
                  <a:cubicBezTo>
                    <a:pt x="7374" y="3565"/>
                    <a:pt x="7382" y="3668"/>
                    <a:pt x="7387" y="3772"/>
                  </a:cubicBezTo>
                  <a:cubicBezTo>
                    <a:pt x="7396" y="3561"/>
                    <a:pt x="7390" y="3346"/>
                    <a:pt x="7360" y="3130"/>
                  </a:cubicBezTo>
                  <a:cubicBezTo>
                    <a:pt x="7114" y="1316"/>
                    <a:pt x="5551" y="1"/>
                    <a:pt x="3754"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34"/>
            <p:cNvSpPr/>
            <p:nvPr/>
          </p:nvSpPr>
          <p:spPr>
            <a:xfrm>
              <a:off x="5580923" y="2977173"/>
              <a:ext cx="504894" cy="259010"/>
            </a:xfrm>
            <a:custGeom>
              <a:avLst/>
              <a:gdLst/>
              <a:ahLst/>
              <a:cxnLst/>
              <a:rect l="l" t="t" r="r" b="b"/>
              <a:pathLst>
                <a:path w="9809" h="5032" extrusionOk="0">
                  <a:moveTo>
                    <a:pt x="9718" y="0"/>
                  </a:moveTo>
                  <a:cubicBezTo>
                    <a:pt x="9644" y="2329"/>
                    <a:pt x="7902" y="4333"/>
                    <a:pt x="5517" y="4656"/>
                  </a:cubicBezTo>
                  <a:cubicBezTo>
                    <a:pt x="5295" y="4686"/>
                    <a:pt x="5074" y="4701"/>
                    <a:pt x="4857" y="4701"/>
                  </a:cubicBezTo>
                  <a:cubicBezTo>
                    <a:pt x="2464" y="4701"/>
                    <a:pt x="381" y="2932"/>
                    <a:pt x="50" y="496"/>
                  </a:cubicBezTo>
                  <a:cubicBezTo>
                    <a:pt x="28" y="334"/>
                    <a:pt x="15" y="175"/>
                    <a:pt x="9" y="16"/>
                  </a:cubicBezTo>
                  <a:lnTo>
                    <a:pt x="9" y="16"/>
                  </a:lnTo>
                  <a:cubicBezTo>
                    <a:pt x="1" y="282"/>
                    <a:pt x="13" y="553"/>
                    <a:pt x="50" y="827"/>
                  </a:cubicBezTo>
                  <a:cubicBezTo>
                    <a:pt x="381" y="3263"/>
                    <a:pt x="2464" y="5031"/>
                    <a:pt x="4857" y="5031"/>
                  </a:cubicBezTo>
                  <a:cubicBezTo>
                    <a:pt x="5074" y="5031"/>
                    <a:pt x="5295" y="5017"/>
                    <a:pt x="5517" y="4987"/>
                  </a:cubicBezTo>
                  <a:cubicBezTo>
                    <a:pt x="8014" y="4648"/>
                    <a:pt x="9809" y="2467"/>
                    <a:pt x="9718"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34"/>
            <p:cNvSpPr/>
            <p:nvPr/>
          </p:nvSpPr>
          <p:spPr>
            <a:xfrm>
              <a:off x="4052527" y="2884267"/>
              <a:ext cx="184838" cy="184838"/>
            </a:xfrm>
            <a:custGeom>
              <a:avLst/>
              <a:gdLst/>
              <a:ahLst/>
              <a:cxnLst/>
              <a:rect l="l" t="t" r="r" b="b"/>
              <a:pathLst>
                <a:path w="3591" h="3591" extrusionOk="0">
                  <a:moveTo>
                    <a:pt x="1796" y="0"/>
                  </a:moveTo>
                  <a:cubicBezTo>
                    <a:pt x="805" y="0"/>
                    <a:pt x="1" y="803"/>
                    <a:pt x="1" y="1795"/>
                  </a:cubicBezTo>
                  <a:cubicBezTo>
                    <a:pt x="1" y="2786"/>
                    <a:pt x="805" y="3590"/>
                    <a:pt x="1796" y="3590"/>
                  </a:cubicBezTo>
                  <a:cubicBezTo>
                    <a:pt x="2788" y="3590"/>
                    <a:pt x="3591" y="2786"/>
                    <a:pt x="3591" y="1795"/>
                  </a:cubicBezTo>
                  <a:cubicBezTo>
                    <a:pt x="3591" y="803"/>
                    <a:pt x="2788" y="0"/>
                    <a:pt x="17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34"/>
            <p:cNvSpPr/>
            <p:nvPr/>
          </p:nvSpPr>
          <p:spPr>
            <a:xfrm>
              <a:off x="3973827" y="2875928"/>
              <a:ext cx="168161" cy="111953"/>
            </a:xfrm>
            <a:custGeom>
              <a:avLst/>
              <a:gdLst/>
              <a:ahLst/>
              <a:cxnLst/>
              <a:rect l="l" t="t" r="r" b="b"/>
              <a:pathLst>
                <a:path w="3267" h="2175" extrusionOk="0">
                  <a:moveTo>
                    <a:pt x="46" y="0"/>
                  </a:moveTo>
                  <a:cubicBezTo>
                    <a:pt x="41" y="0"/>
                    <a:pt x="37" y="2"/>
                    <a:pt x="36" y="4"/>
                  </a:cubicBezTo>
                  <a:cubicBezTo>
                    <a:pt x="1" y="54"/>
                    <a:pt x="690" y="581"/>
                    <a:pt x="1572" y="1178"/>
                  </a:cubicBezTo>
                  <a:cubicBezTo>
                    <a:pt x="2409" y="1746"/>
                    <a:pt x="3122" y="2175"/>
                    <a:pt x="3222" y="2175"/>
                  </a:cubicBezTo>
                  <a:cubicBezTo>
                    <a:pt x="3227" y="2175"/>
                    <a:pt x="3231" y="2173"/>
                    <a:pt x="3233" y="2171"/>
                  </a:cubicBezTo>
                  <a:cubicBezTo>
                    <a:pt x="3266" y="2120"/>
                    <a:pt x="2579" y="1594"/>
                    <a:pt x="1696" y="996"/>
                  </a:cubicBezTo>
                  <a:cubicBezTo>
                    <a:pt x="858" y="429"/>
                    <a:pt x="146" y="0"/>
                    <a:pt x="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4"/>
            <p:cNvSpPr/>
            <p:nvPr/>
          </p:nvSpPr>
          <p:spPr>
            <a:xfrm>
              <a:off x="4132822" y="2983555"/>
              <a:ext cx="168109" cy="112004"/>
            </a:xfrm>
            <a:custGeom>
              <a:avLst/>
              <a:gdLst/>
              <a:ahLst/>
              <a:cxnLst/>
              <a:rect l="l" t="t" r="r" b="b"/>
              <a:pathLst>
                <a:path w="3266" h="2176" extrusionOk="0">
                  <a:moveTo>
                    <a:pt x="45" y="1"/>
                  </a:moveTo>
                  <a:cubicBezTo>
                    <a:pt x="39" y="1"/>
                    <a:pt x="36" y="2"/>
                    <a:pt x="34" y="5"/>
                  </a:cubicBezTo>
                  <a:cubicBezTo>
                    <a:pt x="0" y="56"/>
                    <a:pt x="688" y="582"/>
                    <a:pt x="1571" y="1180"/>
                  </a:cubicBezTo>
                  <a:cubicBezTo>
                    <a:pt x="2408" y="1747"/>
                    <a:pt x="3120" y="2175"/>
                    <a:pt x="3221" y="2175"/>
                  </a:cubicBezTo>
                  <a:cubicBezTo>
                    <a:pt x="3227" y="2175"/>
                    <a:pt x="3230" y="2174"/>
                    <a:pt x="3232" y="2171"/>
                  </a:cubicBezTo>
                  <a:cubicBezTo>
                    <a:pt x="3266" y="2121"/>
                    <a:pt x="2578" y="1596"/>
                    <a:pt x="1694" y="997"/>
                  </a:cubicBezTo>
                  <a:cubicBezTo>
                    <a:pt x="857" y="430"/>
                    <a:pt x="146" y="1"/>
                    <a:pt x="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4"/>
            <p:cNvSpPr/>
            <p:nvPr/>
          </p:nvSpPr>
          <p:spPr>
            <a:xfrm>
              <a:off x="4025195" y="2982835"/>
              <a:ext cx="116740" cy="164763"/>
            </a:xfrm>
            <a:custGeom>
              <a:avLst/>
              <a:gdLst/>
              <a:ahLst/>
              <a:cxnLst/>
              <a:rect l="l" t="t" r="r" b="b"/>
              <a:pathLst>
                <a:path w="2268" h="3201" extrusionOk="0">
                  <a:moveTo>
                    <a:pt x="2213" y="0"/>
                  </a:moveTo>
                  <a:cubicBezTo>
                    <a:pt x="2141" y="0"/>
                    <a:pt x="1626" y="676"/>
                    <a:pt x="1042" y="1539"/>
                  </a:cubicBezTo>
                  <a:cubicBezTo>
                    <a:pt x="445" y="2422"/>
                    <a:pt x="1" y="3165"/>
                    <a:pt x="51" y="3200"/>
                  </a:cubicBezTo>
                  <a:cubicBezTo>
                    <a:pt x="52" y="3200"/>
                    <a:pt x="53" y="3201"/>
                    <a:pt x="55" y="3201"/>
                  </a:cubicBezTo>
                  <a:cubicBezTo>
                    <a:pt x="126" y="3201"/>
                    <a:pt x="642" y="2525"/>
                    <a:pt x="1225" y="1662"/>
                  </a:cubicBezTo>
                  <a:cubicBezTo>
                    <a:pt x="1823" y="779"/>
                    <a:pt x="2267" y="36"/>
                    <a:pt x="2217" y="1"/>
                  </a:cubicBezTo>
                  <a:cubicBezTo>
                    <a:pt x="2216" y="1"/>
                    <a:pt x="2215" y="0"/>
                    <a:pt x="22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4"/>
            <p:cNvSpPr/>
            <p:nvPr/>
          </p:nvSpPr>
          <p:spPr>
            <a:xfrm>
              <a:off x="4132874" y="2823891"/>
              <a:ext cx="116791" cy="164763"/>
            </a:xfrm>
            <a:custGeom>
              <a:avLst/>
              <a:gdLst/>
              <a:ahLst/>
              <a:cxnLst/>
              <a:rect l="l" t="t" r="r" b="b"/>
              <a:pathLst>
                <a:path w="2269" h="3201" extrusionOk="0">
                  <a:moveTo>
                    <a:pt x="2212" y="1"/>
                  </a:moveTo>
                  <a:cubicBezTo>
                    <a:pt x="2141" y="1"/>
                    <a:pt x="1627" y="678"/>
                    <a:pt x="1043" y="1539"/>
                  </a:cubicBezTo>
                  <a:cubicBezTo>
                    <a:pt x="444" y="2421"/>
                    <a:pt x="0" y="3166"/>
                    <a:pt x="50" y="3199"/>
                  </a:cubicBezTo>
                  <a:cubicBezTo>
                    <a:pt x="51" y="3200"/>
                    <a:pt x="53" y="3201"/>
                    <a:pt x="55" y="3201"/>
                  </a:cubicBezTo>
                  <a:cubicBezTo>
                    <a:pt x="126" y="3201"/>
                    <a:pt x="641" y="2524"/>
                    <a:pt x="1226" y="1663"/>
                  </a:cubicBezTo>
                  <a:cubicBezTo>
                    <a:pt x="1823" y="779"/>
                    <a:pt x="2268" y="36"/>
                    <a:pt x="2217" y="2"/>
                  </a:cubicBezTo>
                  <a:cubicBezTo>
                    <a:pt x="2216" y="1"/>
                    <a:pt x="2214" y="1"/>
                    <a:pt x="22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4"/>
            <p:cNvSpPr/>
            <p:nvPr/>
          </p:nvSpPr>
          <p:spPr>
            <a:xfrm>
              <a:off x="4097410" y="2793831"/>
              <a:ext cx="43752" cy="195287"/>
            </a:xfrm>
            <a:custGeom>
              <a:avLst/>
              <a:gdLst/>
              <a:ahLst/>
              <a:cxnLst/>
              <a:rect l="l" t="t" r="r" b="b"/>
              <a:pathLst>
                <a:path w="850" h="3794" extrusionOk="0">
                  <a:moveTo>
                    <a:pt x="62" y="1"/>
                  </a:moveTo>
                  <a:cubicBezTo>
                    <a:pt x="61" y="1"/>
                    <a:pt x="61" y="1"/>
                    <a:pt x="60" y="1"/>
                  </a:cubicBezTo>
                  <a:cubicBezTo>
                    <a:pt x="0" y="13"/>
                    <a:pt x="115" y="870"/>
                    <a:pt x="316" y="1918"/>
                  </a:cubicBezTo>
                  <a:cubicBezTo>
                    <a:pt x="517" y="2958"/>
                    <a:pt x="726" y="3793"/>
                    <a:pt x="788" y="3793"/>
                  </a:cubicBezTo>
                  <a:cubicBezTo>
                    <a:pt x="788" y="3793"/>
                    <a:pt x="789" y="3793"/>
                    <a:pt x="789" y="3793"/>
                  </a:cubicBezTo>
                  <a:cubicBezTo>
                    <a:pt x="849" y="3782"/>
                    <a:pt x="735" y="2924"/>
                    <a:pt x="534" y="1877"/>
                  </a:cubicBezTo>
                  <a:cubicBezTo>
                    <a:pt x="334" y="836"/>
                    <a:pt x="123" y="1"/>
                    <a:pt x="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4"/>
            <p:cNvSpPr/>
            <p:nvPr/>
          </p:nvSpPr>
          <p:spPr>
            <a:xfrm>
              <a:off x="4133646" y="2982371"/>
              <a:ext cx="43752" cy="195287"/>
            </a:xfrm>
            <a:custGeom>
              <a:avLst/>
              <a:gdLst/>
              <a:ahLst/>
              <a:cxnLst/>
              <a:rect l="l" t="t" r="r" b="b"/>
              <a:pathLst>
                <a:path w="850" h="3794" extrusionOk="0">
                  <a:moveTo>
                    <a:pt x="62" y="0"/>
                  </a:moveTo>
                  <a:cubicBezTo>
                    <a:pt x="61" y="0"/>
                    <a:pt x="61" y="1"/>
                    <a:pt x="60" y="1"/>
                  </a:cubicBezTo>
                  <a:cubicBezTo>
                    <a:pt x="0" y="11"/>
                    <a:pt x="116" y="870"/>
                    <a:pt x="317" y="1918"/>
                  </a:cubicBezTo>
                  <a:cubicBezTo>
                    <a:pt x="517" y="2958"/>
                    <a:pt x="727" y="3793"/>
                    <a:pt x="788" y="3793"/>
                  </a:cubicBezTo>
                  <a:cubicBezTo>
                    <a:pt x="789" y="3793"/>
                    <a:pt x="789" y="3793"/>
                    <a:pt x="789" y="3793"/>
                  </a:cubicBezTo>
                  <a:cubicBezTo>
                    <a:pt x="849" y="3782"/>
                    <a:pt x="735" y="2924"/>
                    <a:pt x="534" y="1876"/>
                  </a:cubicBezTo>
                  <a:cubicBezTo>
                    <a:pt x="334" y="836"/>
                    <a:pt x="123" y="0"/>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4"/>
            <p:cNvSpPr/>
            <p:nvPr/>
          </p:nvSpPr>
          <p:spPr>
            <a:xfrm>
              <a:off x="3944900" y="2984276"/>
              <a:ext cx="196471" cy="39171"/>
            </a:xfrm>
            <a:custGeom>
              <a:avLst/>
              <a:gdLst/>
              <a:ahLst/>
              <a:cxnLst/>
              <a:rect l="l" t="t" r="r" b="b"/>
              <a:pathLst>
                <a:path w="3817" h="761" extrusionOk="0">
                  <a:moveTo>
                    <a:pt x="3721" y="0"/>
                  </a:moveTo>
                  <a:cubicBezTo>
                    <a:pt x="3480" y="0"/>
                    <a:pt x="2748" y="107"/>
                    <a:pt x="1888" y="273"/>
                  </a:cubicBezTo>
                  <a:cubicBezTo>
                    <a:pt x="840" y="474"/>
                    <a:pt x="0" y="685"/>
                    <a:pt x="12" y="745"/>
                  </a:cubicBezTo>
                  <a:cubicBezTo>
                    <a:pt x="14" y="756"/>
                    <a:pt x="44" y="761"/>
                    <a:pt x="97" y="761"/>
                  </a:cubicBezTo>
                  <a:cubicBezTo>
                    <a:pt x="339" y="761"/>
                    <a:pt x="1070" y="654"/>
                    <a:pt x="1930" y="489"/>
                  </a:cubicBezTo>
                  <a:cubicBezTo>
                    <a:pt x="2976" y="288"/>
                    <a:pt x="3817" y="76"/>
                    <a:pt x="3805" y="16"/>
                  </a:cubicBezTo>
                  <a:cubicBezTo>
                    <a:pt x="3803" y="5"/>
                    <a:pt x="3774" y="0"/>
                    <a:pt x="37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4"/>
            <p:cNvSpPr/>
            <p:nvPr/>
          </p:nvSpPr>
          <p:spPr>
            <a:xfrm>
              <a:off x="4133440" y="2947988"/>
              <a:ext cx="196471" cy="39222"/>
            </a:xfrm>
            <a:custGeom>
              <a:avLst/>
              <a:gdLst/>
              <a:ahLst/>
              <a:cxnLst/>
              <a:rect l="l" t="t" r="r" b="b"/>
              <a:pathLst>
                <a:path w="3817" h="762" extrusionOk="0">
                  <a:moveTo>
                    <a:pt x="3720" y="1"/>
                  </a:moveTo>
                  <a:cubicBezTo>
                    <a:pt x="3478" y="1"/>
                    <a:pt x="2746" y="107"/>
                    <a:pt x="1887" y="273"/>
                  </a:cubicBezTo>
                  <a:cubicBezTo>
                    <a:pt x="840" y="474"/>
                    <a:pt x="0" y="686"/>
                    <a:pt x="12" y="746"/>
                  </a:cubicBezTo>
                  <a:cubicBezTo>
                    <a:pt x="14" y="757"/>
                    <a:pt x="43" y="762"/>
                    <a:pt x="96" y="762"/>
                  </a:cubicBezTo>
                  <a:cubicBezTo>
                    <a:pt x="338" y="762"/>
                    <a:pt x="1070" y="655"/>
                    <a:pt x="1929" y="490"/>
                  </a:cubicBezTo>
                  <a:cubicBezTo>
                    <a:pt x="2976" y="289"/>
                    <a:pt x="3816" y="77"/>
                    <a:pt x="3804" y="17"/>
                  </a:cubicBezTo>
                  <a:cubicBezTo>
                    <a:pt x="3802" y="6"/>
                    <a:pt x="3773" y="1"/>
                    <a:pt x="37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4"/>
            <p:cNvSpPr/>
            <p:nvPr/>
          </p:nvSpPr>
          <p:spPr>
            <a:xfrm>
              <a:off x="3945208" y="2946238"/>
              <a:ext cx="196162" cy="41024"/>
            </a:xfrm>
            <a:custGeom>
              <a:avLst/>
              <a:gdLst/>
              <a:ahLst/>
              <a:cxnLst/>
              <a:rect l="l" t="t" r="r" b="b"/>
              <a:pathLst>
                <a:path w="3811" h="797" extrusionOk="0">
                  <a:moveTo>
                    <a:pt x="90" y="1"/>
                  </a:moveTo>
                  <a:cubicBezTo>
                    <a:pt x="42" y="1"/>
                    <a:pt x="15" y="6"/>
                    <a:pt x="13" y="16"/>
                  </a:cubicBezTo>
                  <a:cubicBezTo>
                    <a:pt x="1" y="76"/>
                    <a:pt x="839" y="296"/>
                    <a:pt x="1884" y="507"/>
                  </a:cubicBezTo>
                  <a:cubicBezTo>
                    <a:pt x="2750" y="682"/>
                    <a:pt x="3487" y="796"/>
                    <a:pt x="3721" y="796"/>
                  </a:cubicBezTo>
                  <a:cubicBezTo>
                    <a:pt x="3770" y="796"/>
                    <a:pt x="3797" y="791"/>
                    <a:pt x="3799" y="781"/>
                  </a:cubicBezTo>
                  <a:cubicBezTo>
                    <a:pt x="3811" y="721"/>
                    <a:pt x="2974" y="501"/>
                    <a:pt x="1928" y="290"/>
                  </a:cubicBezTo>
                  <a:cubicBezTo>
                    <a:pt x="1061" y="115"/>
                    <a:pt x="324"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4"/>
            <p:cNvSpPr/>
            <p:nvPr/>
          </p:nvSpPr>
          <p:spPr>
            <a:xfrm>
              <a:off x="4133440" y="2984276"/>
              <a:ext cx="196110" cy="40921"/>
            </a:xfrm>
            <a:custGeom>
              <a:avLst/>
              <a:gdLst/>
              <a:ahLst/>
              <a:cxnLst/>
              <a:rect l="l" t="t" r="r" b="b"/>
              <a:pathLst>
                <a:path w="3810" h="795" extrusionOk="0">
                  <a:moveTo>
                    <a:pt x="90" y="1"/>
                  </a:moveTo>
                  <a:cubicBezTo>
                    <a:pt x="41" y="1"/>
                    <a:pt x="14" y="6"/>
                    <a:pt x="12" y="16"/>
                  </a:cubicBezTo>
                  <a:cubicBezTo>
                    <a:pt x="0" y="75"/>
                    <a:pt x="838" y="294"/>
                    <a:pt x="1883" y="506"/>
                  </a:cubicBezTo>
                  <a:cubicBezTo>
                    <a:pt x="2749" y="680"/>
                    <a:pt x="3487" y="795"/>
                    <a:pt x="3721" y="795"/>
                  </a:cubicBezTo>
                  <a:cubicBezTo>
                    <a:pt x="3769" y="795"/>
                    <a:pt x="3796" y="790"/>
                    <a:pt x="3798" y="780"/>
                  </a:cubicBezTo>
                  <a:cubicBezTo>
                    <a:pt x="3810" y="720"/>
                    <a:pt x="2972" y="501"/>
                    <a:pt x="1927" y="289"/>
                  </a:cubicBezTo>
                  <a:cubicBezTo>
                    <a:pt x="1062" y="114"/>
                    <a:pt x="325"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4"/>
            <p:cNvSpPr/>
            <p:nvPr/>
          </p:nvSpPr>
          <p:spPr>
            <a:xfrm>
              <a:off x="4095608" y="2982371"/>
              <a:ext cx="45605" cy="194926"/>
            </a:xfrm>
            <a:custGeom>
              <a:avLst/>
              <a:gdLst/>
              <a:ahLst/>
              <a:cxnLst/>
              <a:rect l="l" t="t" r="r" b="b"/>
              <a:pathLst>
                <a:path w="886" h="3787" extrusionOk="0">
                  <a:moveTo>
                    <a:pt x="824" y="0"/>
                  </a:moveTo>
                  <a:cubicBezTo>
                    <a:pt x="762" y="0"/>
                    <a:pt x="544" y="834"/>
                    <a:pt x="335" y="1871"/>
                  </a:cubicBezTo>
                  <a:cubicBezTo>
                    <a:pt x="124" y="2917"/>
                    <a:pt x="1" y="3775"/>
                    <a:pt x="60" y="3786"/>
                  </a:cubicBezTo>
                  <a:cubicBezTo>
                    <a:pt x="61" y="3787"/>
                    <a:pt x="61" y="3787"/>
                    <a:pt x="62" y="3787"/>
                  </a:cubicBezTo>
                  <a:cubicBezTo>
                    <a:pt x="123" y="3787"/>
                    <a:pt x="342" y="2953"/>
                    <a:pt x="551" y="1916"/>
                  </a:cubicBezTo>
                  <a:cubicBezTo>
                    <a:pt x="762" y="870"/>
                    <a:pt x="885" y="13"/>
                    <a:pt x="825" y="1"/>
                  </a:cubicBezTo>
                  <a:cubicBezTo>
                    <a:pt x="825" y="1"/>
                    <a:pt x="825" y="0"/>
                    <a:pt x="8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4"/>
            <p:cNvSpPr/>
            <p:nvPr/>
          </p:nvSpPr>
          <p:spPr>
            <a:xfrm>
              <a:off x="4133646" y="2794192"/>
              <a:ext cx="45553" cy="194926"/>
            </a:xfrm>
            <a:custGeom>
              <a:avLst/>
              <a:gdLst/>
              <a:ahLst/>
              <a:cxnLst/>
              <a:rect l="l" t="t" r="r" b="b"/>
              <a:pathLst>
                <a:path w="885" h="3787" extrusionOk="0">
                  <a:moveTo>
                    <a:pt x="823" y="0"/>
                  </a:moveTo>
                  <a:cubicBezTo>
                    <a:pt x="761" y="0"/>
                    <a:pt x="544" y="834"/>
                    <a:pt x="335" y="1872"/>
                  </a:cubicBezTo>
                  <a:cubicBezTo>
                    <a:pt x="122" y="2917"/>
                    <a:pt x="0" y="3774"/>
                    <a:pt x="60" y="3786"/>
                  </a:cubicBezTo>
                  <a:cubicBezTo>
                    <a:pt x="61" y="3786"/>
                    <a:pt x="61" y="3786"/>
                    <a:pt x="62" y="3786"/>
                  </a:cubicBezTo>
                  <a:cubicBezTo>
                    <a:pt x="122" y="3786"/>
                    <a:pt x="340" y="2954"/>
                    <a:pt x="550" y="1915"/>
                  </a:cubicBezTo>
                  <a:cubicBezTo>
                    <a:pt x="761" y="870"/>
                    <a:pt x="884" y="12"/>
                    <a:pt x="824" y="0"/>
                  </a:cubicBezTo>
                  <a:cubicBezTo>
                    <a:pt x="824" y="0"/>
                    <a:pt x="823" y="0"/>
                    <a:pt x="8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4"/>
            <p:cNvSpPr/>
            <p:nvPr/>
          </p:nvSpPr>
          <p:spPr>
            <a:xfrm>
              <a:off x="4026636" y="2822861"/>
              <a:ext cx="115298" cy="165793"/>
            </a:xfrm>
            <a:custGeom>
              <a:avLst/>
              <a:gdLst/>
              <a:ahLst/>
              <a:cxnLst/>
              <a:rect l="l" t="t" r="r" b="b"/>
              <a:pathLst>
                <a:path w="2240" h="3221" extrusionOk="0">
                  <a:moveTo>
                    <a:pt x="56" y="0"/>
                  </a:moveTo>
                  <a:cubicBezTo>
                    <a:pt x="55" y="0"/>
                    <a:pt x="53" y="1"/>
                    <a:pt x="52" y="1"/>
                  </a:cubicBezTo>
                  <a:cubicBezTo>
                    <a:pt x="1" y="35"/>
                    <a:pt x="438" y="783"/>
                    <a:pt x="1028" y="1672"/>
                  </a:cubicBezTo>
                  <a:cubicBezTo>
                    <a:pt x="1604" y="2540"/>
                    <a:pt x="2114" y="3221"/>
                    <a:pt x="2184" y="3221"/>
                  </a:cubicBezTo>
                  <a:cubicBezTo>
                    <a:pt x="2186" y="3221"/>
                    <a:pt x="2187" y="3220"/>
                    <a:pt x="2188" y="3219"/>
                  </a:cubicBezTo>
                  <a:cubicBezTo>
                    <a:pt x="2239" y="3186"/>
                    <a:pt x="1802" y="2438"/>
                    <a:pt x="1212" y="1550"/>
                  </a:cubicBezTo>
                  <a:cubicBezTo>
                    <a:pt x="636" y="681"/>
                    <a:pt x="127" y="0"/>
                    <a:pt x="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34"/>
            <p:cNvSpPr/>
            <p:nvPr/>
          </p:nvSpPr>
          <p:spPr>
            <a:xfrm>
              <a:off x="4132874" y="2982835"/>
              <a:ext cx="115247" cy="165793"/>
            </a:xfrm>
            <a:custGeom>
              <a:avLst/>
              <a:gdLst/>
              <a:ahLst/>
              <a:cxnLst/>
              <a:rect l="l" t="t" r="r" b="b"/>
              <a:pathLst>
                <a:path w="2239" h="3221" extrusionOk="0">
                  <a:moveTo>
                    <a:pt x="56" y="0"/>
                  </a:moveTo>
                  <a:cubicBezTo>
                    <a:pt x="54" y="0"/>
                    <a:pt x="53" y="1"/>
                    <a:pt x="51" y="1"/>
                  </a:cubicBezTo>
                  <a:cubicBezTo>
                    <a:pt x="0" y="35"/>
                    <a:pt x="438" y="783"/>
                    <a:pt x="1027" y="1671"/>
                  </a:cubicBezTo>
                  <a:cubicBezTo>
                    <a:pt x="1603" y="2539"/>
                    <a:pt x="2112" y="3220"/>
                    <a:pt x="2183" y="3220"/>
                  </a:cubicBezTo>
                  <a:cubicBezTo>
                    <a:pt x="2185" y="3220"/>
                    <a:pt x="2186" y="3220"/>
                    <a:pt x="2187" y="3219"/>
                  </a:cubicBezTo>
                  <a:cubicBezTo>
                    <a:pt x="2239" y="3186"/>
                    <a:pt x="1801" y="2438"/>
                    <a:pt x="1211" y="1549"/>
                  </a:cubicBezTo>
                  <a:cubicBezTo>
                    <a:pt x="635" y="682"/>
                    <a:pt x="127" y="0"/>
                    <a:pt x="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4"/>
            <p:cNvSpPr/>
            <p:nvPr/>
          </p:nvSpPr>
          <p:spPr>
            <a:xfrm>
              <a:off x="3972900" y="2983607"/>
              <a:ext cx="169087" cy="110460"/>
            </a:xfrm>
            <a:custGeom>
              <a:avLst/>
              <a:gdLst/>
              <a:ahLst/>
              <a:cxnLst/>
              <a:rect l="l" t="t" r="r" b="b"/>
              <a:pathLst>
                <a:path w="3285" h="2146" extrusionOk="0">
                  <a:moveTo>
                    <a:pt x="3239" y="1"/>
                  </a:moveTo>
                  <a:cubicBezTo>
                    <a:pt x="3137" y="1"/>
                    <a:pt x="2422" y="423"/>
                    <a:pt x="1581" y="981"/>
                  </a:cubicBezTo>
                  <a:cubicBezTo>
                    <a:pt x="692" y="1571"/>
                    <a:pt x="0" y="2090"/>
                    <a:pt x="34" y="2141"/>
                  </a:cubicBezTo>
                  <a:cubicBezTo>
                    <a:pt x="36" y="2144"/>
                    <a:pt x="40" y="2145"/>
                    <a:pt x="45" y="2145"/>
                  </a:cubicBezTo>
                  <a:cubicBezTo>
                    <a:pt x="147" y="2145"/>
                    <a:pt x="863" y="1723"/>
                    <a:pt x="1703" y="1165"/>
                  </a:cubicBezTo>
                  <a:cubicBezTo>
                    <a:pt x="2592" y="575"/>
                    <a:pt x="3284" y="56"/>
                    <a:pt x="3251" y="5"/>
                  </a:cubicBezTo>
                  <a:cubicBezTo>
                    <a:pt x="3249" y="2"/>
                    <a:pt x="3245" y="1"/>
                    <a:pt x="32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4"/>
            <p:cNvSpPr/>
            <p:nvPr/>
          </p:nvSpPr>
          <p:spPr>
            <a:xfrm>
              <a:off x="4132822" y="2877421"/>
              <a:ext cx="169139" cy="110409"/>
            </a:xfrm>
            <a:custGeom>
              <a:avLst/>
              <a:gdLst/>
              <a:ahLst/>
              <a:cxnLst/>
              <a:rect l="l" t="t" r="r" b="b"/>
              <a:pathLst>
                <a:path w="3286" h="2145" extrusionOk="0">
                  <a:moveTo>
                    <a:pt x="3240" y="1"/>
                  </a:moveTo>
                  <a:cubicBezTo>
                    <a:pt x="3138" y="1"/>
                    <a:pt x="2423" y="422"/>
                    <a:pt x="1581" y="981"/>
                  </a:cubicBezTo>
                  <a:cubicBezTo>
                    <a:pt x="693" y="1571"/>
                    <a:pt x="0" y="2091"/>
                    <a:pt x="34" y="2141"/>
                  </a:cubicBezTo>
                  <a:cubicBezTo>
                    <a:pt x="36" y="2144"/>
                    <a:pt x="39" y="2145"/>
                    <a:pt x="45" y="2145"/>
                  </a:cubicBezTo>
                  <a:cubicBezTo>
                    <a:pt x="148" y="2145"/>
                    <a:pt x="863" y="1723"/>
                    <a:pt x="1703" y="1165"/>
                  </a:cubicBezTo>
                  <a:cubicBezTo>
                    <a:pt x="2592" y="575"/>
                    <a:pt x="3285" y="56"/>
                    <a:pt x="3252" y="5"/>
                  </a:cubicBezTo>
                  <a:cubicBezTo>
                    <a:pt x="3250" y="2"/>
                    <a:pt x="3246" y="1"/>
                    <a:pt x="32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34"/>
            <p:cNvSpPr/>
            <p:nvPr/>
          </p:nvSpPr>
          <p:spPr>
            <a:xfrm>
              <a:off x="3909539" y="2768868"/>
              <a:ext cx="462738" cy="434479"/>
            </a:xfrm>
            <a:custGeom>
              <a:avLst/>
              <a:gdLst/>
              <a:ahLst/>
              <a:cxnLst/>
              <a:rect l="l" t="t" r="r" b="b"/>
              <a:pathLst>
                <a:path w="8990" h="8441" extrusionOk="0">
                  <a:moveTo>
                    <a:pt x="4508" y="1075"/>
                  </a:moveTo>
                  <a:cubicBezTo>
                    <a:pt x="6069" y="1075"/>
                    <a:pt x="7427" y="2218"/>
                    <a:pt x="7641" y="3794"/>
                  </a:cubicBezTo>
                  <a:cubicBezTo>
                    <a:pt x="7874" y="5514"/>
                    <a:pt x="6655" y="7101"/>
                    <a:pt x="4918" y="7336"/>
                  </a:cubicBezTo>
                  <a:cubicBezTo>
                    <a:pt x="4772" y="7356"/>
                    <a:pt x="4626" y="7366"/>
                    <a:pt x="4482" y="7366"/>
                  </a:cubicBezTo>
                  <a:cubicBezTo>
                    <a:pt x="2921" y="7366"/>
                    <a:pt x="1563" y="6223"/>
                    <a:pt x="1350" y="4647"/>
                  </a:cubicBezTo>
                  <a:cubicBezTo>
                    <a:pt x="1116" y="2927"/>
                    <a:pt x="2335" y="1341"/>
                    <a:pt x="4073" y="1105"/>
                  </a:cubicBezTo>
                  <a:cubicBezTo>
                    <a:pt x="4219" y="1085"/>
                    <a:pt x="4364" y="1075"/>
                    <a:pt x="4508" y="1075"/>
                  </a:cubicBezTo>
                  <a:close/>
                  <a:moveTo>
                    <a:pt x="4501" y="1"/>
                  </a:moveTo>
                  <a:cubicBezTo>
                    <a:pt x="4312" y="1"/>
                    <a:pt x="4120" y="13"/>
                    <a:pt x="3928" y="40"/>
                  </a:cubicBezTo>
                  <a:cubicBezTo>
                    <a:pt x="1619" y="353"/>
                    <a:pt x="1" y="2479"/>
                    <a:pt x="314" y="4788"/>
                  </a:cubicBezTo>
                  <a:cubicBezTo>
                    <a:pt x="601" y="6905"/>
                    <a:pt x="2412" y="8440"/>
                    <a:pt x="4490" y="8440"/>
                  </a:cubicBezTo>
                  <a:cubicBezTo>
                    <a:pt x="4679" y="8440"/>
                    <a:pt x="4870" y="8427"/>
                    <a:pt x="5063" y="8401"/>
                  </a:cubicBezTo>
                  <a:cubicBezTo>
                    <a:pt x="7372" y="8088"/>
                    <a:pt x="8989" y="5963"/>
                    <a:pt x="8676" y="3653"/>
                  </a:cubicBezTo>
                  <a:cubicBezTo>
                    <a:pt x="8388" y="1537"/>
                    <a:pt x="6579" y="1"/>
                    <a:pt x="45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34"/>
            <p:cNvSpPr/>
            <p:nvPr/>
          </p:nvSpPr>
          <p:spPr>
            <a:xfrm>
              <a:off x="3909539" y="2768868"/>
              <a:ext cx="462738" cy="434479"/>
            </a:xfrm>
            <a:custGeom>
              <a:avLst/>
              <a:gdLst/>
              <a:ahLst/>
              <a:cxnLst/>
              <a:rect l="l" t="t" r="r" b="b"/>
              <a:pathLst>
                <a:path w="8990" h="8441" extrusionOk="0">
                  <a:moveTo>
                    <a:pt x="4495" y="1077"/>
                  </a:moveTo>
                  <a:cubicBezTo>
                    <a:pt x="4655" y="1077"/>
                    <a:pt x="4814" y="1089"/>
                    <a:pt x="4969" y="1111"/>
                  </a:cubicBezTo>
                  <a:cubicBezTo>
                    <a:pt x="4922" y="1295"/>
                    <a:pt x="4871" y="1512"/>
                    <a:pt x="4818" y="1751"/>
                  </a:cubicBezTo>
                  <a:cubicBezTo>
                    <a:pt x="4888" y="1756"/>
                    <a:pt x="4957" y="1761"/>
                    <a:pt x="5027" y="1770"/>
                  </a:cubicBezTo>
                  <a:cubicBezTo>
                    <a:pt x="5068" y="1536"/>
                    <a:pt x="5104" y="1323"/>
                    <a:pt x="5131" y="1141"/>
                  </a:cubicBezTo>
                  <a:cubicBezTo>
                    <a:pt x="5494" y="1214"/>
                    <a:pt x="5837" y="1345"/>
                    <a:pt x="6147" y="1531"/>
                  </a:cubicBezTo>
                  <a:cubicBezTo>
                    <a:pt x="6049" y="1660"/>
                    <a:pt x="5938" y="1812"/>
                    <a:pt x="5819" y="1979"/>
                  </a:cubicBezTo>
                  <a:cubicBezTo>
                    <a:pt x="5881" y="2005"/>
                    <a:pt x="5942" y="2035"/>
                    <a:pt x="6003" y="2066"/>
                  </a:cubicBezTo>
                  <a:cubicBezTo>
                    <a:pt x="6106" y="1904"/>
                    <a:pt x="6202" y="1751"/>
                    <a:pt x="6281" y="1621"/>
                  </a:cubicBezTo>
                  <a:cubicBezTo>
                    <a:pt x="6582" y="1823"/>
                    <a:pt x="6849" y="2073"/>
                    <a:pt x="7064" y="2368"/>
                  </a:cubicBezTo>
                  <a:cubicBezTo>
                    <a:pt x="6965" y="2426"/>
                    <a:pt x="6851" y="2496"/>
                    <a:pt x="6730" y="2570"/>
                  </a:cubicBezTo>
                  <a:cubicBezTo>
                    <a:pt x="6778" y="2614"/>
                    <a:pt x="6824" y="2659"/>
                    <a:pt x="6868" y="2706"/>
                  </a:cubicBezTo>
                  <a:cubicBezTo>
                    <a:pt x="6972" y="2632"/>
                    <a:pt x="7067" y="2562"/>
                    <a:pt x="7152" y="2499"/>
                  </a:cubicBezTo>
                  <a:cubicBezTo>
                    <a:pt x="7355" y="2806"/>
                    <a:pt x="7506" y="3151"/>
                    <a:pt x="7591" y="3526"/>
                  </a:cubicBezTo>
                  <a:cubicBezTo>
                    <a:pt x="7542" y="3533"/>
                    <a:pt x="7490" y="3540"/>
                    <a:pt x="7436" y="3548"/>
                  </a:cubicBezTo>
                  <a:cubicBezTo>
                    <a:pt x="7460" y="3600"/>
                    <a:pt x="7483" y="3653"/>
                    <a:pt x="7504" y="3707"/>
                  </a:cubicBezTo>
                  <a:cubicBezTo>
                    <a:pt x="7543" y="3698"/>
                    <a:pt x="7582" y="3688"/>
                    <a:pt x="7619" y="3679"/>
                  </a:cubicBezTo>
                  <a:cubicBezTo>
                    <a:pt x="7626" y="3718"/>
                    <a:pt x="7635" y="3755"/>
                    <a:pt x="7641" y="3794"/>
                  </a:cubicBezTo>
                  <a:cubicBezTo>
                    <a:pt x="7664" y="3964"/>
                    <a:pt x="7672" y="4132"/>
                    <a:pt x="7667" y="4298"/>
                  </a:cubicBezTo>
                  <a:cubicBezTo>
                    <a:pt x="7696" y="4470"/>
                    <a:pt x="7716" y="4644"/>
                    <a:pt x="7716" y="4824"/>
                  </a:cubicBezTo>
                  <a:cubicBezTo>
                    <a:pt x="7716" y="6526"/>
                    <a:pt x="6335" y="7906"/>
                    <a:pt x="4633" y="7906"/>
                  </a:cubicBezTo>
                  <a:cubicBezTo>
                    <a:pt x="3216" y="7906"/>
                    <a:pt x="2026" y="6950"/>
                    <a:pt x="1665" y="5648"/>
                  </a:cubicBezTo>
                  <a:cubicBezTo>
                    <a:pt x="1544" y="5410"/>
                    <a:pt x="1452" y="5154"/>
                    <a:pt x="1393" y="4883"/>
                  </a:cubicBezTo>
                  <a:cubicBezTo>
                    <a:pt x="1443" y="4876"/>
                    <a:pt x="1499" y="4867"/>
                    <a:pt x="1552" y="4859"/>
                  </a:cubicBezTo>
                  <a:cubicBezTo>
                    <a:pt x="1552" y="4847"/>
                    <a:pt x="1550" y="4835"/>
                    <a:pt x="1550" y="4824"/>
                  </a:cubicBezTo>
                  <a:cubicBezTo>
                    <a:pt x="1550" y="4772"/>
                    <a:pt x="1556" y="4722"/>
                    <a:pt x="1558" y="4671"/>
                  </a:cubicBezTo>
                  <a:lnTo>
                    <a:pt x="1558" y="4671"/>
                  </a:lnTo>
                  <a:cubicBezTo>
                    <a:pt x="1491" y="4686"/>
                    <a:pt x="1424" y="4701"/>
                    <a:pt x="1363" y="4717"/>
                  </a:cubicBezTo>
                  <a:cubicBezTo>
                    <a:pt x="1359" y="4693"/>
                    <a:pt x="1353" y="4671"/>
                    <a:pt x="1350" y="4647"/>
                  </a:cubicBezTo>
                  <a:cubicBezTo>
                    <a:pt x="1305" y="4318"/>
                    <a:pt x="1314" y="3994"/>
                    <a:pt x="1369" y="3683"/>
                  </a:cubicBezTo>
                  <a:cubicBezTo>
                    <a:pt x="1482" y="3710"/>
                    <a:pt x="1607" y="3741"/>
                    <a:pt x="1739" y="3771"/>
                  </a:cubicBezTo>
                  <a:cubicBezTo>
                    <a:pt x="1762" y="3708"/>
                    <a:pt x="1785" y="3645"/>
                    <a:pt x="1812" y="3584"/>
                  </a:cubicBezTo>
                  <a:cubicBezTo>
                    <a:pt x="1668" y="3559"/>
                    <a:pt x="1528" y="3536"/>
                    <a:pt x="1406" y="3516"/>
                  </a:cubicBezTo>
                  <a:cubicBezTo>
                    <a:pt x="1488" y="3170"/>
                    <a:pt x="1625" y="2842"/>
                    <a:pt x="1815" y="2546"/>
                  </a:cubicBezTo>
                  <a:cubicBezTo>
                    <a:pt x="1943" y="2643"/>
                    <a:pt x="2091" y="2750"/>
                    <a:pt x="2253" y="2866"/>
                  </a:cubicBezTo>
                  <a:cubicBezTo>
                    <a:pt x="2298" y="2811"/>
                    <a:pt x="2346" y="2761"/>
                    <a:pt x="2393" y="2710"/>
                  </a:cubicBezTo>
                  <a:cubicBezTo>
                    <a:pt x="2217" y="2597"/>
                    <a:pt x="2055" y="2495"/>
                    <a:pt x="1911" y="2406"/>
                  </a:cubicBezTo>
                  <a:cubicBezTo>
                    <a:pt x="2112" y="2127"/>
                    <a:pt x="2356" y="1878"/>
                    <a:pt x="2639" y="1674"/>
                  </a:cubicBezTo>
                  <a:cubicBezTo>
                    <a:pt x="2736" y="1836"/>
                    <a:pt x="2853" y="2023"/>
                    <a:pt x="2981" y="2225"/>
                  </a:cubicBezTo>
                  <a:cubicBezTo>
                    <a:pt x="3040" y="2188"/>
                    <a:pt x="3099" y="2150"/>
                    <a:pt x="3160" y="2116"/>
                  </a:cubicBezTo>
                  <a:cubicBezTo>
                    <a:pt x="3022" y="1917"/>
                    <a:pt x="2894" y="1735"/>
                    <a:pt x="2781" y="1582"/>
                  </a:cubicBezTo>
                  <a:cubicBezTo>
                    <a:pt x="3075" y="1393"/>
                    <a:pt x="3401" y="1249"/>
                    <a:pt x="3755" y="1164"/>
                  </a:cubicBezTo>
                  <a:cubicBezTo>
                    <a:pt x="3783" y="1360"/>
                    <a:pt x="3820" y="1591"/>
                    <a:pt x="3864" y="1843"/>
                  </a:cubicBezTo>
                  <a:cubicBezTo>
                    <a:pt x="3931" y="1825"/>
                    <a:pt x="4000" y="1808"/>
                    <a:pt x="4069" y="1796"/>
                  </a:cubicBezTo>
                  <a:cubicBezTo>
                    <a:pt x="4017" y="1550"/>
                    <a:pt x="3966" y="1324"/>
                    <a:pt x="3920" y="1133"/>
                  </a:cubicBezTo>
                  <a:cubicBezTo>
                    <a:pt x="3970" y="1124"/>
                    <a:pt x="4020" y="1111"/>
                    <a:pt x="4073" y="1105"/>
                  </a:cubicBezTo>
                  <a:cubicBezTo>
                    <a:pt x="4215" y="1086"/>
                    <a:pt x="4355" y="1077"/>
                    <a:pt x="4495" y="1077"/>
                  </a:cubicBezTo>
                  <a:close/>
                  <a:moveTo>
                    <a:pt x="4501" y="1"/>
                  </a:moveTo>
                  <a:cubicBezTo>
                    <a:pt x="4312" y="1"/>
                    <a:pt x="4120" y="13"/>
                    <a:pt x="3928" y="40"/>
                  </a:cubicBezTo>
                  <a:cubicBezTo>
                    <a:pt x="1619" y="353"/>
                    <a:pt x="1" y="2479"/>
                    <a:pt x="314" y="4788"/>
                  </a:cubicBezTo>
                  <a:cubicBezTo>
                    <a:pt x="601" y="6905"/>
                    <a:pt x="2412" y="8440"/>
                    <a:pt x="4490" y="8440"/>
                  </a:cubicBezTo>
                  <a:cubicBezTo>
                    <a:pt x="4679" y="8440"/>
                    <a:pt x="4870" y="8427"/>
                    <a:pt x="5063" y="8401"/>
                  </a:cubicBezTo>
                  <a:cubicBezTo>
                    <a:pt x="7372" y="8088"/>
                    <a:pt x="8989" y="5963"/>
                    <a:pt x="8676" y="3653"/>
                  </a:cubicBezTo>
                  <a:cubicBezTo>
                    <a:pt x="8388" y="1537"/>
                    <a:pt x="6579" y="1"/>
                    <a:pt x="4501"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4"/>
            <p:cNvSpPr/>
            <p:nvPr/>
          </p:nvSpPr>
          <p:spPr>
            <a:xfrm>
              <a:off x="3874538" y="2736029"/>
              <a:ext cx="532740" cy="500158"/>
            </a:xfrm>
            <a:custGeom>
              <a:avLst/>
              <a:gdLst/>
              <a:ahLst/>
              <a:cxnLst/>
              <a:rect l="l" t="t" r="r" b="b"/>
              <a:pathLst>
                <a:path w="10350" h="9717" extrusionOk="0">
                  <a:moveTo>
                    <a:pt x="5190" y="1238"/>
                  </a:moveTo>
                  <a:cubicBezTo>
                    <a:pt x="6987" y="1238"/>
                    <a:pt x="8550" y="2553"/>
                    <a:pt x="8796" y="4367"/>
                  </a:cubicBezTo>
                  <a:cubicBezTo>
                    <a:pt x="9065" y="6348"/>
                    <a:pt x="7662" y="8174"/>
                    <a:pt x="5662" y="8445"/>
                  </a:cubicBezTo>
                  <a:cubicBezTo>
                    <a:pt x="5494" y="8468"/>
                    <a:pt x="5326" y="8479"/>
                    <a:pt x="5161" y="8479"/>
                  </a:cubicBezTo>
                  <a:cubicBezTo>
                    <a:pt x="3363" y="8479"/>
                    <a:pt x="1800" y="7164"/>
                    <a:pt x="1553" y="5350"/>
                  </a:cubicBezTo>
                  <a:cubicBezTo>
                    <a:pt x="1284" y="3369"/>
                    <a:pt x="2688" y="1543"/>
                    <a:pt x="4688" y="1272"/>
                  </a:cubicBezTo>
                  <a:cubicBezTo>
                    <a:pt x="4857" y="1249"/>
                    <a:pt x="5024" y="1238"/>
                    <a:pt x="5190" y="1238"/>
                  </a:cubicBezTo>
                  <a:close/>
                  <a:moveTo>
                    <a:pt x="5182" y="0"/>
                  </a:moveTo>
                  <a:cubicBezTo>
                    <a:pt x="4964" y="0"/>
                    <a:pt x="4744" y="15"/>
                    <a:pt x="4522" y="45"/>
                  </a:cubicBezTo>
                  <a:cubicBezTo>
                    <a:pt x="1863" y="405"/>
                    <a:pt x="0" y="2854"/>
                    <a:pt x="362" y="5512"/>
                  </a:cubicBezTo>
                  <a:cubicBezTo>
                    <a:pt x="693" y="7948"/>
                    <a:pt x="2776" y="9716"/>
                    <a:pt x="5169" y="9716"/>
                  </a:cubicBezTo>
                  <a:cubicBezTo>
                    <a:pt x="5387" y="9716"/>
                    <a:pt x="5607" y="9702"/>
                    <a:pt x="5829" y="9672"/>
                  </a:cubicBezTo>
                  <a:cubicBezTo>
                    <a:pt x="8487" y="9311"/>
                    <a:pt x="10349" y="6864"/>
                    <a:pt x="9989" y="4206"/>
                  </a:cubicBezTo>
                  <a:cubicBezTo>
                    <a:pt x="9658" y="1769"/>
                    <a:pt x="7574" y="0"/>
                    <a:pt x="518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4"/>
            <p:cNvSpPr/>
            <p:nvPr/>
          </p:nvSpPr>
          <p:spPr>
            <a:xfrm>
              <a:off x="4103381" y="2951180"/>
              <a:ext cx="74995" cy="69848"/>
            </a:xfrm>
            <a:custGeom>
              <a:avLst/>
              <a:gdLst/>
              <a:ahLst/>
              <a:cxnLst/>
              <a:rect l="l" t="t" r="r" b="b"/>
              <a:pathLst>
                <a:path w="1457" h="1357" extrusionOk="0">
                  <a:moveTo>
                    <a:pt x="731" y="1"/>
                  </a:moveTo>
                  <a:cubicBezTo>
                    <a:pt x="700" y="1"/>
                    <a:pt x="670" y="3"/>
                    <a:pt x="638" y="7"/>
                  </a:cubicBezTo>
                  <a:cubicBezTo>
                    <a:pt x="264" y="58"/>
                    <a:pt x="1" y="400"/>
                    <a:pt x="51" y="771"/>
                  </a:cubicBezTo>
                  <a:cubicBezTo>
                    <a:pt x="98" y="1110"/>
                    <a:pt x="390" y="1356"/>
                    <a:pt x="726" y="1356"/>
                  </a:cubicBezTo>
                  <a:cubicBezTo>
                    <a:pt x="757" y="1356"/>
                    <a:pt x="789" y="1354"/>
                    <a:pt x="820" y="1350"/>
                  </a:cubicBezTo>
                  <a:cubicBezTo>
                    <a:pt x="1195" y="1299"/>
                    <a:pt x="1457" y="957"/>
                    <a:pt x="1407" y="587"/>
                  </a:cubicBezTo>
                  <a:cubicBezTo>
                    <a:pt x="1361" y="247"/>
                    <a:pt x="1067" y="1"/>
                    <a:pt x="7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34"/>
            <p:cNvSpPr/>
            <p:nvPr/>
          </p:nvSpPr>
          <p:spPr>
            <a:xfrm>
              <a:off x="3885862" y="2736029"/>
              <a:ext cx="505460" cy="260142"/>
            </a:xfrm>
            <a:custGeom>
              <a:avLst/>
              <a:gdLst/>
              <a:ahLst/>
              <a:cxnLst/>
              <a:rect l="l" t="t" r="r" b="b"/>
              <a:pathLst>
                <a:path w="9820" h="5054" extrusionOk="0">
                  <a:moveTo>
                    <a:pt x="4962" y="0"/>
                  </a:moveTo>
                  <a:cubicBezTo>
                    <a:pt x="4744" y="0"/>
                    <a:pt x="4524" y="15"/>
                    <a:pt x="4302" y="45"/>
                  </a:cubicBezTo>
                  <a:cubicBezTo>
                    <a:pt x="1797" y="385"/>
                    <a:pt x="0" y="2578"/>
                    <a:pt x="101" y="5053"/>
                  </a:cubicBezTo>
                  <a:cubicBezTo>
                    <a:pt x="190" y="2738"/>
                    <a:pt x="1927" y="750"/>
                    <a:pt x="4302" y="427"/>
                  </a:cubicBezTo>
                  <a:cubicBezTo>
                    <a:pt x="4523" y="397"/>
                    <a:pt x="4743" y="383"/>
                    <a:pt x="4961" y="383"/>
                  </a:cubicBezTo>
                  <a:cubicBezTo>
                    <a:pt x="7354" y="383"/>
                    <a:pt x="9438" y="2150"/>
                    <a:pt x="9769" y="4587"/>
                  </a:cubicBezTo>
                  <a:cubicBezTo>
                    <a:pt x="9790" y="4742"/>
                    <a:pt x="9802" y="4894"/>
                    <a:pt x="9808" y="5047"/>
                  </a:cubicBezTo>
                  <a:cubicBezTo>
                    <a:pt x="9819" y="4770"/>
                    <a:pt x="9807" y="4490"/>
                    <a:pt x="9769" y="4206"/>
                  </a:cubicBezTo>
                  <a:cubicBezTo>
                    <a:pt x="9438" y="1769"/>
                    <a:pt x="7354" y="0"/>
                    <a:pt x="4962"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34"/>
            <p:cNvSpPr/>
            <p:nvPr/>
          </p:nvSpPr>
          <p:spPr>
            <a:xfrm>
              <a:off x="3952569" y="2995805"/>
              <a:ext cx="380999" cy="196419"/>
            </a:xfrm>
            <a:custGeom>
              <a:avLst/>
              <a:gdLst/>
              <a:ahLst/>
              <a:cxnLst/>
              <a:rect l="l" t="t" r="r" b="b"/>
              <a:pathLst>
                <a:path w="7402" h="3816" extrusionOk="0">
                  <a:moveTo>
                    <a:pt x="12" y="1"/>
                  </a:moveTo>
                  <a:cubicBezTo>
                    <a:pt x="0" y="226"/>
                    <a:pt x="7" y="455"/>
                    <a:pt x="37" y="685"/>
                  </a:cubicBezTo>
                  <a:cubicBezTo>
                    <a:pt x="284" y="2500"/>
                    <a:pt x="1848" y="3815"/>
                    <a:pt x="3646" y="3815"/>
                  </a:cubicBezTo>
                  <a:cubicBezTo>
                    <a:pt x="3811" y="3815"/>
                    <a:pt x="3978" y="3804"/>
                    <a:pt x="4146" y="3781"/>
                  </a:cubicBezTo>
                  <a:cubicBezTo>
                    <a:pt x="6044" y="3523"/>
                    <a:pt x="7401" y="1866"/>
                    <a:pt x="7305" y="4"/>
                  </a:cubicBezTo>
                  <a:lnTo>
                    <a:pt x="7305" y="4"/>
                  </a:lnTo>
                  <a:cubicBezTo>
                    <a:pt x="7212" y="1706"/>
                    <a:pt x="5912" y="3159"/>
                    <a:pt x="4146" y="3398"/>
                  </a:cubicBezTo>
                  <a:cubicBezTo>
                    <a:pt x="3978" y="3421"/>
                    <a:pt x="3810" y="3432"/>
                    <a:pt x="3645" y="3432"/>
                  </a:cubicBezTo>
                  <a:cubicBezTo>
                    <a:pt x="1847" y="3432"/>
                    <a:pt x="284" y="2117"/>
                    <a:pt x="37" y="303"/>
                  </a:cubicBezTo>
                  <a:cubicBezTo>
                    <a:pt x="24" y="202"/>
                    <a:pt x="18" y="101"/>
                    <a:pt x="12"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34"/>
            <p:cNvSpPr/>
            <p:nvPr/>
          </p:nvSpPr>
          <p:spPr>
            <a:xfrm>
              <a:off x="3948451" y="2782662"/>
              <a:ext cx="380742" cy="195750"/>
            </a:xfrm>
            <a:custGeom>
              <a:avLst/>
              <a:gdLst/>
              <a:ahLst/>
              <a:cxnLst/>
              <a:rect l="l" t="t" r="r" b="b"/>
              <a:pathLst>
                <a:path w="7397" h="3803" extrusionOk="0">
                  <a:moveTo>
                    <a:pt x="3754" y="1"/>
                  </a:moveTo>
                  <a:cubicBezTo>
                    <a:pt x="3588" y="1"/>
                    <a:pt x="3421" y="12"/>
                    <a:pt x="3252" y="35"/>
                  </a:cubicBezTo>
                  <a:cubicBezTo>
                    <a:pt x="1358" y="292"/>
                    <a:pt x="1" y="1945"/>
                    <a:pt x="91" y="3802"/>
                  </a:cubicBezTo>
                  <a:cubicBezTo>
                    <a:pt x="166" y="2083"/>
                    <a:pt x="1471" y="607"/>
                    <a:pt x="3252" y="366"/>
                  </a:cubicBezTo>
                  <a:cubicBezTo>
                    <a:pt x="3421" y="343"/>
                    <a:pt x="3588" y="332"/>
                    <a:pt x="3754" y="332"/>
                  </a:cubicBezTo>
                  <a:cubicBezTo>
                    <a:pt x="5551" y="332"/>
                    <a:pt x="7114" y="1647"/>
                    <a:pt x="7360" y="3461"/>
                  </a:cubicBezTo>
                  <a:cubicBezTo>
                    <a:pt x="7375" y="3565"/>
                    <a:pt x="7381" y="3668"/>
                    <a:pt x="7386" y="3772"/>
                  </a:cubicBezTo>
                  <a:cubicBezTo>
                    <a:pt x="7396" y="3561"/>
                    <a:pt x="7390" y="3346"/>
                    <a:pt x="7360" y="3130"/>
                  </a:cubicBezTo>
                  <a:cubicBezTo>
                    <a:pt x="7114" y="1316"/>
                    <a:pt x="5551" y="1"/>
                    <a:pt x="3754"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4"/>
            <p:cNvSpPr/>
            <p:nvPr/>
          </p:nvSpPr>
          <p:spPr>
            <a:xfrm>
              <a:off x="3890546" y="2977173"/>
              <a:ext cx="504945" cy="259010"/>
            </a:xfrm>
            <a:custGeom>
              <a:avLst/>
              <a:gdLst/>
              <a:ahLst/>
              <a:cxnLst/>
              <a:rect l="l" t="t" r="r" b="b"/>
              <a:pathLst>
                <a:path w="9810" h="5032" extrusionOk="0">
                  <a:moveTo>
                    <a:pt x="9718" y="0"/>
                  </a:moveTo>
                  <a:lnTo>
                    <a:pt x="9718" y="0"/>
                  </a:lnTo>
                  <a:cubicBezTo>
                    <a:pt x="9645" y="2329"/>
                    <a:pt x="7902" y="4333"/>
                    <a:pt x="5518" y="4656"/>
                  </a:cubicBezTo>
                  <a:cubicBezTo>
                    <a:pt x="5296" y="4686"/>
                    <a:pt x="5076" y="4701"/>
                    <a:pt x="4858" y="4701"/>
                  </a:cubicBezTo>
                  <a:cubicBezTo>
                    <a:pt x="2465" y="4701"/>
                    <a:pt x="382" y="2932"/>
                    <a:pt x="51" y="496"/>
                  </a:cubicBezTo>
                  <a:cubicBezTo>
                    <a:pt x="29" y="334"/>
                    <a:pt x="16" y="175"/>
                    <a:pt x="9" y="16"/>
                  </a:cubicBezTo>
                  <a:lnTo>
                    <a:pt x="9" y="16"/>
                  </a:lnTo>
                  <a:cubicBezTo>
                    <a:pt x="1" y="282"/>
                    <a:pt x="14" y="553"/>
                    <a:pt x="51" y="827"/>
                  </a:cubicBezTo>
                  <a:cubicBezTo>
                    <a:pt x="382" y="3263"/>
                    <a:pt x="2465" y="5031"/>
                    <a:pt x="4858" y="5031"/>
                  </a:cubicBezTo>
                  <a:cubicBezTo>
                    <a:pt x="5076" y="5031"/>
                    <a:pt x="5296" y="5017"/>
                    <a:pt x="5518" y="4987"/>
                  </a:cubicBezTo>
                  <a:cubicBezTo>
                    <a:pt x="8015" y="4648"/>
                    <a:pt x="9810" y="2467"/>
                    <a:pt x="9718"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34"/>
            <p:cNvSpPr/>
            <p:nvPr/>
          </p:nvSpPr>
          <p:spPr>
            <a:xfrm>
              <a:off x="4784555" y="2310206"/>
              <a:ext cx="20435" cy="156168"/>
            </a:xfrm>
            <a:custGeom>
              <a:avLst/>
              <a:gdLst/>
              <a:ahLst/>
              <a:cxnLst/>
              <a:rect l="l" t="t" r="r" b="b"/>
              <a:pathLst>
                <a:path w="397" h="3034" extrusionOk="0">
                  <a:moveTo>
                    <a:pt x="378" y="0"/>
                  </a:moveTo>
                  <a:cubicBezTo>
                    <a:pt x="169" y="0"/>
                    <a:pt x="0" y="66"/>
                    <a:pt x="7" y="148"/>
                  </a:cubicBezTo>
                  <a:lnTo>
                    <a:pt x="225" y="3034"/>
                  </a:lnTo>
                  <a:lnTo>
                    <a:pt x="397" y="3034"/>
                  </a:lnTo>
                  <a:lnTo>
                    <a:pt x="37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34"/>
            <p:cNvSpPr/>
            <p:nvPr/>
          </p:nvSpPr>
          <p:spPr>
            <a:xfrm>
              <a:off x="3776124" y="3232265"/>
              <a:ext cx="2604354" cy="31861"/>
            </a:xfrm>
            <a:custGeom>
              <a:avLst/>
              <a:gdLst/>
              <a:ahLst/>
              <a:cxnLst/>
              <a:rect l="l" t="t" r="r" b="b"/>
              <a:pathLst>
                <a:path w="50597" h="619" extrusionOk="0">
                  <a:moveTo>
                    <a:pt x="0" y="0"/>
                  </a:moveTo>
                  <a:cubicBezTo>
                    <a:pt x="0" y="0"/>
                    <a:pt x="3957" y="618"/>
                    <a:pt x="23012" y="618"/>
                  </a:cubicBezTo>
                  <a:cubicBezTo>
                    <a:pt x="42066" y="618"/>
                    <a:pt x="50597" y="0"/>
                    <a:pt x="50597"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34"/>
            <p:cNvSpPr/>
            <p:nvPr/>
          </p:nvSpPr>
          <p:spPr>
            <a:xfrm>
              <a:off x="4811372" y="2881230"/>
              <a:ext cx="675628" cy="39428"/>
            </a:xfrm>
            <a:custGeom>
              <a:avLst/>
              <a:gdLst/>
              <a:ahLst/>
              <a:cxnLst/>
              <a:rect l="l" t="t" r="r" b="b"/>
              <a:pathLst>
                <a:path w="13126" h="766" extrusionOk="0">
                  <a:moveTo>
                    <a:pt x="13126" y="0"/>
                  </a:moveTo>
                  <a:lnTo>
                    <a:pt x="1" y="353"/>
                  </a:lnTo>
                  <a:lnTo>
                    <a:pt x="1" y="765"/>
                  </a:lnTo>
                  <a:lnTo>
                    <a:pt x="13126" y="412"/>
                  </a:lnTo>
                  <a:lnTo>
                    <a:pt x="13126"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34"/>
            <p:cNvSpPr/>
            <p:nvPr/>
          </p:nvSpPr>
          <p:spPr>
            <a:xfrm>
              <a:off x="4490807" y="2595255"/>
              <a:ext cx="168161" cy="111901"/>
            </a:xfrm>
            <a:custGeom>
              <a:avLst/>
              <a:gdLst/>
              <a:ahLst/>
              <a:cxnLst/>
              <a:rect l="l" t="t" r="r" b="b"/>
              <a:pathLst>
                <a:path w="3267" h="2174" extrusionOk="0">
                  <a:moveTo>
                    <a:pt x="46" y="0"/>
                  </a:moveTo>
                  <a:cubicBezTo>
                    <a:pt x="40" y="0"/>
                    <a:pt x="36" y="2"/>
                    <a:pt x="35" y="4"/>
                  </a:cubicBezTo>
                  <a:cubicBezTo>
                    <a:pt x="1" y="54"/>
                    <a:pt x="689" y="580"/>
                    <a:pt x="1572" y="1178"/>
                  </a:cubicBezTo>
                  <a:cubicBezTo>
                    <a:pt x="2408" y="1745"/>
                    <a:pt x="3120" y="2174"/>
                    <a:pt x="3222" y="2174"/>
                  </a:cubicBezTo>
                  <a:cubicBezTo>
                    <a:pt x="3227" y="2174"/>
                    <a:pt x="3231" y="2172"/>
                    <a:pt x="3233" y="2170"/>
                  </a:cubicBezTo>
                  <a:cubicBezTo>
                    <a:pt x="3267" y="2120"/>
                    <a:pt x="2579" y="1594"/>
                    <a:pt x="1696" y="996"/>
                  </a:cubicBezTo>
                  <a:cubicBezTo>
                    <a:pt x="859" y="429"/>
                    <a:pt x="148" y="0"/>
                    <a:pt x="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34"/>
            <p:cNvSpPr/>
            <p:nvPr/>
          </p:nvSpPr>
          <p:spPr>
            <a:xfrm>
              <a:off x="4649802" y="2702881"/>
              <a:ext cx="168109" cy="112004"/>
            </a:xfrm>
            <a:custGeom>
              <a:avLst/>
              <a:gdLst/>
              <a:ahLst/>
              <a:cxnLst/>
              <a:rect l="l" t="t" r="r" b="b"/>
              <a:pathLst>
                <a:path w="3266" h="2176" extrusionOk="0">
                  <a:moveTo>
                    <a:pt x="45" y="1"/>
                  </a:moveTo>
                  <a:cubicBezTo>
                    <a:pt x="39" y="1"/>
                    <a:pt x="36" y="2"/>
                    <a:pt x="34" y="5"/>
                  </a:cubicBezTo>
                  <a:cubicBezTo>
                    <a:pt x="0" y="55"/>
                    <a:pt x="688" y="582"/>
                    <a:pt x="1571" y="1179"/>
                  </a:cubicBezTo>
                  <a:cubicBezTo>
                    <a:pt x="2409" y="1747"/>
                    <a:pt x="3120" y="2175"/>
                    <a:pt x="3221" y="2175"/>
                  </a:cubicBezTo>
                  <a:cubicBezTo>
                    <a:pt x="3227" y="2175"/>
                    <a:pt x="3230" y="2174"/>
                    <a:pt x="3232" y="2171"/>
                  </a:cubicBezTo>
                  <a:cubicBezTo>
                    <a:pt x="3266" y="2120"/>
                    <a:pt x="2578" y="1595"/>
                    <a:pt x="1695" y="996"/>
                  </a:cubicBezTo>
                  <a:cubicBezTo>
                    <a:pt x="858" y="430"/>
                    <a:pt x="146" y="1"/>
                    <a:pt x="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4"/>
            <p:cNvSpPr/>
            <p:nvPr/>
          </p:nvSpPr>
          <p:spPr>
            <a:xfrm>
              <a:off x="4542175" y="2702161"/>
              <a:ext cx="116740" cy="164712"/>
            </a:xfrm>
            <a:custGeom>
              <a:avLst/>
              <a:gdLst/>
              <a:ahLst/>
              <a:cxnLst/>
              <a:rect l="l" t="t" r="r" b="b"/>
              <a:pathLst>
                <a:path w="2268" h="3200" extrusionOk="0">
                  <a:moveTo>
                    <a:pt x="2213" y="0"/>
                  </a:moveTo>
                  <a:cubicBezTo>
                    <a:pt x="2141" y="0"/>
                    <a:pt x="1626" y="677"/>
                    <a:pt x="1042" y="1538"/>
                  </a:cubicBezTo>
                  <a:cubicBezTo>
                    <a:pt x="445" y="2422"/>
                    <a:pt x="1" y="3165"/>
                    <a:pt x="51" y="3199"/>
                  </a:cubicBezTo>
                  <a:cubicBezTo>
                    <a:pt x="52" y="3199"/>
                    <a:pt x="54" y="3200"/>
                    <a:pt x="55" y="3200"/>
                  </a:cubicBezTo>
                  <a:cubicBezTo>
                    <a:pt x="127" y="3200"/>
                    <a:pt x="642" y="2523"/>
                    <a:pt x="1225" y="1662"/>
                  </a:cubicBezTo>
                  <a:cubicBezTo>
                    <a:pt x="1824" y="779"/>
                    <a:pt x="2268" y="35"/>
                    <a:pt x="2217" y="1"/>
                  </a:cubicBezTo>
                  <a:cubicBezTo>
                    <a:pt x="2216" y="1"/>
                    <a:pt x="2215" y="0"/>
                    <a:pt x="22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34"/>
            <p:cNvSpPr/>
            <p:nvPr/>
          </p:nvSpPr>
          <p:spPr>
            <a:xfrm>
              <a:off x="4649854" y="2543165"/>
              <a:ext cx="116740" cy="164815"/>
            </a:xfrm>
            <a:custGeom>
              <a:avLst/>
              <a:gdLst/>
              <a:ahLst/>
              <a:cxnLst/>
              <a:rect l="l" t="t" r="r" b="b"/>
              <a:pathLst>
                <a:path w="2268" h="3202" extrusionOk="0">
                  <a:moveTo>
                    <a:pt x="2213" y="1"/>
                  </a:moveTo>
                  <a:cubicBezTo>
                    <a:pt x="2142" y="1"/>
                    <a:pt x="1626" y="677"/>
                    <a:pt x="1043" y="1540"/>
                  </a:cubicBezTo>
                  <a:cubicBezTo>
                    <a:pt x="444" y="2422"/>
                    <a:pt x="0" y="3165"/>
                    <a:pt x="50" y="3200"/>
                  </a:cubicBezTo>
                  <a:cubicBezTo>
                    <a:pt x="52" y="3201"/>
                    <a:pt x="53" y="3201"/>
                    <a:pt x="55" y="3201"/>
                  </a:cubicBezTo>
                  <a:cubicBezTo>
                    <a:pt x="126" y="3201"/>
                    <a:pt x="641" y="2525"/>
                    <a:pt x="1226" y="1663"/>
                  </a:cubicBezTo>
                  <a:cubicBezTo>
                    <a:pt x="1823" y="780"/>
                    <a:pt x="2267" y="37"/>
                    <a:pt x="2217" y="2"/>
                  </a:cubicBezTo>
                  <a:cubicBezTo>
                    <a:pt x="2216" y="1"/>
                    <a:pt x="2214" y="1"/>
                    <a:pt x="22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34"/>
            <p:cNvSpPr/>
            <p:nvPr/>
          </p:nvSpPr>
          <p:spPr>
            <a:xfrm>
              <a:off x="4614390" y="2513158"/>
              <a:ext cx="43752" cy="195287"/>
            </a:xfrm>
            <a:custGeom>
              <a:avLst/>
              <a:gdLst/>
              <a:ahLst/>
              <a:cxnLst/>
              <a:rect l="l" t="t" r="r" b="b"/>
              <a:pathLst>
                <a:path w="850" h="3794" extrusionOk="0">
                  <a:moveTo>
                    <a:pt x="62" y="1"/>
                  </a:moveTo>
                  <a:cubicBezTo>
                    <a:pt x="61" y="1"/>
                    <a:pt x="61" y="1"/>
                    <a:pt x="60" y="1"/>
                  </a:cubicBezTo>
                  <a:cubicBezTo>
                    <a:pt x="1" y="12"/>
                    <a:pt x="115" y="870"/>
                    <a:pt x="316" y="1917"/>
                  </a:cubicBezTo>
                  <a:cubicBezTo>
                    <a:pt x="516" y="2958"/>
                    <a:pt x="727" y="3793"/>
                    <a:pt x="788" y="3793"/>
                  </a:cubicBezTo>
                  <a:cubicBezTo>
                    <a:pt x="789" y="3793"/>
                    <a:pt x="789" y="3793"/>
                    <a:pt x="789" y="3793"/>
                  </a:cubicBezTo>
                  <a:cubicBezTo>
                    <a:pt x="849" y="3781"/>
                    <a:pt x="735" y="2924"/>
                    <a:pt x="533" y="1876"/>
                  </a:cubicBezTo>
                  <a:cubicBezTo>
                    <a:pt x="333" y="836"/>
                    <a:pt x="123" y="1"/>
                    <a:pt x="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34"/>
            <p:cNvSpPr/>
            <p:nvPr/>
          </p:nvSpPr>
          <p:spPr>
            <a:xfrm>
              <a:off x="4650626" y="2701646"/>
              <a:ext cx="43752" cy="195338"/>
            </a:xfrm>
            <a:custGeom>
              <a:avLst/>
              <a:gdLst/>
              <a:ahLst/>
              <a:cxnLst/>
              <a:rect l="l" t="t" r="r" b="b"/>
              <a:pathLst>
                <a:path w="850" h="3795" extrusionOk="0">
                  <a:moveTo>
                    <a:pt x="62" y="0"/>
                  </a:moveTo>
                  <a:cubicBezTo>
                    <a:pt x="61" y="0"/>
                    <a:pt x="61" y="0"/>
                    <a:pt x="60" y="1"/>
                  </a:cubicBezTo>
                  <a:cubicBezTo>
                    <a:pt x="1" y="12"/>
                    <a:pt x="115" y="871"/>
                    <a:pt x="316" y="1918"/>
                  </a:cubicBezTo>
                  <a:cubicBezTo>
                    <a:pt x="517" y="2959"/>
                    <a:pt x="727" y="3794"/>
                    <a:pt x="788" y="3794"/>
                  </a:cubicBezTo>
                  <a:cubicBezTo>
                    <a:pt x="789" y="3794"/>
                    <a:pt x="789" y="3794"/>
                    <a:pt x="790" y="3794"/>
                  </a:cubicBezTo>
                  <a:cubicBezTo>
                    <a:pt x="849" y="3782"/>
                    <a:pt x="735" y="2923"/>
                    <a:pt x="534" y="1877"/>
                  </a:cubicBezTo>
                  <a:cubicBezTo>
                    <a:pt x="334" y="836"/>
                    <a:pt x="123" y="0"/>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34"/>
            <p:cNvSpPr/>
            <p:nvPr/>
          </p:nvSpPr>
          <p:spPr>
            <a:xfrm>
              <a:off x="4461880" y="2703550"/>
              <a:ext cx="196471" cy="39222"/>
            </a:xfrm>
            <a:custGeom>
              <a:avLst/>
              <a:gdLst/>
              <a:ahLst/>
              <a:cxnLst/>
              <a:rect l="l" t="t" r="r" b="b"/>
              <a:pathLst>
                <a:path w="3817" h="762" extrusionOk="0">
                  <a:moveTo>
                    <a:pt x="3720" y="1"/>
                  </a:moveTo>
                  <a:cubicBezTo>
                    <a:pt x="3479" y="1"/>
                    <a:pt x="2747" y="107"/>
                    <a:pt x="1887" y="273"/>
                  </a:cubicBezTo>
                  <a:cubicBezTo>
                    <a:pt x="840" y="474"/>
                    <a:pt x="0" y="686"/>
                    <a:pt x="12" y="746"/>
                  </a:cubicBezTo>
                  <a:cubicBezTo>
                    <a:pt x="14" y="757"/>
                    <a:pt x="43" y="762"/>
                    <a:pt x="96" y="762"/>
                  </a:cubicBezTo>
                  <a:cubicBezTo>
                    <a:pt x="337" y="762"/>
                    <a:pt x="1069" y="654"/>
                    <a:pt x="1930" y="489"/>
                  </a:cubicBezTo>
                  <a:cubicBezTo>
                    <a:pt x="2977" y="288"/>
                    <a:pt x="3817" y="77"/>
                    <a:pt x="3805" y="17"/>
                  </a:cubicBezTo>
                  <a:cubicBezTo>
                    <a:pt x="3803" y="6"/>
                    <a:pt x="3773" y="1"/>
                    <a:pt x="37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34"/>
            <p:cNvSpPr/>
            <p:nvPr/>
          </p:nvSpPr>
          <p:spPr>
            <a:xfrm>
              <a:off x="4650420" y="2667315"/>
              <a:ext cx="196471" cy="39222"/>
            </a:xfrm>
            <a:custGeom>
              <a:avLst/>
              <a:gdLst/>
              <a:ahLst/>
              <a:cxnLst/>
              <a:rect l="l" t="t" r="r" b="b"/>
              <a:pathLst>
                <a:path w="3817" h="762" extrusionOk="0">
                  <a:moveTo>
                    <a:pt x="3720" y="1"/>
                  </a:moveTo>
                  <a:cubicBezTo>
                    <a:pt x="3478" y="1"/>
                    <a:pt x="2747" y="107"/>
                    <a:pt x="1887" y="272"/>
                  </a:cubicBezTo>
                  <a:cubicBezTo>
                    <a:pt x="840" y="474"/>
                    <a:pt x="0" y="686"/>
                    <a:pt x="12" y="746"/>
                  </a:cubicBezTo>
                  <a:cubicBezTo>
                    <a:pt x="14" y="757"/>
                    <a:pt x="43" y="762"/>
                    <a:pt x="96" y="762"/>
                  </a:cubicBezTo>
                  <a:cubicBezTo>
                    <a:pt x="336" y="762"/>
                    <a:pt x="1069" y="654"/>
                    <a:pt x="1930" y="489"/>
                  </a:cubicBezTo>
                  <a:cubicBezTo>
                    <a:pt x="2976" y="288"/>
                    <a:pt x="3817" y="77"/>
                    <a:pt x="3805" y="17"/>
                  </a:cubicBezTo>
                  <a:cubicBezTo>
                    <a:pt x="3802" y="6"/>
                    <a:pt x="3773" y="1"/>
                    <a:pt x="37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34"/>
            <p:cNvSpPr/>
            <p:nvPr/>
          </p:nvSpPr>
          <p:spPr>
            <a:xfrm>
              <a:off x="4462189" y="2665565"/>
              <a:ext cx="196162" cy="40921"/>
            </a:xfrm>
            <a:custGeom>
              <a:avLst/>
              <a:gdLst/>
              <a:ahLst/>
              <a:cxnLst/>
              <a:rect l="l" t="t" r="r" b="b"/>
              <a:pathLst>
                <a:path w="3811" h="795" extrusionOk="0">
                  <a:moveTo>
                    <a:pt x="90" y="1"/>
                  </a:moveTo>
                  <a:cubicBezTo>
                    <a:pt x="42" y="1"/>
                    <a:pt x="15" y="6"/>
                    <a:pt x="13" y="16"/>
                  </a:cubicBezTo>
                  <a:cubicBezTo>
                    <a:pt x="1" y="76"/>
                    <a:pt x="839" y="295"/>
                    <a:pt x="1885" y="506"/>
                  </a:cubicBezTo>
                  <a:cubicBezTo>
                    <a:pt x="2750" y="681"/>
                    <a:pt x="3487" y="795"/>
                    <a:pt x="3721" y="795"/>
                  </a:cubicBezTo>
                  <a:cubicBezTo>
                    <a:pt x="3770" y="795"/>
                    <a:pt x="3797" y="790"/>
                    <a:pt x="3799" y="780"/>
                  </a:cubicBezTo>
                  <a:cubicBezTo>
                    <a:pt x="3811" y="720"/>
                    <a:pt x="2973" y="501"/>
                    <a:pt x="1928" y="290"/>
                  </a:cubicBezTo>
                  <a:cubicBezTo>
                    <a:pt x="1061" y="115"/>
                    <a:pt x="324"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34"/>
            <p:cNvSpPr/>
            <p:nvPr/>
          </p:nvSpPr>
          <p:spPr>
            <a:xfrm>
              <a:off x="4650420" y="2703550"/>
              <a:ext cx="196162" cy="40972"/>
            </a:xfrm>
            <a:custGeom>
              <a:avLst/>
              <a:gdLst/>
              <a:ahLst/>
              <a:cxnLst/>
              <a:rect l="l" t="t" r="r" b="b"/>
              <a:pathLst>
                <a:path w="3811" h="796" extrusionOk="0">
                  <a:moveTo>
                    <a:pt x="89" y="1"/>
                  </a:moveTo>
                  <a:cubicBezTo>
                    <a:pt x="41" y="1"/>
                    <a:pt x="14" y="5"/>
                    <a:pt x="12" y="16"/>
                  </a:cubicBezTo>
                  <a:cubicBezTo>
                    <a:pt x="0" y="76"/>
                    <a:pt x="838" y="295"/>
                    <a:pt x="1883" y="507"/>
                  </a:cubicBezTo>
                  <a:cubicBezTo>
                    <a:pt x="2749" y="681"/>
                    <a:pt x="3487" y="796"/>
                    <a:pt x="3721" y="796"/>
                  </a:cubicBezTo>
                  <a:cubicBezTo>
                    <a:pt x="3769" y="796"/>
                    <a:pt x="3796" y="791"/>
                    <a:pt x="3798" y="781"/>
                  </a:cubicBezTo>
                  <a:cubicBezTo>
                    <a:pt x="3810" y="721"/>
                    <a:pt x="2972" y="501"/>
                    <a:pt x="1926" y="290"/>
                  </a:cubicBezTo>
                  <a:cubicBezTo>
                    <a:pt x="1061" y="115"/>
                    <a:pt x="323" y="1"/>
                    <a:pt x="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4"/>
            <p:cNvSpPr/>
            <p:nvPr/>
          </p:nvSpPr>
          <p:spPr>
            <a:xfrm>
              <a:off x="4612588" y="2701697"/>
              <a:ext cx="45553" cy="194926"/>
            </a:xfrm>
            <a:custGeom>
              <a:avLst/>
              <a:gdLst/>
              <a:ahLst/>
              <a:cxnLst/>
              <a:rect l="l" t="t" r="r" b="b"/>
              <a:pathLst>
                <a:path w="885" h="3787" extrusionOk="0">
                  <a:moveTo>
                    <a:pt x="824" y="0"/>
                  </a:moveTo>
                  <a:cubicBezTo>
                    <a:pt x="762" y="0"/>
                    <a:pt x="544" y="834"/>
                    <a:pt x="335" y="1871"/>
                  </a:cubicBezTo>
                  <a:cubicBezTo>
                    <a:pt x="124" y="2917"/>
                    <a:pt x="1" y="3773"/>
                    <a:pt x="61" y="3786"/>
                  </a:cubicBezTo>
                  <a:cubicBezTo>
                    <a:pt x="61" y="3787"/>
                    <a:pt x="61" y="3787"/>
                    <a:pt x="62" y="3787"/>
                  </a:cubicBezTo>
                  <a:cubicBezTo>
                    <a:pt x="123" y="3787"/>
                    <a:pt x="342" y="2953"/>
                    <a:pt x="551" y="1915"/>
                  </a:cubicBezTo>
                  <a:cubicBezTo>
                    <a:pt x="762" y="869"/>
                    <a:pt x="884" y="13"/>
                    <a:pt x="826" y="1"/>
                  </a:cubicBezTo>
                  <a:cubicBezTo>
                    <a:pt x="825" y="0"/>
                    <a:pt x="825" y="0"/>
                    <a:pt x="8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34"/>
            <p:cNvSpPr/>
            <p:nvPr/>
          </p:nvSpPr>
          <p:spPr>
            <a:xfrm>
              <a:off x="4650626" y="2513518"/>
              <a:ext cx="45553" cy="194926"/>
            </a:xfrm>
            <a:custGeom>
              <a:avLst/>
              <a:gdLst/>
              <a:ahLst/>
              <a:cxnLst/>
              <a:rect l="l" t="t" r="r" b="b"/>
              <a:pathLst>
                <a:path w="885" h="3787" extrusionOk="0">
                  <a:moveTo>
                    <a:pt x="823" y="0"/>
                  </a:moveTo>
                  <a:cubicBezTo>
                    <a:pt x="761" y="0"/>
                    <a:pt x="543" y="834"/>
                    <a:pt x="334" y="1871"/>
                  </a:cubicBezTo>
                  <a:cubicBezTo>
                    <a:pt x="122" y="2917"/>
                    <a:pt x="1" y="3774"/>
                    <a:pt x="59" y="3786"/>
                  </a:cubicBezTo>
                  <a:cubicBezTo>
                    <a:pt x="60" y="3786"/>
                    <a:pt x="60" y="3786"/>
                    <a:pt x="61" y="3786"/>
                  </a:cubicBezTo>
                  <a:cubicBezTo>
                    <a:pt x="122" y="3786"/>
                    <a:pt x="341" y="2953"/>
                    <a:pt x="550" y="1914"/>
                  </a:cubicBezTo>
                  <a:cubicBezTo>
                    <a:pt x="761" y="870"/>
                    <a:pt x="884" y="12"/>
                    <a:pt x="824" y="0"/>
                  </a:cubicBezTo>
                  <a:cubicBezTo>
                    <a:pt x="824" y="0"/>
                    <a:pt x="824" y="0"/>
                    <a:pt x="8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34"/>
            <p:cNvSpPr/>
            <p:nvPr/>
          </p:nvSpPr>
          <p:spPr>
            <a:xfrm>
              <a:off x="4543668" y="2542187"/>
              <a:ext cx="115247" cy="165793"/>
            </a:xfrm>
            <a:custGeom>
              <a:avLst/>
              <a:gdLst/>
              <a:ahLst/>
              <a:cxnLst/>
              <a:rect l="l" t="t" r="r" b="b"/>
              <a:pathLst>
                <a:path w="2239" h="3221" extrusionOk="0">
                  <a:moveTo>
                    <a:pt x="56" y="0"/>
                  </a:moveTo>
                  <a:cubicBezTo>
                    <a:pt x="54" y="0"/>
                    <a:pt x="52" y="1"/>
                    <a:pt x="51" y="1"/>
                  </a:cubicBezTo>
                  <a:cubicBezTo>
                    <a:pt x="0" y="35"/>
                    <a:pt x="438" y="783"/>
                    <a:pt x="1027" y="1672"/>
                  </a:cubicBezTo>
                  <a:cubicBezTo>
                    <a:pt x="1603" y="2539"/>
                    <a:pt x="2112" y="3220"/>
                    <a:pt x="2183" y="3220"/>
                  </a:cubicBezTo>
                  <a:cubicBezTo>
                    <a:pt x="2185" y="3220"/>
                    <a:pt x="2186" y="3220"/>
                    <a:pt x="2187" y="3219"/>
                  </a:cubicBezTo>
                  <a:cubicBezTo>
                    <a:pt x="2239" y="3186"/>
                    <a:pt x="1801" y="2438"/>
                    <a:pt x="1211" y="1549"/>
                  </a:cubicBezTo>
                  <a:cubicBezTo>
                    <a:pt x="635" y="682"/>
                    <a:pt x="127" y="0"/>
                    <a:pt x="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34"/>
            <p:cNvSpPr/>
            <p:nvPr/>
          </p:nvSpPr>
          <p:spPr>
            <a:xfrm>
              <a:off x="4649854" y="2702161"/>
              <a:ext cx="115247" cy="165741"/>
            </a:xfrm>
            <a:custGeom>
              <a:avLst/>
              <a:gdLst/>
              <a:ahLst/>
              <a:cxnLst/>
              <a:rect l="l" t="t" r="r" b="b"/>
              <a:pathLst>
                <a:path w="2239" h="3220" extrusionOk="0">
                  <a:moveTo>
                    <a:pt x="56" y="0"/>
                  </a:moveTo>
                  <a:cubicBezTo>
                    <a:pt x="54" y="0"/>
                    <a:pt x="53" y="1"/>
                    <a:pt x="51" y="1"/>
                  </a:cubicBezTo>
                  <a:cubicBezTo>
                    <a:pt x="0" y="35"/>
                    <a:pt x="438" y="783"/>
                    <a:pt x="1028" y="1671"/>
                  </a:cubicBezTo>
                  <a:cubicBezTo>
                    <a:pt x="1604" y="2539"/>
                    <a:pt x="2112" y="3219"/>
                    <a:pt x="2183" y="3219"/>
                  </a:cubicBezTo>
                  <a:cubicBezTo>
                    <a:pt x="2185" y="3219"/>
                    <a:pt x="2186" y="3219"/>
                    <a:pt x="2188" y="3218"/>
                  </a:cubicBezTo>
                  <a:cubicBezTo>
                    <a:pt x="2239" y="3184"/>
                    <a:pt x="1801" y="2437"/>
                    <a:pt x="1212" y="1549"/>
                  </a:cubicBezTo>
                  <a:cubicBezTo>
                    <a:pt x="636" y="681"/>
                    <a:pt x="126" y="0"/>
                    <a:pt x="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34"/>
            <p:cNvSpPr/>
            <p:nvPr/>
          </p:nvSpPr>
          <p:spPr>
            <a:xfrm>
              <a:off x="4489829" y="2702933"/>
              <a:ext cx="169139" cy="110409"/>
            </a:xfrm>
            <a:custGeom>
              <a:avLst/>
              <a:gdLst/>
              <a:ahLst/>
              <a:cxnLst/>
              <a:rect l="l" t="t" r="r" b="b"/>
              <a:pathLst>
                <a:path w="3286" h="2145" extrusionOk="0">
                  <a:moveTo>
                    <a:pt x="3241" y="1"/>
                  </a:moveTo>
                  <a:cubicBezTo>
                    <a:pt x="3138" y="1"/>
                    <a:pt x="2423" y="423"/>
                    <a:pt x="1583" y="981"/>
                  </a:cubicBezTo>
                  <a:cubicBezTo>
                    <a:pt x="694" y="1571"/>
                    <a:pt x="0" y="2090"/>
                    <a:pt x="34" y="2141"/>
                  </a:cubicBezTo>
                  <a:cubicBezTo>
                    <a:pt x="36" y="2144"/>
                    <a:pt x="40" y="2145"/>
                    <a:pt x="45" y="2145"/>
                  </a:cubicBezTo>
                  <a:cubicBezTo>
                    <a:pt x="147" y="2145"/>
                    <a:pt x="862" y="1724"/>
                    <a:pt x="1704" y="1165"/>
                  </a:cubicBezTo>
                  <a:cubicBezTo>
                    <a:pt x="2592" y="575"/>
                    <a:pt x="3286" y="55"/>
                    <a:pt x="3252" y="5"/>
                  </a:cubicBezTo>
                  <a:cubicBezTo>
                    <a:pt x="3250" y="2"/>
                    <a:pt x="3246" y="1"/>
                    <a:pt x="32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34"/>
            <p:cNvSpPr/>
            <p:nvPr/>
          </p:nvSpPr>
          <p:spPr>
            <a:xfrm>
              <a:off x="4649802" y="2596747"/>
              <a:ext cx="169139" cy="110409"/>
            </a:xfrm>
            <a:custGeom>
              <a:avLst/>
              <a:gdLst/>
              <a:ahLst/>
              <a:cxnLst/>
              <a:rect l="l" t="t" r="r" b="b"/>
              <a:pathLst>
                <a:path w="3286" h="2145" extrusionOk="0">
                  <a:moveTo>
                    <a:pt x="3240" y="1"/>
                  </a:moveTo>
                  <a:cubicBezTo>
                    <a:pt x="3138" y="1"/>
                    <a:pt x="2423" y="422"/>
                    <a:pt x="1581" y="981"/>
                  </a:cubicBezTo>
                  <a:cubicBezTo>
                    <a:pt x="693" y="1571"/>
                    <a:pt x="0" y="2090"/>
                    <a:pt x="34" y="2141"/>
                  </a:cubicBezTo>
                  <a:cubicBezTo>
                    <a:pt x="36" y="2144"/>
                    <a:pt x="40" y="2145"/>
                    <a:pt x="45" y="2145"/>
                  </a:cubicBezTo>
                  <a:cubicBezTo>
                    <a:pt x="148" y="2145"/>
                    <a:pt x="863" y="1723"/>
                    <a:pt x="1703" y="1165"/>
                  </a:cubicBezTo>
                  <a:cubicBezTo>
                    <a:pt x="2592" y="575"/>
                    <a:pt x="3286" y="55"/>
                    <a:pt x="3252" y="5"/>
                  </a:cubicBezTo>
                  <a:cubicBezTo>
                    <a:pt x="3250" y="2"/>
                    <a:pt x="3246" y="1"/>
                    <a:pt x="32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34"/>
            <p:cNvSpPr/>
            <p:nvPr/>
          </p:nvSpPr>
          <p:spPr>
            <a:xfrm>
              <a:off x="4426519" y="2488194"/>
              <a:ext cx="462738" cy="434479"/>
            </a:xfrm>
            <a:custGeom>
              <a:avLst/>
              <a:gdLst/>
              <a:ahLst/>
              <a:cxnLst/>
              <a:rect l="l" t="t" r="r" b="b"/>
              <a:pathLst>
                <a:path w="8990" h="8441" extrusionOk="0">
                  <a:moveTo>
                    <a:pt x="4507" y="1075"/>
                  </a:moveTo>
                  <a:cubicBezTo>
                    <a:pt x="6069" y="1075"/>
                    <a:pt x="7427" y="2217"/>
                    <a:pt x="7641" y="3793"/>
                  </a:cubicBezTo>
                  <a:cubicBezTo>
                    <a:pt x="7874" y="5514"/>
                    <a:pt x="6655" y="7100"/>
                    <a:pt x="4918" y="7336"/>
                  </a:cubicBezTo>
                  <a:cubicBezTo>
                    <a:pt x="4772" y="7356"/>
                    <a:pt x="4627" y="7366"/>
                    <a:pt x="4483" y="7366"/>
                  </a:cubicBezTo>
                  <a:cubicBezTo>
                    <a:pt x="2921" y="7366"/>
                    <a:pt x="1563" y="6223"/>
                    <a:pt x="1350" y="4647"/>
                  </a:cubicBezTo>
                  <a:cubicBezTo>
                    <a:pt x="1116" y="2927"/>
                    <a:pt x="2335" y="1340"/>
                    <a:pt x="4072" y="1105"/>
                  </a:cubicBezTo>
                  <a:cubicBezTo>
                    <a:pt x="4218" y="1085"/>
                    <a:pt x="4364" y="1075"/>
                    <a:pt x="4507" y="1075"/>
                  </a:cubicBezTo>
                  <a:close/>
                  <a:moveTo>
                    <a:pt x="4501" y="1"/>
                  </a:moveTo>
                  <a:cubicBezTo>
                    <a:pt x="4312" y="1"/>
                    <a:pt x="4121" y="13"/>
                    <a:pt x="3928" y="40"/>
                  </a:cubicBezTo>
                  <a:cubicBezTo>
                    <a:pt x="1619" y="353"/>
                    <a:pt x="1" y="2478"/>
                    <a:pt x="314" y="4787"/>
                  </a:cubicBezTo>
                  <a:cubicBezTo>
                    <a:pt x="601" y="6904"/>
                    <a:pt x="2412" y="8440"/>
                    <a:pt x="4490" y="8440"/>
                  </a:cubicBezTo>
                  <a:cubicBezTo>
                    <a:pt x="4679" y="8440"/>
                    <a:pt x="4871" y="8427"/>
                    <a:pt x="5063" y="8401"/>
                  </a:cubicBezTo>
                  <a:cubicBezTo>
                    <a:pt x="7372" y="8088"/>
                    <a:pt x="8989" y="5962"/>
                    <a:pt x="8676" y="3652"/>
                  </a:cubicBezTo>
                  <a:cubicBezTo>
                    <a:pt x="8389" y="1536"/>
                    <a:pt x="6579" y="1"/>
                    <a:pt x="4501" y="1"/>
                  </a:cubicBezTo>
                  <a:close/>
                </a:path>
              </a:pathLst>
            </a:custGeom>
            <a:solidFill>
              <a:srgbClr val="9160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34"/>
            <p:cNvSpPr/>
            <p:nvPr/>
          </p:nvSpPr>
          <p:spPr>
            <a:xfrm>
              <a:off x="4426519" y="2488194"/>
              <a:ext cx="462738" cy="434479"/>
            </a:xfrm>
            <a:custGeom>
              <a:avLst/>
              <a:gdLst/>
              <a:ahLst/>
              <a:cxnLst/>
              <a:rect l="l" t="t" r="r" b="b"/>
              <a:pathLst>
                <a:path w="8990" h="8441" extrusionOk="0">
                  <a:moveTo>
                    <a:pt x="4498" y="1076"/>
                  </a:moveTo>
                  <a:cubicBezTo>
                    <a:pt x="4658" y="1076"/>
                    <a:pt x="4815" y="1088"/>
                    <a:pt x="4969" y="1111"/>
                  </a:cubicBezTo>
                  <a:cubicBezTo>
                    <a:pt x="4923" y="1294"/>
                    <a:pt x="4871" y="1512"/>
                    <a:pt x="4818" y="1750"/>
                  </a:cubicBezTo>
                  <a:cubicBezTo>
                    <a:pt x="4888" y="1755"/>
                    <a:pt x="4957" y="1760"/>
                    <a:pt x="5026" y="1769"/>
                  </a:cubicBezTo>
                  <a:cubicBezTo>
                    <a:pt x="5068" y="1536"/>
                    <a:pt x="5104" y="1323"/>
                    <a:pt x="5132" y="1141"/>
                  </a:cubicBezTo>
                  <a:cubicBezTo>
                    <a:pt x="5494" y="1213"/>
                    <a:pt x="5837" y="1345"/>
                    <a:pt x="6147" y="1531"/>
                  </a:cubicBezTo>
                  <a:cubicBezTo>
                    <a:pt x="6049" y="1660"/>
                    <a:pt x="5938" y="1812"/>
                    <a:pt x="5819" y="1979"/>
                  </a:cubicBezTo>
                  <a:cubicBezTo>
                    <a:pt x="5881" y="2005"/>
                    <a:pt x="5942" y="2035"/>
                    <a:pt x="6003" y="2066"/>
                  </a:cubicBezTo>
                  <a:cubicBezTo>
                    <a:pt x="6107" y="1903"/>
                    <a:pt x="6201" y="1751"/>
                    <a:pt x="6281" y="1620"/>
                  </a:cubicBezTo>
                  <a:cubicBezTo>
                    <a:pt x="6582" y="1823"/>
                    <a:pt x="6849" y="2073"/>
                    <a:pt x="7064" y="2367"/>
                  </a:cubicBezTo>
                  <a:cubicBezTo>
                    <a:pt x="6965" y="2426"/>
                    <a:pt x="6851" y="2496"/>
                    <a:pt x="6730" y="2570"/>
                  </a:cubicBezTo>
                  <a:cubicBezTo>
                    <a:pt x="6778" y="2613"/>
                    <a:pt x="6824" y="2659"/>
                    <a:pt x="6868" y="2706"/>
                  </a:cubicBezTo>
                  <a:cubicBezTo>
                    <a:pt x="6972" y="2632"/>
                    <a:pt x="7067" y="2562"/>
                    <a:pt x="7151" y="2499"/>
                  </a:cubicBezTo>
                  <a:cubicBezTo>
                    <a:pt x="7355" y="2806"/>
                    <a:pt x="7506" y="3151"/>
                    <a:pt x="7590" y="3526"/>
                  </a:cubicBezTo>
                  <a:cubicBezTo>
                    <a:pt x="7542" y="3533"/>
                    <a:pt x="7490" y="3539"/>
                    <a:pt x="7436" y="3547"/>
                  </a:cubicBezTo>
                  <a:cubicBezTo>
                    <a:pt x="7460" y="3600"/>
                    <a:pt x="7482" y="3653"/>
                    <a:pt x="7504" y="3707"/>
                  </a:cubicBezTo>
                  <a:cubicBezTo>
                    <a:pt x="7543" y="3697"/>
                    <a:pt x="7582" y="3687"/>
                    <a:pt x="7619" y="3678"/>
                  </a:cubicBezTo>
                  <a:cubicBezTo>
                    <a:pt x="7626" y="3717"/>
                    <a:pt x="7636" y="3755"/>
                    <a:pt x="7641" y="3793"/>
                  </a:cubicBezTo>
                  <a:cubicBezTo>
                    <a:pt x="7664" y="3964"/>
                    <a:pt x="7673" y="4131"/>
                    <a:pt x="7667" y="4298"/>
                  </a:cubicBezTo>
                  <a:cubicBezTo>
                    <a:pt x="7696" y="4469"/>
                    <a:pt x="7715" y="4644"/>
                    <a:pt x="7715" y="4823"/>
                  </a:cubicBezTo>
                  <a:cubicBezTo>
                    <a:pt x="7715" y="6526"/>
                    <a:pt x="6335" y="7906"/>
                    <a:pt x="4633" y="7906"/>
                  </a:cubicBezTo>
                  <a:cubicBezTo>
                    <a:pt x="3216" y="7906"/>
                    <a:pt x="2026" y="6950"/>
                    <a:pt x="1666" y="5647"/>
                  </a:cubicBezTo>
                  <a:cubicBezTo>
                    <a:pt x="1544" y="5410"/>
                    <a:pt x="1451" y="5153"/>
                    <a:pt x="1394" y="4882"/>
                  </a:cubicBezTo>
                  <a:cubicBezTo>
                    <a:pt x="1444" y="4876"/>
                    <a:pt x="1499" y="4867"/>
                    <a:pt x="1552" y="4858"/>
                  </a:cubicBezTo>
                  <a:cubicBezTo>
                    <a:pt x="1552" y="4847"/>
                    <a:pt x="1550" y="4835"/>
                    <a:pt x="1550" y="4823"/>
                  </a:cubicBezTo>
                  <a:cubicBezTo>
                    <a:pt x="1550" y="4772"/>
                    <a:pt x="1556" y="4721"/>
                    <a:pt x="1558" y="4670"/>
                  </a:cubicBezTo>
                  <a:lnTo>
                    <a:pt x="1558" y="4670"/>
                  </a:lnTo>
                  <a:cubicBezTo>
                    <a:pt x="1490" y="4686"/>
                    <a:pt x="1423" y="4701"/>
                    <a:pt x="1362" y="4717"/>
                  </a:cubicBezTo>
                  <a:cubicBezTo>
                    <a:pt x="1359" y="4693"/>
                    <a:pt x="1352" y="4671"/>
                    <a:pt x="1349" y="4647"/>
                  </a:cubicBezTo>
                  <a:cubicBezTo>
                    <a:pt x="1304" y="4317"/>
                    <a:pt x="1314" y="3993"/>
                    <a:pt x="1370" y="3682"/>
                  </a:cubicBezTo>
                  <a:cubicBezTo>
                    <a:pt x="1481" y="3710"/>
                    <a:pt x="1607" y="3741"/>
                    <a:pt x="1739" y="3771"/>
                  </a:cubicBezTo>
                  <a:cubicBezTo>
                    <a:pt x="1762" y="3708"/>
                    <a:pt x="1785" y="3645"/>
                    <a:pt x="1813" y="3584"/>
                  </a:cubicBezTo>
                  <a:cubicBezTo>
                    <a:pt x="1667" y="3559"/>
                    <a:pt x="1529" y="3535"/>
                    <a:pt x="1407" y="3516"/>
                  </a:cubicBezTo>
                  <a:cubicBezTo>
                    <a:pt x="1488" y="3169"/>
                    <a:pt x="1625" y="2842"/>
                    <a:pt x="1815" y="2546"/>
                  </a:cubicBezTo>
                  <a:cubicBezTo>
                    <a:pt x="1943" y="2641"/>
                    <a:pt x="2091" y="2750"/>
                    <a:pt x="2253" y="2865"/>
                  </a:cubicBezTo>
                  <a:cubicBezTo>
                    <a:pt x="2298" y="2811"/>
                    <a:pt x="2346" y="2761"/>
                    <a:pt x="2394" y="2710"/>
                  </a:cubicBezTo>
                  <a:cubicBezTo>
                    <a:pt x="2217" y="2597"/>
                    <a:pt x="2055" y="2493"/>
                    <a:pt x="1912" y="2406"/>
                  </a:cubicBezTo>
                  <a:cubicBezTo>
                    <a:pt x="2112" y="2126"/>
                    <a:pt x="2357" y="1878"/>
                    <a:pt x="2640" y="1674"/>
                  </a:cubicBezTo>
                  <a:cubicBezTo>
                    <a:pt x="2736" y="1835"/>
                    <a:pt x="2853" y="2023"/>
                    <a:pt x="2981" y="2225"/>
                  </a:cubicBezTo>
                  <a:cubicBezTo>
                    <a:pt x="3040" y="2187"/>
                    <a:pt x="3099" y="2148"/>
                    <a:pt x="3160" y="2116"/>
                  </a:cubicBezTo>
                  <a:cubicBezTo>
                    <a:pt x="3023" y="1917"/>
                    <a:pt x="2894" y="1734"/>
                    <a:pt x="2781" y="1582"/>
                  </a:cubicBezTo>
                  <a:cubicBezTo>
                    <a:pt x="3075" y="1393"/>
                    <a:pt x="3401" y="1249"/>
                    <a:pt x="3755" y="1164"/>
                  </a:cubicBezTo>
                  <a:cubicBezTo>
                    <a:pt x="3783" y="1360"/>
                    <a:pt x="3820" y="1591"/>
                    <a:pt x="3864" y="1842"/>
                  </a:cubicBezTo>
                  <a:cubicBezTo>
                    <a:pt x="3931" y="1824"/>
                    <a:pt x="4000" y="1808"/>
                    <a:pt x="4068" y="1795"/>
                  </a:cubicBezTo>
                  <a:cubicBezTo>
                    <a:pt x="4017" y="1549"/>
                    <a:pt x="3966" y="1324"/>
                    <a:pt x="3920" y="1133"/>
                  </a:cubicBezTo>
                  <a:cubicBezTo>
                    <a:pt x="3970" y="1123"/>
                    <a:pt x="4021" y="1111"/>
                    <a:pt x="4072" y="1105"/>
                  </a:cubicBezTo>
                  <a:cubicBezTo>
                    <a:pt x="4215" y="1086"/>
                    <a:pt x="4357" y="1076"/>
                    <a:pt x="4498" y="1076"/>
                  </a:cubicBezTo>
                  <a:close/>
                  <a:moveTo>
                    <a:pt x="4501" y="1"/>
                  </a:moveTo>
                  <a:cubicBezTo>
                    <a:pt x="4312" y="1"/>
                    <a:pt x="4121" y="13"/>
                    <a:pt x="3928" y="40"/>
                  </a:cubicBezTo>
                  <a:cubicBezTo>
                    <a:pt x="1619" y="353"/>
                    <a:pt x="1" y="2478"/>
                    <a:pt x="314" y="4787"/>
                  </a:cubicBezTo>
                  <a:cubicBezTo>
                    <a:pt x="601" y="6904"/>
                    <a:pt x="2412" y="8440"/>
                    <a:pt x="4490" y="8440"/>
                  </a:cubicBezTo>
                  <a:cubicBezTo>
                    <a:pt x="4679" y="8440"/>
                    <a:pt x="4871" y="8427"/>
                    <a:pt x="5063" y="8401"/>
                  </a:cubicBezTo>
                  <a:cubicBezTo>
                    <a:pt x="7372" y="8088"/>
                    <a:pt x="8989" y="5962"/>
                    <a:pt x="8676" y="3652"/>
                  </a:cubicBezTo>
                  <a:cubicBezTo>
                    <a:pt x="8389" y="1536"/>
                    <a:pt x="6579" y="1"/>
                    <a:pt x="4501"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34"/>
            <p:cNvSpPr/>
            <p:nvPr/>
          </p:nvSpPr>
          <p:spPr>
            <a:xfrm>
              <a:off x="4391518" y="2455304"/>
              <a:ext cx="532740" cy="500210"/>
            </a:xfrm>
            <a:custGeom>
              <a:avLst/>
              <a:gdLst/>
              <a:ahLst/>
              <a:cxnLst/>
              <a:rect l="l" t="t" r="r" b="b"/>
              <a:pathLst>
                <a:path w="10350" h="9718" extrusionOk="0">
                  <a:moveTo>
                    <a:pt x="5190" y="1239"/>
                  </a:moveTo>
                  <a:cubicBezTo>
                    <a:pt x="6988" y="1239"/>
                    <a:pt x="8550" y="2554"/>
                    <a:pt x="8797" y="4368"/>
                  </a:cubicBezTo>
                  <a:cubicBezTo>
                    <a:pt x="9065" y="6349"/>
                    <a:pt x="7662" y="8175"/>
                    <a:pt x="5661" y="8446"/>
                  </a:cubicBezTo>
                  <a:cubicBezTo>
                    <a:pt x="5493" y="8469"/>
                    <a:pt x="5326" y="8480"/>
                    <a:pt x="5161" y="8480"/>
                  </a:cubicBezTo>
                  <a:cubicBezTo>
                    <a:pt x="3364" y="8480"/>
                    <a:pt x="1800" y="7165"/>
                    <a:pt x="1553" y="5350"/>
                  </a:cubicBezTo>
                  <a:cubicBezTo>
                    <a:pt x="1285" y="3370"/>
                    <a:pt x="2688" y="1544"/>
                    <a:pt x="4689" y="1273"/>
                  </a:cubicBezTo>
                  <a:cubicBezTo>
                    <a:pt x="4857" y="1250"/>
                    <a:pt x="5025" y="1239"/>
                    <a:pt x="5190" y="1239"/>
                  </a:cubicBezTo>
                  <a:close/>
                  <a:moveTo>
                    <a:pt x="5181" y="1"/>
                  </a:moveTo>
                  <a:cubicBezTo>
                    <a:pt x="4963" y="1"/>
                    <a:pt x="4743" y="15"/>
                    <a:pt x="4522" y="45"/>
                  </a:cubicBezTo>
                  <a:cubicBezTo>
                    <a:pt x="1864" y="406"/>
                    <a:pt x="1" y="2854"/>
                    <a:pt x="362" y="5512"/>
                  </a:cubicBezTo>
                  <a:cubicBezTo>
                    <a:pt x="692" y="7949"/>
                    <a:pt x="2776" y="9717"/>
                    <a:pt x="5168" y="9717"/>
                  </a:cubicBezTo>
                  <a:cubicBezTo>
                    <a:pt x="5386" y="9717"/>
                    <a:pt x="5606" y="9703"/>
                    <a:pt x="5828" y="9673"/>
                  </a:cubicBezTo>
                  <a:cubicBezTo>
                    <a:pt x="8486" y="9312"/>
                    <a:pt x="10349" y="6864"/>
                    <a:pt x="9988" y="4205"/>
                  </a:cubicBezTo>
                  <a:cubicBezTo>
                    <a:pt x="9658" y="1768"/>
                    <a:pt x="7574" y="1"/>
                    <a:pt x="518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34"/>
            <p:cNvSpPr/>
            <p:nvPr/>
          </p:nvSpPr>
          <p:spPr>
            <a:xfrm>
              <a:off x="4620361" y="2670506"/>
              <a:ext cx="74995" cy="69848"/>
            </a:xfrm>
            <a:custGeom>
              <a:avLst/>
              <a:gdLst/>
              <a:ahLst/>
              <a:cxnLst/>
              <a:rect l="l" t="t" r="r" b="b"/>
              <a:pathLst>
                <a:path w="1457" h="1357" extrusionOk="0">
                  <a:moveTo>
                    <a:pt x="732" y="1"/>
                  </a:moveTo>
                  <a:cubicBezTo>
                    <a:pt x="701" y="1"/>
                    <a:pt x="669" y="3"/>
                    <a:pt x="638" y="7"/>
                  </a:cubicBezTo>
                  <a:cubicBezTo>
                    <a:pt x="263" y="58"/>
                    <a:pt x="1" y="400"/>
                    <a:pt x="51" y="770"/>
                  </a:cubicBezTo>
                  <a:cubicBezTo>
                    <a:pt x="98" y="1110"/>
                    <a:pt x="391" y="1356"/>
                    <a:pt x="728" y="1356"/>
                  </a:cubicBezTo>
                  <a:cubicBezTo>
                    <a:pt x="758" y="1356"/>
                    <a:pt x="789" y="1354"/>
                    <a:pt x="820" y="1350"/>
                  </a:cubicBezTo>
                  <a:cubicBezTo>
                    <a:pt x="1195" y="1299"/>
                    <a:pt x="1457" y="957"/>
                    <a:pt x="1407" y="586"/>
                  </a:cubicBezTo>
                  <a:cubicBezTo>
                    <a:pt x="1361" y="247"/>
                    <a:pt x="1068" y="1"/>
                    <a:pt x="7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34"/>
            <p:cNvSpPr/>
            <p:nvPr/>
          </p:nvSpPr>
          <p:spPr>
            <a:xfrm>
              <a:off x="4402842" y="2455304"/>
              <a:ext cx="505460" cy="260142"/>
            </a:xfrm>
            <a:custGeom>
              <a:avLst/>
              <a:gdLst/>
              <a:ahLst/>
              <a:cxnLst/>
              <a:rect l="l" t="t" r="r" b="b"/>
              <a:pathLst>
                <a:path w="9820" h="5054" extrusionOk="0">
                  <a:moveTo>
                    <a:pt x="4961" y="1"/>
                  </a:moveTo>
                  <a:cubicBezTo>
                    <a:pt x="4743" y="1"/>
                    <a:pt x="4523" y="15"/>
                    <a:pt x="4302" y="45"/>
                  </a:cubicBezTo>
                  <a:cubicBezTo>
                    <a:pt x="1797" y="386"/>
                    <a:pt x="0" y="2577"/>
                    <a:pt x="102" y="5053"/>
                  </a:cubicBezTo>
                  <a:cubicBezTo>
                    <a:pt x="189" y="2738"/>
                    <a:pt x="1928" y="750"/>
                    <a:pt x="4302" y="428"/>
                  </a:cubicBezTo>
                  <a:cubicBezTo>
                    <a:pt x="4524" y="398"/>
                    <a:pt x="4744" y="383"/>
                    <a:pt x="4962" y="383"/>
                  </a:cubicBezTo>
                  <a:cubicBezTo>
                    <a:pt x="7354" y="383"/>
                    <a:pt x="9438" y="2152"/>
                    <a:pt x="9768" y="4588"/>
                  </a:cubicBezTo>
                  <a:cubicBezTo>
                    <a:pt x="9790" y="4742"/>
                    <a:pt x="9802" y="4895"/>
                    <a:pt x="9808" y="5048"/>
                  </a:cubicBezTo>
                  <a:cubicBezTo>
                    <a:pt x="9819" y="4771"/>
                    <a:pt x="9807" y="4489"/>
                    <a:pt x="9768" y="4205"/>
                  </a:cubicBezTo>
                  <a:cubicBezTo>
                    <a:pt x="9438" y="1768"/>
                    <a:pt x="7354" y="1"/>
                    <a:pt x="4961"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34"/>
            <p:cNvSpPr/>
            <p:nvPr/>
          </p:nvSpPr>
          <p:spPr>
            <a:xfrm>
              <a:off x="4469498" y="2715132"/>
              <a:ext cx="381051" cy="196419"/>
            </a:xfrm>
            <a:custGeom>
              <a:avLst/>
              <a:gdLst/>
              <a:ahLst/>
              <a:cxnLst/>
              <a:rect l="l" t="t" r="r" b="b"/>
              <a:pathLst>
                <a:path w="7403" h="3816" extrusionOk="0">
                  <a:moveTo>
                    <a:pt x="13" y="1"/>
                  </a:moveTo>
                  <a:lnTo>
                    <a:pt x="13" y="1"/>
                  </a:lnTo>
                  <a:cubicBezTo>
                    <a:pt x="0" y="225"/>
                    <a:pt x="7" y="455"/>
                    <a:pt x="38" y="685"/>
                  </a:cubicBezTo>
                  <a:cubicBezTo>
                    <a:pt x="285" y="2499"/>
                    <a:pt x="1849" y="3815"/>
                    <a:pt x="3647" y="3815"/>
                  </a:cubicBezTo>
                  <a:cubicBezTo>
                    <a:pt x="3812" y="3815"/>
                    <a:pt x="3978" y="3804"/>
                    <a:pt x="4146" y="3781"/>
                  </a:cubicBezTo>
                  <a:cubicBezTo>
                    <a:pt x="6044" y="3523"/>
                    <a:pt x="7402" y="1866"/>
                    <a:pt x="7307" y="4"/>
                  </a:cubicBezTo>
                  <a:lnTo>
                    <a:pt x="7307" y="4"/>
                  </a:lnTo>
                  <a:cubicBezTo>
                    <a:pt x="7213" y="1705"/>
                    <a:pt x="5914" y="3159"/>
                    <a:pt x="4146" y="3398"/>
                  </a:cubicBezTo>
                  <a:cubicBezTo>
                    <a:pt x="3978" y="3421"/>
                    <a:pt x="3811" y="3432"/>
                    <a:pt x="3646" y="3432"/>
                  </a:cubicBezTo>
                  <a:cubicBezTo>
                    <a:pt x="1849" y="3432"/>
                    <a:pt x="285" y="2117"/>
                    <a:pt x="38" y="302"/>
                  </a:cubicBezTo>
                  <a:cubicBezTo>
                    <a:pt x="25" y="201"/>
                    <a:pt x="19" y="101"/>
                    <a:pt x="13"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34"/>
            <p:cNvSpPr/>
            <p:nvPr/>
          </p:nvSpPr>
          <p:spPr>
            <a:xfrm>
              <a:off x="4465431" y="2501937"/>
              <a:ext cx="380691" cy="195750"/>
            </a:xfrm>
            <a:custGeom>
              <a:avLst/>
              <a:gdLst/>
              <a:ahLst/>
              <a:cxnLst/>
              <a:rect l="l" t="t" r="r" b="b"/>
              <a:pathLst>
                <a:path w="7396" h="3803" extrusionOk="0">
                  <a:moveTo>
                    <a:pt x="3753" y="1"/>
                  </a:moveTo>
                  <a:cubicBezTo>
                    <a:pt x="3588" y="1"/>
                    <a:pt x="3421" y="12"/>
                    <a:pt x="3253" y="35"/>
                  </a:cubicBezTo>
                  <a:cubicBezTo>
                    <a:pt x="1358" y="293"/>
                    <a:pt x="1" y="1945"/>
                    <a:pt x="91" y="3802"/>
                  </a:cubicBezTo>
                  <a:cubicBezTo>
                    <a:pt x="166" y="2084"/>
                    <a:pt x="1471" y="608"/>
                    <a:pt x="3253" y="367"/>
                  </a:cubicBezTo>
                  <a:cubicBezTo>
                    <a:pt x="3421" y="344"/>
                    <a:pt x="3589" y="333"/>
                    <a:pt x="3754" y="333"/>
                  </a:cubicBezTo>
                  <a:cubicBezTo>
                    <a:pt x="5552" y="333"/>
                    <a:pt x="7114" y="1648"/>
                    <a:pt x="7361" y="3462"/>
                  </a:cubicBezTo>
                  <a:cubicBezTo>
                    <a:pt x="7375" y="3566"/>
                    <a:pt x="7381" y="3669"/>
                    <a:pt x="7387" y="3773"/>
                  </a:cubicBezTo>
                  <a:cubicBezTo>
                    <a:pt x="7395" y="3562"/>
                    <a:pt x="7390" y="3347"/>
                    <a:pt x="7361" y="3131"/>
                  </a:cubicBezTo>
                  <a:cubicBezTo>
                    <a:pt x="7114" y="1316"/>
                    <a:pt x="5551" y="1"/>
                    <a:pt x="3753"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34"/>
            <p:cNvSpPr/>
            <p:nvPr/>
          </p:nvSpPr>
          <p:spPr>
            <a:xfrm>
              <a:off x="4407526" y="2696499"/>
              <a:ext cx="504945" cy="259010"/>
            </a:xfrm>
            <a:custGeom>
              <a:avLst/>
              <a:gdLst/>
              <a:ahLst/>
              <a:cxnLst/>
              <a:rect l="l" t="t" r="r" b="b"/>
              <a:pathLst>
                <a:path w="9810" h="5032" extrusionOk="0">
                  <a:moveTo>
                    <a:pt x="9718" y="0"/>
                  </a:moveTo>
                  <a:lnTo>
                    <a:pt x="9718" y="0"/>
                  </a:lnTo>
                  <a:cubicBezTo>
                    <a:pt x="9646" y="2328"/>
                    <a:pt x="7902" y="4331"/>
                    <a:pt x="5517" y="4656"/>
                  </a:cubicBezTo>
                  <a:cubicBezTo>
                    <a:pt x="5296" y="4686"/>
                    <a:pt x="5076" y="4700"/>
                    <a:pt x="4858" y="4700"/>
                  </a:cubicBezTo>
                  <a:cubicBezTo>
                    <a:pt x="2466" y="4700"/>
                    <a:pt x="381" y="2933"/>
                    <a:pt x="51" y="496"/>
                  </a:cubicBezTo>
                  <a:cubicBezTo>
                    <a:pt x="29" y="334"/>
                    <a:pt x="15" y="175"/>
                    <a:pt x="9" y="15"/>
                  </a:cubicBezTo>
                  <a:lnTo>
                    <a:pt x="9" y="15"/>
                  </a:lnTo>
                  <a:cubicBezTo>
                    <a:pt x="1" y="282"/>
                    <a:pt x="14" y="553"/>
                    <a:pt x="51" y="826"/>
                  </a:cubicBezTo>
                  <a:cubicBezTo>
                    <a:pt x="381" y="3263"/>
                    <a:pt x="2465" y="5031"/>
                    <a:pt x="4857" y="5031"/>
                  </a:cubicBezTo>
                  <a:cubicBezTo>
                    <a:pt x="5075" y="5031"/>
                    <a:pt x="5295" y="5017"/>
                    <a:pt x="5517" y="4987"/>
                  </a:cubicBezTo>
                  <a:cubicBezTo>
                    <a:pt x="8014" y="4648"/>
                    <a:pt x="9810" y="2467"/>
                    <a:pt x="9718"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34"/>
            <p:cNvSpPr/>
            <p:nvPr/>
          </p:nvSpPr>
          <p:spPr>
            <a:xfrm>
              <a:off x="3947988" y="2628042"/>
              <a:ext cx="2144911" cy="347491"/>
            </a:xfrm>
            <a:custGeom>
              <a:avLst/>
              <a:gdLst/>
              <a:ahLst/>
              <a:cxnLst/>
              <a:rect l="l" t="t" r="r" b="b"/>
              <a:pathLst>
                <a:path w="41671" h="6751" extrusionOk="0">
                  <a:moveTo>
                    <a:pt x="3498" y="1"/>
                  </a:moveTo>
                  <a:cubicBezTo>
                    <a:pt x="2517" y="1"/>
                    <a:pt x="1437" y="173"/>
                    <a:pt x="260" y="541"/>
                  </a:cubicBezTo>
                  <a:cubicBezTo>
                    <a:pt x="153" y="574"/>
                    <a:pt x="65" y="639"/>
                    <a:pt x="0" y="721"/>
                  </a:cubicBezTo>
                  <a:cubicBezTo>
                    <a:pt x="1059" y="432"/>
                    <a:pt x="2046" y="297"/>
                    <a:pt x="2954" y="297"/>
                  </a:cubicBezTo>
                  <a:cubicBezTo>
                    <a:pt x="6986" y="297"/>
                    <a:pt x="9490" y="2964"/>
                    <a:pt x="10069" y="6751"/>
                  </a:cubicBezTo>
                  <a:lnTo>
                    <a:pt x="30430" y="6369"/>
                  </a:lnTo>
                  <a:cubicBezTo>
                    <a:pt x="31291" y="2752"/>
                    <a:pt x="33621" y="714"/>
                    <a:pt x="37281" y="714"/>
                  </a:cubicBezTo>
                  <a:cubicBezTo>
                    <a:pt x="38579" y="714"/>
                    <a:pt x="40045" y="970"/>
                    <a:pt x="41671" y="1503"/>
                  </a:cubicBezTo>
                  <a:cubicBezTo>
                    <a:pt x="41605" y="1439"/>
                    <a:pt x="41527" y="1386"/>
                    <a:pt x="41436" y="1352"/>
                  </a:cubicBezTo>
                  <a:cubicBezTo>
                    <a:pt x="39692" y="720"/>
                    <a:pt x="38147" y="417"/>
                    <a:pt x="36799" y="417"/>
                  </a:cubicBezTo>
                  <a:cubicBezTo>
                    <a:pt x="33301" y="417"/>
                    <a:pt x="31137" y="2457"/>
                    <a:pt x="30302" y="6074"/>
                  </a:cubicBezTo>
                  <a:lnTo>
                    <a:pt x="10229" y="6457"/>
                  </a:lnTo>
                  <a:cubicBezTo>
                    <a:pt x="9668" y="2670"/>
                    <a:pt x="7361" y="1"/>
                    <a:pt x="3498"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34"/>
            <p:cNvSpPr/>
            <p:nvPr/>
          </p:nvSpPr>
          <p:spPr>
            <a:xfrm>
              <a:off x="5622100" y="2334037"/>
              <a:ext cx="61407" cy="61407"/>
            </a:xfrm>
            <a:custGeom>
              <a:avLst/>
              <a:gdLst/>
              <a:ahLst/>
              <a:cxnLst/>
              <a:rect l="l" t="t" r="r" b="b"/>
              <a:pathLst>
                <a:path w="1193" h="1193" extrusionOk="0">
                  <a:moveTo>
                    <a:pt x="597" y="1"/>
                  </a:moveTo>
                  <a:cubicBezTo>
                    <a:pt x="267" y="1"/>
                    <a:pt x="0" y="267"/>
                    <a:pt x="0" y="597"/>
                  </a:cubicBezTo>
                  <a:cubicBezTo>
                    <a:pt x="0" y="926"/>
                    <a:pt x="267" y="1192"/>
                    <a:pt x="597" y="1192"/>
                  </a:cubicBezTo>
                  <a:cubicBezTo>
                    <a:pt x="925" y="1192"/>
                    <a:pt x="1192" y="926"/>
                    <a:pt x="1192" y="597"/>
                  </a:cubicBezTo>
                  <a:cubicBezTo>
                    <a:pt x="1192" y="267"/>
                    <a:pt x="925" y="1"/>
                    <a:pt x="5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4"/>
            <p:cNvSpPr/>
            <p:nvPr/>
          </p:nvSpPr>
          <p:spPr>
            <a:xfrm>
              <a:off x="5635688" y="2347677"/>
              <a:ext cx="34178" cy="34126"/>
            </a:xfrm>
            <a:custGeom>
              <a:avLst/>
              <a:gdLst/>
              <a:ahLst/>
              <a:cxnLst/>
              <a:rect l="l" t="t" r="r" b="b"/>
              <a:pathLst>
                <a:path w="664" h="663" extrusionOk="0">
                  <a:moveTo>
                    <a:pt x="333" y="0"/>
                  </a:moveTo>
                  <a:cubicBezTo>
                    <a:pt x="150" y="0"/>
                    <a:pt x="1" y="149"/>
                    <a:pt x="1" y="332"/>
                  </a:cubicBezTo>
                  <a:cubicBezTo>
                    <a:pt x="1" y="515"/>
                    <a:pt x="150" y="663"/>
                    <a:pt x="333" y="663"/>
                  </a:cubicBezTo>
                  <a:cubicBezTo>
                    <a:pt x="516" y="663"/>
                    <a:pt x="664" y="515"/>
                    <a:pt x="664" y="332"/>
                  </a:cubicBezTo>
                  <a:cubicBezTo>
                    <a:pt x="664" y="149"/>
                    <a:pt x="516" y="0"/>
                    <a:pt x="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34"/>
            <p:cNvSpPr/>
            <p:nvPr/>
          </p:nvSpPr>
          <p:spPr>
            <a:xfrm>
              <a:off x="4788415" y="2364817"/>
              <a:ext cx="843995" cy="18118"/>
            </a:xfrm>
            <a:custGeom>
              <a:avLst/>
              <a:gdLst/>
              <a:ahLst/>
              <a:cxnLst/>
              <a:rect l="l" t="t" r="r" b="b"/>
              <a:pathLst>
                <a:path w="16397" h="352" extrusionOk="0">
                  <a:moveTo>
                    <a:pt x="1" y="0"/>
                  </a:moveTo>
                  <a:lnTo>
                    <a:pt x="1" y="352"/>
                  </a:lnTo>
                  <a:lnTo>
                    <a:pt x="16397" y="352"/>
                  </a:lnTo>
                  <a:lnTo>
                    <a:pt x="163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34"/>
            <p:cNvSpPr/>
            <p:nvPr/>
          </p:nvSpPr>
          <p:spPr>
            <a:xfrm>
              <a:off x="4221405" y="2445781"/>
              <a:ext cx="56929" cy="83283"/>
            </a:xfrm>
            <a:custGeom>
              <a:avLst/>
              <a:gdLst/>
              <a:ahLst/>
              <a:cxnLst/>
              <a:rect l="l" t="t" r="r" b="b"/>
              <a:pathLst>
                <a:path w="1106" h="1618" extrusionOk="0">
                  <a:moveTo>
                    <a:pt x="1" y="1"/>
                  </a:moveTo>
                  <a:lnTo>
                    <a:pt x="1" y="1618"/>
                  </a:lnTo>
                  <a:cubicBezTo>
                    <a:pt x="612" y="1612"/>
                    <a:pt x="1105" y="1252"/>
                    <a:pt x="1105" y="809"/>
                  </a:cubicBezTo>
                  <a:cubicBezTo>
                    <a:pt x="1105" y="366"/>
                    <a:pt x="612" y="6"/>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34"/>
            <p:cNvSpPr/>
            <p:nvPr/>
          </p:nvSpPr>
          <p:spPr>
            <a:xfrm>
              <a:off x="4221405" y="2469098"/>
              <a:ext cx="56929" cy="59965"/>
            </a:xfrm>
            <a:custGeom>
              <a:avLst/>
              <a:gdLst/>
              <a:ahLst/>
              <a:cxnLst/>
              <a:rect l="l" t="t" r="r" b="b"/>
              <a:pathLst>
                <a:path w="1106" h="1165" extrusionOk="0">
                  <a:moveTo>
                    <a:pt x="990" y="0"/>
                  </a:moveTo>
                  <a:cubicBezTo>
                    <a:pt x="817" y="205"/>
                    <a:pt x="459" y="370"/>
                    <a:pt x="1" y="459"/>
                  </a:cubicBezTo>
                  <a:lnTo>
                    <a:pt x="1" y="1165"/>
                  </a:lnTo>
                  <a:cubicBezTo>
                    <a:pt x="612" y="1159"/>
                    <a:pt x="1105" y="799"/>
                    <a:pt x="1105" y="356"/>
                  </a:cubicBezTo>
                  <a:cubicBezTo>
                    <a:pt x="1105" y="228"/>
                    <a:pt x="1063" y="108"/>
                    <a:pt x="990"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34"/>
            <p:cNvSpPr/>
            <p:nvPr/>
          </p:nvSpPr>
          <p:spPr>
            <a:xfrm>
              <a:off x="4213118" y="2439656"/>
              <a:ext cx="15956" cy="97026"/>
            </a:xfrm>
            <a:custGeom>
              <a:avLst/>
              <a:gdLst/>
              <a:ahLst/>
              <a:cxnLst/>
              <a:rect l="l" t="t" r="r" b="b"/>
              <a:pathLst>
                <a:path w="310" h="1885" extrusionOk="0">
                  <a:moveTo>
                    <a:pt x="1" y="1"/>
                  </a:moveTo>
                  <a:lnTo>
                    <a:pt x="1" y="1885"/>
                  </a:lnTo>
                  <a:lnTo>
                    <a:pt x="310" y="1885"/>
                  </a:lnTo>
                  <a:lnTo>
                    <a:pt x="3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34"/>
            <p:cNvSpPr/>
            <p:nvPr/>
          </p:nvSpPr>
          <p:spPr>
            <a:xfrm>
              <a:off x="5946216" y="2354059"/>
              <a:ext cx="72370" cy="11530"/>
            </a:xfrm>
            <a:custGeom>
              <a:avLst/>
              <a:gdLst/>
              <a:ahLst/>
              <a:cxnLst/>
              <a:rect l="l" t="t" r="r" b="b"/>
              <a:pathLst>
                <a:path w="1406" h="224" extrusionOk="0">
                  <a:moveTo>
                    <a:pt x="793" y="0"/>
                  </a:moveTo>
                  <a:cubicBezTo>
                    <a:pt x="764" y="0"/>
                    <a:pt x="734" y="1"/>
                    <a:pt x="704" y="1"/>
                  </a:cubicBezTo>
                  <a:cubicBezTo>
                    <a:pt x="315" y="10"/>
                    <a:pt x="1" y="65"/>
                    <a:pt x="1" y="126"/>
                  </a:cubicBezTo>
                  <a:cubicBezTo>
                    <a:pt x="1" y="182"/>
                    <a:pt x="264" y="223"/>
                    <a:pt x="606" y="223"/>
                  </a:cubicBezTo>
                  <a:cubicBezTo>
                    <a:pt x="638" y="223"/>
                    <a:pt x="671" y="223"/>
                    <a:pt x="704" y="222"/>
                  </a:cubicBezTo>
                  <a:cubicBezTo>
                    <a:pt x="1091" y="214"/>
                    <a:pt x="1406" y="158"/>
                    <a:pt x="1406" y="97"/>
                  </a:cubicBezTo>
                  <a:cubicBezTo>
                    <a:pt x="1406" y="41"/>
                    <a:pt x="1138" y="0"/>
                    <a:pt x="7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34"/>
            <p:cNvSpPr/>
            <p:nvPr/>
          </p:nvSpPr>
          <p:spPr>
            <a:xfrm>
              <a:off x="5819339" y="2247668"/>
              <a:ext cx="181338" cy="69900"/>
            </a:xfrm>
            <a:custGeom>
              <a:avLst/>
              <a:gdLst/>
              <a:ahLst/>
              <a:cxnLst/>
              <a:rect l="l" t="t" r="r" b="b"/>
              <a:pathLst>
                <a:path w="3523" h="1358" extrusionOk="0">
                  <a:moveTo>
                    <a:pt x="3464" y="0"/>
                  </a:moveTo>
                  <a:cubicBezTo>
                    <a:pt x="3286" y="0"/>
                    <a:pt x="2574" y="221"/>
                    <a:pt x="1732" y="540"/>
                  </a:cubicBezTo>
                  <a:cubicBezTo>
                    <a:pt x="768" y="907"/>
                    <a:pt x="0" y="1266"/>
                    <a:pt x="15" y="1343"/>
                  </a:cubicBezTo>
                  <a:cubicBezTo>
                    <a:pt x="17" y="1353"/>
                    <a:pt x="32" y="1358"/>
                    <a:pt x="58" y="1358"/>
                  </a:cubicBezTo>
                  <a:cubicBezTo>
                    <a:pt x="235" y="1358"/>
                    <a:pt x="948" y="1138"/>
                    <a:pt x="1790" y="817"/>
                  </a:cubicBezTo>
                  <a:cubicBezTo>
                    <a:pt x="2754" y="450"/>
                    <a:pt x="3523" y="91"/>
                    <a:pt x="3507" y="15"/>
                  </a:cubicBezTo>
                  <a:cubicBezTo>
                    <a:pt x="3505" y="5"/>
                    <a:pt x="3491" y="0"/>
                    <a:pt x="34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34"/>
            <p:cNvSpPr/>
            <p:nvPr/>
          </p:nvSpPr>
          <p:spPr>
            <a:xfrm>
              <a:off x="5873487" y="2286220"/>
              <a:ext cx="144329" cy="33509"/>
            </a:xfrm>
            <a:custGeom>
              <a:avLst/>
              <a:gdLst/>
              <a:ahLst/>
              <a:cxnLst/>
              <a:rect l="l" t="t" r="r" b="b"/>
              <a:pathLst>
                <a:path w="2804" h="651" extrusionOk="0">
                  <a:moveTo>
                    <a:pt x="2604" y="1"/>
                  </a:moveTo>
                  <a:cubicBezTo>
                    <a:pt x="2241" y="1"/>
                    <a:pt x="1196" y="224"/>
                    <a:pt x="560" y="416"/>
                  </a:cubicBezTo>
                  <a:cubicBezTo>
                    <a:pt x="135" y="543"/>
                    <a:pt x="0" y="628"/>
                    <a:pt x="109" y="647"/>
                  </a:cubicBezTo>
                  <a:cubicBezTo>
                    <a:pt x="126" y="649"/>
                    <a:pt x="148" y="651"/>
                    <a:pt x="176" y="651"/>
                  </a:cubicBezTo>
                  <a:cubicBezTo>
                    <a:pt x="324" y="651"/>
                    <a:pt x="625" y="613"/>
                    <a:pt x="1013" y="538"/>
                  </a:cubicBezTo>
                  <a:cubicBezTo>
                    <a:pt x="1770" y="392"/>
                    <a:pt x="2804" y="118"/>
                    <a:pt x="2730" y="25"/>
                  </a:cubicBezTo>
                  <a:cubicBezTo>
                    <a:pt x="2716" y="8"/>
                    <a:pt x="2672" y="1"/>
                    <a:pt x="26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34"/>
            <p:cNvSpPr/>
            <p:nvPr/>
          </p:nvSpPr>
          <p:spPr>
            <a:xfrm>
              <a:off x="5897781" y="2321838"/>
              <a:ext cx="124615" cy="16162"/>
            </a:xfrm>
            <a:custGeom>
              <a:avLst/>
              <a:gdLst/>
              <a:ahLst/>
              <a:cxnLst/>
              <a:rect l="l" t="t" r="r" b="b"/>
              <a:pathLst>
                <a:path w="2421" h="314" extrusionOk="0">
                  <a:moveTo>
                    <a:pt x="2063" y="0"/>
                  </a:moveTo>
                  <a:cubicBezTo>
                    <a:pt x="1844" y="0"/>
                    <a:pt x="1540" y="16"/>
                    <a:pt x="1205" y="47"/>
                  </a:cubicBezTo>
                  <a:cubicBezTo>
                    <a:pt x="538" y="108"/>
                    <a:pt x="1" y="207"/>
                    <a:pt x="3" y="268"/>
                  </a:cubicBezTo>
                  <a:cubicBezTo>
                    <a:pt x="4" y="298"/>
                    <a:pt x="140" y="314"/>
                    <a:pt x="358" y="314"/>
                  </a:cubicBezTo>
                  <a:cubicBezTo>
                    <a:pt x="577" y="314"/>
                    <a:pt x="881" y="298"/>
                    <a:pt x="1216" y="267"/>
                  </a:cubicBezTo>
                  <a:cubicBezTo>
                    <a:pt x="1882" y="206"/>
                    <a:pt x="2421" y="106"/>
                    <a:pt x="2417" y="46"/>
                  </a:cubicBezTo>
                  <a:cubicBezTo>
                    <a:pt x="2416" y="16"/>
                    <a:pt x="2281" y="0"/>
                    <a:pt x="206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34"/>
            <p:cNvSpPr/>
            <p:nvPr/>
          </p:nvSpPr>
          <p:spPr>
            <a:xfrm>
              <a:off x="5733330" y="2213336"/>
              <a:ext cx="248303" cy="120394"/>
            </a:xfrm>
            <a:custGeom>
              <a:avLst/>
              <a:gdLst/>
              <a:ahLst/>
              <a:cxnLst/>
              <a:rect l="l" t="t" r="r" b="b"/>
              <a:pathLst>
                <a:path w="4824" h="2339" extrusionOk="0">
                  <a:moveTo>
                    <a:pt x="4782" y="0"/>
                  </a:moveTo>
                  <a:cubicBezTo>
                    <a:pt x="4630" y="0"/>
                    <a:pt x="3600" y="444"/>
                    <a:pt x="2370" y="1043"/>
                  </a:cubicBezTo>
                  <a:cubicBezTo>
                    <a:pt x="1051" y="1684"/>
                    <a:pt x="1" y="2261"/>
                    <a:pt x="23" y="2331"/>
                  </a:cubicBezTo>
                  <a:cubicBezTo>
                    <a:pt x="25" y="2336"/>
                    <a:pt x="31" y="2338"/>
                    <a:pt x="42" y="2338"/>
                  </a:cubicBezTo>
                  <a:cubicBezTo>
                    <a:pt x="194" y="2338"/>
                    <a:pt x="1223" y="1895"/>
                    <a:pt x="2455" y="1295"/>
                  </a:cubicBezTo>
                  <a:cubicBezTo>
                    <a:pt x="3773" y="653"/>
                    <a:pt x="4824" y="77"/>
                    <a:pt x="4801" y="7"/>
                  </a:cubicBezTo>
                  <a:cubicBezTo>
                    <a:pt x="4799" y="2"/>
                    <a:pt x="4793" y="0"/>
                    <a:pt x="478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43" name="Google Shape;2143;p34"/>
          <p:cNvSpPr/>
          <p:nvPr/>
        </p:nvSpPr>
        <p:spPr>
          <a:xfrm>
            <a:off x="5838487" y="757397"/>
            <a:ext cx="2658375" cy="546200"/>
          </a:xfrm>
          <a:custGeom>
            <a:avLst/>
            <a:gdLst/>
            <a:ahLst/>
            <a:cxnLst/>
            <a:rect l="l" t="t" r="r" b="b"/>
            <a:pathLst>
              <a:path w="106335" h="21848" extrusionOk="0">
                <a:moveTo>
                  <a:pt x="13084" y="21206"/>
                </a:moveTo>
                <a:cubicBezTo>
                  <a:pt x="24190" y="22445"/>
                  <a:pt x="59983" y="21560"/>
                  <a:pt x="69363" y="20675"/>
                </a:cubicBezTo>
                <a:cubicBezTo>
                  <a:pt x="78743" y="19790"/>
                  <a:pt x="64098" y="16737"/>
                  <a:pt x="69363" y="15896"/>
                </a:cubicBezTo>
                <a:cubicBezTo>
                  <a:pt x="74628" y="15055"/>
                  <a:pt x="95114" y="16516"/>
                  <a:pt x="100954" y="15631"/>
                </a:cubicBezTo>
                <a:cubicBezTo>
                  <a:pt x="106795" y="14746"/>
                  <a:pt x="107769" y="11605"/>
                  <a:pt x="104406" y="10587"/>
                </a:cubicBezTo>
                <a:cubicBezTo>
                  <a:pt x="101044" y="9569"/>
                  <a:pt x="86575" y="11029"/>
                  <a:pt x="80779" y="9525"/>
                </a:cubicBezTo>
                <a:cubicBezTo>
                  <a:pt x="74983" y="8021"/>
                  <a:pt x="78876" y="3065"/>
                  <a:pt x="69629" y="1561"/>
                </a:cubicBezTo>
                <a:cubicBezTo>
                  <a:pt x="60382" y="57"/>
                  <a:pt x="33171" y="-430"/>
                  <a:pt x="25295" y="499"/>
                </a:cubicBezTo>
                <a:cubicBezTo>
                  <a:pt x="17419" y="1428"/>
                  <a:pt x="17552" y="5720"/>
                  <a:pt x="22375" y="7136"/>
                </a:cubicBezTo>
                <a:cubicBezTo>
                  <a:pt x="27198" y="8552"/>
                  <a:pt x="49409" y="8021"/>
                  <a:pt x="54232" y="8994"/>
                </a:cubicBezTo>
                <a:cubicBezTo>
                  <a:pt x="59055" y="9967"/>
                  <a:pt x="59895" y="12268"/>
                  <a:pt x="51311" y="12976"/>
                </a:cubicBezTo>
                <a:cubicBezTo>
                  <a:pt x="42727" y="13684"/>
                  <a:pt x="9101" y="11869"/>
                  <a:pt x="2730" y="13241"/>
                </a:cubicBezTo>
                <a:cubicBezTo>
                  <a:pt x="-3641" y="14613"/>
                  <a:pt x="1979" y="19967"/>
                  <a:pt x="13084" y="21206"/>
                </a:cubicBezTo>
                <a:close/>
              </a:path>
            </a:pathLst>
          </a:custGeom>
          <a:solidFill>
            <a:srgbClr val="FFFFFF">
              <a:alpha val="70440"/>
            </a:srgbClr>
          </a:solidFill>
          <a:ln>
            <a:noFill/>
          </a:ln>
        </p:spPr>
      </p:sp>
      <p:sp>
        <p:nvSpPr>
          <p:cNvPr id="2144" name="Google Shape;2144;p34"/>
          <p:cNvSpPr/>
          <p:nvPr/>
        </p:nvSpPr>
        <p:spPr>
          <a:xfrm>
            <a:off x="5387996" y="1209450"/>
            <a:ext cx="1408578" cy="230093"/>
          </a:xfrm>
          <a:custGeom>
            <a:avLst/>
            <a:gdLst/>
            <a:ahLst/>
            <a:cxnLst/>
            <a:rect l="l" t="t" r="r" b="b"/>
            <a:pathLst>
              <a:path w="84701" h="13836" extrusionOk="0">
                <a:moveTo>
                  <a:pt x="75172" y="1120"/>
                </a:moveTo>
                <a:cubicBezTo>
                  <a:pt x="68226" y="-650"/>
                  <a:pt x="45173" y="14"/>
                  <a:pt x="37740" y="1120"/>
                </a:cubicBezTo>
                <a:cubicBezTo>
                  <a:pt x="30307" y="2226"/>
                  <a:pt x="36502" y="6518"/>
                  <a:pt x="30573" y="7757"/>
                </a:cubicBezTo>
                <a:cubicBezTo>
                  <a:pt x="24644" y="8996"/>
                  <a:pt x="5486" y="7580"/>
                  <a:pt x="2167" y="8553"/>
                </a:cubicBezTo>
                <a:cubicBezTo>
                  <a:pt x="-1151" y="9526"/>
                  <a:pt x="-2213" y="13066"/>
                  <a:pt x="10662" y="13597"/>
                </a:cubicBezTo>
                <a:cubicBezTo>
                  <a:pt x="23537" y="14128"/>
                  <a:pt x="68667" y="13819"/>
                  <a:pt x="79419" y="11739"/>
                </a:cubicBezTo>
                <a:cubicBezTo>
                  <a:pt x="90171" y="9660"/>
                  <a:pt x="82119" y="2890"/>
                  <a:pt x="75172" y="1120"/>
                </a:cubicBezTo>
                <a:close/>
              </a:path>
            </a:pathLst>
          </a:custGeom>
          <a:solidFill>
            <a:srgbClr val="FFFFFF">
              <a:alpha val="70440"/>
            </a:srgbClr>
          </a:solidFill>
          <a:ln>
            <a:no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48"/>
        <p:cNvGrpSpPr/>
        <p:nvPr/>
      </p:nvGrpSpPr>
      <p:grpSpPr>
        <a:xfrm>
          <a:off x="0" y="0"/>
          <a:ext cx="0" cy="0"/>
          <a:chOff x="0" y="0"/>
          <a:chExt cx="0" cy="0"/>
        </a:xfrm>
      </p:grpSpPr>
      <p:sp>
        <p:nvSpPr>
          <p:cNvPr id="2149" name="Google Shape;2149;p35"/>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characteristics</a:t>
            </a:r>
            <a:endParaRPr/>
          </a:p>
        </p:txBody>
      </p:sp>
      <p:sp>
        <p:nvSpPr>
          <p:cNvPr id="2150" name="Google Shape;2150;p35"/>
          <p:cNvSpPr/>
          <p:nvPr/>
        </p:nvSpPr>
        <p:spPr>
          <a:xfrm>
            <a:off x="948825" y="1407250"/>
            <a:ext cx="678300" cy="678300"/>
          </a:xfrm>
          <a:prstGeom prst="plaque">
            <a:avLst>
              <a:gd name="adj" fmla="val 16667"/>
            </a:avLst>
          </a:prstGeom>
          <a:solidFill>
            <a:srgbClr val="FFFFFF">
              <a:alpha val="70440"/>
            </a:srgbClr>
          </a:solidFill>
          <a:ln w="28575" cap="flat" cmpd="sng">
            <a:solidFill>
              <a:srgbClr val="6343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35"/>
          <p:cNvSpPr/>
          <p:nvPr/>
        </p:nvSpPr>
        <p:spPr>
          <a:xfrm>
            <a:off x="952200" y="2387750"/>
            <a:ext cx="678300" cy="678300"/>
          </a:xfrm>
          <a:prstGeom prst="plaque">
            <a:avLst>
              <a:gd name="adj" fmla="val 16667"/>
            </a:avLst>
          </a:prstGeom>
          <a:solidFill>
            <a:srgbClr val="FFFFFF">
              <a:alpha val="70440"/>
            </a:srgbClr>
          </a:solidFill>
          <a:ln w="28575" cap="flat" cmpd="sng">
            <a:solidFill>
              <a:srgbClr val="6343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35"/>
          <p:cNvSpPr/>
          <p:nvPr/>
        </p:nvSpPr>
        <p:spPr>
          <a:xfrm>
            <a:off x="952200" y="3368250"/>
            <a:ext cx="678300" cy="678300"/>
          </a:xfrm>
          <a:prstGeom prst="plaque">
            <a:avLst>
              <a:gd name="adj" fmla="val 16667"/>
            </a:avLst>
          </a:prstGeom>
          <a:solidFill>
            <a:srgbClr val="FFFFFF">
              <a:alpha val="70440"/>
            </a:srgbClr>
          </a:solidFill>
          <a:ln w="28575" cap="flat" cmpd="sng">
            <a:solidFill>
              <a:srgbClr val="6343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35"/>
          <p:cNvSpPr/>
          <p:nvPr/>
        </p:nvSpPr>
        <p:spPr>
          <a:xfrm>
            <a:off x="4800825" y="1897500"/>
            <a:ext cx="678300" cy="678300"/>
          </a:xfrm>
          <a:prstGeom prst="plaque">
            <a:avLst>
              <a:gd name="adj" fmla="val 16667"/>
            </a:avLst>
          </a:prstGeom>
          <a:solidFill>
            <a:srgbClr val="FFFFFF">
              <a:alpha val="70440"/>
            </a:srgbClr>
          </a:solidFill>
          <a:ln w="28575" cap="flat" cmpd="sng">
            <a:solidFill>
              <a:srgbClr val="6343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35"/>
          <p:cNvSpPr/>
          <p:nvPr/>
        </p:nvSpPr>
        <p:spPr>
          <a:xfrm>
            <a:off x="4800825" y="2878000"/>
            <a:ext cx="678300" cy="678300"/>
          </a:xfrm>
          <a:prstGeom prst="plaque">
            <a:avLst>
              <a:gd name="adj" fmla="val 16667"/>
            </a:avLst>
          </a:prstGeom>
          <a:solidFill>
            <a:srgbClr val="FFFFFF">
              <a:alpha val="70440"/>
            </a:srgbClr>
          </a:solidFill>
          <a:ln w="28575" cap="flat" cmpd="sng">
            <a:solidFill>
              <a:srgbClr val="6343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35"/>
          <p:cNvSpPr txBox="1"/>
          <p:nvPr/>
        </p:nvSpPr>
        <p:spPr>
          <a:xfrm>
            <a:off x="1703325" y="1460050"/>
            <a:ext cx="2676600" cy="572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Albert Sans Medium"/>
                <a:ea typeface="Albert Sans Medium"/>
                <a:cs typeface="Albert Sans Medium"/>
                <a:sym typeface="Albert Sans Medium"/>
              </a:rPr>
              <a:t>Large increase in</a:t>
            </a:r>
            <a:endParaRPr>
              <a:solidFill>
                <a:schemeClr val="dk1"/>
              </a:solidFill>
              <a:latin typeface="Albert Sans Medium"/>
              <a:ea typeface="Albert Sans Medium"/>
              <a:cs typeface="Albert Sans Medium"/>
              <a:sym typeface="Albert Sans Medium"/>
            </a:endParaRPr>
          </a:p>
          <a:p>
            <a:pPr marL="0" lvl="0" indent="0" algn="l" rtl="0">
              <a:lnSpc>
                <a:spcPct val="115000"/>
              </a:lnSpc>
              <a:spcBef>
                <a:spcPts val="0"/>
              </a:spcBef>
              <a:spcAft>
                <a:spcPts val="0"/>
              </a:spcAft>
              <a:buNone/>
            </a:pPr>
            <a:r>
              <a:rPr lang="en">
                <a:solidFill>
                  <a:schemeClr val="dk1"/>
                </a:solidFill>
                <a:latin typeface="Albert Sans Medium"/>
                <a:ea typeface="Albert Sans Medium"/>
                <a:cs typeface="Albert Sans Medium"/>
                <a:sym typeface="Albert Sans Medium"/>
              </a:rPr>
              <a:t>mechanized production</a:t>
            </a:r>
            <a:endParaRPr>
              <a:solidFill>
                <a:schemeClr val="dk1"/>
              </a:solidFill>
              <a:latin typeface="Albert Sans Medium"/>
              <a:ea typeface="Albert Sans Medium"/>
              <a:cs typeface="Albert Sans Medium"/>
              <a:sym typeface="Albert Sans Medium"/>
            </a:endParaRPr>
          </a:p>
        </p:txBody>
      </p:sp>
      <p:sp>
        <p:nvSpPr>
          <p:cNvPr id="2156" name="Google Shape;2156;p35"/>
          <p:cNvSpPr txBox="1"/>
          <p:nvPr/>
        </p:nvSpPr>
        <p:spPr>
          <a:xfrm>
            <a:off x="1703325" y="2440550"/>
            <a:ext cx="2676600" cy="572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Albert Sans Medium"/>
                <a:ea typeface="Albert Sans Medium"/>
                <a:cs typeface="Albert Sans Medium"/>
                <a:sym typeface="Albert Sans Medium"/>
              </a:rPr>
              <a:t>Many changes in the</a:t>
            </a:r>
            <a:endParaRPr>
              <a:solidFill>
                <a:schemeClr val="dk1"/>
              </a:solidFill>
              <a:latin typeface="Albert Sans Medium"/>
              <a:ea typeface="Albert Sans Medium"/>
              <a:cs typeface="Albert Sans Medium"/>
              <a:sym typeface="Albert Sans Medium"/>
            </a:endParaRPr>
          </a:p>
          <a:p>
            <a:pPr marL="0" lvl="0" indent="0" algn="l" rtl="0">
              <a:lnSpc>
                <a:spcPct val="115000"/>
              </a:lnSpc>
              <a:spcBef>
                <a:spcPts val="0"/>
              </a:spcBef>
              <a:spcAft>
                <a:spcPts val="0"/>
              </a:spcAft>
              <a:buNone/>
            </a:pPr>
            <a:r>
              <a:rPr lang="en">
                <a:solidFill>
                  <a:schemeClr val="dk1"/>
                </a:solidFill>
                <a:latin typeface="Albert Sans Medium"/>
                <a:ea typeface="Albert Sans Medium"/>
                <a:cs typeface="Albert Sans Medium"/>
                <a:sym typeface="Albert Sans Medium"/>
              </a:rPr>
              <a:t>social structure</a:t>
            </a:r>
            <a:endParaRPr>
              <a:solidFill>
                <a:schemeClr val="dk1"/>
              </a:solidFill>
              <a:latin typeface="Albert Sans Medium"/>
              <a:ea typeface="Albert Sans Medium"/>
              <a:cs typeface="Albert Sans Medium"/>
              <a:sym typeface="Albert Sans Medium"/>
            </a:endParaRPr>
          </a:p>
        </p:txBody>
      </p:sp>
      <p:sp>
        <p:nvSpPr>
          <p:cNvPr id="2157" name="Google Shape;2157;p35"/>
          <p:cNvSpPr txBox="1"/>
          <p:nvPr/>
        </p:nvSpPr>
        <p:spPr>
          <a:xfrm>
            <a:off x="1703325" y="3421050"/>
            <a:ext cx="2676600" cy="572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Albert Sans Medium"/>
                <a:ea typeface="Albert Sans Medium"/>
                <a:cs typeface="Albert Sans Medium"/>
                <a:sym typeface="Albert Sans Medium"/>
              </a:rPr>
              <a:t>Unprecedented economic and industrial expansion</a:t>
            </a:r>
            <a:endParaRPr>
              <a:solidFill>
                <a:schemeClr val="dk1"/>
              </a:solidFill>
              <a:latin typeface="Albert Sans Medium"/>
              <a:ea typeface="Albert Sans Medium"/>
              <a:cs typeface="Albert Sans Medium"/>
              <a:sym typeface="Albert Sans Medium"/>
            </a:endParaRPr>
          </a:p>
        </p:txBody>
      </p:sp>
      <p:sp>
        <p:nvSpPr>
          <p:cNvPr id="2158" name="Google Shape;2158;p35"/>
          <p:cNvSpPr txBox="1"/>
          <p:nvPr/>
        </p:nvSpPr>
        <p:spPr>
          <a:xfrm>
            <a:off x="5555325" y="1835550"/>
            <a:ext cx="2676600" cy="802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Albert Sans Medium"/>
                <a:ea typeface="Albert Sans Medium"/>
                <a:cs typeface="Albert Sans Medium"/>
                <a:sym typeface="Albert Sans Medium"/>
              </a:rPr>
              <a:t>Increased productivity due to technological progress</a:t>
            </a:r>
            <a:endParaRPr>
              <a:solidFill>
                <a:schemeClr val="dk1"/>
              </a:solidFill>
              <a:latin typeface="Albert Sans Medium"/>
              <a:ea typeface="Albert Sans Medium"/>
              <a:cs typeface="Albert Sans Medium"/>
              <a:sym typeface="Albert Sans Medium"/>
            </a:endParaRPr>
          </a:p>
        </p:txBody>
      </p:sp>
      <p:sp>
        <p:nvSpPr>
          <p:cNvPr id="2159" name="Google Shape;2159;p35"/>
          <p:cNvSpPr txBox="1"/>
          <p:nvPr/>
        </p:nvSpPr>
        <p:spPr>
          <a:xfrm>
            <a:off x="5555325" y="2930800"/>
            <a:ext cx="2676600" cy="572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Albert Sans Medium"/>
                <a:ea typeface="Albert Sans Medium"/>
                <a:cs typeface="Albert Sans Medium"/>
                <a:sym typeface="Albert Sans Medium"/>
              </a:rPr>
              <a:t>Significant improvements in the means of transportation</a:t>
            </a:r>
            <a:endParaRPr>
              <a:solidFill>
                <a:schemeClr val="dk1"/>
              </a:solidFill>
              <a:latin typeface="Albert Sans Medium"/>
              <a:ea typeface="Albert Sans Medium"/>
              <a:cs typeface="Albert Sans Medium"/>
              <a:sym typeface="Albert Sans Medium"/>
            </a:endParaRPr>
          </a:p>
        </p:txBody>
      </p:sp>
      <p:sp>
        <p:nvSpPr>
          <p:cNvPr id="2160" name="Google Shape;2160;p35"/>
          <p:cNvSpPr txBox="1"/>
          <p:nvPr/>
        </p:nvSpPr>
        <p:spPr>
          <a:xfrm>
            <a:off x="912075" y="1576450"/>
            <a:ext cx="738300" cy="33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rgbClr val="8F7025"/>
                </a:solidFill>
                <a:latin typeface="Hammersmith One"/>
                <a:ea typeface="Hammersmith One"/>
                <a:cs typeface="Hammersmith One"/>
                <a:sym typeface="Hammersmith One"/>
              </a:rPr>
              <a:t>01</a:t>
            </a:r>
            <a:endParaRPr sz="3000">
              <a:solidFill>
                <a:srgbClr val="8F7025"/>
              </a:solidFill>
              <a:latin typeface="Hammersmith One"/>
              <a:ea typeface="Hammersmith One"/>
              <a:cs typeface="Hammersmith One"/>
              <a:sym typeface="Hammersmith One"/>
            </a:endParaRPr>
          </a:p>
        </p:txBody>
      </p:sp>
      <p:sp>
        <p:nvSpPr>
          <p:cNvPr id="2161" name="Google Shape;2161;p35"/>
          <p:cNvSpPr txBox="1"/>
          <p:nvPr/>
        </p:nvSpPr>
        <p:spPr>
          <a:xfrm>
            <a:off x="918825" y="2556950"/>
            <a:ext cx="738300" cy="33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rgbClr val="8F7025"/>
                </a:solidFill>
                <a:latin typeface="Hammersmith One"/>
                <a:ea typeface="Hammersmith One"/>
                <a:cs typeface="Hammersmith One"/>
                <a:sym typeface="Hammersmith One"/>
              </a:rPr>
              <a:t>02</a:t>
            </a:r>
            <a:endParaRPr sz="3000">
              <a:solidFill>
                <a:srgbClr val="8F7025"/>
              </a:solidFill>
              <a:latin typeface="Hammersmith One"/>
              <a:ea typeface="Hammersmith One"/>
              <a:cs typeface="Hammersmith One"/>
              <a:sym typeface="Hammersmith One"/>
            </a:endParaRPr>
          </a:p>
        </p:txBody>
      </p:sp>
      <p:sp>
        <p:nvSpPr>
          <p:cNvPr id="2162" name="Google Shape;2162;p35"/>
          <p:cNvSpPr txBox="1"/>
          <p:nvPr/>
        </p:nvSpPr>
        <p:spPr>
          <a:xfrm>
            <a:off x="922199" y="3537450"/>
            <a:ext cx="738300" cy="33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rgbClr val="8F7025"/>
                </a:solidFill>
                <a:latin typeface="Hammersmith One"/>
                <a:ea typeface="Hammersmith One"/>
                <a:cs typeface="Hammersmith One"/>
                <a:sym typeface="Hammersmith One"/>
              </a:rPr>
              <a:t>03</a:t>
            </a:r>
            <a:endParaRPr sz="3000">
              <a:solidFill>
                <a:srgbClr val="8F7025"/>
              </a:solidFill>
              <a:latin typeface="Hammersmith One"/>
              <a:ea typeface="Hammersmith One"/>
              <a:cs typeface="Hammersmith One"/>
              <a:sym typeface="Hammersmith One"/>
            </a:endParaRPr>
          </a:p>
        </p:txBody>
      </p:sp>
      <p:sp>
        <p:nvSpPr>
          <p:cNvPr id="2163" name="Google Shape;2163;p35"/>
          <p:cNvSpPr txBox="1"/>
          <p:nvPr/>
        </p:nvSpPr>
        <p:spPr>
          <a:xfrm>
            <a:off x="4770825" y="2066700"/>
            <a:ext cx="738300" cy="33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rgbClr val="8F7025"/>
                </a:solidFill>
                <a:latin typeface="Hammersmith One"/>
                <a:ea typeface="Hammersmith One"/>
                <a:cs typeface="Hammersmith One"/>
                <a:sym typeface="Hammersmith One"/>
              </a:rPr>
              <a:t>04</a:t>
            </a:r>
            <a:endParaRPr sz="3000">
              <a:solidFill>
                <a:srgbClr val="8F7025"/>
              </a:solidFill>
              <a:latin typeface="Hammersmith One"/>
              <a:ea typeface="Hammersmith One"/>
              <a:cs typeface="Hammersmith One"/>
              <a:sym typeface="Hammersmith One"/>
            </a:endParaRPr>
          </a:p>
        </p:txBody>
      </p:sp>
      <p:sp>
        <p:nvSpPr>
          <p:cNvPr id="2164" name="Google Shape;2164;p35"/>
          <p:cNvSpPr txBox="1"/>
          <p:nvPr/>
        </p:nvSpPr>
        <p:spPr>
          <a:xfrm>
            <a:off x="4770825" y="3047200"/>
            <a:ext cx="738300" cy="33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rgbClr val="8F7025"/>
                </a:solidFill>
                <a:latin typeface="Hammersmith One"/>
                <a:ea typeface="Hammersmith One"/>
                <a:cs typeface="Hammersmith One"/>
                <a:sym typeface="Hammersmith One"/>
              </a:rPr>
              <a:t>05</a:t>
            </a:r>
            <a:endParaRPr sz="3000">
              <a:solidFill>
                <a:srgbClr val="8F7025"/>
              </a:solidFill>
              <a:latin typeface="Hammersmith One"/>
              <a:ea typeface="Hammersmith One"/>
              <a:cs typeface="Hammersmith One"/>
              <a:sym typeface="Hammersmith One"/>
            </a:endParaRPr>
          </a:p>
        </p:txBody>
      </p:sp>
      <p:cxnSp>
        <p:nvCxnSpPr>
          <p:cNvPr id="2165" name="Google Shape;2165;p35"/>
          <p:cNvCxnSpPr>
            <a:stCxn id="2151" idx="2"/>
            <a:endCxn id="2152" idx="0"/>
          </p:cNvCxnSpPr>
          <p:nvPr/>
        </p:nvCxnSpPr>
        <p:spPr>
          <a:xfrm>
            <a:off x="1291350" y="3066050"/>
            <a:ext cx="0" cy="302100"/>
          </a:xfrm>
          <a:prstGeom prst="straightConnector1">
            <a:avLst/>
          </a:prstGeom>
          <a:noFill/>
          <a:ln w="28575" cap="flat" cmpd="sng">
            <a:solidFill>
              <a:schemeClr val="dk2"/>
            </a:solidFill>
            <a:prstDash val="solid"/>
            <a:round/>
            <a:headEnd type="none" w="med" len="med"/>
            <a:tailEnd type="none" w="med" len="med"/>
          </a:ln>
        </p:spPr>
      </p:cxnSp>
      <p:cxnSp>
        <p:nvCxnSpPr>
          <p:cNvPr id="2166" name="Google Shape;2166;p35"/>
          <p:cNvCxnSpPr>
            <a:stCxn id="2150" idx="2"/>
            <a:endCxn id="2151" idx="0"/>
          </p:cNvCxnSpPr>
          <p:nvPr/>
        </p:nvCxnSpPr>
        <p:spPr>
          <a:xfrm>
            <a:off x="1287975" y="2085550"/>
            <a:ext cx="3300" cy="302100"/>
          </a:xfrm>
          <a:prstGeom prst="straightConnector1">
            <a:avLst/>
          </a:prstGeom>
          <a:noFill/>
          <a:ln w="28575" cap="flat" cmpd="sng">
            <a:solidFill>
              <a:schemeClr val="dk2"/>
            </a:solidFill>
            <a:prstDash val="solid"/>
            <a:round/>
            <a:headEnd type="none" w="med" len="med"/>
            <a:tailEnd type="none" w="med" len="med"/>
          </a:ln>
        </p:spPr>
      </p:cxnSp>
      <p:cxnSp>
        <p:nvCxnSpPr>
          <p:cNvPr id="2167" name="Google Shape;2167;p35"/>
          <p:cNvCxnSpPr>
            <a:stCxn id="2152" idx="2"/>
            <a:endCxn id="2153" idx="0"/>
          </p:cNvCxnSpPr>
          <p:nvPr/>
        </p:nvCxnSpPr>
        <p:spPr>
          <a:xfrm rot="-5400000">
            <a:off x="2141250" y="1047750"/>
            <a:ext cx="2148900" cy="3848700"/>
          </a:xfrm>
          <a:prstGeom prst="bentConnector5">
            <a:avLst>
              <a:gd name="adj1" fmla="val -11081"/>
              <a:gd name="adj2" fmla="val 84563"/>
              <a:gd name="adj3" fmla="val 111088"/>
            </a:avLst>
          </a:prstGeom>
          <a:noFill/>
          <a:ln w="28575" cap="flat" cmpd="sng">
            <a:solidFill>
              <a:schemeClr val="dk2"/>
            </a:solidFill>
            <a:prstDash val="solid"/>
            <a:round/>
            <a:headEnd type="none" w="med" len="med"/>
            <a:tailEnd type="none" w="med" len="med"/>
          </a:ln>
        </p:spPr>
      </p:cxnSp>
      <p:cxnSp>
        <p:nvCxnSpPr>
          <p:cNvPr id="2168" name="Google Shape;2168;p35"/>
          <p:cNvCxnSpPr>
            <a:stCxn id="2153" idx="2"/>
            <a:endCxn id="2154" idx="0"/>
          </p:cNvCxnSpPr>
          <p:nvPr/>
        </p:nvCxnSpPr>
        <p:spPr>
          <a:xfrm>
            <a:off x="5139975" y="2575800"/>
            <a:ext cx="0" cy="302100"/>
          </a:xfrm>
          <a:prstGeom prst="straightConnector1">
            <a:avLst/>
          </a:prstGeom>
          <a:noFill/>
          <a:ln w="28575" cap="flat" cmpd="sng">
            <a:solidFill>
              <a:schemeClr val="dk2"/>
            </a:solidFill>
            <a:prstDash val="solid"/>
            <a:round/>
            <a:headEnd type="none" w="med" len="med"/>
            <a:tailEnd type="none" w="med" len="med"/>
          </a:ln>
        </p:spPr>
      </p:cxnSp>
      <p:cxnSp>
        <p:nvCxnSpPr>
          <p:cNvPr id="2169" name="Google Shape;2169;p35"/>
          <p:cNvCxnSpPr>
            <a:stCxn id="2154" idx="2"/>
          </p:cNvCxnSpPr>
          <p:nvPr/>
        </p:nvCxnSpPr>
        <p:spPr>
          <a:xfrm rot="-5400000">
            <a:off x="6373275" y="518800"/>
            <a:ext cx="1804200" cy="4270800"/>
          </a:xfrm>
          <a:prstGeom prst="bentConnector4">
            <a:avLst>
              <a:gd name="adj1" fmla="val -22128"/>
              <a:gd name="adj2" fmla="val 81045"/>
            </a:avLst>
          </a:prstGeom>
          <a:noFill/>
          <a:ln w="28575" cap="flat" cmpd="sng">
            <a:solidFill>
              <a:schemeClr val="dk2"/>
            </a:solidFill>
            <a:prstDash val="solid"/>
            <a:round/>
            <a:headEnd type="none" w="med" len="med"/>
            <a:tailEnd type="none" w="med" len="med"/>
          </a:ln>
        </p:spPr>
      </p:cxnSp>
      <p:sp>
        <p:nvSpPr>
          <p:cNvPr id="2170" name="Google Shape;2170;p35"/>
          <p:cNvSpPr/>
          <p:nvPr/>
        </p:nvSpPr>
        <p:spPr>
          <a:xfrm>
            <a:off x="7733075" y="559225"/>
            <a:ext cx="450300" cy="450300"/>
          </a:xfrm>
          <a:prstGeom prst="ellipse">
            <a:avLst/>
          </a:prstGeom>
          <a:solidFill>
            <a:srgbClr val="FFFFFF">
              <a:alpha val="70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35"/>
          <p:cNvSpPr/>
          <p:nvPr/>
        </p:nvSpPr>
        <p:spPr>
          <a:xfrm>
            <a:off x="7463050" y="289200"/>
            <a:ext cx="990300" cy="990300"/>
          </a:xfrm>
          <a:prstGeom prst="ellipse">
            <a:avLst/>
          </a:prstGeom>
          <a:gradFill>
            <a:gsLst>
              <a:gs pos="0">
                <a:srgbClr val="FFFFFF">
                  <a:alpha val="70440"/>
                </a:srgbClr>
              </a:gs>
              <a:gs pos="100000">
                <a:srgbClr val="FFFFFF">
                  <a:alpha val="0"/>
                  <a:alpha val="7044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35"/>
          <p:cNvSpPr/>
          <p:nvPr/>
        </p:nvSpPr>
        <p:spPr>
          <a:xfrm flipH="1">
            <a:off x="5646037" y="770072"/>
            <a:ext cx="2658375" cy="546200"/>
          </a:xfrm>
          <a:custGeom>
            <a:avLst/>
            <a:gdLst/>
            <a:ahLst/>
            <a:cxnLst/>
            <a:rect l="l" t="t" r="r" b="b"/>
            <a:pathLst>
              <a:path w="106335" h="21848" extrusionOk="0">
                <a:moveTo>
                  <a:pt x="13084" y="21206"/>
                </a:moveTo>
                <a:cubicBezTo>
                  <a:pt x="24190" y="22445"/>
                  <a:pt x="59983" y="21560"/>
                  <a:pt x="69363" y="20675"/>
                </a:cubicBezTo>
                <a:cubicBezTo>
                  <a:pt x="78743" y="19790"/>
                  <a:pt x="64098" y="16737"/>
                  <a:pt x="69363" y="15896"/>
                </a:cubicBezTo>
                <a:cubicBezTo>
                  <a:pt x="74628" y="15055"/>
                  <a:pt x="95114" y="16516"/>
                  <a:pt x="100954" y="15631"/>
                </a:cubicBezTo>
                <a:cubicBezTo>
                  <a:pt x="106795" y="14746"/>
                  <a:pt x="107769" y="11605"/>
                  <a:pt x="104406" y="10587"/>
                </a:cubicBezTo>
                <a:cubicBezTo>
                  <a:pt x="101044" y="9569"/>
                  <a:pt x="86575" y="11029"/>
                  <a:pt x="80779" y="9525"/>
                </a:cubicBezTo>
                <a:cubicBezTo>
                  <a:pt x="74983" y="8021"/>
                  <a:pt x="78876" y="3065"/>
                  <a:pt x="69629" y="1561"/>
                </a:cubicBezTo>
                <a:cubicBezTo>
                  <a:pt x="60382" y="57"/>
                  <a:pt x="33171" y="-430"/>
                  <a:pt x="25295" y="499"/>
                </a:cubicBezTo>
                <a:cubicBezTo>
                  <a:pt x="17419" y="1428"/>
                  <a:pt x="17552" y="5720"/>
                  <a:pt x="22375" y="7136"/>
                </a:cubicBezTo>
                <a:cubicBezTo>
                  <a:pt x="27198" y="8552"/>
                  <a:pt x="49409" y="8021"/>
                  <a:pt x="54232" y="8994"/>
                </a:cubicBezTo>
                <a:cubicBezTo>
                  <a:pt x="59055" y="9967"/>
                  <a:pt x="59895" y="12268"/>
                  <a:pt x="51311" y="12976"/>
                </a:cubicBezTo>
                <a:cubicBezTo>
                  <a:pt x="42727" y="13684"/>
                  <a:pt x="9101" y="11869"/>
                  <a:pt x="2730" y="13241"/>
                </a:cubicBezTo>
                <a:cubicBezTo>
                  <a:pt x="-3641" y="14613"/>
                  <a:pt x="1979" y="19967"/>
                  <a:pt x="13084" y="21206"/>
                </a:cubicBezTo>
                <a:close/>
              </a:path>
            </a:pathLst>
          </a:custGeom>
          <a:solidFill>
            <a:srgbClr val="FFFFFF">
              <a:alpha val="70440"/>
            </a:srgbClr>
          </a:solidFill>
          <a:ln>
            <a:no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76"/>
        <p:cNvGrpSpPr/>
        <p:nvPr/>
      </p:nvGrpSpPr>
      <p:grpSpPr>
        <a:xfrm>
          <a:off x="0" y="0"/>
          <a:ext cx="0" cy="0"/>
          <a:chOff x="0" y="0"/>
          <a:chExt cx="0" cy="0"/>
        </a:xfrm>
      </p:grpSpPr>
      <p:sp>
        <p:nvSpPr>
          <p:cNvPr id="2177" name="Google Shape;2177;p3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characteristics</a:t>
            </a:r>
            <a:endParaRPr/>
          </a:p>
        </p:txBody>
      </p:sp>
      <p:sp>
        <p:nvSpPr>
          <p:cNvPr id="2178" name="Google Shape;2178;p36"/>
          <p:cNvSpPr/>
          <p:nvPr/>
        </p:nvSpPr>
        <p:spPr>
          <a:xfrm>
            <a:off x="948825" y="1407250"/>
            <a:ext cx="678300" cy="678300"/>
          </a:xfrm>
          <a:prstGeom prst="plaque">
            <a:avLst>
              <a:gd name="adj" fmla="val 16667"/>
            </a:avLst>
          </a:prstGeom>
          <a:solidFill>
            <a:srgbClr val="FFFFFF">
              <a:alpha val="70440"/>
            </a:srgbClr>
          </a:solidFill>
          <a:ln w="28575" cap="flat" cmpd="sng">
            <a:solidFill>
              <a:srgbClr val="6343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36"/>
          <p:cNvSpPr/>
          <p:nvPr/>
        </p:nvSpPr>
        <p:spPr>
          <a:xfrm>
            <a:off x="952200" y="2387750"/>
            <a:ext cx="678300" cy="678300"/>
          </a:xfrm>
          <a:prstGeom prst="plaque">
            <a:avLst>
              <a:gd name="adj" fmla="val 16667"/>
            </a:avLst>
          </a:prstGeom>
          <a:solidFill>
            <a:srgbClr val="FFFFFF">
              <a:alpha val="70440"/>
            </a:srgbClr>
          </a:solidFill>
          <a:ln w="28575" cap="flat" cmpd="sng">
            <a:solidFill>
              <a:srgbClr val="6343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36"/>
          <p:cNvSpPr/>
          <p:nvPr/>
        </p:nvSpPr>
        <p:spPr>
          <a:xfrm>
            <a:off x="952200" y="3368250"/>
            <a:ext cx="678300" cy="678300"/>
          </a:xfrm>
          <a:prstGeom prst="plaque">
            <a:avLst>
              <a:gd name="adj" fmla="val 16667"/>
            </a:avLst>
          </a:prstGeom>
          <a:solidFill>
            <a:srgbClr val="FFFFFF">
              <a:alpha val="70440"/>
            </a:srgbClr>
          </a:solidFill>
          <a:ln w="28575" cap="flat" cmpd="sng">
            <a:solidFill>
              <a:srgbClr val="6343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36"/>
          <p:cNvSpPr/>
          <p:nvPr/>
        </p:nvSpPr>
        <p:spPr>
          <a:xfrm>
            <a:off x="4800825" y="1897500"/>
            <a:ext cx="678300" cy="678300"/>
          </a:xfrm>
          <a:prstGeom prst="plaque">
            <a:avLst>
              <a:gd name="adj" fmla="val 16667"/>
            </a:avLst>
          </a:prstGeom>
          <a:solidFill>
            <a:srgbClr val="FFFFFF">
              <a:alpha val="70440"/>
            </a:srgbClr>
          </a:solidFill>
          <a:ln w="28575" cap="flat" cmpd="sng">
            <a:solidFill>
              <a:srgbClr val="6343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36"/>
          <p:cNvSpPr/>
          <p:nvPr/>
        </p:nvSpPr>
        <p:spPr>
          <a:xfrm>
            <a:off x="4800825" y="2878000"/>
            <a:ext cx="678300" cy="678300"/>
          </a:xfrm>
          <a:prstGeom prst="plaque">
            <a:avLst>
              <a:gd name="adj" fmla="val 16667"/>
            </a:avLst>
          </a:prstGeom>
          <a:solidFill>
            <a:srgbClr val="FFFFFF">
              <a:alpha val="70440"/>
            </a:srgbClr>
          </a:solidFill>
          <a:ln w="28575" cap="flat" cmpd="sng">
            <a:solidFill>
              <a:srgbClr val="6343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36"/>
          <p:cNvSpPr txBox="1"/>
          <p:nvPr/>
        </p:nvSpPr>
        <p:spPr>
          <a:xfrm>
            <a:off x="1707788" y="1345300"/>
            <a:ext cx="2676600" cy="802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Albert Sans Medium"/>
                <a:ea typeface="Albert Sans Medium"/>
                <a:cs typeface="Albert Sans Medium"/>
                <a:sym typeface="Albert Sans Medium"/>
              </a:rPr>
              <a:t>Increase in urban population to the detriment of rural areas</a:t>
            </a:r>
            <a:endParaRPr>
              <a:solidFill>
                <a:schemeClr val="dk1"/>
              </a:solidFill>
              <a:latin typeface="Albert Sans Medium"/>
              <a:ea typeface="Albert Sans Medium"/>
              <a:cs typeface="Albert Sans Medium"/>
              <a:sym typeface="Albert Sans Medium"/>
            </a:endParaRPr>
          </a:p>
        </p:txBody>
      </p:sp>
      <p:sp>
        <p:nvSpPr>
          <p:cNvPr id="2184" name="Google Shape;2184;p36"/>
          <p:cNvSpPr txBox="1"/>
          <p:nvPr/>
        </p:nvSpPr>
        <p:spPr>
          <a:xfrm>
            <a:off x="1707788" y="2440550"/>
            <a:ext cx="2676600" cy="572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Albert Sans Medium"/>
                <a:ea typeface="Albert Sans Medium"/>
                <a:cs typeface="Albert Sans Medium"/>
                <a:sym typeface="Albert Sans Medium"/>
              </a:rPr>
              <a:t>Major changes in consumption habits</a:t>
            </a:r>
            <a:endParaRPr>
              <a:solidFill>
                <a:schemeClr val="dk1"/>
              </a:solidFill>
              <a:latin typeface="Albert Sans Medium"/>
              <a:ea typeface="Albert Sans Medium"/>
              <a:cs typeface="Albert Sans Medium"/>
              <a:sym typeface="Albert Sans Medium"/>
            </a:endParaRPr>
          </a:p>
        </p:txBody>
      </p:sp>
      <p:sp>
        <p:nvSpPr>
          <p:cNvPr id="2185" name="Google Shape;2185;p36"/>
          <p:cNvSpPr txBox="1"/>
          <p:nvPr/>
        </p:nvSpPr>
        <p:spPr>
          <a:xfrm>
            <a:off x="1707788" y="3421050"/>
            <a:ext cx="2676600" cy="572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Albert Sans Medium"/>
                <a:ea typeface="Albert Sans Medium"/>
                <a:cs typeface="Albert Sans Medium"/>
                <a:sym typeface="Albert Sans Medium"/>
              </a:rPr>
              <a:t>Transformation of</a:t>
            </a:r>
            <a:endParaRPr>
              <a:solidFill>
                <a:schemeClr val="dk1"/>
              </a:solidFill>
              <a:latin typeface="Albert Sans Medium"/>
              <a:ea typeface="Albert Sans Medium"/>
              <a:cs typeface="Albert Sans Medium"/>
              <a:sym typeface="Albert Sans Medium"/>
            </a:endParaRPr>
          </a:p>
          <a:p>
            <a:pPr marL="0" lvl="0" indent="0" algn="l" rtl="0">
              <a:lnSpc>
                <a:spcPct val="115000"/>
              </a:lnSpc>
              <a:spcBef>
                <a:spcPts val="0"/>
              </a:spcBef>
              <a:spcAft>
                <a:spcPts val="0"/>
              </a:spcAft>
              <a:buNone/>
            </a:pPr>
            <a:r>
              <a:rPr lang="en">
                <a:solidFill>
                  <a:schemeClr val="dk1"/>
                </a:solidFill>
                <a:latin typeface="Albert Sans Medium"/>
                <a:ea typeface="Albert Sans Medium"/>
                <a:cs typeface="Albert Sans Medium"/>
                <a:sym typeface="Albert Sans Medium"/>
              </a:rPr>
              <a:t>production structure</a:t>
            </a:r>
            <a:endParaRPr>
              <a:solidFill>
                <a:schemeClr val="dk1"/>
              </a:solidFill>
              <a:latin typeface="Albert Sans Medium"/>
              <a:ea typeface="Albert Sans Medium"/>
              <a:cs typeface="Albert Sans Medium"/>
              <a:sym typeface="Albert Sans Medium"/>
            </a:endParaRPr>
          </a:p>
        </p:txBody>
      </p:sp>
      <p:sp>
        <p:nvSpPr>
          <p:cNvPr id="2186" name="Google Shape;2186;p36"/>
          <p:cNvSpPr txBox="1"/>
          <p:nvPr/>
        </p:nvSpPr>
        <p:spPr>
          <a:xfrm>
            <a:off x="5555325" y="1672275"/>
            <a:ext cx="2676600" cy="11286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Albert Sans Medium"/>
                <a:ea typeface="Albert Sans Medium"/>
                <a:cs typeface="Albert Sans Medium"/>
                <a:sym typeface="Albert Sans Medium"/>
              </a:rPr>
              <a:t>Transition from the primary sector to the secondary sector, especially textiles</a:t>
            </a:r>
            <a:endParaRPr>
              <a:solidFill>
                <a:schemeClr val="dk1"/>
              </a:solidFill>
              <a:latin typeface="Albert Sans Medium"/>
              <a:ea typeface="Albert Sans Medium"/>
              <a:cs typeface="Albert Sans Medium"/>
              <a:sym typeface="Albert Sans Medium"/>
            </a:endParaRPr>
          </a:p>
          <a:p>
            <a:pPr marL="0" lvl="0" indent="0" algn="l" rtl="0">
              <a:lnSpc>
                <a:spcPct val="115000"/>
              </a:lnSpc>
              <a:spcBef>
                <a:spcPts val="0"/>
              </a:spcBef>
              <a:spcAft>
                <a:spcPts val="0"/>
              </a:spcAft>
              <a:buNone/>
            </a:pPr>
            <a:r>
              <a:rPr lang="en">
                <a:solidFill>
                  <a:schemeClr val="dk1"/>
                </a:solidFill>
                <a:latin typeface="Albert Sans Medium"/>
                <a:ea typeface="Albert Sans Medium"/>
                <a:cs typeface="Albert Sans Medium"/>
                <a:sym typeface="Albert Sans Medium"/>
              </a:rPr>
              <a:t>and metallurgy</a:t>
            </a:r>
            <a:endParaRPr>
              <a:solidFill>
                <a:schemeClr val="dk1"/>
              </a:solidFill>
              <a:latin typeface="Albert Sans Medium"/>
              <a:ea typeface="Albert Sans Medium"/>
              <a:cs typeface="Albert Sans Medium"/>
              <a:sym typeface="Albert Sans Medium"/>
            </a:endParaRPr>
          </a:p>
        </p:txBody>
      </p:sp>
      <p:sp>
        <p:nvSpPr>
          <p:cNvPr id="2187" name="Google Shape;2187;p36"/>
          <p:cNvSpPr txBox="1"/>
          <p:nvPr/>
        </p:nvSpPr>
        <p:spPr>
          <a:xfrm>
            <a:off x="5555325" y="2930800"/>
            <a:ext cx="2676600" cy="572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solidFill>
                  <a:schemeClr val="dk1"/>
                </a:solidFill>
                <a:latin typeface="Albert Sans Medium"/>
                <a:ea typeface="Albert Sans Medium"/>
                <a:cs typeface="Albert Sans Medium"/>
                <a:sym typeface="Albert Sans Medium"/>
              </a:rPr>
              <a:t>Boosting coal as a main energy source</a:t>
            </a:r>
            <a:endParaRPr>
              <a:solidFill>
                <a:schemeClr val="dk1"/>
              </a:solidFill>
              <a:latin typeface="Albert Sans Medium"/>
              <a:ea typeface="Albert Sans Medium"/>
              <a:cs typeface="Albert Sans Medium"/>
              <a:sym typeface="Albert Sans Medium"/>
            </a:endParaRPr>
          </a:p>
        </p:txBody>
      </p:sp>
      <p:sp>
        <p:nvSpPr>
          <p:cNvPr id="2188" name="Google Shape;2188;p36"/>
          <p:cNvSpPr txBox="1"/>
          <p:nvPr/>
        </p:nvSpPr>
        <p:spPr>
          <a:xfrm>
            <a:off x="918825" y="2556950"/>
            <a:ext cx="738300" cy="33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rgbClr val="8F7025"/>
                </a:solidFill>
                <a:latin typeface="Hammersmith One"/>
                <a:ea typeface="Hammersmith One"/>
                <a:cs typeface="Hammersmith One"/>
                <a:sym typeface="Hammersmith One"/>
              </a:rPr>
              <a:t>07</a:t>
            </a:r>
            <a:endParaRPr sz="3000">
              <a:solidFill>
                <a:srgbClr val="8F7025"/>
              </a:solidFill>
              <a:latin typeface="Hammersmith One"/>
              <a:ea typeface="Hammersmith One"/>
              <a:cs typeface="Hammersmith One"/>
              <a:sym typeface="Hammersmith One"/>
            </a:endParaRPr>
          </a:p>
        </p:txBody>
      </p:sp>
      <p:sp>
        <p:nvSpPr>
          <p:cNvPr id="2189" name="Google Shape;2189;p36"/>
          <p:cNvSpPr txBox="1"/>
          <p:nvPr/>
        </p:nvSpPr>
        <p:spPr>
          <a:xfrm>
            <a:off x="922199" y="3537450"/>
            <a:ext cx="738300" cy="33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rgbClr val="8F7025"/>
                </a:solidFill>
                <a:latin typeface="Hammersmith One"/>
                <a:ea typeface="Hammersmith One"/>
                <a:cs typeface="Hammersmith One"/>
                <a:sym typeface="Hammersmith One"/>
              </a:rPr>
              <a:t>08</a:t>
            </a:r>
            <a:endParaRPr sz="3000">
              <a:solidFill>
                <a:srgbClr val="8F7025"/>
              </a:solidFill>
              <a:latin typeface="Hammersmith One"/>
              <a:ea typeface="Hammersmith One"/>
              <a:cs typeface="Hammersmith One"/>
              <a:sym typeface="Hammersmith One"/>
            </a:endParaRPr>
          </a:p>
        </p:txBody>
      </p:sp>
      <p:sp>
        <p:nvSpPr>
          <p:cNvPr id="2190" name="Google Shape;2190;p36"/>
          <p:cNvSpPr txBox="1"/>
          <p:nvPr/>
        </p:nvSpPr>
        <p:spPr>
          <a:xfrm>
            <a:off x="4770825" y="2066700"/>
            <a:ext cx="738300" cy="33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rgbClr val="8F7025"/>
                </a:solidFill>
                <a:latin typeface="Hammersmith One"/>
                <a:ea typeface="Hammersmith One"/>
                <a:cs typeface="Hammersmith One"/>
                <a:sym typeface="Hammersmith One"/>
              </a:rPr>
              <a:t>09</a:t>
            </a:r>
            <a:endParaRPr sz="3000">
              <a:solidFill>
                <a:srgbClr val="8F7025"/>
              </a:solidFill>
              <a:latin typeface="Hammersmith One"/>
              <a:ea typeface="Hammersmith One"/>
              <a:cs typeface="Hammersmith One"/>
              <a:sym typeface="Hammersmith One"/>
            </a:endParaRPr>
          </a:p>
        </p:txBody>
      </p:sp>
      <p:sp>
        <p:nvSpPr>
          <p:cNvPr id="2191" name="Google Shape;2191;p36"/>
          <p:cNvSpPr txBox="1"/>
          <p:nvPr/>
        </p:nvSpPr>
        <p:spPr>
          <a:xfrm>
            <a:off x="4770825" y="3047200"/>
            <a:ext cx="738300" cy="33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rgbClr val="8F7025"/>
                </a:solidFill>
                <a:latin typeface="Hammersmith One"/>
                <a:ea typeface="Hammersmith One"/>
                <a:cs typeface="Hammersmith One"/>
                <a:sym typeface="Hammersmith One"/>
              </a:rPr>
              <a:t>10</a:t>
            </a:r>
            <a:endParaRPr sz="3000">
              <a:solidFill>
                <a:srgbClr val="8F7025"/>
              </a:solidFill>
              <a:latin typeface="Hammersmith One"/>
              <a:ea typeface="Hammersmith One"/>
              <a:cs typeface="Hammersmith One"/>
              <a:sym typeface="Hammersmith One"/>
            </a:endParaRPr>
          </a:p>
        </p:txBody>
      </p:sp>
      <p:cxnSp>
        <p:nvCxnSpPr>
          <p:cNvPr id="2192" name="Google Shape;2192;p36"/>
          <p:cNvCxnSpPr>
            <a:stCxn id="2179" idx="2"/>
            <a:endCxn id="2180" idx="0"/>
          </p:cNvCxnSpPr>
          <p:nvPr/>
        </p:nvCxnSpPr>
        <p:spPr>
          <a:xfrm>
            <a:off x="1291350" y="3066050"/>
            <a:ext cx="0" cy="302100"/>
          </a:xfrm>
          <a:prstGeom prst="straightConnector1">
            <a:avLst/>
          </a:prstGeom>
          <a:noFill/>
          <a:ln w="28575" cap="flat" cmpd="sng">
            <a:solidFill>
              <a:schemeClr val="dk2"/>
            </a:solidFill>
            <a:prstDash val="solid"/>
            <a:round/>
            <a:headEnd type="none" w="med" len="med"/>
            <a:tailEnd type="none" w="med" len="med"/>
          </a:ln>
        </p:spPr>
      </p:cxnSp>
      <p:cxnSp>
        <p:nvCxnSpPr>
          <p:cNvPr id="2193" name="Google Shape;2193;p36"/>
          <p:cNvCxnSpPr>
            <a:stCxn id="2178" idx="2"/>
            <a:endCxn id="2179" idx="0"/>
          </p:cNvCxnSpPr>
          <p:nvPr/>
        </p:nvCxnSpPr>
        <p:spPr>
          <a:xfrm>
            <a:off x="1287975" y="2085550"/>
            <a:ext cx="3300" cy="302100"/>
          </a:xfrm>
          <a:prstGeom prst="straightConnector1">
            <a:avLst/>
          </a:prstGeom>
          <a:noFill/>
          <a:ln w="28575" cap="flat" cmpd="sng">
            <a:solidFill>
              <a:schemeClr val="dk2"/>
            </a:solidFill>
            <a:prstDash val="solid"/>
            <a:round/>
            <a:headEnd type="none" w="med" len="med"/>
            <a:tailEnd type="none" w="med" len="med"/>
          </a:ln>
        </p:spPr>
      </p:cxnSp>
      <p:cxnSp>
        <p:nvCxnSpPr>
          <p:cNvPr id="2194" name="Google Shape;2194;p36"/>
          <p:cNvCxnSpPr>
            <a:stCxn id="2180" idx="2"/>
            <a:endCxn id="2181" idx="0"/>
          </p:cNvCxnSpPr>
          <p:nvPr/>
        </p:nvCxnSpPr>
        <p:spPr>
          <a:xfrm rot="-5400000">
            <a:off x="2141250" y="1047750"/>
            <a:ext cx="2148900" cy="3848700"/>
          </a:xfrm>
          <a:prstGeom prst="bentConnector5">
            <a:avLst>
              <a:gd name="adj1" fmla="val -11081"/>
              <a:gd name="adj2" fmla="val 84563"/>
              <a:gd name="adj3" fmla="val 111088"/>
            </a:avLst>
          </a:prstGeom>
          <a:noFill/>
          <a:ln w="28575" cap="flat" cmpd="sng">
            <a:solidFill>
              <a:schemeClr val="dk2"/>
            </a:solidFill>
            <a:prstDash val="solid"/>
            <a:round/>
            <a:headEnd type="none" w="med" len="med"/>
            <a:tailEnd type="none" w="med" len="med"/>
          </a:ln>
        </p:spPr>
      </p:cxnSp>
      <p:cxnSp>
        <p:nvCxnSpPr>
          <p:cNvPr id="2195" name="Google Shape;2195;p36"/>
          <p:cNvCxnSpPr>
            <a:stCxn id="2181" idx="2"/>
            <a:endCxn id="2182" idx="0"/>
          </p:cNvCxnSpPr>
          <p:nvPr/>
        </p:nvCxnSpPr>
        <p:spPr>
          <a:xfrm>
            <a:off x="5139975" y="2575800"/>
            <a:ext cx="0" cy="302100"/>
          </a:xfrm>
          <a:prstGeom prst="straightConnector1">
            <a:avLst/>
          </a:prstGeom>
          <a:noFill/>
          <a:ln w="28575" cap="flat" cmpd="sng">
            <a:solidFill>
              <a:schemeClr val="dk2"/>
            </a:solidFill>
            <a:prstDash val="solid"/>
            <a:round/>
            <a:headEnd type="none" w="med" len="med"/>
            <a:tailEnd type="none" w="med" len="med"/>
          </a:ln>
        </p:spPr>
      </p:cxnSp>
      <p:cxnSp>
        <p:nvCxnSpPr>
          <p:cNvPr id="2196" name="Google Shape;2196;p36"/>
          <p:cNvCxnSpPr>
            <a:stCxn id="2178" idx="1"/>
          </p:cNvCxnSpPr>
          <p:nvPr/>
        </p:nvCxnSpPr>
        <p:spPr>
          <a:xfrm rot="10800000">
            <a:off x="-13275" y="1746400"/>
            <a:ext cx="962100" cy="0"/>
          </a:xfrm>
          <a:prstGeom prst="straightConnector1">
            <a:avLst/>
          </a:prstGeom>
          <a:noFill/>
          <a:ln w="28575" cap="flat" cmpd="sng">
            <a:solidFill>
              <a:schemeClr val="dk2"/>
            </a:solidFill>
            <a:prstDash val="solid"/>
            <a:round/>
            <a:headEnd type="none" w="med" len="med"/>
            <a:tailEnd type="none" w="med" len="med"/>
          </a:ln>
        </p:spPr>
      </p:cxnSp>
      <p:sp>
        <p:nvSpPr>
          <p:cNvPr id="2197" name="Google Shape;2197;p36"/>
          <p:cNvSpPr txBox="1"/>
          <p:nvPr/>
        </p:nvSpPr>
        <p:spPr>
          <a:xfrm>
            <a:off x="912075" y="1576450"/>
            <a:ext cx="738300" cy="33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rgbClr val="8F7025"/>
                </a:solidFill>
                <a:latin typeface="Hammersmith One"/>
                <a:ea typeface="Hammersmith One"/>
                <a:cs typeface="Hammersmith One"/>
                <a:sym typeface="Hammersmith One"/>
              </a:rPr>
              <a:t>06</a:t>
            </a:r>
            <a:endParaRPr sz="3000">
              <a:solidFill>
                <a:srgbClr val="8F7025"/>
              </a:solidFill>
              <a:latin typeface="Hammersmith One"/>
              <a:ea typeface="Hammersmith One"/>
              <a:cs typeface="Hammersmith One"/>
              <a:sym typeface="Hammersmith One"/>
            </a:endParaRPr>
          </a:p>
        </p:txBody>
      </p:sp>
      <p:sp>
        <p:nvSpPr>
          <p:cNvPr id="2198" name="Google Shape;2198;p36"/>
          <p:cNvSpPr/>
          <p:nvPr/>
        </p:nvSpPr>
        <p:spPr>
          <a:xfrm flipH="1">
            <a:off x="7085370" y="3997192"/>
            <a:ext cx="990350" cy="453075"/>
          </a:xfrm>
          <a:custGeom>
            <a:avLst/>
            <a:gdLst/>
            <a:ahLst/>
            <a:cxnLst/>
            <a:rect l="l" t="t" r="r" b="b"/>
            <a:pathLst>
              <a:path w="39614" h="18123" extrusionOk="0">
                <a:moveTo>
                  <a:pt x="3639" y="18106"/>
                </a:moveTo>
                <a:cubicBezTo>
                  <a:pt x="4391" y="18239"/>
                  <a:pt x="2776" y="14102"/>
                  <a:pt x="4568" y="13195"/>
                </a:cubicBezTo>
                <a:cubicBezTo>
                  <a:pt x="6360" y="12288"/>
                  <a:pt x="12776" y="13173"/>
                  <a:pt x="14391" y="12664"/>
                </a:cubicBezTo>
                <a:cubicBezTo>
                  <a:pt x="16006" y="12155"/>
                  <a:pt x="14944" y="10629"/>
                  <a:pt x="14258" y="10142"/>
                </a:cubicBezTo>
                <a:cubicBezTo>
                  <a:pt x="13572" y="9655"/>
                  <a:pt x="10696" y="10209"/>
                  <a:pt x="10276" y="9744"/>
                </a:cubicBezTo>
                <a:cubicBezTo>
                  <a:pt x="9856" y="9280"/>
                  <a:pt x="8307" y="7731"/>
                  <a:pt x="11736" y="7355"/>
                </a:cubicBezTo>
                <a:cubicBezTo>
                  <a:pt x="15165" y="6979"/>
                  <a:pt x="26249" y="8506"/>
                  <a:pt x="30850" y="7488"/>
                </a:cubicBezTo>
                <a:cubicBezTo>
                  <a:pt x="35452" y="6470"/>
                  <a:pt x="40849" y="2466"/>
                  <a:pt x="39345" y="1249"/>
                </a:cubicBezTo>
                <a:cubicBezTo>
                  <a:pt x="37841" y="32"/>
                  <a:pt x="24169" y="-211"/>
                  <a:pt x="21824" y="187"/>
                </a:cubicBezTo>
                <a:cubicBezTo>
                  <a:pt x="19479" y="585"/>
                  <a:pt x="28085" y="2974"/>
                  <a:pt x="25275" y="3638"/>
                </a:cubicBezTo>
                <a:cubicBezTo>
                  <a:pt x="22466" y="4302"/>
                  <a:pt x="8131" y="3019"/>
                  <a:pt x="4967" y="4169"/>
                </a:cubicBezTo>
                <a:cubicBezTo>
                  <a:pt x="1804" y="5320"/>
                  <a:pt x="7113" y="9169"/>
                  <a:pt x="6294" y="10541"/>
                </a:cubicBezTo>
                <a:cubicBezTo>
                  <a:pt x="5475" y="11913"/>
                  <a:pt x="498" y="11138"/>
                  <a:pt x="55" y="12399"/>
                </a:cubicBezTo>
                <a:cubicBezTo>
                  <a:pt x="-387" y="13660"/>
                  <a:pt x="2887" y="17973"/>
                  <a:pt x="3639" y="18106"/>
                </a:cubicBezTo>
                <a:close/>
              </a:path>
            </a:pathLst>
          </a:custGeom>
          <a:solidFill>
            <a:srgbClr val="FFFFFF">
              <a:alpha val="70440"/>
            </a:srgbClr>
          </a:solidFill>
          <a:ln>
            <a:noFill/>
          </a:ln>
        </p:spPr>
      </p:sp>
      <p:sp>
        <p:nvSpPr>
          <p:cNvPr id="2199" name="Google Shape;2199;p36"/>
          <p:cNvSpPr/>
          <p:nvPr/>
        </p:nvSpPr>
        <p:spPr>
          <a:xfrm flipH="1">
            <a:off x="8053411" y="3801253"/>
            <a:ext cx="775225" cy="450350"/>
          </a:xfrm>
          <a:custGeom>
            <a:avLst/>
            <a:gdLst/>
            <a:ahLst/>
            <a:cxnLst/>
            <a:rect l="l" t="t" r="r" b="b"/>
            <a:pathLst>
              <a:path w="31009" h="18014" extrusionOk="0">
                <a:moveTo>
                  <a:pt x="3625" y="18011"/>
                </a:moveTo>
                <a:cubicBezTo>
                  <a:pt x="4377" y="18144"/>
                  <a:pt x="2762" y="14007"/>
                  <a:pt x="4554" y="13100"/>
                </a:cubicBezTo>
                <a:cubicBezTo>
                  <a:pt x="6346" y="12193"/>
                  <a:pt x="12673" y="13019"/>
                  <a:pt x="14377" y="12569"/>
                </a:cubicBezTo>
                <a:cubicBezTo>
                  <a:pt x="16081" y="12119"/>
                  <a:pt x="15462" y="10885"/>
                  <a:pt x="14776" y="10398"/>
                </a:cubicBezTo>
                <a:cubicBezTo>
                  <a:pt x="14090" y="9911"/>
                  <a:pt x="11191" y="10512"/>
                  <a:pt x="10262" y="9649"/>
                </a:cubicBezTo>
                <a:cubicBezTo>
                  <a:pt x="9333" y="8786"/>
                  <a:pt x="5971" y="5938"/>
                  <a:pt x="9201" y="5222"/>
                </a:cubicBezTo>
                <a:cubicBezTo>
                  <a:pt x="12431" y="4506"/>
                  <a:pt x="26456" y="5996"/>
                  <a:pt x="29642" y="5354"/>
                </a:cubicBezTo>
                <a:cubicBezTo>
                  <a:pt x="32828" y="4712"/>
                  <a:pt x="29620" y="2249"/>
                  <a:pt x="28315" y="1372"/>
                </a:cubicBezTo>
                <a:cubicBezTo>
                  <a:pt x="27010" y="495"/>
                  <a:pt x="22319" y="-270"/>
                  <a:pt x="21810" y="92"/>
                </a:cubicBezTo>
                <a:cubicBezTo>
                  <a:pt x="21301" y="454"/>
                  <a:pt x="28071" y="2879"/>
                  <a:pt x="25261" y="3543"/>
                </a:cubicBezTo>
                <a:cubicBezTo>
                  <a:pt x="22452" y="4207"/>
                  <a:pt x="8117" y="2924"/>
                  <a:pt x="4953" y="4074"/>
                </a:cubicBezTo>
                <a:cubicBezTo>
                  <a:pt x="1790" y="5225"/>
                  <a:pt x="7099" y="9074"/>
                  <a:pt x="6280" y="10446"/>
                </a:cubicBezTo>
                <a:cubicBezTo>
                  <a:pt x="5461" y="11818"/>
                  <a:pt x="484" y="11043"/>
                  <a:pt x="41" y="12304"/>
                </a:cubicBezTo>
                <a:cubicBezTo>
                  <a:pt x="-401" y="13565"/>
                  <a:pt x="2873" y="17878"/>
                  <a:pt x="3625" y="18011"/>
                </a:cubicBezTo>
                <a:close/>
              </a:path>
            </a:pathLst>
          </a:custGeom>
          <a:solidFill>
            <a:srgbClr val="FFFFFF">
              <a:alpha val="70440"/>
            </a:srgbClr>
          </a:solidFill>
          <a:ln>
            <a:noFill/>
          </a:ln>
        </p:spPr>
      </p:sp>
      <p:grpSp>
        <p:nvGrpSpPr>
          <p:cNvPr id="2200" name="Google Shape;2200;p36"/>
          <p:cNvGrpSpPr/>
          <p:nvPr/>
        </p:nvGrpSpPr>
        <p:grpSpPr>
          <a:xfrm flipH="1">
            <a:off x="7184987" y="4233775"/>
            <a:ext cx="1095050" cy="949050"/>
            <a:chOff x="6742975" y="3444500"/>
            <a:chExt cx="1095050" cy="949050"/>
          </a:xfrm>
        </p:grpSpPr>
        <p:sp>
          <p:nvSpPr>
            <p:cNvPr id="2201" name="Google Shape;2201;p36"/>
            <p:cNvSpPr/>
            <p:nvPr/>
          </p:nvSpPr>
          <p:spPr>
            <a:xfrm>
              <a:off x="7211325" y="3444500"/>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1"/>
            </a:solidFill>
            <a:ln>
              <a:noFill/>
            </a:ln>
          </p:spPr>
        </p:sp>
        <p:sp>
          <p:nvSpPr>
            <p:cNvPr id="2202" name="Google Shape;2202;p36"/>
            <p:cNvSpPr/>
            <p:nvPr/>
          </p:nvSpPr>
          <p:spPr>
            <a:xfrm>
              <a:off x="6985675" y="3643600"/>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1"/>
            </a:solidFill>
            <a:ln>
              <a:noFill/>
            </a:ln>
          </p:spPr>
        </p:sp>
        <p:sp>
          <p:nvSpPr>
            <p:cNvPr id="2203" name="Google Shape;2203;p36"/>
            <p:cNvSpPr/>
            <p:nvPr/>
          </p:nvSpPr>
          <p:spPr>
            <a:xfrm>
              <a:off x="6742975" y="3922325"/>
              <a:ext cx="1095050" cy="471225"/>
            </a:xfrm>
            <a:custGeom>
              <a:avLst/>
              <a:gdLst/>
              <a:ahLst/>
              <a:cxnLst/>
              <a:rect l="l" t="t" r="r" b="b"/>
              <a:pathLst>
                <a:path w="43802" h="18849" extrusionOk="0">
                  <a:moveTo>
                    <a:pt x="37431" y="0"/>
                  </a:moveTo>
                  <a:lnTo>
                    <a:pt x="5043" y="0"/>
                  </a:lnTo>
                  <a:lnTo>
                    <a:pt x="0" y="3717"/>
                  </a:lnTo>
                  <a:lnTo>
                    <a:pt x="1858" y="9557"/>
                  </a:lnTo>
                  <a:lnTo>
                    <a:pt x="37696" y="18849"/>
                  </a:lnTo>
                  <a:lnTo>
                    <a:pt x="43802" y="7434"/>
                  </a:lnTo>
                  <a:close/>
                </a:path>
              </a:pathLst>
            </a:custGeom>
            <a:solidFill>
              <a:schemeClr val="dk1"/>
            </a:solidFill>
            <a:ln>
              <a:noFill/>
            </a:ln>
          </p:spPr>
        </p:sp>
      </p:grpSp>
      <p:grpSp>
        <p:nvGrpSpPr>
          <p:cNvPr id="2204" name="Google Shape;2204;p36"/>
          <p:cNvGrpSpPr/>
          <p:nvPr/>
        </p:nvGrpSpPr>
        <p:grpSpPr>
          <a:xfrm flipH="1">
            <a:off x="8309737" y="4233776"/>
            <a:ext cx="1357650" cy="584024"/>
            <a:chOff x="5355625" y="3444501"/>
            <a:chExt cx="1357650" cy="584024"/>
          </a:xfrm>
        </p:grpSpPr>
        <p:sp>
          <p:nvSpPr>
            <p:cNvPr id="2205" name="Google Shape;2205;p36"/>
            <p:cNvSpPr/>
            <p:nvPr/>
          </p:nvSpPr>
          <p:spPr>
            <a:xfrm>
              <a:off x="6222450" y="3444501"/>
              <a:ext cx="102408" cy="464483"/>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2206" name="Google Shape;2206;p36"/>
            <p:cNvSpPr/>
            <p:nvPr/>
          </p:nvSpPr>
          <p:spPr>
            <a:xfrm>
              <a:off x="5355625" y="3796225"/>
              <a:ext cx="1357650" cy="232300"/>
            </a:xfrm>
            <a:custGeom>
              <a:avLst/>
              <a:gdLst/>
              <a:ahLst/>
              <a:cxnLst/>
              <a:rect l="l" t="t" r="r" b="b"/>
              <a:pathLst>
                <a:path w="54306" h="9292" extrusionOk="0">
                  <a:moveTo>
                    <a:pt x="50705" y="8761"/>
                  </a:moveTo>
                  <a:lnTo>
                    <a:pt x="50705" y="4779"/>
                  </a:lnTo>
                  <a:lnTo>
                    <a:pt x="54306" y="5744"/>
                  </a:lnTo>
                  <a:lnTo>
                    <a:pt x="46458" y="0"/>
                  </a:lnTo>
                  <a:lnTo>
                    <a:pt x="0" y="0"/>
                  </a:lnTo>
                  <a:lnTo>
                    <a:pt x="2124" y="9292"/>
                  </a:lnTo>
                  <a:close/>
                </a:path>
              </a:pathLst>
            </a:custGeom>
            <a:solidFill>
              <a:schemeClr val="dk2"/>
            </a:solidFill>
            <a:ln>
              <a:noFill/>
            </a:ln>
          </p:spPr>
        </p:sp>
      </p:grpSp>
      <p:sp>
        <p:nvSpPr>
          <p:cNvPr id="2207" name="Google Shape;2207;p36"/>
          <p:cNvSpPr/>
          <p:nvPr/>
        </p:nvSpPr>
        <p:spPr>
          <a:xfrm flipH="1">
            <a:off x="5142530" y="4207254"/>
            <a:ext cx="635025" cy="371375"/>
          </a:xfrm>
          <a:custGeom>
            <a:avLst/>
            <a:gdLst/>
            <a:ahLst/>
            <a:cxnLst/>
            <a:rect l="l" t="t" r="r" b="b"/>
            <a:pathLst>
              <a:path w="25401" h="14855" extrusionOk="0">
                <a:moveTo>
                  <a:pt x="332" y="14756"/>
                </a:moveTo>
                <a:cubicBezTo>
                  <a:pt x="730" y="15154"/>
                  <a:pt x="1482" y="11084"/>
                  <a:pt x="3252" y="10243"/>
                </a:cubicBezTo>
                <a:cubicBezTo>
                  <a:pt x="5022" y="9402"/>
                  <a:pt x="10022" y="10685"/>
                  <a:pt x="10951" y="9712"/>
                </a:cubicBezTo>
                <a:cubicBezTo>
                  <a:pt x="11880" y="8739"/>
                  <a:pt x="6482" y="5244"/>
                  <a:pt x="8827" y="4403"/>
                </a:cubicBezTo>
                <a:cubicBezTo>
                  <a:pt x="11172" y="3562"/>
                  <a:pt x="23384" y="5376"/>
                  <a:pt x="25021" y="4668"/>
                </a:cubicBezTo>
                <a:cubicBezTo>
                  <a:pt x="26658" y="3960"/>
                  <a:pt x="22366" y="642"/>
                  <a:pt x="18649" y="155"/>
                </a:cubicBezTo>
                <a:cubicBezTo>
                  <a:pt x="14932" y="-332"/>
                  <a:pt x="4712" y="598"/>
                  <a:pt x="2721" y="1748"/>
                </a:cubicBezTo>
                <a:cubicBezTo>
                  <a:pt x="730" y="2898"/>
                  <a:pt x="7013" y="6039"/>
                  <a:pt x="6703" y="7057"/>
                </a:cubicBezTo>
                <a:cubicBezTo>
                  <a:pt x="6393" y="8075"/>
                  <a:pt x="1925" y="6571"/>
                  <a:pt x="863" y="7854"/>
                </a:cubicBezTo>
                <a:cubicBezTo>
                  <a:pt x="-199" y="9137"/>
                  <a:pt x="-66" y="14358"/>
                  <a:pt x="332" y="14756"/>
                </a:cubicBezTo>
                <a:close/>
              </a:path>
            </a:pathLst>
          </a:custGeom>
          <a:solidFill>
            <a:srgbClr val="FFFFFF">
              <a:alpha val="70440"/>
            </a:srgbClr>
          </a:solidFill>
          <a:ln>
            <a:noFill/>
          </a:ln>
        </p:spPr>
      </p:sp>
      <p:sp>
        <p:nvSpPr>
          <p:cNvPr id="2208" name="Google Shape;2208;p36"/>
          <p:cNvSpPr/>
          <p:nvPr/>
        </p:nvSpPr>
        <p:spPr>
          <a:xfrm flipH="1">
            <a:off x="5113437" y="3949702"/>
            <a:ext cx="1506575" cy="590621"/>
          </a:xfrm>
          <a:custGeom>
            <a:avLst/>
            <a:gdLst/>
            <a:ahLst/>
            <a:cxnLst/>
            <a:rect l="l" t="t" r="r" b="b"/>
            <a:pathLst>
              <a:path w="60263" h="29672" extrusionOk="0">
                <a:moveTo>
                  <a:pt x="6421" y="29645"/>
                </a:moveTo>
                <a:cubicBezTo>
                  <a:pt x="7748" y="29866"/>
                  <a:pt x="8058" y="25442"/>
                  <a:pt x="8014" y="23672"/>
                </a:cubicBezTo>
                <a:cubicBezTo>
                  <a:pt x="7970" y="21902"/>
                  <a:pt x="5581" y="20376"/>
                  <a:pt x="6156" y="19026"/>
                </a:cubicBezTo>
                <a:cubicBezTo>
                  <a:pt x="6731" y="17677"/>
                  <a:pt x="10779" y="16526"/>
                  <a:pt x="11465" y="15575"/>
                </a:cubicBezTo>
                <a:cubicBezTo>
                  <a:pt x="12151" y="14624"/>
                  <a:pt x="10802" y="14182"/>
                  <a:pt x="10271" y="13319"/>
                </a:cubicBezTo>
                <a:cubicBezTo>
                  <a:pt x="9740" y="12456"/>
                  <a:pt x="3656" y="11040"/>
                  <a:pt x="8280" y="10398"/>
                </a:cubicBezTo>
                <a:cubicBezTo>
                  <a:pt x="12904" y="9756"/>
                  <a:pt x="33832" y="10465"/>
                  <a:pt x="38013" y="9469"/>
                </a:cubicBezTo>
                <a:cubicBezTo>
                  <a:pt x="42194" y="8474"/>
                  <a:pt x="29982" y="5354"/>
                  <a:pt x="33367" y="4425"/>
                </a:cubicBezTo>
                <a:cubicBezTo>
                  <a:pt x="36752" y="3496"/>
                  <a:pt x="54782" y="4580"/>
                  <a:pt x="58321" y="3894"/>
                </a:cubicBezTo>
                <a:cubicBezTo>
                  <a:pt x="61861" y="3208"/>
                  <a:pt x="60489" y="797"/>
                  <a:pt x="54604" y="310"/>
                </a:cubicBezTo>
                <a:cubicBezTo>
                  <a:pt x="48719" y="-177"/>
                  <a:pt x="28278" y="-132"/>
                  <a:pt x="23013" y="974"/>
                </a:cubicBezTo>
                <a:cubicBezTo>
                  <a:pt x="17748" y="2080"/>
                  <a:pt x="26553" y="5620"/>
                  <a:pt x="23013" y="6947"/>
                </a:cubicBezTo>
                <a:cubicBezTo>
                  <a:pt x="19474" y="8274"/>
                  <a:pt x="4940" y="7456"/>
                  <a:pt x="1776" y="8938"/>
                </a:cubicBezTo>
                <a:cubicBezTo>
                  <a:pt x="-1387" y="10420"/>
                  <a:pt x="4320" y="13606"/>
                  <a:pt x="4032" y="15840"/>
                </a:cubicBezTo>
                <a:cubicBezTo>
                  <a:pt x="3744" y="18075"/>
                  <a:pt x="-348" y="20044"/>
                  <a:pt x="50" y="22345"/>
                </a:cubicBezTo>
                <a:cubicBezTo>
                  <a:pt x="448" y="24646"/>
                  <a:pt x="5094" y="29424"/>
                  <a:pt x="6421" y="29645"/>
                </a:cubicBezTo>
                <a:close/>
              </a:path>
            </a:pathLst>
          </a:custGeom>
          <a:solidFill>
            <a:srgbClr val="FFFFFF">
              <a:alpha val="70440"/>
            </a:srgbClr>
          </a:solidFill>
          <a:ln>
            <a:noFill/>
          </a:ln>
        </p:spPr>
      </p:sp>
      <p:grpSp>
        <p:nvGrpSpPr>
          <p:cNvPr id="2209" name="Google Shape;2209;p36"/>
          <p:cNvGrpSpPr/>
          <p:nvPr/>
        </p:nvGrpSpPr>
        <p:grpSpPr>
          <a:xfrm flipH="1">
            <a:off x="5185225" y="4536325"/>
            <a:ext cx="1931300" cy="862775"/>
            <a:chOff x="7466375" y="3371475"/>
            <a:chExt cx="1931300" cy="862775"/>
          </a:xfrm>
        </p:grpSpPr>
        <p:sp>
          <p:nvSpPr>
            <p:cNvPr id="2210" name="Google Shape;2210;p36"/>
            <p:cNvSpPr/>
            <p:nvPr/>
          </p:nvSpPr>
          <p:spPr>
            <a:xfrm>
              <a:off x="806082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2211" name="Google Shape;2211;p36"/>
            <p:cNvSpPr/>
            <p:nvPr/>
          </p:nvSpPr>
          <p:spPr>
            <a:xfrm>
              <a:off x="7466375" y="3842700"/>
              <a:ext cx="1931300" cy="391550"/>
            </a:xfrm>
            <a:custGeom>
              <a:avLst/>
              <a:gdLst/>
              <a:ahLst/>
              <a:cxnLst/>
              <a:rect l="l" t="t" r="r" b="b"/>
              <a:pathLst>
                <a:path w="77252" h="15662" extrusionOk="0">
                  <a:moveTo>
                    <a:pt x="74863" y="3451"/>
                  </a:moveTo>
                  <a:lnTo>
                    <a:pt x="71677" y="0"/>
                  </a:lnTo>
                  <a:lnTo>
                    <a:pt x="6637" y="0"/>
                  </a:lnTo>
                  <a:lnTo>
                    <a:pt x="0" y="6902"/>
                  </a:lnTo>
                  <a:lnTo>
                    <a:pt x="6902" y="7167"/>
                  </a:lnTo>
                  <a:lnTo>
                    <a:pt x="6637" y="15662"/>
                  </a:lnTo>
                  <a:lnTo>
                    <a:pt x="77252" y="12742"/>
                  </a:lnTo>
                  <a:close/>
                </a:path>
              </a:pathLst>
            </a:custGeom>
            <a:solidFill>
              <a:schemeClr val="dk2"/>
            </a:solidFill>
            <a:ln>
              <a:noFill/>
            </a:ln>
          </p:spPr>
        </p:sp>
        <p:sp>
          <p:nvSpPr>
            <p:cNvPr id="2212" name="Google Shape;2212;p36"/>
            <p:cNvSpPr/>
            <p:nvPr/>
          </p:nvSpPr>
          <p:spPr>
            <a:xfrm>
              <a:off x="8328375"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2213" name="Google Shape;2213;p36"/>
            <p:cNvSpPr/>
            <p:nvPr/>
          </p:nvSpPr>
          <p:spPr>
            <a:xfrm>
              <a:off x="8766400" y="3371475"/>
              <a:ext cx="102408" cy="537556"/>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grpSp>
      <p:sp>
        <p:nvSpPr>
          <p:cNvPr id="2214" name="Google Shape;2214;p36"/>
          <p:cNvSpPr/>
          <p:nvPr/>
        </p:nvSpPr>
        <p:spPr>
          <a:xfrm>
            <a:off x="-488898" y="4592095"/>
            <a:ext cx="10173100" cy="744150"/>
          </a:xfrm>
          <a:custGeom>
            <a:avLst/>
            <a:gdLst/>
            <a:ahLst/>
            <a:cxnLst/>
            <a:rect l="l" t="t" r="r" b="b"/>
            <a:pathLst>
              <a:path w="406924" h="29766" extrusionOk="0">
                <a:moveTo>
                  <a:pt x="403488" y="5449"/>
                </a:moveTo>
                <a:cubicBezTo>
                  <a:pt x="400878" y="1423"/>
                  <a:pt x="388002" y="2396"/>
                  <a:pt x="371366" y="2529"/>
                </a:cubicBezTo>
                <a:cubicBezTo>
                  <a:pt x="354730" y="2662"/>
                  <a:pt x="324377" y="6202"/>
                  <a:pt x="303670" y="6246"/>
                </a:cubicBezTo>
                <a:cubicBezTo>
                  <a:pt x="282963" y="6290"/>
                  <a:pt x="264690" y="3149"/>
                  <a:pt x="247125" y="2795"/>
                </a:cubicBezTo>
                <a:cubicBezTo>
                  <a:pt x="229560" y="2441"/>
                  <a:pt x="222402" y="4584"/>
                  <a:pt x="198278" y="4122"/>
                </a:cubicBezTo>
                <a:cubicBezTo>
                  <a:pt x="174154" y="3660"/>
                  <a:pt x="133045" y="-332"/>
                  <a:pt x="102383" y="22"/>
                </a:cubicBezTo>
                <a:cubicBezTo>
                  <a:pt x="71721" y="376"/>
                  <a:pt x="27482" y="1846"/>
                  <a:pt x="14307" y="6246"/>
                </a:cubicBezTo>
                <a:cubicBezTo>
                  <a:pt x="1132" y="10646"/>
                  <a:pt x="-13523" y="22529"/>
                  <a:pt x="23333" y="26422"/>
                </a:cubicBezTo>
                <a:cubicBezTo>
                  <a:pt x="60189" y="30316"/>
                  <a:pt x="174828" y="29563"/>
                  <a:pt x="235444" y="29607"/>
                </a:cubicBezTo>
                <a:cubicBezTo>
                  <a:pt x="296060" y="29651"/>
                  <a:pt x="359021" y="30713"/>
                  <a:pt x="387028" y="26687"/>
                </a:cubicBezTo>
                <a:cubicBezTo>
                  <a:pt x="415035" y="22661"/>
                  <a:pt x="406098" y="9475"/>
                  <a:pt x="403488" y="5449"/>
                </a:cubicBezTo>
                <a:close/>
              </a:path>
            </a:pathLst>
          </a:custGeom>
          <a:solidFill>
            <a:schemeClr val="accent3"/>
          </a:solidFill>
          <a:ln>
            <a:noFill/>
          </a:ln>
        </p:spPr>
      </p:sp>
      <p:sp>
        <p:nvSpPr>
          <p:cNvPr id="2215" name="Google Shape;2215;p36"/>
          <p:cNvSpPr/>
          <p:nvPr/>
        </p:nvSpPr>
        <p:spPr>
          <a:xfrm flipH="1">
            <a:off x="-412888" y="4941891"/>
            <a:ext cx="10173825" cy="590625"/>
          </a:xfrm>
          <a:custGeom>
            <a:avLst/>
            <a:gdLst/>
            <a:ahLst/>
            <a:cxnLst/>
            <a:rect l="l" t="t" r="r" b="b"/>
            <a:pathLst>
              <a:path w="406953" h="23625" extrusionOk="0">
                <a:moveTo>
                  <a:pt x="401792" y="17739"/>
                </a:moveTo>
                <a:cubicBezTo>
                  <a:pt x="408960" y="14421"/>
                  <a:pt x="410065" y="4023"/>
                  <a:pt x="395951" y="1280"/>
                </a:cubicBezTo>
                <a:cubicBezTo>
                  <a:pt x="381837" y="-1463"/>
                  <a:pt x="350688" y="1015"/>
                  <a:pt x="317106" y="1280"/>
                </a:cubicBezTo>
                <a:cubicBezTo>
                  <a:pt x="283524" y="1546"/>
                  <a:pt x="231227" y="2431"/>
                  <a:pt x="194459" y="2873"/>
                </a:cubicBezTo>
                <a:cubicBezTo>
                  <a:pt x="157691" y="3315"/>
                  <a:pt x="126941" y="4244"/>
                  <a:pt x="96500" y="3934"/>
                </a:cubicBezTo>
                <a:cubicBezTo>
                  <a:pt x="66059" y="3624"/>
                  <a:pt x="26327" y="-1508"/>
                  <a:pt x="11815" y="1014"/>
                </a:cubicBezTo>
                <a:cubicBezTo>
                  <a:pt x="-2697" y="3536"/>
                  <a:pt x="-4246" y="15305"/>
                  <a:pt x="9426" y="19066"/>
                </a:cubicBezTo>
                <a:cubicBezTo>
                  <a:pt x="23098" y="22827"/>
                  <a:pt x="36592" y="23225"/>
                  <a:pt x="93845" y="23579"/>
                </a:cubicBezTo>
                <a:cubicBezTo>
                  <a:pt x="151098" y="23933"/>
                  <a:pt x="301621" y="22163"/>
                  <a:pt x="352945" y="21190"/>
                </a:cubicBezTo>
                <a:cubicBezTo>
                  <a:pt x="404270" y="20217"/>
                  <a:pt x="394624" y="21057"/>
                  <a:pt x="401792" y="17739"/>
                </a:cubicBezTo>
                <a:close/>
              </a:path>
            </a:pathLst>
          </a:custGeom>
          <a:solidFill>
            <a:schemeClr val="accent1"/>
          </a:solidFill>
          <a:ln>
            <a:noFill/>
          </a:ln>
        </p:spPr>
      </p:sp>
      <p:sp>
        <p:nvSpPr>
          <p:cNvPr id="2216" name="Google Shape;2216;p36"/>
          <p:cNvSpPr/>
          <p:nvPr/>
        </p:nvSpPr>
        <p:spPr>
          <a:xfrm>
            <a:off x="6263237" y="153447"/>
            <a:ext cx="2658375" cy="546200"/>
          </a:xfrm>
          <a:custGeom>
            <a:avLst/>
            <a:gdLst/>
            <a:ahLst/>
            <a:cxnLst/>
            <a:rect l="l" t="t" r="r" b="b"/>
            <a:pathLst>
              <a:path w="106335" h="21848" extrusionOk="0">
                <a:moveTo>
                  <a:pt x="13084" y="21206"/>
                </a:moveTo>
                <a:cubicBezTo>
                  <a:pt x="24190" y="22445"/>
                  <a:pt x="59983" y="21560"/>
                  <a:pt x="69363" y="20675"/>
                </a:cubicBezTo>
                <a:cubicBezTo>
                  <a:pt x="78743" y="19790"/>
                  <a:pt x="64098" y="16737"/>
                  <a:pt x="69363" y="15896"/>
                </a:cubicBezTo>
                <a:cubicBezTo>
                  <a:pt x="74628" y="15055"/>
                  <a:pt x="95114" y="16516"/>
                  <a:pt x="100954" y="15631"/>
                </a:cubicBezTo>
                <a:cubicBezTo>
                  <a:pt x="106795" y="14746"/>
                  <a:pt x="107769" y="11605"/>
                  <a:pt x="104406" y="10587"/>
                </a:cubicBezTo>
                <a:cubicBezTo>
                  <a:pt x="101044" y="9569"/>
                  <a:pt x="86575" y="11029"/>
                  <a:pt x="80779" y="9525"/>
                </a:cubicBezTo>
                <a:cubicBezTo>
                  <a:pt x="74983" y="8021"/>
                  <a:pt x="78876" y="3065"/>
                  <a:pt x="69629" y="1561"/>
                </a:cubicBezTo>
                <a:cubicBezTo>
                  <a:pt x="60382" y="57"/>
                  <a:pt x="33171" y="-430"/>
                  <a:pt x="25295" y="499"/>
                </a:cubicBezTo>
                <a:cubicBezTo>
                  <a:pt x="17419" y="1428"/>
                  <a:pt x="17552" y="5720"/>
                  <a:pt x="22375" y="7136"/>
                </a:cubicBezTo>
                <a:cubicBezTo>
                  <a:pt x="27198" y="8552"/>
                  <a:pt x="49409" y="8021"/>
                  <a:pt x="54232" y="8994"/>
                </a:cubicBezTo>
                <a:cubicBezTo>
                  <a:pt x="59055" y="9967"/>
                  <a:pt x="59895" y="12268"/>
                  <a:pt x="51311" y="12976"/>
                </a:cubicBezTo>
                <a:cubicBezTo>
                  <a:pt x="42727" y="13684"/>
                  <a:pt x="9101" y="11869"/>
                  <a:pt x="2730" y="13241"/>
                </a:cubicBezTo>
                <a:cubicBezTo>
                  <a:pt x="-3641" y="14613"/>
                  <a:pt x="1979" y="19967"/>
                  <a:pt x="13084" y="21206"/>
                </a:cubicBezTo>
                <a:close/>
              </a:path>
            </a:pathLst>
          </a:custGeom>
          <a:solidFill>
            <a:srgbClr val="FFFFFF">
              <a:alpha val="70440"/>
            </a:srgbClr>
          </a:solidFill>
          <a:ln>
            <a:noFill/>
          </a:ln>
        </p:spPr>
      </p:sp>
      <p:sp>
        <p:nvSpPr>
          <p:cNvPr id="2217" name="Google Shape;2217;p36"/>
          <p:cNvSpPr/>
          <p:nvPr/>
        </p:nvSpPr>
        <p:spPr>
          <a:xfrm>
            <a:off x="5812746" y="605500"/>
            <a:ext cx="1408578" cy="230093"/>
          </a:xfrm>
          <a:custGeom>
            <a:avLst/>
            <a:gdLst/>
            <a:ahLst/>
            <a:cxnLst/>
            <a:rect l="l" t="t" r="r" b="b"/>
            <a:pathLst>
              <a:path w="84701" h="13836" extrusionOk="0">
                <a:moveTo>
                  <a:pt x="75172" y="1120"/>
                </a:moveTo>
                <a:cubicBezTo>
                  <a:pt x="68226" y="-650"/>
                  <a:pt x="45173" y="14"/>
                  <a:pt x="37740" y="1120"/>
                </a:cubicBezTo>
                <a:cubicBezTo>
                  <a:pt x="30307" y="2226"/>
                  <a:pt x="36502" y="6518"/>
                  <a:pt x="30573" y="7757"/>
                </a:cubicBezTo>
                <a:cubicBezTo>
                  <a:pt x="24644" y="8996"/>
                  <a:pt x="5486" y="7580"/>
                  <a:pt x="2167" y="8553"/>
                </a:cubicBezTo>
                <a:cubicBezTo>
                  <a:pt x="-1151" y="9526"/>
                  <a:pt x="-2213" y="13066"/>
                  <a:pt x="10662" y="13597"/>
                </a:cubicBezTo>
                <a:cubicBezTo>
                  <a:pt x="23537" y="14128"/>
                  <a:pt x="68667" y="13819"/>
                  <a:pt x="79419" y="11739"/>
                </a:cubicBezTo>
                <a:cubicBezTo>
                  <a:pt x="90171" y="9660"/>
                  <a:pt x="82119" y="2890"/>
                  <a:pt x="75172" y="1120"/>
                </a:cubicBezTo>
                <a:close/>
              </a:path>
            </a:pathLst>
          </a:custGeom>
          <a:solidFill>
            <a:srgbClr val="FFFFFF">
              <a:alpha val="70440"/>
            </a:srgbClr>
          </a:solidFill>
          <a:ln>
            <a:noFill/>
          </a:ln>
        </p:spPr>
      </p:sp>
      <p:sp>
        <p:nvSpPr>
          <p:cNvPr id="2218" name="Google Shape;2218;p36"/>
          <p:cNvSpPr/>
          <p:nvPr/>
        </p:nvSpPr>
        <p:spPr>
          <a:xfrm>
            <a:off x="8528226" y="1040375"/>
            <a:ext cx="997010" cy="810425"/>
          </a:xfrm>
          <a:custGeom>
            <a:avLst/>
            <a:gdLst/>
            <a:ahLst/>
            <a:cxnLst/>
            <a:rect l="l" t="t" r="r" b="b"/>
            <a:pathLst>
              <a:path w="74501" h="32417" extrusionOk="0">
                <a:moveTo>
                  <a:pt x="67535" y="2117"/>
                </a:moveTo>
                <a:cubicBezTo>
                  <a:pt x="65279" y="-2396"/>
                  <a:pt x="58376" y="1587"/>
                  <a:pt x="56385" y="2914"/>
                </a:cubicBezTo>
                <a:cubicBezTo>
                  <a:pt x="54394" y="4241"/>
                  <a:pt x="54571" y="8842"/>
                  <a:pt x="55589" y="10081"/>
                </a:cubicBezTo>
                <a:cubicBezTo>
                  <a:pt x="56607" y="11320"/>
                  <a:pt x="61474" y="9374"/>
                  <a:pt x="62491" y="10347"/>
                </a:cubicBezTo>
                <a:cubicBezTo>
                  <a:pt x="63509" y="11321"/>
                  <a:pt x="66163" y="14860"/>
                  <a:pt x="61694" y="15922"/>
                </a:cubicBezTo>
                <a:cubicBezTo>
                  <a:pt x="57225" y="16984"/>
                  <a:pt x="39926" y="15612"/>
                  <a:pt x="35678" y="16718"/>
                </a:cubicBezTo>
                <a:cubicBezTo>
                  <a:pt x="31431" y="17824"/>
                  <a:pt x="40766" y="21363"/>
                  <a:pt x="36209" y="22558"/>
                </a:cubicBezTo>
                <a:cubicBezTo>
                  <a:pt x="31652" y="23753"/>
                  <a:pt x="13556" y="22603"/>
                  <a:pt x="8335" y="23886"/>
                </a:cubicBezTo>
                <a:cubicBezTo>
                  <a:pt x="3114" y="25169"/>
                  <a:pt x="-5381" y="29239"/>
                  <a:pt x="4884" y="30257"/>
                </a:cubicBezTo>
                <a:cubicBezTo>
                  <a:pt x="15149" y="31275"/>
                  <a:pt x="59482" y="34682"/>
                  <a:pt x="69924" y="29992"/>
                </a:cubicBezTo>
                <a:cubicBezTo>
                  <a:pt x="80366" y="25302"/>
                  <a:pt x="69792" y="6630"/>
                  <a:pt x="67535" y="2117"/>
                </a:cubicBezTo>
                <a:close/>
              </a:path>
            </a:pathLst>
          </a:custGeom>
          <a:solidFill>
            <a:srgbClr val="FFFFFF">
              <a:alpha val="70440"/>
            </a:srgbClr>
          </a:solidFill>
          <a:ln>
            <a:noFill/>
          </a:ln>
        </p:spPr>
      </p:sp>
      <p:sp>
        <p:nvSpPr>
          <p:cNvPr id="2219" name="Google Shape;2219;p36"/>
          <p:cNvSpPr/>
          <p:nvPr/>
        </p:nvSpPr>
        <p:spPr>
          <a:xfrm flipH="1">
            <a:off x="-369524" y="2166538"/>
            <a:ext cx="997010" cy="810425"/>
          </a:xfrm>
          <a:custGeom>
            <a:avLst/>
            <a:gdLst/>
            <a:ahLst/>
            <a:cxnLst/>
            <a:rect l="l" t="t" r="r" b="b"/>
            <a:pathLst>
              <a:path w="74501" h="32417" extrusionOk="0">
                <a:moveTo>
                  <a:pt x="67535" y="2117"/>
                </a:moveTo>
                <a:cubicBezTo>
                  <a:pt x="65279" y="-2396"/>
                  <a:pt x="58376" y="1587"/>
                  <a:pt x="56385" y="2914"/>
                </a:cubicBezTo>
                <a:cubicBezTo>
                  <a:pt x="54394" y="4241"/>
                  <a:pt x="54571" y="8842"/>
                  <a:pt x="55589" y="10081"/>
                </a:cubicBezTo>
                <a:cubicBezTo>
                  <a:pt x="56607" y="11320"/>
                  <a:pt x="61474" y="9374"/>
                  <a:pt x="62491" y="10347"/>
                </a:cubicBezTo>
                <a:cubicBezTo>
                  <a:pt x="63509" y="11321"/>
                  <a:pt x="66163" y="14860"/>
                  <a:pt x="61694" y="15922"/>
                </a:cubicBezTo>
                <a:cubicBezTo>
                  <a:pt x="57225" y="16984"/>
                  <a:pt x="39926" y="15612"/>
                  <a:pt x="35678" y="16718"/>
                </a:cubicBezTo>
                <a:cubicBezTo>
                  <a:pt x="31431" y="17824"/>
                  <a:pt x="40766" y="21363"/>
                  <a:pt x="36209" y="22558"/>
                </a:cubicBezTo>
                <a:cubicBezTo>
                  <a:pt x="31652" y="23753"/>
                  <a:pt x="13556" y="22603"/>
                  <a:pt x="8335" y="23886"/>
                </a:cubicBezTo>
                <a:cubicBezTo>
                  <a:pt x="3114" y="25169"/>
                  <a:pt x="-5381" y="29239"/>
                  <a:pt x="4884" y="30257"/>
                </a:cubicBezTo>
                <a:cubicBezTo>
                  <a:pt x="15149" y="31275"/>
                  <a:pt x="59482" y="34682"/>
                  <a:pt x="69924" y="29992"/>
                </a:cubicBezTo>
                <a:cubicBezTo>
                  <a:pt x="80366" y="25302"/>
                  <a:pt x="69792" y="6630"/>
                  <a:pt x="67535" y="2117"/>
                </a:cubicBezTo>
                <a:close/>
              </a:path>
            </a:pathLst>
          </a:custGeom>
          <a:solidFill>
            <a:srgbClr val="FFFFFF">
              <a:alpha val="70440"/>
            </a:srgbClr>
          </a:solidFill>
          <a:ln>
            <a:no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3"/>
        <p:cNvGrpSpPr/>
        <p:nvPr/>
      </p:nvGrpSpPr>
      <p:grpSpPr>
        <a:xfrm>
          <a:off x="0" y="0"/>
          <a:ext cx="0" cy="0"/>
          <a:chOff x="0" y="0"/>
          <a:chExt cx="0" cy="0"/>
        </a:xfrm>
      </p:grpSpPr>
      <p:sp>
        <p:nvSpPr>
          <p:cNvPr id="2224" name="Google Shape;2224;p37"/>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Inventions during this time</a:t>
            </a:r>
            <a:endParaRPr/>
          </a:p>
          <a:p>
            <a:pPr marL="0" lvl="0" indent="0" algn="l" rtl="0">
              <a:spcBef>
                <a:spcPts val="0"/>
              </a:spcBef>
              <a:spcAft>
                <a:spcPts val="0"/>
              </a:spcAft>
              <a:buNone/>
            </a:pPr>
            <a:endParaRPr/>
          </a:p>
        </p:txBody>
      </p:sp>
      <p:sp>
        <p:nvSpPr>
          <p:cNvPr id="2225" name="Google Shape;2225;p37"/>
          <p:cNvSpPr txBox="1">
            <a:spLocks noGrp="1"/>
          </p:cNvSpPr>
          <p:nvPr>
            <p:ph type="subTitle" idx="1"/>
          </p:nvPr>
        </p:nvSpPr>
        <p:spPr>
          <a:xfrm>
            <a:off x="721050" y="1698175"/>
            <a:ext cx="2396700" cy="796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Spinning machine (1767)</a:t>
            </a:r>
            <a:endParaRPr/>
          </a:p>
        </p:txBody>
      </p:sp>
      <p:sp>
        <p:nvSpPr>
          <p:cNvPr id="2226" name="Google Shape;2226;p37"/>
          <p:cNvSpPr txBox="1">
            <a:spLocks noGrp="1"/>
          </p:cNvSpPr>
          <p:nvPr>
            <p:ph type="subTitle" idx="2"/>
          </p:nvPr>
        </p:nvSpPr>
        <p:spPr>
          <a:xfrm>
            <a:off x="3373625" y="1698175"/>
            <a:ext cx="2396700" cy="796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Steam engine (1769)</a:t>
            </a:r>
            <a:endParaRPr/>
          </a:p>
        </p:txBody>
      </p:sp>
      <p:sp>
        <p:nvSpPr>
          <p:cNvPr id="2227" name="Google Shape;2227;p37"/>
          <p:cNvSpPr txBox="1">
            <a:spLocks noGrp="1"/>
          </p:cNvSpPr>
          <p:nvPr>
            <p:ph type="subTitle" idx="3"/>
          </p:nvPr>
        </p:nvSpPr>
        <p:spPr>
          <a:xfrm>
            <a:off x="6026200" y="1698175"/>
            <a:ext cx="2396700" cy="796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Steamboat (1787)</a:t>
            </a:r>
            <a:endParaRPr/>
          </a:p>
        </p:txBody>
      </p:sp>
      <p:sp>
        <p:nvSpPr>
          <p:cNvPr id="2228" name="Google Shape;2228;p37"/>
          <p:cNvSpPr txBox="1">
            <a:spLocks noGrp="1"/>
          </p:cNvSpPr>
          <p:nvPr>
            <p:ph type="subTitle" idx="4"/>
          </p:nvPr>
        </p:nvSpPr>
        <p:spPr>
          <a:xfrm>
            <a:off x="721050" y="2641725"/>
            <a:ext cx="2396700" cy="796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Railroad (1814)</a:t>
            </a:r>
            <a:endParaRPr/>
          </a:p>
        </p:txBody>
      </p:sp>
      <p:sp>
        <p:nvSpPr>
          <p:cNvPr id="2229" name="Google Shape;2229;p37"/>
          <p:cNvSpPr txBox="1">
            <a:spLocks noGrp="1"/>
          </p:cNvSpPr>
          <p:nvPr>
            <p:ph type="subTitle" idx="5"/>
          </p:nvPr>
        </p:nvSpPr>
        <p:spPr>
          <a:xfrm>
            <a:off x="3373625" y="2641725"/>
            <a:ext cx="2396700" cy="796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Bicycle (1817)</a:t>
            </a:r>
            <a:endParaRPr/>
          </a:p>
        </p:txBody>
      </p:sp>
      <p:sp>
        <p:nvSpPr>
          <p:cNvPr id="2230" name="Google Shape;2230;p37"/>
          <p:cNvSpPr txBox="1">
            <a:spLocks noGrp="1"/>
          </p:cNvSpPr>
          <p:nvPr>
            <p:ph type="subTitle" idx="6"/>
          </p:nvPr>
        </p:nvSpPr>
        <p:spPr>
          <a:xfrm>
            <a:off x="6026200" y="2641725"/>
            <a:ext cx="2396700" cy="796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Typewriter (1829)</a:t>
            </a:r>
            <a:endParaRPr/>
          </a:p>
        </p:txBody>
      </p:sp>
      <p:sp>
        <p:nvSpPr>
          <p:cNvPr id="2231" name="Google Shape;2231;p37"/>
          <p:cNvSpPr txBox="1"/>
          <p:nvPr/>
        </p:nvSpPr>
        <p:spPr>
          <a:xfrm>
            <a:off x="713225" y="1164875"/>
            <a:ext cx="7717500" cy="44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Albert Sans Medium"/>
                <a:ea typeface="Albert Sans Medium"/>
                <a:cs typeface="Albert Sans Medium"/>
                <a:sym typeface="Albert Sans Medium"/>
              </a:rPr>
              <a:t>Among the most important inventions of the Industrial Revolution we can highlight:</a:t>
            </a:r>
            <a:endParaRPr>
              <a:solidFill>
                <a:schemeClr val="dk1"/>
              </a:solidFill>
              <a:latin typeface="Albert Sans Medium"/>
              <a:ea typeface="Albert Sans Medium"/>
              <a:cs typeface="Albert Sans Medium"/>
              <a:sym typeface="Albert Sans Medium"/>
            </a:endParaRPr>
          </a:p>
        </p:txBody>
      </p:sp>
      <p:sp>
        <p:nvSpPr>
          <p:cNvPr id="2232" name="Google Shape;2232;p37"/>
          <p:cNvSpPr/>
          <p:nvPr/>
        </p:nvSpPr>
        <p:spPr>
          <a:xfrm>
            <a:off x="-212375" y="4400175"/>
            <a:ext cx="9504000" cy="796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37"/>
          <p:cNvSpPr/>
          <p:nvPr/>
        </p:nvSpPr>
        <p:spPr>
          <a:xfrm>
            <a:off x="-311925" y="4466800"/>
            <a:ext cx="9729500" cy="205725"/>
          </a:xfrm>
          <a:custGeom>
            <a:avLst/>
            <a:gdLst/>
            <a:ahLst/>
            <a:cxnLst/>
            <a:rect l="l" t="t" r="r" b="b"/>
            <a:pathLst>
              <a:path w="389180" h="8229" extrusionOk="0">
                <a:moveTo>
                  <a:pt x="1593" y="1327"/>
                </a:moveTo>
                <a:lnTo>
                  <a:pt x="389180" y="0"/>
                </a:lnTo>
                <a:lnTo>
                  <a:pt x="388118" y="8229"/>
                </a:lnTo>
                <a:lnTo>
                  <a:pt x="0" y="7168"/>
                </a:lnTo>
                <a:close/>
              </a:path>
            </a:pathLst>
          </a:custGeom>
          <a:solidFill>
            <a:srgbClr val="FFFFFF">
              <a:alpha val="18240"/>
            </a:srgbClr>
          </a:solidFill>
          <a:ln>
            <a:noFill/>
          </a:ln>
        </p:spPr>
      </p:sp>
      <p:sp>
        <p:nvSpPr>
          <p:cNvPr id="2234" name="Google Shape;2234;p37"/>
          <p:cNvSpPr/>
          <p:nvPr/>
        </p:nvSpPr>
        <p:spPr>
          <a:xfrm>
            <a:off x="-235725" y="4924000"/>
            <a:ext cx="9729500" cy="106668"/>
          </a:xfrm>
          <a:custGeom>
            <a:avLst/>
            <a:gdLst/>
            <a:ahLst/>
            <a:cxnLst/>
            <a:rect l="l" t="t" r="r" b="b"/>
            <a:pathLst>
              <a:path w="389180" h="8229" extrusionOk="0">
                <a:moveTo>
                  <a:pt x="1593" y="1327"/>
                </a:moveTo>
                <a:lnTo>
                  <a:pt x="389180" y="0"/>
                </a:lnTo>
                <a:lnTo>
                  <a:pt x="388118" y="8229"/>
                </a:lnTo>
                <a:lnTo>
                  <a:pt x="0" y="7168"/>
                </a:lnTo>
                <a:close/>
              </a:path>
            </a:pathLst>
          </a:custGeom>
          <a:solidFill>
            <a:srgbClr val="FFFFFF">
              <a:alpha val="18240"/>
            </a:srgbClr>
          </a:solidFill>
          <a:ln>
            <a:noFill/>
          </a:ln>
        </p:spPr>
      </p:sp>
      <p:sp>
        <p:nvSpPr>
          <p:cNvPr id="2235" name="Google Shape;2235;p37"/>
          <p:cNvSpPr/>
          <p:nvPr/>
        </p:nvSpPr>
        <p:spPr>
          <a:xfrm>
            <a:off x="-444350" y="-221250"/>
            <a:ext cx="2534875" cy="666275"/>
          </a:xfrm>
          <a:custGeom>
            <a:avLst/>
            <a:gdLst/>
            <a:ahLst/>
            <a:cxnLst/>
            <a:rect l="l" t="t" r="r" b="b"/>
            <a:pathLst>
              <a:path w="112175" h="26651" extrusionOk="0">
                <a:moveTo>
                  <a:pt x="5032" y="24291"/>
                </a:moveTo>
                <a:cubicBezTo>
                  <a:pt x="17686" y="24026"/>
                  <a:pt x="72860" y="25308"/>
                  <a:pt x="83612" y="24025"/>
                </a:cubicBezTo>
                <a:cubicBezTo>
                  <a:pt x="94364" y="22742"/>
                  <a:pt x="64852" y="18362"/>
                  <a:pt x="69542" y="16592"/>
                </a:cubicBezTo>
                <a:cubicBezTo>
                  <a:pt x="74232" y="14822"/>
                  <a:pt x="116618" y="14379"/>
                  <a:pt x="111751" y="13406"/>
                </a:cubicBezTo>
                <a:cubicBezTo>
                  <a:pt x="106884" y="12433"/>
                  <a:pt x="56003" y="12964"/>
                  <a:pt x="40340" y="10752"/>
                </a:cubicBezTo>
                <a:cubicBezTo>
                  <a:pt x="24677" y="8540"/>
                  <a:pt x="24014" y="664"/>
                  <a:pt x="17775" y="133"/>
                </a:cubicBezTo>
                <a:cubicBezTo>
                  <a:pt x="11536" y="-398"/>
                  <a:pt x="4589" y="3319"/>
                  <a:pt x="2908" y="7566"/>
                </a:cubicBezTo>
                <a:cubicBezTo>
                  <a:pt x="1227" y="11814"/>
                  <a:pt x="7333" y="22831"/>
                  <a:pt x="7687" y="25618"/>
                </a:cubicBezTo>
                <a:cubicBezTo>
                  <a:pt x="8041" y="28406"/>
                  <a:pt x="-7622" y="24557"/>
                  <a:pt x="5032" y="24291"/>
                </a:cubicBezTo>
                <a:close/>
              </a:path>
            </a:pathLst>
          </a:custGeom>
          <a:solidFill>
            <a:srgbClr val="FFFFFF">
              <a:alpha val="70440"/>
            </a:srgbClr>
          </a:solidFill>
          <a:ln>
            <a:noFill/>
          </a:ln>
        </p:spPr>
      </p:sp>
      <p:sp>
        <p:nvSpPr>
          <p:cNvPr id="2236" name="Google Shape;2236;p37"/>
          <p:cNvSpPr/>
          <p:nvPr/>
        </p:nvSpPr>
        <p:spPr>
          <a:xfrm>
            <a:off x="8516197" y="3654183"/>
            <a:ext cx="1439350" cy="280325"/>
          </a:xfrm>
          <a:custGeom>
            <a:avLst/>
            <a:gdLst/>
            <a:ahLst/>
            <a:cxnLst/>
            <a:rect l="l" t="t" r="r" b="b"/>
            <a:pathLst>
              <a:path w="57574" h="11213" extrusionOk="0">
                <a:moveTo>
                  <a:pt x="51984" y="252"/>
                </a:moveTo>
                <a:cubicBezTo>
                  <a:pt x="48798" y="-456"/>
                  <a:pt x="37118" y="473"/>
                  <a:pt x="33401" y="1314"/>
                </a:cubicBezTo>
                <a:cubicBezTo>
                  <a:pt x="29685" y="2155"/>
                  <a:pt x="34552" y="4765"/>
                  <a:pt x="29685" y="5296"/>
                </a:cubicBezTo>
                <a:cubicBezTo>
                  <a:pt x="24818" y="5827"/>
                  <a:pt x="8270" y="3571"/>
                  <a:pt x="4199" y="4500"/>
                </a:cubicBezTo>
                <a:cubicBezTo>
                  <a:pt x="128" y="5429"/>
                  <a:pt x="-3101" y="9986"/>
                  <a:pt x="5261" y="10871"/>
                </a:cubicBezTo>
                <a:cubicBezTo>
                  <a:pt x="13623" y="11756"/>
                  <a:pt x="46497" y="10694"/>
                  <a:pt x="54373" y="9809"/>
                </a:cubicBezTo>
                <a:cubicBezTo>
                  <a:pt x="62249" y="8924"/>
                  <a:pt x="52913" y="7155"/>
                  <a:pt x="52515" y="5562"/>
                </a:cubicBezTo>
                <a:cubicBezTo>
                  <a:pt x="52117" y="3969"/>
                  <a:pt x="55170" y="960"/>
                  <a:pt x="51984" y="252"/>
                </a:cubicBezTo>
                <a:close/>
              </a:path>
            </a:pathLst>
          </a:custGeom>
          <a:solidFill>
            <a:srgbClr val="FFFFFF">
              <a:alpha val="70440"/>
            </a:srgbClr>
          </a:solidFill>
          <a:ln>
            <a:noFill/>
          </a:ln>
        </p:spPr>
      </p:sp>
      <p:sp>
        <p:nvSpPr>
          <p:cNvPr id="2237" name="Google Shape;2237;p37"/>
          <p:cNvSpPr/>
          <p:nvPr/>
        </p:nvSpPr>
        <p:spPr>
          <a:xfrm>
            <a:off x="7941603" y="-464410"/>
            <a:ext cx="1862525" cy="810425"/>
          </a:xfrm>
          <a:custGeom>
            <a:avLst/>
            <a:gdLst/>
            <a:ahLst/>
            <a:cxnLst/>
            <a:rect l="l" t="t" r="r" b="b"/>
            <a:pathLst>
              <a:path w="74501" h="32417" extrusionOk="0">
                <a:moveTo>
                  <a:pt x="67535" y="2117"/>
                </a:moveTo>
                <a:cubicBezTo>
                  <a:pt x="65279" y="-2396"/>
                  <a:pt x="58376" y="1587"/>
                  <a:pt x="56385" y="2914"/>
                </a:cubicBezTo>
                <a:cubicBezTo>
                  <a:pt x="54394" y="4241"/>
                  <a:pt x="54571" y="8842"/>
                  <a:pt x="55589" y="10081"/>
                </a:cubicBezTo>
                <a:cubicBezTo>
                  <a:pt x="56607" y="11320"/>
                  <a:pt x="61474" y="9374"/>
                  <a:pt x="62491" y="10347"/>
                </a:cubicBezTo>
                <a:cubicBezTo>
                  <a:pt x="63509" y="11321"/>
                  <a:pt x="66163" y="14860"/>
                  <a:pt x="61694" y="15922"/>
                </a:cubicBezTo>
                <a:cubicBezTo>
                  <a:pt x="57225" y="16984"/>
                  <a:pt x="39926" y="15612"/>
                  <a:pt x="35678" y="16718"/>
                </a:cubicBezTo>
                <a:cubicBezTo>
                  <a:pt x="31431" y="17824"/>
                  <a:pt x="40766" y="21363"/>
                  <a:pt x="36209" y="22558"/>
                </a:cubicBezTo>
                <a:cubicBezTo>
                  <a:pt x="31652" y="23753"/>
                  <a:pt x="13556" y="22603"/>
                  <a:pt x="8335" y="23886"/>
                </a:cubicBezTo>
                <a:cubicBezTo>
                  <a:pt x="3114" y="25169"/>
                  <a:pt x="-5381" y="29239"/>
                  <a:pt x="4884" y="30257"/>
                </a:cubicBezTo>
                <a:cubicBezTo>
                  <a:pt x="15149" y="31275"/>
                  <a:pt x="59482" y="34682"/>
                  <a:pt x="69924" y="29992"/>
                </a:cubicBezTo>
                <a:cubicBezTo>
                  <a:pt x="80366" y="25302"/>
                  <a:pt x="69792" y="6630"/>
                  <a:pt x="67535" y="2117"/>
                </a:cubicBezTo>
                <a:close/>
              </a:path>
            </a:pathLst>
          </a:custGeom>
          <a:solidFill>
            <a:srgbClr val="FFFFFF">
              <a:alpha val="70440"/>
            </a:srgbClr>
          </a:solidFill>
          <a:ln>
            <a:noFill/>
          </a:ln>
        </p:spPr>
      </p:sp>
      <p:grpSp>
        <p:nvGrpSpPr>
          <p:cNvPr id="2238" name="Google Shape;2238;p37"/>
          <p:cNvGrpSpPr/>
          <p:nvPr/>
        </p:nvGrpSpPr>
        <p:grpSpPr>
          <a:xfrm>
            <a:off x="3921060" y="3611861"/>
            <a:ext cx="1279605" cy="1196290"/>
            <a:chOff x="8717150" y="1916413"/>
            <a:chExt cx="2363075" cy="2209214"/>
          </a:xfrm>
        </p:grpSpPr>
        <p:sp>
          <p:nvSpPr>
            <p:cNvPr id="2239" name="Google Shape;2239;p37"/>
            <p:cNvSpPr/>
            <p:nvPr/>
          </p:nvSpPr>
          <p:spPr>
            <a:xfrm>
              <a:off x="10137450" y="2977488"/>
              <a:ext cx="245400" cy="178700"/>
            </a:xfrm>
            <a:custGeom>
              <a:avLst/>
              <a:gdLst/>
              <a:ahLst/>
              <a:cxnLst/>
              <a:rect l="l" t="t" r="r" b="b"/>
              <a:pathLst>
                <a:path w="9816" h="7148" extrusionOk="0">
                  <a:moveTo>
                    <a:pt x="8511" y="0"/>
                  </a:moveTo>
                  <a:cubicBezTo>
                    <a:pt x="8321" y="0"/>
                    <a:pt x="8129" y="48"/>
                    <a:pt x="7952" y="147"/>
                  </a:cubicBezTo>
                  <a:lnTo>
                    <a:pt x="1" y="4620"/>
                  </a:lnTo>
                  <a:lnTo>
                    <a:pt x="164" y="4620"/>
                  </a:lnTo>
                  <a:lnTo>
                    <a:pt x="164" y="7147"/>
                  </a:lnTo>
                  <a:lnTo>
                    <a:pt x="9071" y="2136"/>
                  </a:lnTo>
                  <a:cubicBezTo>
                    <a:pt x="9621" y="1828"/>
                    <a:pt x="9815" y="1132"/>
                    <a:pt x="9506" y="582"/>
                  </a:cubicBezTo>
                  <a:cubicBezTo>
                    <a:pt x="9297" y="210"/>
                    <a:pt x="8910" y="0"/>
                    <a:pt x="85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37"/>
            <p:cNvSpPr/>
            <p:nvPr/>
          </p:nvSpPr>
          <p:spPr>
            <a:xfrm>
              <a:off x="10261900" y="2944313"/>
              <a:ext cx="191175" cy="85600"/>
            </a:xfrm>
            <a:custGeom>
              <a:avLst/>
              <a:gdLst/>
              <a:ahLst/>
              <a:cxnLst/>
              <a:rect l="l" t="t" r="r" b="b"/>
              <a:pathLst>
                <a:path w="7647" h="3424" extrusionOk="0">
                  <a:moveTo>
                    <a:pt x="1713" y="0"/>
                  </a:moveTo>
                  <a:cubicBezTo>
                    <a:pt x="767" y="0"/>
                    <a:pt x="1" y="765"/>
                    <a:pt x="1" y="1711"/>
                  </a:cubicBezTo>
                  <a:cubicBezTo>
                    <a:pt x="1" y="2657"/>
                    <a:pt x="767" y="3423"/>
                    <a:pt x="1713" y="3423"/>
                  </a:cubicBezTo>
                  <a:lnTo>
                    <a:pt x="5935" y="3423"/>
                  </a:lnTo>
                  <a:cubicBezTo>
                    <a:pt x="6881" y="3423"/>
                    <a:pt x="7646" y="2657"/>
                    <a:pt x="7646" y="1711"/>
                  </a:cubicBezTo>
                  <a:cubicBezTo>
                    <a:pt x="7646" y="765"/>
                    <a:pt x="6881" y="0"/>
                    <a:pt x="59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37"/>
            <p:cNvSpPr/>
            <p:nvPr/>
          </p:nvSpPr>
          <p:spPr>
            <a:xfrm>
              <a:off x="10261900" y="2944313"/>
              <a:ext cx="191175" cy="42850"/>
            </a:xfrm>
            <a:custGeom>
              <a:avLst/>
              <a:gdLst/>
              <a:ahLst/>
              <a:cxnLst/>
              <a:rect l="l" t="t" r="r" b="b"/>
              <a:pathLst>
                <a:path w="7647" h="1714" extrusionOk="0">
                  <a:moveTo>
                    <a:pt x="1713" y="0"/>
                  </a:moveTo>
                  <a:cubicBezTo>
                    <a:pt x="767" y="0"/>
                    <a:pt x="1" y="767"/>
                    <a:pt x="1" y="1711"/>
                  </a:cubicBezTo>
                  <a:cubicBezTo>
                    <a:pt x="1" y="1712"/>
                    <a:pt x="2" y="1714"/>
                    <a:pt x="2" y="1714"/>
                  </a:cubicBezTo>
                  <a:lnTo>
                    <a:pt x="7646" y="1714"/>
                  </a:lnTo>
                  <a:cubicBezTo>
                    <a:pt x="7646" y="1714"/>
                    <a:pt x="7646" y="1712"/>
                    <a:pt x="7646" y="1711"/>
                  </a:cubicBezTo>
                  <a:cubicBezTo>
                    <a:pt x="7646" y="765"/>
                    <a:pt x="6881" y="0"/>
                    <a:pt x="59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37"/>
            <p:cNvSpPr/>
            <p:nvPr/>
          </p:nvSpPr>
          <p:spPr>
            <a:xfrm>
              <a:off x="9553875" y="2104388"/>
              <a:ext cx="66575" cy="156950"/>
            </a:xfrm>
            <a:custGeom>
              <a:avLst/>
              <a:gdLst/>
              <a:ahLst/>
              <a:cxnLst/>
              <a:rect l="l" t="t" r="r" b="b"/>
              <a:pathLst>
                <a:path w="2663" h="6278" extrusionOk="0">
                  <a:moveTo>
                    <a:pt x="0" y="1"/>
                  </a:moveTo>
                  <a:lnTo>
                    <a:pt x="0" y="6277"/>
                  </a:lnTo>
                  <a:lnTo>
                    <a:pt x="2663" y="6277"/>
                  </a:lnTo>
                  <a:lnTo>
                    <a:pt x="26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37"/>
            <p:cNvSpPr/>
            <p:nvPr/>
          </p:nvSpPr>
          <p:spPr>
            <a:xfrm>
              <a:off x="9589900" y="2104388"/>
              <a:ext cx="30550" cy="156950"/>
            </a:xfrm>
            <a:custGeom>
              <a:avLst/>
              <a:gdLst/>
              <a:ahLst/>
              <a:cxnLst/>
              <a:rect l="l" t="t" r="r" b="b"/>
              <a:pathLst>
                <a:path w="1222" h="6278" extrusionOk="0">
                  <a:moveTo>
                    <a:pt x="1" y="1"/>
                  </a:moveTo>
                  <a:lnTo>
                    <a:pt x="1" y="6277"/>
                  </a:lnTo>
                  <a:lnTo>
                    <a:pt x="1222" y="6277"/>
                  </a:lnTo>
                  <a:lnTo>
                    <a:pt x="1222"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37"/>
            <p:cNvSpPr/>
            <p:nvPr/>
          </p:nvSpPr>
          <p:spPr>
            <a:xfrm>
              <a:off x="9001250" y="2093313"/>
              <a:ext cx="1097850" cy="1441975"/>
            </a:xfrm>
            <a:custGeom>
              <a:avLst/>
              <a:gdLst/>
              <a:ahLst/>
              <a:cxnLst/>
              <a:rect l="l" t="t" r="r" b="b"/>
              <a:pathLst>
                <a:path w="43914" h="57679" extrusionOk="0">
                  <a:moveTo>
                    <a:pt x="42582" y="1"/>
                  </a:moveTo>
                  <a:cubicBezTo>
                    <a:pt x="42443" y="1"/>
                    <a:pt x="39123" y="14"/>
                    <a:pt x="34444" y="1131"/>
                  </a:cubicBezTo>
                  <a:cubicBezTo>
                    <a:pt x="30128" y="2162"/>
                    <a:pt x="23788" y="4372"/>
                    <a:pt x="18089" y="9053"/>
                  </a:cubicBezTo>
                  <a:cubicBezTo>
                    <a:pt x="11952" y="14094"/>
                    <a:pt x="7987" y="19374"/>
                    <a:pt x="5230" y="26176"/>
                  </a:cubicBezTo>
                  <a:cubicBezTo>
                    <a:pt x="2088" y="33932"/>
                    <a:pt x="426" y="43916"/>
                    <a:pt x="0" y="57595"/>
                  </a:cubicBezTo>
                  <a:lnTo>
                    <a:pt x="2663" y="57678"/>
                  </a:lnTo>
                  <a:cubicBezTo>
                    <a:pt x="3529" y="29779"/>
                    <a:pt x="9595" y="19476"/>
                    <a:pt x="19780" y="11109"/>
                  </a:cubicBezTo>
                  <a:cubicBezTo>
                    <a:pt x="25061" y="6772"/>
                    <a:pt x="30963" y="4707"/>
                    <a:pt x="34984" y="3739"/>
                  </a:cubicBezTo>
                  <a:cubicBezTo>
                    <a:pt x="37681" y="3090"/>
                    <a:pt x="39918" y="2832"/>
                    <a:pt x="41251" y="2730"/>
                  </a:cubicBezTo>
                  <a:lnTo>
                    <a:pt x="41251" y="5770"/>
                  </a:lnTo>
                  <a:lnTo>
                    <a:pt x="43914" y="5770"/>
                  </a:lnTo>
                  <a:lnTo>
                    <a:pt x="4391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37"/>
            <p:cNvSpPr/>
            <p:nvPr/>
          </p:nvSpPr>
          <p:spPr>
            <a:xfrm>
              <a:off x="9038275" y="2133863"/>
              <a:ext cx="994450" cy="1401425"/>
            </a:xfrm>
            <a:custGeom>
              <a:avLst/>
              <a:gdLst/>
              <a:ahLst/>
              <a:cxnLst/>
              <a:rect l="l" t="t" r="r" b="b"/>
              <a:pathLst>
                <a:path w="39778" h="56057" extrusionOk="0">
                  <a:moveTo>
                    <a:pt x="39777" y="1"/>
                  </a:moveTo>
                  <a:cubicBezTo>
                    <a:pt x="39777" y="1"/>
                    <a:pt x="31186" y="246"/>
                    <a:pt x="21333" y="5905"/>
                  </a:cubicBezTo>
                  <a:cubicBezTo>
                    <a:pt x="11480" y="11565"/>
                    <a:pt x="5984" y="21051"/>
                    <a:pt x="3215" y="30537"/>
                  </a:cubicBezTo>
                  <a:cubicBezTo>
                    <a:pt x="558" y="39638"/>
                    <a:pt x="39" y="54800"/>
                    <a:pt x="1" y="56019"/>
                  </a:cubicBezTo>
                  <a:lnTo>
                    <a:pt x="1182" y="56056"/>
                  </a:lnTo>
                  <a:cubicBezTo>
                    <a:pt x="2048" y="28157"/>
                    <a:pt x="8114" y="17854"/>
                    <a:pt x="18299" y="9487"/>
                  </a:cubicBezTo>
                  <a:cubicBezTo>
                    <a:pt x="23580" y="5150"/>
                    <a:pt x="29482" y="3085"/>
                    <a:pt x="33503" y="2117"/>
                  </a:cubicBezTo>
                  <a:cubicBezTo>
                    <a:pt x="36200" y="1468"/>
                    <a:pt x="38437" y="1210"/>
                    <a:pt x="39770" y="1108"/>
                  </a:cubicBezTo>
                  <a:lnTo>
                    <a:pt x="39777"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37"/>
            <p:cNvSpPr/>
            <p:nvPr/>
          </p:nvSpPr>
          <p:spPr>
            <a:xfrm>
              <a:off x="10032525" y="1980788"/>
              <a:ext cx="66575" cy="225100"/>
            </a:xfrm>
            <a:custGeom>
              <a:avLst/>
              <a:gdLst/>
              <a:ahLst/>
              <a:cxnLst/>
              <a:rect l="l" t="t" r="r" b="b"/>
              <a:pathLst>
                <a:path w="2663" h="9004" extrusionOk="0">
                  <a:moveTo>
                    <a:pt x="0" y="1"/>
                  </a:moveTo>
                  <a:lnTo>
                    <a:pt x="0" y="9003"/>
                  </a:lnTo>
                  <a:lnTo>
                    <a:pt x="2663" y="9003"/>
                  </a:lnTo>
                  <a:lnTo>
                    <a:pt x="26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37"/>
            <p:cNvSpPr/>
            <p:nvPr/>
          </p:nvSpPr>
          <p:spPr>
            <a:xfrm>
              <a:off x="10062200" y="1980788"/>
              <a:ext cx="36900" cy="225100"/>
            </a:xfrm>
            <a:custGeom>
              <a:avLst/>
              <a:gdLst/>
              <a:ahLst/>
              <a:cxnLst/>
              <a:rect l="l" t="t" r="r" b="b"/>
              <a:pathLst>
                <a:path w="1476" h="9004" extrusionOk="0">
                  <a:moveTo>
                    <a:pt x="0" y="1"/>
                  </a:moveTo>
                  <a:lnTo>
                    <a:pt x="0" y="9003"/>
                  </a:lnTo>
                  <a:lnTo>
                    <a:pt x="1476" y="9003"/>
                  </a:lnTo>
                  <a:lnTo>
                    <a:pt x="1476"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37"/>
            <p:cNvSpPr/>
            <p:nvPr/>
          </p:nvSpPr>
          <p:spPr>
            <a:xfrm>
              <a:off x="10018550" y="1916413"/>
              <a:ext cx="405025" cy="173650"/>
            </a:xfrm>
            <a:custGeom>
              <a:avLst/>
              <a:gdLst/>
              <a:ahLst/>
              <a:cxnLst/>
              <a:rect l="l" t="t" r="r" b="b"/>
              <a:pathLst>
                <a:path w="16201" h="6946" extrusionOk="0">
                  <a:moveTo>
                    <a:pt x="2091" y="0"/>
                  </a:moveTo>
                  <a:cubicBezTo>
                    <a:pt x="1254" y="0"/>
                    <a:pt x="489" y="561"/>
                    <a:pt x="266" y="1409"/>
                  </a:cubicBezTo>
                  <a:cubicBezTo>
                    <a:pt x="0" y="2418"/>
                    <a:pt x="603" y="3450"/>
                    <a:pt x="1612" y="3716"/>
                  </a:cubicBezTo>
                  <a:lnTo>
                    <a:pt x="13627" y="6882"/>
                  </a:lnTo>
                  <a:cubicBezTo>
                    <a:pt x="13788" y="6925"/>
                    <a:pt x="13950" y="6945"/>
                    <a:pt x="14110" y="6945"/>
                  </a:cubicBezTo>
                  <a:cubicBezTo>
                    <a:pt x="14947" y="6945"/>
                    <a:pt x="15712" y="6385"/>
                    <a:pt x="15934" y="5537"/>
                  </a:cubicBezTo>
                  <a:cubicBezTo>
                    <a:pt x="16200" y="4528"/>
                    <a:pt x="15598" y="3496"/>
                    <a:pt x="14589" y="3230"/>
                  </a:cubicBezTo>
                  <a:lnTo>
                    <a:pt x="2574" y="63"/>
                  </a:lnTo>
                  <a:cubicBezTo>
                    <a:pt x="2412" y="21"/>
                    <a:pt x="2250" y="0"/>
                    <a:pt x="2091" y="0"/>
                  </a:cubicBezTo>
                  <a:close/>
                </a:path>
              </a:pathLst>
            </a:custGeom>
            <a:solidFill>
              <a:srgbClr val="7D6A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37"/>
            <p:cNvSpPr/>
            <p:nvPr/>
          </p:nvSpPr>
          <p:spPr>
            <a:xfrm>
              <a:off x="10019725" y="1954088"/>
              <a:ext cx="396300" cy="135950"/>
            </a:xfrm>
            <a:custGeom>
              <a:avLst/>
              <a:gdLst/>
              <a:ahLst/>
              <a:cxnLst/>
              <a:rect l="l" t="t" r="r" b="b"/>
              <a:pathLst>
                <a:path w="15852" h="5438" extrusionOk="0">
                  <a:moveTo>
                    <a:pt x="203" y="0"/>
                  </a:moveTo>
                  <a:cubicBezTo>
                    <a:pt x="0" y="976"/>
                    <a:pt x="588" y="1952"/>
                    <a:pt x="1565" y="2209"/>
                  </a:cubicBezTo>
                  <a:lnTo>
                    <a:pt x="13580" y="5375"/>
                  </a:lnTo>
                  <a:cubicBezTo>
                    <a:pt x="13740" y="5418"/>
                    <a:pt x="13901" y="5438"/>
                    <a:pt x="14059" y="5438"/>
                  </a:cubicBezTo>
                  <a:cubicBezTo>
                    <a:pt x="14864" y="5438"/>
                    <a:pt x="15598" y="4917"/>
                    <a:pt x="15852" y="4124"/>
                  </a:cubicBezTo>
                  <a:lnTo>
                    <a:pt x="203" y="0"/>
                  </a:lnTo>
                  <a:close/>
                </a:path>
              </a:pathLst>
            </a:custGeom>
            <a:solidFill>
              <a:srgbClr val="5B39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37"/>
            <p:cNvSpPr/>
            <p:nvPr/>
          </p:nvSpPr>
          <p:spPr>
            <a:xfrm>
              <a:off x="8741000" y="4082779"/>
              <a:ext cx="2231200" cy="42848"/>
            </a:xfrm>
            <a:custGeom>
              <a:avLst/>
              <a:gdLst/>
              <a:ahLst/>
              <a:cxnLst/>
              <a:rect l="l" t="t" r="r" b="b"/>
              <a:pathLst>
                <a:path w="89248" h="4072" extrusionOk="0">
                  <a:moveTo>
                    <a:pt x="44624" y="1"/>
                  </a:moveTo>
                  <a:cubicBezTo>
                    <a:pt x="19980" y="1"/>
                    <a:pt x="1" y="912"/>
                    <a:pt x="1" y="2036"/>
                  </a:cubicBezTo>
                  <a:cubicBezTo>
                    <a:pt x="1" y="3160"/>
                    <a:pt x="19980" y="4072"/>
                    <a:pt x="44624" y="4072"/>
                  </a:cubicBezTo>
                  <a:cubicBezTo>
                    <a:pt x="69269" y="4072"/>
                    <a:pt x="89248" y="3160"/>
                    <a:pt x="89248" y="2036"/>
                  </a:cubicBezTo>
                  <a:cubicBezTo>
                    <a:pt x="89248" y="912"/>
                    <a:pt x="69269" y="1"/>
                    <a:pt x="44624"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37"/>
            <p:cNvSpPr/>
            <p:nvPr/>
          </p:nvSpPr>
          <p:spPr>
            <a:xfrm>
              <a:off x="10105525" y="2222813"/>
              <a:ext cx="19050" cy="943800"/>
            </a:xfrm>
            <a:custGeom>
              <a:avLst/>
              <a:gdLst/>
              <a:ahLst/>
              <a:cxnLst/>
              <a:rect l="l" t="t" r="r" b="b"/>
              <a:pathLst>
                <a:path w="762" h="37752" extrusionOk="0">
                  <a:moveTo>
                    <a:pt x="1" y="1"/>
                  </a:moveTo>
                  <a:lnTo>
                    <a:pt x="1" y="37751"/>
                  </a:lnTo>
                  <a:lnTo>
                    <a:pt x="761" y="37751"/>
                  </a:lnTo>
                  <a:lnTo>
                    <a:pt x="761" y="1"/>
                  </a:lnTo>
                  <a:close/>
                </a:path>
              </a:pathLst>
            </a:custGeom>
            <a:solidFill>
              <a:srgbClr val="7D6A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37"/>
            <p:cNvSpPr/>
            <p:nvPr/>
          </p:nvSpPr>
          <p:spPr>
            <a:xfrm>
              <a:off x="9879275" y="2248663"/>
              <a:ext cx="250100" cy="919550"/>
            </a:xfrm>
            <a:custGeom>
              <a:avLst/>
              <a:gdLst/>
              <a:ahLst/>
              <a:cxnLst/>
              <a:rect l="l" t="t" r="r" b="b"/>
              <a:pathLst>
                <a:path w="10004" h="36782" extrusionOk="0">
                  <a:moveTo>
                    <a:pt x="737" y="0"/>
                  </a:moveTo>
                  <a:lnTo>
                    <a:pt x="0" y="187"/>
                  </a:lnTo>
                  <a:lnTo>
                    <a:pt x="9266" y="36782"/>
                  </a:lnTo>
                  <a:lnTo>
                    <a:pt x="10003" y="36595"/>
                  </a:lnTo>
                  <a:lnTo>
                    <a:pt x="73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37"/>
            <p:cNvSpPr/>
            <p:nvPr/>
          </p:nvSpPr>
          <p:spPr>
            <a:xfrm>
              <a:off x="9673100" y="2326588"/>
              <a:ext cx="461100" cy="841625"/>
            </a:xfrm>
            <a:custGeom>
              <a:avLst/>
              <a:gdLst/>
              <a:ahLst/>
              <a:cxnLst/>
              <a:rect l="l" t="t" r="r" b="b"/>
              <a:pathLst>
                <a:path w="18444" h="33665" extrusionOk="0">
                  <a:moveTo>
                    <a:pt x="672" y="0"/>
                  </a:moveTo>
                  <a:lnTo>
                    <a:pt x="1" y="359"/>
                  </a:lnTo>
                  <a:lnTo>
                    <a:pt x="17772" y="33665"/>
                  </a:lnTo>
                  <a:lnTo>
                    <a:pt x="18444" y="33305"/>
                  </a:lnTo>
                  <a:lnTo>
                    <a:pt x="67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37"/>
            <p:cNvSpPr/>
            <p:nvPr/>
          </p:nvSpPr>
          <p:spPr>
            <a:xfrm>
              <a:off x="9495775" y="2449188"/>
              <a:ext cx="641275" cy="718000"/>
            </a:xfrm>
            <a:custGeom>
              <a:avLst/>
              <a:gdLst/>
              <a:ahLst/>
              <a:cxnLst/>
              <a:rect l="l" t="t" r="r" b="b"/>
              <a:pathLst>
                <a:path w="25651" h="28720" extrusionOk="0">
                  <a:moveTo>
                    <a:pt x="569" y="1"/>
                  </a:moveTo>
                  <a:lnTo>
                    <a:pt x="1" y="506"/>
                  </a:lnTo>
                  <a:lnTo>
                    <a:pt x="25082" y="28720"/>
                  </a:lnTo>
                  <a:lnTo>
                    <a:pt x="25650" y="28215"/>
                  </a:lnTo>
                  <a:lnTo>
                    <a:pt x="5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37"/>
            <p:cNvSpPr/>
            <p:nvPr/>
          </p:nvSpPr>
          <p:spPr>
            <a:xfrm>
              <a:off x="9353450" y="2609738"/>
              <a:ext cx="785025" cy="555425"/>
            </a:xfrm>
            <a:custGeom>
              <a:avLst/>
              <a:gdLst/>
              <a:ahLst/>
              <a:cxnLst/>
              <a:rect l="l" t="t" r="r" b="b"/>
              <a:pathLst>
                <a:path w="31401" h="22217" extrusionOk="0">
                  <a:moveTo>
                    <a:pt x="435" y="1"/>
                  </a:moveTo>
                  <a:lnTo>
                    <a:pt x="1" y="625"/>
                  </a:lnTo>
                  <a:lnTo>
                    <a:pt x="30965" y="22217"/>
                  </a:lnTo>
                  <a:lnTo>
                    <a:pt x="31401" y="21593"/>
                  </a:lnTo>
                  <a:lnTo>
                    <a:pt x="4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37"/>
            <p:cNvSpPr/>
            <p:nvPr/>
          </p:nvSpPr>
          <p:spPr>
            <a:xfrm>
              <a:off x="9252250" y="2802363"/>
              <a:ext cx="886825" cy="358975"/>
            </a:xfrm>
            <a:custGeom>
              <a:avLst/>
              <a:gdLst/>
              <a:ahLst/>
              <a:cxnLst/>
              <a:rect l="l" t="t" r="r" b="b"/>
              <a:pathLst>
                <a:path w="35473" h="14359" extrusionOk="0">
                  <a:moveTo>
                    <a:pt x="276" y="1"/>
                  </a:moveTo>
                  <a:lnTo>
                    <a:pt x="1" y="708"/>
                  </a:lnTo>
                  <a:lnTo>
                    <a:pt x="35198" y="14358"/>
                  </a:lnTo>
                  <a:lnTo>
                    <a:pt x="35472" y="13649"/>
                  </a:lnTo>
                  <a:lnTo>
                    <a:pt x="27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37"/>
            <p:cNvSpPr/>
            <p:nvPr/>
          </p:nvSpPr>
          <p:spPr>
            <a:xfrm>
              <a:off x="9199500" y="3019888"/>
              <a:ext cx="938800" cy="136075"/>
            </a:xfrm>
            <a:custGeom>
              <a:avLst/>
              <a:gdLst/>
              <a:ahLst/>
              <a:cxnLst/>
              <a:rect l="l" t="t" r="r" b="b"/>
              <a:pathLst>
                <a:path w="37552" h="5443" extrusionOk="0">
                  <a:moveTo>
                    <a:pt x="94" y="1"/>
                  </a:moveTo>
                  <a:lnTo>
                    <a:pt x="0" y="755"/>
                  </a:lnTo>
                  <a:lnTo>
                    <a:pt x="37458" y="5443"/>
                  </a:lnTo>
                  <a:lnTo>
                    <a:pt x="37552" y="4688"/>
                  </a:lnTo>
                  <a:lnTo>
                    <a:pt x="9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37"/>
            <p:cNvSpPr/>
            <p:nvPr/>
          </p:nvSpPr>
          <p:spPr>
            <a:xfrm>
              <a:off x="9199500" y="3132688"/>
              <a:ext cx="938800" cy="136100"/>
            </a:xfrm>
            <a:custGeom>
              <a:avLst/>
              <a:gdLst/>
              <a:ahLst/>
              <a:cxnLst/>
              <a:rect l="l" t="t" r="r" b="b"/>
              <a:pathLst>
                <a:path w="37552" h="5444" extrusionOk="0">
                  <a:moveTo>
                    <a:pt x="37458" y="0"/>
                  </a:moveTo>
                  <a:lnTo>
                    <a:pt x="0" y="4689"/>
                  </a:lnTo>
                  <a:lnTo>
                    <a:pt x="94" y="5444"/>
                  </a:lnTo>
                  <a:lnTo>
                    <a:pt x="37552" y="756"/>
                  </a:lnTo>
                  <a:lnTo>
                    <a:pt x="3745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37"/>
            <p:cNvSpPr/>
            <p:nvPr/>
          </p:nvSpPr>
          <p:spPr>
            <a:xfrm>
              <a:off x="9252250" y="3127388"/>
              <a:ext cx="886825" cy="358925"/>
            </a:xfrm>
            <a:custGeom>
              <a:avLst/>
              <a:gdLst/>
              <a:ahLst/>
              <a:cxnLst/>
              <a:rect l="l" t="t" r="r" b="b"/>
              <a:pathLst>
                <a:path w="35473" h="14357" extrusionOk="0">
                  <a:moveTo>
                    <a:pt x="35198" y="0"/>
                  </a:moveTo>
                  <a:lnTo>
                    <a:pt x="1" y="13648"/>
                  </a:lnTo>
                  <a:lnTo>
                    <a:pt x="276" y="14357"/>
                  </a:lnTo>
                  <a:lnTo>
                    <a:pt x="35472" y="709"/>
                  </a:lnTo>
                  <a:lnTo>
                    <a:pt x="3519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37"/>
            <p:cNvSpPr/>
            <p:nvPr/>
          </p:nvSpPr>
          <p:spPr>
            <a:xfrm>
              <a:off x="9353450" y="3123513"/>
              <a:ext cx="785025" cy="555425"/>
            </a:xfrm>
            <a:custGeom>
              <a:avLst/>
              <a:gdLst/>
              <a:ahLst/>
              <a:cxnLst/>
              <a:rect l="l" t="t" r="r" b="b"/>
              <a:pathLst>
                <a:path w="31401" h="22217" extrusionOk="0">
                  <a:moveTo>
                    <a:pt x="30965" y="1"/>
                  </a:moveTo>
                  <a:lnTo>
                    <a:pt x="1" y="21593"/>
                  </a:lnTo>
                  <a:lnTo>
                    <a:pt x="435" y="22217"/>
                  </a:lnTo>
                  <a:lnTo>
                    <a:pt x="31401" y="624"/>
                  </a:lnTo>
                  <a:lnTo>
                    <a:pt x="3096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37"/>
            <p:cNvSpPr/>
            <p:nvPr/>
          </p:nvSpPr>
          <p:spPr>
            <a:xfrm>
              <a:off x="9495775" y="3121488"/>
              <a:ext cx="641275" cy="718000"/>
            </a:xfrm>
            <a:custGeom>
              <a:avLst/>
              <a:gdLst/>
              <a:ahLst/>
              <a:cxnLst/>
              <a:rect l="l" t="t" r="r" b="b"/>
              <a:pathLst>
                <a:path w="25651" h="28720" extrusionOk="0">
                  <a:moveTo>
                    <a:pt x="25082" y="1"/>
                  </a:moveTo>
                  <a:lnTo>
                    <a:pt x="1" y="28215"/>
                  </a:lnTo>
                  <a:lnTo>
                    <a:pt x="569" y="28720"/>
                  </a:lnTo>
                  <a:lnTo>
                    <a:pt x="25650" y="506"/>
                  </a:lnTo>
                  <a:lnTo>
                    <a:pt x="2508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37"/>
            <p:cNvSpPr/>
            <p:nvPr/>
          </p:nvSpPr>
          <p:spPr>
            <a:xfrm>
              <a:off x="9673100" y="3120488"/>
              <a:ext cx="461100" cy="841600"/>
            </a:xfrm>
            <a:custGeom>
              <a:avLst/>
              <a:gdLst/>
              <a:ahLst/>
              <a:cxnLst/>
              <a:rect l="l" t="t" r="r" b="b"/>
              <a:pathLst>
                <a:path w="18444" h="33664" extrusionOk="0">
                  <a:moveTo>
                    <a:pt x="17772" y="1"/>
                  </a:moveTo>
                  <a:lnTo>
                    <a:pt x="1" y="33305"/>
                  </a:lnTo>
                  <a:lnTo>
                    <a:pt x="672" y="33664"/>
                  </a:lnTo>
                  <a:lnTo>
                    <a:pt x="18444" y="358"/>
                  </a:lnTo>
                  <a:lnTo>
                    <a:pt x="1777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37"/>
            <p:cNvSpPr/>
            <p:nvPr/>
          </p:nvSpPr>
          <p:spPr>
            <a:xfrm>
              <a:off x="9879275" y="3120463"/>
              <a:ext cx="250100" cy="919575"/>
            </a:xfrm>
            <a:custGeom>
              <a:avLst/>
              <a:gdLst/>
              <a:ahLst/>
              <a:cxnLst/>
              <a:rect l="l" t="t" r="r" b="b"/>
              <a:pathLst>
                <a:path w="10004" h="36783" extrusionOk="0">
                  <a:moveTo>
                    <a:pt x="9266" y="1"/>
                  </a:moveTo>
                  <a:lnTo>
                    <a:pt x="0" y="36596"/>
                  </a:lnTo>
                  <a:lnTo>
                    <a:pt x="737" y="36782"/>
                  </a:lnTo>
                  <a:lnTo>
                    <a:pt x="10003" y="187"/>
                  </a:lnTo>
                  <a:lnTo>
                    <a:pt x="92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37"/>
            <p:cNvSpPr/>
            <p:nvPr/>
          </p:nvSpPr>
          <p:spPr>
            <a:xfrm>
              <a:off x="10105525" y="3122088"/>
              <a:ext cx="19050" cy="943775"/>
            </a:xfrm>
            <a:custGeom>
              <a:avLst/>
              <a:gdLst/>
              <a:ahLst/>
              <a:cxnLst/>
              <a:rect l="l" t="t" r="r" b="b"/>
              <a:pathLst>
                <a:path w="762" h="37751" extrusionOk="0">
                  <a:moveTo>
                    <a:pt x="1" y="0"/>
                  </a:moveTo>
                  <a:lnTo>
                    <a:pt x="1" y="37751"/>
                  </a:lnTo>
                  <a:lnTo>
                    <a:pt x="761" y="37751"/>
                  </a:lnTo>
                  <a:lnTo>
                    <a:pt x="76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37"/>
            <p:cNvSpPr/>
            <p:nvPr/>
          </p:nvSpPr>
          <p:spPr>
            <a:xfrm>
              <a:off x="10100700" y="3120438"/>
              <a:ext cx="250100" cy="919600"/>
            </a:xfrm>
            <a:custGeom>
              <a:avLst/>
              <a:gdLst/>
              <a:ahLst/>
              <a:cxnLst/>
              <a:rect l="l" t="t" r="r" b="b"/>
              <a:pathLst>
                <a:path w="10004" h="36784" extrusionOk="0">
                  <a:moveTo>
                    <a:pt x="737" y="1"/>
                  </a:moveTo>
                  <a:lnTo>
                    <a:pt x="0" y="188"/>
                  </a:lnTo>
                  <a:lnTo>
                    <a:pt x="9266" y="36783"/>
                  </a:lnTo>
                  <a:lnTo>
                    <a:pt x="10003" y="36597"/>
                  </a:lnTo>
                  <a:lnTo>
                    <a:pt x="73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37"/>
            <p:cNvSpPr/>
            <p:nvPr/>
          </p:nvSpPr>
          <p:spPr>
            <a:xfrm>
              <a:off x="10095850" y="3120488"/>
              <a:ext cx="461100" cy="841600"/>
            </a:xfrm>
            <a:custGeom>
              <a:avLst/>
              <a:gdLst/>
              <a:ahLst/>
              <a:cxnLst/>
              <a:rect l="l" t="t" r="r" b="b"/>
              <a:pathLst>
                <a:path w="18444" h="33664" extrusionOk="0">
                  <a:moveTo>
                    <a:pt x="672" y="1"/>
                  </a:moveTo>
                  <a:lnTo>
                    <a:pt x="1" y="358"/>
                  </a:lnTo>
                  <a:lnTo>
                    <a:pt x="17772" y="33664"/>
                  </a:lnTo>
                  <a:lnTo>
                    <a:pt x="18444" y="33305"/>
                  </a:lnTo>
                  <a:lnTo>
                    <a:pt x="67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37"/>
            <p:cNvSpPr/>
            <p:nvPr/>
          </p:nvSpPr>
          <p:spPr>
            <a:xfrm>
              <a:off x="10093025" y="3121488"/>
              <a:ext cx="641250" cy="718000"/>
            </a:xfrm>
            <a:custGeom>
              <a:avLst/>
              <a:gdLst/>
              <a:ahLst/>
              <a:cxnLst/>
              <a:rect l="l" t="t" r="r" b="b"/>
              <a:pathLst>
                <a:path w="25650" h="28720" extrusionOk="0">
                  <a:moveTo>
                    <a:pt x="569" y="1"/>
                  </a:moveTo>
                  <a:lnTo>
                    <a:pt x="0" y="506"/>
                  </a:lnTo>
                  <a:lnTo>
                    <a:pt x="25082" y="28720"/>
                  </a:lnTo>
                  <a:lnTo>
                    <a:pt x="25650" y="28215"/>
                  </a:lnTo>
                  <a:lnTo>
                    <a:pt x="5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37"/>
            <p:cNvSpPr/>
            <p:nvPr/>
          </p:nvSpPr>
          <p:spPr>
            <a:xfrm>
              <a:off x="10091575" y="3123513"/>
              <a:ext cx="785025" cy="555425"/>
            </a:xfrm>
            <a:custGeom>
              <a:avLst/>
              <a:gdLst/>
              <a:ahLst/>
              <a:cxnLst/>
              <a:rect l="l" t="t" r="r" b="b"/>
              <a:pathLst>
                <a:path w="31401" h="22217" extrusionOk="0">
                  <a:moveTo>
                    <a:pt x="437" y="1"/>
                  </a:moveTo>
                  <a:lnTo>
                    <a:pt x="1" y="624"/>
                  </a:lnTo>
                  <a:lnTo>
                    <a:pt x="30966" y="22217"/>
                  </a:lnTo>
                  <a:lnTo>
                    <a:pt x="31401" y="21593"/>
                  </a:lnTo>
                  <a:lnTo>
                    <a:pt x="43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37"/>
            <p:cNvSpPr/>
            <p:nvPr/>
          </p:nvSpPr>
          <p:spPr>
            <a:xfrm>
              <a:off x="10091000" y="3127388"/>
              <a:ext cx="886800" cy="358925"/>
            </a:xfrm>
            <a:custGeom>
              <a:avLst/>
              <a:gdLst/>
              <a:ahLst/>
              <a:cxnLst/>
              <a:rect l="l" t="t" r="r" b="b"/>
              <a:pathLst>
                <a:path w="35472" h="14357" extrusionOk="0">
                  <a:moveTo>
                    <a:pt x="275" y="0"/>
                  </a:moveTo>
                  <a:lnTo>
                    <a:pt x="0" y="709"/>
                  </a:lnTo>
                  <a:lnTo>
                    <a:pt x="35196" y="14357"/>
                  </a:lnTo>
                  <a:lnTo>
                    <a:pt x="35471" y="13648"/>
                  </a:lnTo>
                  <a:lnTo>
                    <a:pt x="27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37"/>
            <p:cNvSpPr/>
            <p:nvPr/>
          </p:nvSpPr>
          <p:spPr>
            <a:xfrm>
              <a:off x="10091825" y="3132638"/>
              <a:ext cx="938875" cy="136100"/>
            </a:xfrm>
            <a:custGeom>
              <a:avLst/>
              <a:gdLst/>
              <a:ahLst/>
              <a:cxnLst/>
              <a:rect l="l" t="t" r="r" b="b"/>
              <a:pathLst>
                <a:path w="37555" h="5444" extrusionOk="0">
                  <a:moveTo>
                    <a:pt x="95" y="0"/>
                  </a:moveTo>
                  <a:lnTo>
                    <a:pt x="0" y="755"/>
                  </a:lnTo>
                  <a:lnTo>
                    <a:pt x="37460" y="5443"/>
                  </a:lnTo>
                  <a:lnTo>
                    <a:pt x="37555" y="4689"/>
                  </a:lnTo>
                  <a:lnTo>
                    <a:pt x="9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37"/>
            <p:cNvSpPr/>
            <p:nvPr/>
          </p:nvSpPr>
          <p:spPr>
            <a:xfrm>
              <a:off x="10091750" y="3019888"/>
              <a:ext cx="938850" cy="136075"/>
            </a:xfrm>
            <a:custGeom>
              <a:avLst/>
              <a:gdLst/>
              <a:ahLst/>
              <a:cxnLst/>
              <a:rect l="l" t="t" r="r" b="b"/>
              <a:pathLst>
                <a:path w="37554" h="5443" extrusionOk="0">
                  <a:moveTo>
                    <a:pt x="37458" y="1"/>
                  </a:moveTo>
                  <a:lnTo>
                    <a:pt x="1" y="4688"/>
                  </a:lnTo>
                  <a:lnTo>
                    <a:pt x="95" y="5443"/>
                  </a:lnTo>
                  <a:lnTo>
                    <a:pt x="37553" y="755"/>
                  </a:lnTo>
                  <a:lnTo>
                    <a:pt x="3745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37"/>
            <p:cNvSpPr/>
            <p:nvPr/>
          </p:nvSpPr>
          <p:spPr>
            <a:xfrm>
              <a:off x="10091000" y="2802363"/>
              <a:ext cx="886800" cy="358975"/>
            </a:xfrm>
            <a:custGeom>
              <a:avLst/>
              <a:gdLst/>
              <a:ahLst/>
              <a:cxnLst/>
              <a:rect l="l" t="t" r="r" b="b"/>
              <a:pathLst>
                <a:path w="35472" h="14359" extrusionOk="0">
                  <a:moveTo>
                    <a:pt x="35196" y="1"/>
                  </a:moveTo>
                  <a:lnTo>
                    <a:pt x="0" y="13649"/>
                  </a:lnTo>
                  <a:lnTo>
                    <a:pt x="275" y="14358"/>
                  </a:lnTo>
                  <a:lnTo>
                    <a:pt x="35471" y="708"/>
                  </a:lnTo>
                  <a:lnTo>
                    <a:pt x="3519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37"/>
            <p:cNvSpPr/>
            <p:nvPr/>
          </p:nvSpPr>
          <p:spPr>
            <a:xfrm>
              <a:off x="10091575" y="2609738"/>
              <a:ext cx="785025" cy="555425"/>
            </a:xfrm>
            <a:custGeom>
              <a:avLst/>
              <a:gdLst/>
              <a:ahLst/>
              <a:cxnLst/>
              <a:rect l="l" t="t" r="r" b="b"/>
              <a:pathLst>
                <a:path w="31401" h="22217" extrusionOk="0">
                  <a:moveTo>
                    <a:pt x="30966" y="1"/>
                  </a:moveTo>
                  <a:lnTo>
                    <a:pt x="1" y="21593"/>
                  </a:lnTo>
                  <a:lnTo>
                    <a:pt x="437" y="22217"/>
                  </a:lnTo>
                  <a:lnTo>
                    <a:pt x="31401" y="625"/>
                  </a:lnTo>
                  <a:lnTo>
                    <a:pt x="309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37"/>
            <p:cNvSpPr/>
            <p:nvPr/>
          </p:nvSpPr>
          <p:spPr>
            <a:xfrm>
              <a:off x="10093025" y="2449188"/>
              <a:ext cx="641250" cy="718000"/>
            </a:xfrm>
            <a:custGeom>
              <a:avLst/>
              <a:gdLst/>
              <a:ahLst/>
              <a:cxnLst/>
              <a:rect l="l" t="t" r="r" b="b"/>
              <a:pathLst>
                <a:path w="25650" h="28720" extrusionOk="0">
                  <a:moveTo>
                    <a:pt x="25082" y="1"/>
                  </a:moveTo>
                  <a:lnTo>
                    <a:pt x="0" y="28215"/>
                  </a:lnTo>
                  <a:lnTo>
                    <a:pt x="569" y="28720"/>
                  </a:lnTo>
                  <a:lnTo>
                    <a:pt x="25650" y="506"/>
                  </a:lnTo>
                  <a:lnTo>
                    <a:pt x="2508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37"/>
            <p:cNvSpPr/>
            <p:nvPr/>
          </p:nvSpPr>
          <p:spPr>
            <a:xfrm>
              <a:off x="10095850" y="2326588"/>
              <a:ext cx="461100" cy="841625"/>
            </a:xfrm>
            <a:custGeom>
              <a:avLst/>
              <a:gdLst/>
              <a:ahLst/>
              <a:cxnLst/>
              <a:rect l="l" t="t" r="r" b="b"/>
              <a:pathLst>
                <a:path w="18444" h="33665" extrusionOk="0">
                  <a:moveTo>
                    <a:pt x="17772" y="0"/>
                  </a:moveTo>
                  <a:lnTo>
                    <a:pt x="1" y="33305"/>
                  </a:lnTo>
                  <a:lnTo>
                    <a:pt x="672" y="33665"/>
                  </a:lnTo>
                  <a:lnTo>
                    <a:pt x="18444" y="359"/>
                  </a:lnTo>
                  <a:lnTo>
                    <a:pt x="1777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37"/>
            <p:cNvSpPr/>
            <p:nvPr/>
          </p:nvSpPr>
          <p:spPr>
            <a:xfrm>
              <a:off x="10100700" y="2248663"/>
              <a:ext cx="250100" cy="919575"/>
            </a:xfrm>
            <a:custGeom>
              <a:avLst/>
              <a:gdLst/>
              <a:ahLst/>
              <a:cxnLst/>
              <a:rect l="l" t="t" r="r" b="b"/>
              <a:pathLst>
                <a:path w="10004" h="36783" extrusionOk="0">
                  <a:moveTo>
                    <a:pt x="9266" y="0"/>
                  </a:moveTo>
                  <a:lnTo>
                    <a:pt x="0" y="36595"/>
                  </a:lnTo>
                  <a:lnTo>
                    <a:pt x="737" y="36783"/>
                  </a:lnTo>
                  <a:lnTo>
                    <a:pt x="10003" y="187"/>
                  </a:lnTo>
                  <a:lnTo>
                    <a:pt x="92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37"/>
            <p:cNvSpPr/>
            <p:nvPr/>
          </p:nvSpPr>
          <p:spPr>
            <a:xfrm>
              <a:off x="10105525" y="2222813"/>
              <a:ext cx="19050" cy="943800"/>
            </a:xfrm>
            <a:custGeom>
              <a:avLst/>
              <a:gdLst/>
              <a:ahLst/>
              <a:cxnLst/>
              <a:rect l="l" t="t" r="r" b="b"/>
              <a:pathLst>
                <a:path w="762" h="37752" extrusionOk="0">
                  <a:moveTo>
                    <a:pt x="1" y="1"/>
                  </a:moveTo>
                  <a:lnTo>
                    <a:pt x="1" y="37751"/>
                  </a:lnTo>
                  <a:lnTo>
                    <a:pt x="761" y="37751"/>
                  </a:lnTo>
                  <a:lnTo>
                    <a:pt x="7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37"/>
            <p:cNvSpPr/>
            <p:nvPr/>
          </p:nvSpPr>
          <p:spPr>
            <a:xfrm>
              <a:off x="9149850" y="2179138"/>
              <a:ext cx="1930375" cy="1930400"/>
            </a:xfrm>
            <a:custGeom>
              <a:avLst/>
              <a:gdLst/>
              <a:ahLst/>
              <a:cxnLst/>
              <a:rect l="l" t="t" r="r" b="b"/>
              <a:pathLst>
                <a:path w="77215" h="77216" extrusionOk="0">
                  <a:moveTo>
                    <a:pt x="38607" y="2663"/>
                  </a:moveTo>
                  <a:cubicBezTo>
                    <a:pt x="58427" y="2663"/>
                    <a:pt x="74552" y="18788"/>
                    <a:pt x="74552" y="38609"/>
                  </a:cubicBezTo>
                  <a:cubicBezTo>
                    <a:pt x="74552" y="58429"/>
                    <a:pt x="58427" y="74552"/>
                    <a:pt x="38607" y="74552"/>
                  </a:cubicBezTo>
                  <a:cubicBezTo>
                    <a:pt x="18786" y="74552"/>
                    <a:pt x="2663" y="58429"/>
                    <a:pt x="2663" y="38609"/>
                  </a:cubicBezTo>
                  <a:cubicBezTo>
                    <a:pt x="2663" y="18788"/>
                    <a:pt x="18786" y="2663"/>
                    <a:pt x="38607" y="2663"/>
                  </a:cubicBezTo>
                  <a:close/>
                  <a:moveTo>
                    <a:pt x="38607" y="0"/>
                  </a:moveTo>
                  <a:cubicBezTo>
                    <a:pt x="28295" y="0"/>
                    <a:pt x="18600" y="4016"/>
                    <a:pt x="11307" y="11309"/>
                  </a:cubicBezTo>
                  <a:cubicBezTo>
                    <a:pt x="4015" y="18600"/>
                    <a:pt x="0" y="28295"/>
                    <a:pt x="0" y="38609"/>
                  </a:cubicBezTo>
                  <a:cubicBezTo>
                    <a:pt x="0" y="48921"/>
                    <a:pt x="4015" y="58616"/>
                    <a:pt x="11307" y="65907"/>
                  </a:cubicBezTo>
                  <a:cubicBezTo>
                    <a:pt x="18600" y="73200"/>
                    <a:pt x="28295" y="77216"/>
                    <a:pt x="38607" y="77216"/>
                  </a:cubicBezTo>
                  <a:cubicBezTo>
                    <a:pt x="48920" y="77216"/>
                    <a:pt x="58616" y="73200"/>
                    <a:pt x="65907" y="65907"/>
                  </a:cubicBezTo>
                  <a:cubicBezTo>
                    <a:pt x="73198" y="58616"/>
                    <a:pt x="77214" y="48921"/>
                    <a:pt x="77214" y="38609"/>
                  </a:cubicBezTo>
                  <a:cubicBezTo>
                    <a:pt x="77214" y="28295"/>
                    <a:pt x="73198" y="18600"/>
                    <a:pt x="65907" y="11309"/>
                  </a:cubicBezTo>
                  <a:cubicBezTo>
                    <a:pt x="58616" y="4016"/>
                    <a:pt x="48920" y="0"/>
                    <a:pt x="386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37"/>
            <p:cNvSpPr/>
            <p:nvPr/>
          </p:nvSpPr>
          <p:spPr>
            <a:xfrm>
              <a:off x="9159600" y="2188913"/>
              <a:ext cx="1910875" cy="1910875"/>
            </a:xfrm>
            <a:custGeom>
              <a:avLst/>
              <a:gdLst/>
              <a:ahLst/>
              <a:cxnLst/>
              <a:rect l="l" t="t" r="r" b="b"/>
              <a:pathLst>
                <a:path w="76435" h="76435" extrusionOk="0">
                  <a:moveTo>
                    <a:pt x="38217" y="1402"/>
                  </a:moveTo>
                  <a:cubicBezTo>
                    <a:pt x="58517" y="1402"/>
                    <a:pt x="75033" y="17918"/>
                    <a:pt x="75033" y="38218"/>
                  </a:cubicBezTo>
                  <a:cubicBezTo>
                    <a:pt x="75033" y="58517"/>
                    <a:pt x="58517" y="75032"/>
                    <a:pt x="38217" y="75032"/>
                  </a:cubicBezTo>
                  <a:cubicBezTo>
                    <a:pt x="17917" y="75032"/>
                    <a:pt x="1402" y="58517"/>
                    <a:pt x="1402" y="38218"/>
                  </a:cubicBezTo>
                  <a:cubicBezTo>
                    <a:pt x="1402" y="17918"/>
                    <a:pt x="17917" y="1402"/>
                    <a:pt x="38217" y="1402"/>
                  </a:cubicBezTo>
                  <a:close/>
                  <a:moveTo>
                    <a:pt x="38217" y="1"/>
                  </a:moveTo>
                  <a:cubicBezTo>
                    <a:pt x="28009" y="1"/>
                    <a:pt x="18412" y="3976"/>
                    <a:pt x="11194" y="11194"/>
                  </a:cubicBezTo>
                  <a:cubicBezTo>
                    <a:pt x="3977" y="18412"/>
                    <a:pt x="0" y="28010"/>
                    <a:pt x="0" y="38218"/>
                  </a:cubicBezTo>
                  <a:cubicBezTo>
                    <a:pt x="0" y="48426"/>
                    <a:pt x="3977" y="58022"/>
                    <a:pt x="11194" y="65240"/>
                  </a:cubicBezTo>
                  <a:cubicBezTo>
                    <a:pt x="18412" y="72459"/>
                    <a:pt x="28009" y="76435"/>
                    <a:pt x="38217" y="76435"/>
                  </a:cubicBezTo>
                  <a:cubicBezTo>
                    <a:pt x="48425" y="76435"/>
                    <a:pt x="58023" y="72459"/>
                    <a:pt x="65240" y="65240"/>
                  </a:cubicBezTo>
                  <a:cubicBezTo>
                    <a:pt x="72459" y="58022"/>
                    <a:pt x="76434" y="48426"/>
                    <a:pt x="76434" y="38218"/>
                  </a:cubicBezTo>
                  <a:cubicBezTo>
                    <a:pt x="76434" y="28010"/>
                    <a:pt x="72459" y="18412"/>
                    <a:pt x="65240" y="11194"/>
                  </a:cubicBezTo>
                  <a:cubicBezTo>
                    <a:pt x="58023" y="3976"/>
                    <a:pt x="48425" y="1"/>
                    <a:pt x="382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37"/>
            <p:cNvSpPr/>
            <p:nvPr/>
          </p:nvSpPr>
          <p:spPr>
            <a:xfrm>
              <a:off x="9911675" y="2940963"/>
              <a:ext cx="406725" cy="406750"/>
            </a:xfrm>
            <a:custGeom>
              <a:avLst/>
              <a:gdLst/>
              <a:ahLst/>
              <a:cxnLst/>
              <a:rect l="l" t="t" r="r" b="b"/>
              <a:pathLst>
                <a:path w="16269" h="16270" extrusionOk="0">
                  <a:moveTo>
                    <a:pt x="8134" y="1"/>
                  </a:moveTo>
                  <a:cubicBezTo>
                    <a:pt x="3650" y="1"/>
                    <a:pt x="0" y="3650"/>
                    <a:pt x="0" y="8136"/>
                  </a:cubicBezTo>
                  <a:cubicBezTo>
                    <a:pt x="0" y="12621"/>
                    <a:pt x="3650" y="16270"/>
                    <a:pt x="8134" y="16270"/>
                  </a:cubicBezTo>
                  <a:cubicBezTo>
                    <a:pt x="12619" y="16270"/>
                    <a:pt x="16268" y="12621"/>
                    <a:pt x="16268" y="8136"/>
                  </a:cubicBezTo>
                  <a:cubicBezTo>
                    <a:pt x="16268" y="3650"/>
                    <a:pt x="12619" y="1"/>
                    <a:pt x="81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37"/>
            <p:cNvSpPr/>
            <p:nvPr/>
          </p:nvSpPr>
          <p:spPr>
            <a:xfrm>
              <a:off x="9917775" y="2947088"/>
              <a:ext cx="394525" cy="394500"/>
            </a:xfrm>
            <a:custGeom>
              <a:avLst/>
              <a:gdLst/>
              <a:ahLst/>
              <a:cxnLst/>
              <a:rect l="l" t="t" r="r" b="b"/>
              <a:pathLst>
                <a:path w="15781" h="15780" extrusionOk="0">
                  <a:moveTo>
                    <a:pt x="7890" y="1"/>
                  </a:moveTo>
                  <a:cubicBezTo>
                    <a:pt x="3540" y="1"/>
                    <a:pt x="0" y="3540"/>
                    <a:pt x="0" y="7891"/>
                  </a:cubicBezTo>
                  <a:cubicBezTo>
                    <a:pt x="0" y="12241"/>
                    <a:pt x="3540" y="15780"/>
                    <a:pt x="7890" y="15780"/>
                  </a:cubicBezTo>
                  <a:cubicBezTo>
                    <a:pt x="12240" y="15780"/>
                    <a:pt x="15780" y="12241"/>
                    <a:pt x="15780" y="7891"/>
                  </a:cubicBezTo>
                  <a:cubicBezTo>
                    <a:pt x="15780" y="3540"/>
                    <a:pt x="12240" y="1"/>
                    <a:pt x="78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37"/>
            <p:cNvSpPr/>
            <p:nvPr/>
          </p:nvSpPr>
          <p:spPr>
            <a:xfrm>
              <a:off x="9954425" y="2983738"/>
              <a:ext cx="321225" cy="321200"/>
            </a:xfrm>
            <a:custGeom>
              <a:avLst/>
              <a:gdLst/>
              <a:ahLst/>
              <a:cxnLst/>
              <a:rect l="l" t="t" r="r" b="b"/>
              <a:pathLst>
                <a:path w="12849" h="12848" extrusionOk="0">
                  <a:moveTo>
                    <a:pt x="6424" y="1"/>
                  </a:moveTo>
                  <a:cubicBezTo>
                    <a:pt x="2882" y="1"/>
                    <a:pt x="0" y="2882"/>
                    <a:pt x="0" y="6425"/>
                  </a:cubicBezTo>
                  <a:cubicBezTo>
                    <a:pt x="0" y="9966"/>
                    <a:pt x="2882" y="12848"/>
                    <a:pt x="6424" y="12848"/>
                  </a:cubicBezTo>
                  <a:cubicBezTo>
                    <a:pt x="9967" y="12848"/>
                    <a:pt x="12848" y="9966"/>
                    <a:pt x="12848" y="6425"/>
                  </a:cubicBezTo>
                  <a:cubicBezTo>
                    <a:pt x="12848" y="2882"/>
                    <a:pt x="9967" y="1"/>
                    <a:pt x="64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37"/>
            <p:cNvSpPr/>
            <p:nvPr/>
          </p:nvSpPr>
          <p:spPr>
            <a:xfrm>
              <a:off x="9991075" y="3020363"/>
              <a:ext cx="247925" cy="247950"/>
            </a:xfrm>
            <a:custGeom>
              <a:avLst/>
              <a:gdLst/>
              <a:ahLst/>
              <a:cxnLst/>
              <a:rect l="l" t="t" r="r" b="b"/>
              <a:pathLst>
                <a:path w="9917" h="9918" extrusionOk="0">
                  <a:moveTo>
                    <a:pt x="4958" y="0"/>
                  </a:moveTo>
                  <a:cubicBezTo>
                    <a:pt x="2220" y="0"/>
                    <a:pt x="0" y="2221"/>
                    <a:pt x="0" y="4960"/>
                  </a:cubicBezTo>
                  <a:cubicBezTo>
                    <a:pt x="0" y="7697"/>
                    <a:pt x="2220" y="9918"/>
                    <a:pt x="4958" y="9918"/>
                  </a:cubicBezTo>
                  <a:cubicBezTo>
                    <a:pt x="7697" y="9918"/>
                    <a:pt x="9916" y="7697"/>
                    <a:pt x="9916" y="4960"/>
                  </a:cubicBezTo>
                  <a:cubicBezTo>
                    <a:pt x="9916" y="2221"/>
                    <a:pt x="7697" y="0"/>
                    <a:pt x="49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37"/>
            <p:cNvSpPr/>
            <p:nvPr/>
          </p:nvSpPr>
          <p:spPr>
            <a:xfrm>
              <a:off x="9004025" y="3558488"/>
              <a:ext cx="15875" cy="266525"/>
            </a:xfrm>
            <a:custGeom>
              <a:avLst/>
              <a:gdLst/>
              <a:ahLst/>
              <a:cxnLst/>
              <a:rect l="l" t="t" r="r" b="b"/>
              <a:pathLst>
                <a:path w="635" h="10661" extrusionOk="0">
                  <a:moveTo>
                    <a:pt x="1" y="0"/>
                  </a:moveTo>
                  <a:lnTo>
                    <a:pt x="1" y="10661"/>
                  </a:lnTo>
                  <a:lnTo>
                    <a:pt x="635" y="10661"/>
                  </a:lnTo>
                  <a:lnTo>
                    <a:pt x="635" y="0"/>
                  </a:lnTo>
                  <a:close/>
                </a:path>
              </a:pathLst>
            </a:custGeom>
            <a:solidFill>
              <a:srgbClr val="7D6A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37"/>
            <p:cNvSpPr/>
            <p:nvPr/>
          </p:nvSpPr>
          <p:spPr>
            <a:xfrm>
              <a:off x="8882500" y="3585313"/>
              <a:ext cx="139525" cy="242600"/>
            </a:xfrm>
            <a:custGeom>
              <a:avLst/>
              <a:gdLst/>
              <a:ahLst/>
              <a:cxnLst/>
              <a:rect l="l" t="t" r="r" b="b"/>
              <a:pathLst>
                <a:path w="5581" h="9704" extrusionOk="0">
                  <a:moveTo>
                    <a:pt x="561" y="1"/>
                  </a:moveTo>
                  <a:lnTo>
                    <a:pt x="1" y="298"/>
                  </a:lnTo>
                  <a:lnTo>
                    <a:pt x="5021" y="9704"/>
                  </a:lnTo>
                  <a:lnTo>
                    <a:pt x="5580" y="9406"/>
                  </a:lnTo>
                  <a:lnTo>
                    <a:pt x="5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37"/>
            <p:cNvSpPr/>
            <p:nvPr/>
          </p:nvSpPr>
          <p:spPr>
            <a:xfrm>
              <a:off x="8793875" y="3663463"/>
              <a:ext cx="227700" cy="165450"/>
            </a:xfrm>
            <a:custGeom>
              <a:avLst/>
              <a:gdLst/>
              <a:ahLst/>
              <a:cxnLst/>
              <a:rect l="l" t="t" r="r" b="b"/>
              <a:pathLst>
                <a:path w="9108" h="6618" extrusionOk="0">
                  <a:moveTo>
                    <a:pt x="363" y="0"/>
                  </a:moveTo>
                  <a:lnTo>
                    <a:pt x="1" y="519"/>
                  </a:lnTo>
                  <a:lnTo>
                    <a:pt x="8745" y="6618"/>
                  </a:lnTo>
                  <a:lnTo>
                    <a:pt x="9108" y="6097"/>
                  </a:lnTo>
                  <a:lnTo>
                    <a:pt x="3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37"/>
            <p:cNvSpPr/>
            <p:nvPr/>
          </p:nvSpPr>
          <p:spPr>
            <a:xfrm>
              <a:off x="8752750" y="3778363"/>
              <a:ext cx="266450" cy="48850"/>
            </a:xfrm>
            <a:custGeom>
              <a:avLst/>
              <a:gdLst/>
              <a:ahLst/>
              <a:cxnLst/>
              <a:rect l="l" t="t" r="r" b="b"/>
              <a:pathLst>
                <a:path w="10658" h="1954" extrusionOk="0">
                  <a:moveTo>
                    <a:pt x="79" y="0"/>
                  </a:moveTo>
                  <a:lnTo>
                    <a:pt x="1" y="629"/>
                  </a:lnTo>
                  <a:lnTo>
                    <a:pt x="10579" y="1954"/>
                  </a:lnTo>
                  <a:lnTo>
                    <a:pt x="10658" y="1324"/>
                  </a:lnTo>
                  <a:lnTo>
                    <a:pt x="7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37"/>
            <p:cNvSpPr/>
            <p:nvPr/>
          </p:nvSpPr>
          <p:spPr>
            <a:xfrm>
              <a:off x="8766400" y="3809038"/>
              <a:ext cx="254275" cy="111175"/>
            </a:xfrm>
            <a:custGeom>
              <a:avLst/>
              <a:gdLst/>
              <a:ahLst/>
              <a:cxnLst/>
              <a:rect l="l" t="t" r="r" b="b"/>
              <a:pathLst>
                <a:path w="10171" h="4447" extrusionOk="0">
                  <a:moveTo>
                    <a:pt x="9941" y="0"/>
                  </a:moveTo>
                  <a:lnTo>
                    <a:pt x="1" y="3854"/>
                  </a:lnTo>
                  <a:lnTo>
                    <a:pt x="230" y="4446"/>
                  </a:lnTo>
                  <a:lnTo>
                    <a:pt x="10170" y="591"/>
                  </a:lnTo>
                  <a:lnTo>
                    <a:pt x="994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37"/>
            <p:cNvSpPr/>
            <p:nvPr/>
          </p:nvSpPr>
          <p:spPr>
            <a:xfrm>
              <a:off x="8833175" y="3808763"/>
              <a:ext cx="188925" cy="209750"/>
            </a:xfrm>
            <a:custGeom>
              <a:avLst/>
              <a:gdLst/>
              <a:ahLst/>
              <a:cxnLst/>
              <a:rect l="l" t="t" r="r" b="b"/>
              <a:pathLst>
                <a:path w="7557" h="8390" extrusionOk="0">
                  <a:moveTo>
                    <a:pt x="7083" y="1"/>
                  </a:moveTo>
                  <a:lnTo>
                    <a:pt x="0" y="7968"/>
                  </a:lnTo>
                  <a:lnTo>
                    <a:pt x="474" y="8390"/>
                  </a:lnTo>
                  <a:lnTo>
                    <a:pt x="7557" y="422"/>
                  </a:lnTo>
                  <a:lnTo>
                    <a:pt x="70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37"/>
            <p:cNvSpPr/>
            <p:nvPr/>
          </p:nvSpPr>
          <p:spPr>
            <a:xfrm>
              <a:off x="8940275" y="3810688"/>
              <a:ext cx="80825" cy="262275"/>
            </a:xfrm>
            <a:custGeom>
              <a:avLst/>
              <a:gdLst/>
              <a:ahLst/>
              <a:cxnLst/>
              <a:rect l="l" t="t" r="r" b="b"/>
              <a:pathLst>
                <a:path w="3233" h="10491" extrusionOk="0">
                  <a:moveTo>
                    <a:pt x="2619" y="1"/>
                  </a:moveTo>
                  <a:lnTo>
                    <a:pt x="1" y="10336"/>
                  </a:lnTo>
                  <a:lnTo>
                    <a:pt x="616" y="10490"/>
                  </a:lnTo>
                  <a:lnTo>
                    <a:pt x="3233" y="156"/>
                  </a:lnTo>
                  <a:lnTo>
                    <a:pt x="261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37"/>
            <p:cNvSpPr/>
            <p:nvPr/>
          </p:nvSpPr>
          <p:spPr>
            <a:xfrm>
              <a:off x="9002825" y="3810688"/>
              <a:ext cx="80800" cy="262275"/>
            </a:xfrm>
            <a:custGeom>
              <a:avLst/>
              <a:gdLst/>
              <a:ahLst/>
              <a:cxnLst/>
              <a:rect l="l" t="t" r="r" b="b"/>
              <a:pathLst>
                <a:path w="3232" h="10491" extrusionOk="0">
                  <a:moveTo>
                    <a:pt x="615" y="1"/>
                  </a:moveTo>
                  <a:lnTo>
                    <a:pt x="1" y="156"/>
                  </a:lnTo>
                  <a:lnTo>
                    <a:pt x="2617" y="10490"/>
                  </a:lnTo>
                  <a:lnTo>
                    <a:pt x="3232" y="10336"/>
                  </a:lnTo>
                  <a:lnTo>
                    <a:pt x="61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37"/>
            <p:cNvSpPr/>
            <p:nvPr/>
          </p:nvSpPr>
          <p:spPr>
            <a:xfrm>
              <a:off x="9001825" y="3808763"/>
              <a:ext cx="188950" cy="209750"/>
            </a:xfrm>
            <a:custGeom>
              <a:avLst/>
              <a:gdLst/>
              <a:ahLst/>
              <a:cxnLst/>
              <a:rect l="l" t="t" r="r" b="b"/>
              <a:pathLst>
                <a:path w="7558" h="8390" extrusionOk="0">
                  <a:moveTo>
                    <a:pt x="474" y="1"/>
                  </a:moveTo>
                  <a:lnTo>
                    <a:pt x="1" y="422"/>
                  </a:lnTo>
                  <a:lnTo>
                    <a:pt x="7084" y="8390"/>
                  </a:lnTo>
                  <a:lnTo>
                    <a:pt x="7557" y="7968"/>
                  </a:lnTo>
                  <a:lnTo>
                    <a:pt x="47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37"/>
            <p:cNvSpPr/>
            <p:nvPr/>
          </p:nvSpPr>
          <p:spPr>
            <a:xfrm>
              <a:off x="9003275" y="3809038"/>
              <a:ext cx="254250" cy="111175"/>
            </a:xfrm>
            <a:custGeom>
              <a:avLst/>
              <a:gdLst/>
              <a:ahLst/>
              <a:cxnLst/>
              <a:rect l="l" t="t" r="r" b="b"/>
              <a:pathLst>
                <a:path w="10170" h="4447" extrusionOk="0">
                  <a:moveTo>
                    <a:pt x="230" y="0"/>
                  </a:moveTo>
                  <a:lnTo>
                    <a:pt x="0" y="591"/>
                  </a:lnTo>
                  <a:lnTo>
                    <a:pt x="9940" y="4446"/>
                  </a:lnTo>
                  <a:lnTo>
                    <a:pt x="10170" y="3854"/>
                  </a:lnTo>
                  <a:lnTo>
                    <a:pt x="2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37"/>
            <p:cNvSpPr/>
            <p:nvPr/>
          </p:nvSpPr>
          <p:spPr>
            <a:xfrm>
              <a:off x="9004725" y="3778363"/>
              <a:ext cx="266450" cy="48850"/>
            </a:xfrm>
            <a:custGeom>
              <a:avLst/>
              <a:gdLst/>
              <a:ahLst/>
              <a:cxnLst/>
              <a:rect l="l" t="t" r="r" b="b"/>
              <a:pathLst>
                <a:path w="10658" h="1954" extrusionOk="0">
                  <a:moveTo>
                    <a:pt x="10578" y="0"/>
                  </a:moveTo>
                  <a:lnTo>
                    <a:pt x="1" y="1324"/>
                  </a:lnTo>
                  <a:lnTo>
                    <a:pt x="79" y="1954"/>
                  </a:lnTo>
                  <a:lnTo>
                    <a:pt x="10658" y="629"/>
                  </a:lnTo>
                  <a:lnTo>
                    <a:pt x="105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37"/>
            <p:cNvSpPr/>
            <p:nvPr/>
          </p:nvSpPr>
          <p:spPr>
            <a:xfrm>
              <a:off x="9002325" y="3663463"/>
              <a:ext cx="227700" cy="165450"/>
            </a:xfrm>
            <a:custGeom>
              <a:avLst/>
              <a:gdLst/>
              <a:ahLst/>
              <a:cxnLst/>
              <a:rect l="l" t="t" r="r" b="b"/>
              <a:pathLst>
                <a:path w="9108" h="6618" extrusionOk="0">
                  <a:moveTo>
                    <a:pt x="8745" y="0"/>
                  </a:moveTo>
                  <a:lnTo>
                    <a:pt x="1" y="6097"/>
                  </a:lnTo>
                  <a:lnTo>
                    <a:pt x="364" y="6618"/>
                  </a:lnTo>
                  <a:lnTo>
                    <a:pt x="9107" y="519"/>
                  </a:lnTo>
                  <a:lnTo>
                    <a:pt x="874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37"/>
            <p:cNvSpPr/>
            <p:nvPr/>
          </p:nvSpPr>
          <p:spPr>
            <a:xfrm>
              <a:off x="9001925" y="3585313"/>
              <a:ext cx="139475" cy="242600"/>
            </a:xfrm>
            <a:custGeom>
              <a:avLst/>
              <a:gdLst/>
              <a:ahLst/>
              <a:cxnLst/>
              <a:rect l="l" t="t" r="r" b="b"/>
              <a:pathLst>
                <a:path w="5579" h="9704" extrusionOk="0">
                  <a:moveTo>
                    <a:pt x="5018" y="1"/>
                  </a:moveTo>
                  <a:lnTo>
                    <a:pt x="0" y="9406"/>
                  </a:lnTo>
                  <a:lnTo>
                    <a:pt x="559" y="9704"/>
                  </a:lnTo>
                  <a:lnTo>
                    <a:pt x="5578" y="298"/>
                  </a:lnTo>
                  <a:lnTo>
                    <a:pt x="50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37"/>
            <p:cNvSpPr/>
            <p:nvPr/>
          </p:nvSpPr>
          <p:spPr>
            <a:xfrm>
              <a:off x="9004025" y="3558488"/>
              <a:ext cx="15875" cy="266525"/>
            </a:xfrm>
            <a:custGeom>
              <a:avLst/>
              <a:gdLst/>
              <a:ahLst/>
              <a:cxnLst/>
              <a:rect l="l" t="t" r="r" b="b"/>
              <a:pathLst>
                <a:path w="635" h="10661" extrusionOk="0">
                  <a:moveTo>
                    <a:pt x="1" y="0"/>
                  </a:moveTo>
                  <a:lnTo>
                    <a:pt x="1" y="10661"/>
                  </a:lnTo>
                  <a:lnTo>
                    <a:pt x="635" y="10661"/>
                  </a:lnTo>
                  <a:lnTo>
                    <a:pt x="6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37"/>
            <p:cNvSpPr/>
            <p:nvPr/>
          </p:nvSpPr>
          <p:spPr>
            <a:xfrm>
              <a:off x="8717150" y="3519963"/>
              <a:ext cx="589600" cy="589575"/>
            </a:xfrm>
            <a:custGeom>
              <a:avLst/>
              <a:gdLst/>
              <a:ahLst/>
              <a:cxnLst/>
              <a:rect l="l" t="t" r="r" b="b"/>
              <a:pathLst>
                <a:path w="23584" h="23583" extrusionOk="0">
                  <a:moveTo>
                    <a:pt x="11792" y="2663"/>
                  </a:moveTo>
                  <a:cubicBezTo>
                    <a:pt x="16827" y="2663"/>
                    <a:pt x="20922" y="6757"/>
                    <a:pt x="20922" y="11792"/>
                  </a:cubicBezTo>
                  <a:cubicBezTo>
                    <a:pt x="20922" y="16825"/>
                    <a:pt x="16827" y="20919"/>
                    <a:pt x="11792" y="20919"/>
                  </a:cubicBezTo>
                  <a:cubicBezTo>
                    <a:pt x="6759" y="20919"/>
                    <a:pt x="2663" y="16825"/>
                    <a:pt x="2663" y="11792"/>
                  </a:cubicBezTo>
                  <a:cubicBezTo>
                    <a:pt x="2663" y="6757"/>
                    <a:pt x="6759" y="2663"/>
                    <a:pt x="11792" y="2663"/>
                  </a:cubicBezTo>
                  <a:close/>
                  <a:moveTo>
                    <a:pt x="11792" y="0"/>
                  </a:moveTo>
                  <a:cubicBezTo>
                    <a:pt x="5291" y="0"/>
                    <a:pt x="1" y="5289"/>
                    <a:pt x="1" y="11792"/>
                  </a:cubicBezTo>
                  <a:cubicBezTo>
                    <a:pt x="1" y="18293"/>
                    <a:pt x="5291" y="23583"/>
                    <a:pt x="11792" y="23583"/>
                  </a:cubicBezTo>
                  <a:cubicBezTo>
                    <a:pt x="18295" y="23583"/>
                    <a:pt x="23583" y="18293"/>
                    <a:pt x="23583" y="11792"/>
                  </a:cubicBezTo>
                  <a:cubicBezTo>
                    <a:pt x="23583" y="5289"/>
                    <a:pt x="18295" y="0"/>
                    <a:pt x="117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37"/>
            <p:cNvSpPr/>
            <p:nvPr/>
          </p:nvSpPr>
          <p:spPr>
            <a:xfrm>
              <a:off x="8726525" y="3529313"/>
              <a:ext cx="570875" cy="570850"/>
            </a:xfrm>
            <a:custGeom>
              <a:avLst/>
              <a:gdLst/>
              <a:ahLst/>
              <a:cxnLst/>
              <a:rect l="l" t="t" r="r" b="b"/>
              <a:pathLst>
                <a:path w="22835" h="22834" extrusionOk="0">
                  <a:moveTo>
                    <a:pt x="11417" y="1140"/>
                  </a:moveTo>
                  <a:cubicBezTo>
                    <a:pt x="17084" y="1140"/>
                    <a:pt x="21696" y="5750"/>
                    <a:pt x="21696" y="11418"/>
                  </a:cubicBezTo>
                  <a:cubicBezTo>
                    <a:pt x="21696" y="17084"/>
                    <a:pt x="17084" y="21695"/>
                    <a:pt x="11417" y="21695"/>
                  </a:cubicBezTo>
                  <a:cubicBezTo>
                    <a:pt x="5750" y="21695"/>
                    <a:pt x="1140" y="17084"/>
                    <a:pt x="1140" y="11418"/>
                  </a:cubicBezTo>
                  <a:cubicBezTo>
                    <a:pt x="1140" y="5750"/>
                    <a:pt x="5750" y="1140"/>
                    <a:pt x="11417" y="1140"/>
                  </a:cubicBezTo>
                  <a:close/>
                  <a:moveTo>
                    <a:pt x="11417" y="0"/>
                  </a:moveTo>
                  <a:cubicBezTo>
                    <a:pt x="5122" y="0"/>
                    <a:pt x="1" y="5122"/>
                    <a:pt x="1" y="11418"/>
                  </a:cubicBezTo>
                  <a:cubicBezTo>
                    <a:pt x="1" y="17713"/>
                    <a:pt x="5122" y="22834"/>
                    <a:pt x="11417" y="22834"/>
                  </a:cubicBezTo>
                  <a:cubicBezTo>
                    <a:pt x="17712" y="22834"/>
                    <a:pt x="22835" y="17713"/>
                    <a:pt x="22835" y="11418"/>
                  </a:cubicBezTo>
                  <a:cubicBezTo>
                    <a:pt x="22835" y="5122"/>
                    <a:pt x="17712" y="0"/>
                    <a:pt x="114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37"/>
            <p:cNvSpPr/>
            <p:nvPr/>
          </p:nvSpPr>
          <p:spPr>
            <a:xfrm>
              <a:off x="8951100" y="3753888"/>
              <a:ext cx="121725" cy="121725"/>
            </a:xfrm>
            <a:custGeom>
              <a:avLst/>
              <a:gdLst/>
              <a:ahLst/>
              <a:cxnLst/>
              <a:rect l="l" t="t" r="r" b="b"/>
              <a:pathLst>
                <a:path w="4869" h="4869" extrusionOk="0">
                  <a:moveTo>
                    <a:pt x="2434" y="1"/>
                  </a:moveTo>
                  <a:cubicBezTo>
                    <a:pt x="1092" y="1"/>
                    <a:pt x="0" y="1092"/>
                    <a:pt x="0" y="2435"/>
                  </a:cubicBezTo>
                  <a:cubicBezTo>
                    <a:pt x="0" y="3776"/>
                    <a:pt x="1092" y="4869"/>
                    <a:pt x="2434" y="4869"/>
                  </a:cubicBezTo>
                  <a:cubicBezTo>
                    <a:pt x="3776" y="4869"/>
                    <a:pt x="4868" y="3776"/>
                    <a:pt x="4868" y="2435"/>
                  </a:cubicBezTo>
                  <a:cubicBezTo>
                    <a:pt x="4868" y="1092"/>
                    <a:pt x="3776" y="1"/>
                    <a:pt x="24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37"/>
            <p:cNvSpPr/>
            <p:nvPr/>
          </p:nvSpPr>
          <p:spPr>
            <a:xfrm>
              <a:off x="8962400" y="3765163"/>
              <a:ext cx="99100" cy="99150"/>
            </a:xfrm>
            <a:custGeom>
              <a:avLst/>
              <a:gdLst/>
              <a:ahLst/>
              <a:cxnLst/>
              <a:rect l="l" t="t" r="r" b="b"/>
              <a:pathLst>
                <a:path w="3964" h="3966" extrusionOk="0">
                  <a:moveTo>
                    <a:pt x="1982" y="1"/>
                  </a:moveTo>
                  <a:cubicBezTo>
                    <a:pt x="890" y="1"/>
                    <a:pt x="1" y="890"/>
                    <a:pt x="1" y="1984"/>
                  </a:cubicBezTo>
                  <a:cubicBezTo>
                    <a:pt x="1" y="3076"/>
                    <a:pt x="890" y="3965"/>
                    <a:pt x="1982" y="3965"/>
                  </a:cubicBezTo>
                  <a:cubicBezTo>
                    <a:pt x="3076" y="3965"/>
                    <a:pt x="3964" y="3076"/>
                    <a:pt x="3964" y="1984"/>
                  </a:cubicBezTo>
                  <a:cubicBezTo>
                    <a:pt x="3964" y="890"/>
                    <a:pt x="3076" y="1"/>
                    <a:pt x="19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37"/>
            <p:cNvSpPr/>
            <p:nvPr/>
          </p:nvSpPr>
          <p:spPr>
            <a:xfrm>
              <a:off x="8973700" y="3776513"/>
              <a:ext cx="76525" cy="76475"/>
            </a:xfrm>
            <a:custGeom>
              <a:avLst/>
              <a:gdLst/>
              <a:ahLst/>
              <a:cxnLst/>
              <a:rect l="l" t="t" r="r" b="b"/>
              <a:pathLst>
                <a:path w="3061" h="3059" extrusionOk="0">
                  <a:moveTo>
                    <a:pt x="1530" y="0"/>
                  </a:moveTo>
                  <a:cubicBezTo>
                    <a:pt x="685" y="0"/>
                    <a:pt x="1" y="685"/>
                    <a:pt x="1" y="1530"/>
                  </a:cubicBezTo>
                  <a:cubicBezTo>
                    <a:pt x="1" y="2375"/>
                    <a:pt x="685" y="3059"/>
                    <a:pt x="1530" y="3059"/>
                  </a:cubicBezTo>
                  <a:cubicBezTo>
                    <a:pt x="2375" y="3059"/>
                    <a:pt x="3061" y="2375"/>
                    <a:pt x="3061" y="1530"/>
                  </a:cubicBezTo>
                  <a:cubicBezTo>
                    <a:pt x="3061" y="685"/>
                    <a:pt x="2375" y="0"/>
                    <a:pt x="15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37"/>
            <p:cNvSpPr/>
            <p:nvPr/>
          </p:nvSpPr>
          <p:spPr>
            <a:xfrm>
              <a:off x="9440500" y="2014013"/>
              <a:ext cx="357400" cy="109250"/>
            </a:xfrm>
            <a:custGeom>
              <a:avLst/>
              <a:gdLst/>
              <a:ahLst/>
              <a:cxnLst/>
              <a:rect l="l" t="t" r="r" b="b"/>
              <a:pathLst>
                <a:path w="14296" h="4370" extrusionOk="0">
                  <a:moveTo>
                    <a:pt x="2740" y="1"/>
                  </a:moveTo>
                  <a:cubicBezTo>
                    <a:pt x="441" y="1"/>
                    <a:pt x="1" y="3228"/>
                    <a:pt x="1999" y="4060"/>
                  </a:cubicBezTo>
                  <a:cubicBezTo>
                    <a:pt x="2514" y="4274"/>
                    <a:pt x="3539" y="4369"/>
                    <a:pt x="4786" y="4369"/>
                  </a:cubicBezTo>
                  <a:cubicBezTo>
                    <a:pt x="8456" y="4369"/>
                    <a:pt x="14046" y="3548"/>
                    <a:pt x="14172" y="2539"/>
                  </a:cubicBezTo>
                  <a:cubicBezTo>
                    <a:pt x="14295" y="1556"/>
                    <a:pt x="12498" y="1422"/>
                    <a:pt x="10501" y="1422"/>
                  </a:cubicBezTo>
                  <a:cubicBezTo>
                    <a:pt x="9750" y="1422"/>
                    <a:pt x="8971" y="1441"/>
                    <a:pt x="8255" y="1441"/>
                  </a:cubicBezTo>
                  <a:cubicBezTo>
                    <a:pt x="5635" y="1441"/>
                    <a:pt x="4873" y="87"/>
                    <a:pt x="2844" y="3"/>
                  </a:cubicBezTo>
                  <a:cubicBezTo>
                    <a:pt x="2809" y="2"/>
                    <a:pt x="2774" y="1"/>
                    <a:pt x="2740" y="1"/>
                  </a:cubicBezTo>
                  <a:close/>
                </a:path>
              </a:pathLst>
            </a:custGeom>
            <a:solidFill>
              <a:srgbClr val="7D6A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37"/>
            <p:cNvSpPr/>
            <p:nvPr/>
          </p:nvSpPr>
          <p:spPr>
            <a:xfrm>
              <a:off x="9459175" y="2073763"/>
              <a:ext cx="335800" cy="49500"/>
            </a:xfrm>
            <a:custGeom>
              <a:avLst/>
              <a:gdLst/>
              <a:ahLst/>
              <a:cxnLst/>
              <a:rect l="l" t="t" r="r" b="b"/>
              <a:pathLst>
                <a:path w="13432" h="1980" extrusionOk="0">
                  <a:moveTo>
                    <a:pt x="1" y="0"/>
                  </a:moveTo>
                  <a:cubicBezTo>
                    <a:pt x="90" y="697"/>
                    <a:pt x="495" y="1355"/>
                    <a:pt x="1252" y="1670"/>
                  </a:cubicBezTo>
                  <a:cubicBezTo>
                    <a:pt x="1767" y="1884"/>
                    <a:pt x="2792" y="1979"/>
                    <a:pt x="4039" y="1979"/>
                  </a:cubicBezTo>
                  <a:cubicBezTo>
                    <a:pt x="7709" y="1979"/>
                    <a:pt x="13299" y="1158"/>
                    <a:pt x="13425" y="149"/>
                  </a:cubicBezTo>
                  <a:cubicBezTo>
                    <a:pt x="13432" y="97"/>
                    <a:pt x="13430" y="48"/>
                    <a:pt x="13427" y="0"/>
                  </a:cubicBezTo>
                  <a:close/>
                </a:path>
              </a:pathLst>
            </a:custGeom>
            <a:solidFill>
              <a:srgbClr val="5B39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37"/>
            <p:cNvSpPr/>
            <p:nvPr/>
          </p:nvSpPr>
          <p:spPr>
            <a:xfrm>
              <a:off x="9832975" y="3126713"/>
              <a:ext cx="294500" cy="180450"/>
            </a:xfrm>
            <a:custGeom>
              <a:avLst/>
              <a:gdLst/>
              <a:ahLst/>
              <a:cxnLst/>
              <a:rect l="l" t="t" r="r" b="b"/>
              <a:pathLst>
                <a:path w="11780" h="7218" extrusionOk="0">
                  <a:moveTo>
                    <a:pt x="11762" y="935"/>
                  </a:moveTo>
                  <a:cubicBezTo>
                    <a:pt x="11762" y="936"/>
                    <a:pt x="11762" y="937"/>
                    <a:pt x="11763" y="938"/>
                  </a:cubicBezTo>
                  <a:cubicBezTo>
                    <a:pt x="11762" y="937"/>
                    <a:pt x="11762" y="936"/>
                    <a:pt x="11762" y="935"/>
                  </a:cubicBezTo>
                  <a:close/>
                  <a:moveTo>
                    <a:pt x="9780" y="0"/>
                  </a:moveTo>
                  <a:lnTo>
                    <a:pt x="745" y="5083"/>
                  </a:lnTo>
                  <a:cubicBezTo>
                    <a:pt x="195" y="5392"/>
                    <a:pt x="1" y="6088"/>
                    <a:pt x="310" y="6637"/>
                  </a:cubicBezTo>
                  <a:cubicBezTo>
                    <a:pt x="519" y="7009"/>
                    <a:pt x="907" y="7218"/>
                    <a:pt x="1305" y="7218"/>
                  </a:cubicBezTo>
                  <a:cubicBezTo>
                    <a:pt x="1495" y="7218"/>
                    <a:pt x="1687" y="7171"/>
                    <a:pt x="1864" y="7073"/>
                  </a:cubicBezTo>
                  <a:lnTo>
                    <a:pt x="11527" y="1636"/>
                  </a:lnTo>
                  <a:cubicBezTo>
                    <a:pt x="11552" y="1579"/>
                    <a:pt x="11580" y="1523"/>
                    <a:pt x="11613" y="1464"/>
                  </a:cubicBezTo>
                  <a:cubicBezTo>
                    <a:pt x="11732" y="1251"/>
                    <a:pt x="11742" y="1268"/>
                    <a:pt x="11779" y="1032"/>
                  </a:cubicBezTo>
                  <a:lnTo>
                    <a:pt x="11779" y="1032"/>
                  </a:lnTo>
                  <a:cubicBezTo>
                    <a:pt x="11773" y="1068"/>
                    <a:pt x="11767" y="1082"/>
                    <a:pt x="11761" y="1082"/>
                  </a:cubicBezTo>
                  <a:cubicBezTo>
                    <a:pt x="11739" y="1082"/>
                    <a:pt x="11719" y="876"/>
                    <a:pt x="11737" y="876"/>
                  </a:cubicBezTo>
                  <a:cubicBezTo>
                    <a:pt x="11742" y="876"/>
                    <a:pt x="11750" y="893"/>
                    <a:pt x="11762" y="935"/>
                  </a:cubicBezTo>
                  <a:lnTo>
                    <a:pt x="11762" y="935"/>
                  </a:lnTo>
                  <a:cubicBezTo>
                    <a:pt x="11716" y="770"/>
                    <a:pt x="11624" y="540"/>
                    <a:pt x="11533" y="447"/>
                  </a:cubicBezTo>
                  <a:cubicBezTo>
                    <a:pt x="11300" y="209"/>
                    <a:pt x="11116" y="72"/>
                    <a:pt x="108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37"/>
            <p:cNvSpPr/>
            <p:nvPr/>
          </p:nvSpPr>
          <p:spPr>
            <a:xfrm>
              <a:off x="9777275" y="3236013"/>
              <a:ext cx="191175" cy="85625"/>
            </a:xfrm>
            <a:custGeom>
              <a:avLst/>
              <a:gdLst/>
              <a:ahLst/>
              <a:cxnLst/>
              <a:rect l="l" t="t" r="r" b="b"/>
              <a:pathLst>
                <a:path w="7647" h="3425" extrusionOk="0">
                  <a:moveTo>
                    <a:pt x="1712" y="1"/>
                  </a:moveTo>
                  <a:cubicBezTo>
                    <a:pt x="766" y="1"/>
                    <a:pt x="1" y="767"/>
                    <a:pt x="1" y="1713"/>
                  </a:cubicBezTo>
                  <a:cubicBezTo>
                    <a:pt x="1" y="2658"/>
                    <a:pt x="766" y="3425"/>
                    <a:pt x="1712" y="3425"/>
                  </a:cubicBezTo>
                  <a:lnTo>
                    <a:pt x="5934" y="3425"/>
                  </a:lnTo>
                  <a:cubicBezTo>
                    <a:pt x="6880" y="3425"/>
                    <a:pt x="7646" y="2658"/>
                    <a:pt x="7646" y="1713"/>
                  </a:cubicBezTo>
                  <a:cubicBezTo>
                    <a:pt x="7646" y="767"/>
                    <a:pt x="6880" y="1"/>
                    <a:pt x="59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37"/>
            <p:cNvSpPr/>
            <p:nvPr/>
          </p:nvSpPr>
          <p:spPr>
            <a:xfrm>
              <a:off x="9777225" y="3235713"/>
              <a:ext cx="191200" cy="42875"/>
            </a:xfrm>
            <a:custGeom>
              <a:avLst/>
              <a:gdLst/>
              <a:ahLst/>
              <a:cxnLst/>
              <a:rect l="l" t="t" r="r" b="b"/>
              <a:pathLst>
                <a:path w="7648" h="1715" extrusionOk="0">
                  <a:moveTo>
                    <a:pt x="1713" y="1"/>
                  </a:moveTo>
                  <a:cubicBezTo>
                    <a:pt x="767" y="1"/>
                    <a:pt x="1" y="767"/>
                    <a:pt x="1" y="1712"/>
                  </a:cubicBezTo>
                  <a:cubicBezTo>
                    <a:pt x="1" y="1713"/>
                    <a:pt x="2" y="1714"/>
                    <a:pt x="2" y="1714"/>
                  </a:cubicBezTo>
                  <a:lnTo>
                    <a:pt x="7647" y="1714"/>
                  </a:lnTo>
                  <a:lnTo>
                    <a:pt x="7647" y="1712"/>
                  </a:lnTo>
                  <a:cubicBezTo>
                    <a:pt x="7647" y="767"/>
                    <a:pt x="6881" y="1"/>
                    <a:pt x="59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08" name="Google Shape;2308;p37"/>
          <p:cNvGrpSpPr/>
          <p:nvPr/>
        </p:nvGrpSpPr>
        <p:grpSpPr>
          <a:xfrm>
            <a:off x="1491800" y="3842575"/>
            <a:ext cx="2239625" cy="985525"/>
            <a:chOff x="1491800" y="3842575"/>
            <a:chExt cx="2239625" cy="985525"/>
          </a:xfrm>
        </p:grpSpPr>
        <p:sp>
          <p:nvSpPr>
            <p:cNvPr id="2309" name="Google Shape;2309;p37"/>
            <p:cNvSpPr/>
            <p:nvPr/>
          </p:nvSpPr>
          <p:spPr>
            <a:xfrm>
              <a:off x="1491800" y="4768400"/>
              <a:ext cx="2231100" cy="59700"/>
            </a:xfrm>
            <a:prstGeom prst="ellipse">
              <a:avLst/>
            </a:pr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10" name="Google Shape;2310;p37"/>
            <p:cNvGrpSpPr/>
            <p:nvPr/>
          </p:nvGrpSpPr>
          <p:grpSpPr>
            <a:xfrm>
              <a:off x="1557125" y="3842575"/>
              <a:ext cx="2174300" cy="952375"/>
              <a:chOff x="4673225" y="1166125"/>
              <a:chExt cx="2174300" cy="952375"/>
            </a:xfrm>
          </p:grpSpPr>
          <p:sp>
            <p:nvSpPr>
              <p:cNvPr id="2311" name="Google Shape;2311;p37"/>
              <p:cNvSpPr/>
              <p:nvPr/>
            </p:nvSpPr>
            <p:spPr>
              <a:xfrm>
                <a:off x="4820425" y="1807150"/>
                <a:ext cx="758925" cy="172600"/>
              </a:xfrm>
              <a:custGeom>
                <a:avLst/>
                <a:gdLst/>
                <a:ahLst/>
                <a:cxnLst/>
                <a:rect l="l" t="t" r="r" b="b"/>
                <a:pathLst>
                  <a:path w="30357" h="6904" extrusionOk="0">
                    <a:moveTo>
                      <a:pt x="1" y="1"/>
                    </a:moveTo>
                    <a:lnTo>
                      <a:pt x="1" y="6904"/>
                    </a:lnTo>
                    <a:lnTo>
                      <a:pt x="30357" y="6904"/>
                    </a:lnTo>
                    <a:lnTo>
                      <a:pt x="3035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37"/>
              <p:cNvSpPr/>
              <p:nvPr/>
            </p:nvSpPr>
            <p:spPr>
              <a:xfrm>
                <a:off x="4912925" y="1514250"/>
                <a:ext cx="43300" cy="69650"/>
              </a:xfrm>
              <a:custGeom>
                <a:avLst/>
                <a:gdLst/>
                <a:ahLst/>
                <a:cxnLst/>
                <a:rect l="l" t="t" r="r" b="b"/>
                <a:pathLst>
                  <a:path w="1732" h="2786" extrusionOk="0">
                    <a:moveTo>
                      <a:pt x="1" y="0"/>
                    </a:moveTo>
                    <a:lnTo>
                      <a:pt x="1" y="2785"/>
                    </a:lnTo>
                    <a:lnTo>
                      <a:pt x="1731" y="2785"/>
                    </a:lnTo>
                    <a:lnTo>
                      <a:pt x="173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37"/>
              <p:cNvSpPr/>
              <p:nvPr/>
            </p:nvSpPr>
            <p:spPr>
              <a:xfrm>
                <a:off x="5078050" y="1679850"/>
                <a:ext cx="327250" cy="64175"/>
              </a:xfrm>
              <a:custGeom>
                <a:avLst/>
                <a:gdLst/>
                <a:ahLst/>
                <a:cxnLst/>
                <a:rect l="l" t="t" r="r" b="b"/>
                <a:pathLst>
                  <a:path w="13090" h="2567" extrusionOk="0">
                    <a:moveTo>
                      <a:pt x="0" y="0"/>
                    </a:moveTo>
                    <a:lnTo>
                      <a:pt x="0" y="2567"/>
                    </a:lnTo>
                    <a:lnTo>
                      <a:pt x="13090" y="2567"/>
                    </a:lnTo>
                    <a:lnTo>
                      <a:pt x="130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37"/>
              <p:cNvSpPr/>
              <p:nvPr/>
            </p:nvSpPr>
            <p:spPr>
              <a:xfrm>
                <a:off x="5297350" y="1346150"/>
                <a:ext cx="1149325" cy="340175"/>
              </a:xfrm>
              <a:custGeom>
                <a:avLst/>
                <a:gdLst/>
                <a:ahLst/>
                <a:cxnLst/>
                <a:rect l="l" t="t" r="r" b="b"/>
                <a:pathLst>
                  <a:path w="45973" h="13607" extrusionOk="0">
                    <a:moveTo>
                      <a:pt x="1" y="0"/>
                    </a:moveTo>
                    <a:lnTo>
                      <a:pt x="1" y="13607"/>
                    </a:lnTo>
                    <a:lnTo>
                      <a:pt x="45973" y="13607"/>
                    </a:lnTo>
                    <a:lnTo>
                      <a:pt x="45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37"/>
              <p:cNvSpPr/>
              <p:nvPr/>
            </p:nvSpPr>
            <p:spPr>
              <a:xfrm>
                <a:off x="4983050" y="1324275"/>
                <a:ext cx="334225" cy="380450"/>
              </a:xfrm>
              <a:custGeom>
                <a:avLst/>
                <a:gdLst/>
                <a:ahLst/>
                <a:cxnLst/>
                <a:rect l="l" t="t" r="r" b="b"/>
                <a:pathLst>
                  <a:path w="13369" h="15218" extrusionOk="0">
                    <a:moveTo>
                      <a:pt x="1" y="0"/>
                    </a:moveTo>
                    <a:lnTo>
                      <a:pt x="1" y="15218"/>
                    </a:lnTo>
                    <a:lnTo>
                      <a:pt x="13369" y="15218"/>
                    </a:lnTo>
                    <a:lnTo>
                      <a:pt x="133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37"/>
              <p:cNvSpPr/>
              <p:nvPr/>
            </p:nvSpPr>
            <p:spPr>
              <a:xfrm>
                <a:off x="4887575" y="1324275"/>
                <a:ext cx="95500" cy="380450"/>
              </a:xfrm>
              <a:custGeom>
                <a:avLst/>
                <a:gdLst/>
                <a:ahLst/>
                <a:cxnLst/>
                <a:rect l="l" t="t" r="r" b="b"/>
                <a:pathLst>
                  <a:path w="3820" h="15218" extrusionOk="0">
                    <a:moveTo>
                      <a:pt x="3820" y="0"/>
                    </a:moveTo>
                    <a:cubicBezTo>
                      <a:pt x="3820" y="0"/>
                      <a:pt x="0" y="6485"/>
                      <a:pt x="3820" y="15218"/>
                    </a:cubicBezTo>
                    <a:lnTo>
                      <a:pt x="38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37"/>
              <p:cNvSpPr/>
              <p:nvPr/>
            </p:nvSpPr>
            <p:spPr>
              <a:xfrm>
                <a:off x="4890050" y="1514250"/>
                <a:ext cx="22900" cy="69650"/>
              </a:xfrm>
              <a:custGeom>
                <a:avLst/>
                <a:gdLst/>
                <a:ahLst/>
                <a:cxnLst/>
                <a:rect l="l" t="t" r="r" b="b"/>
                <a:pathLst>
                  <a:path w="916" h="2786" extrusionOk="0">
                    <a:moveTo>
                      <a:pt x="916" y="0"/>
                    </a:moveTo>
                    <a:cubicBezTo>
                      <a:pt x="916" y="0"/>
                      <a:pt x="1" y="1353"/>
                      <a:pt x="916" y="2785"/>
                    </a:cubicBezTo>
                    <a:lnTo>
                      <a:pt x="91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37"/>
              <p:cNvSpPr/>
              <p:nvPr/>
            </p:nvSpPr>
            <p:spPr>
              <a:xfrm>
                <a:off x="4673225" y="1807150"/>
                <a:ext cx="125350" cy="240250"/>
              </a:xfrm>
              <a:custGeom>
                <a:avLst/>
                <a:gdLst/>
                <a:ahLst/>
                <a:cxnLst/>
                <a:rect l="l" t="t" r="r" b="b"/>
                <a:pathLst>
                  <a:path w="5014" h="9610" extrusionOk="0">
                    <a:moveTo>
                      <a:pt x="5013" y="1"/>
                    </a:moveTo>
                    <a:lnTo>
                      <a:pt x="0" y="9609"/>
                    </a:lnTo>
                    <a:lnTo>
                      <a:pt x="5013" y="9609"/>
                    </a:lnTo>
                    <a:lnTo>
                      <a:pt x="501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37"/>
              <p:cNvSpPr/>
              <p:nvPr/>
            </p:nvSpPr>
            <p:spPr>
              <a:xfrm>
                <a:off x="4798550" y="1744500"/>
                <a:ext cx="865850" cy="302900"/>
              </a:xfrm>
              <a:custGeom>
                <a:avLst/>
                <a:gdLst/>
                <a:ahLst/>
                <a:cxnLst/>
                <a:rect l="l" t="t" r="r" b="b"/>
                <a:pathLst>
                  <a:path w="34634" h="12116" extrusionOk="0">
                    <a:moveTo>
                      <a:pt x="7381" y="0"/>
                    </a:moveTo>
                    <a:lnTo>
                      <a:pt x="0" y="2507"/>
                    </a:lnTo>
                    <a:lnTo>
                      <a:pt x="0" y="12115"/>
                    </a:lnTo>
                    <a:lnTo>
                      <a:pt x="1234" y="12115"/>
                    </a:lnTo>
                    <a:lnTo>
                      <a:pt x="1234" y="4178"/>
                    </a:lnTo>
                    <a:lnTo>
                      <a:pt x="4834" y="2885"/>
                    </a:lnTo>
                    <a:lnTo>
                      <a:pt x="25125" y="2885"/>
                    </a:lnTo>
                    <a:cubicBezTo>
                      <a:pt x="25125" y="2885"/>
                      <a:pt x="30774" y="2885"/>
                      <a:pt x="30556" y="10146"/>
                    </a:cubicBezTo>
                    <a:lnTo>
                      <a:pt x="34634" y="10146"/>
                    </a:lnTo>
                    <a:lnTo>
                      <a:pt x="3463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37"/>
              <p:cNvSpPr/>
              <p:nvPr/>
            </p:nvSpPr>
            <p:spPr>
              <a:xfrm>
                <a:off x="5099425" y="1193475"/>
                <a:ext cx="112425" cy="130825"/>
              </a:xfrm>
              <a:custGeom>
                <a:avLst/>
                <a:gdLst/>
                <a:ahLst/>
                <a:cxnLst/>
                <a:rect l="l" t="t" r="r" b="b"/>
                <a:pathLst>
                  <a:path w="4497" h="5233" extrusionOk="0">
                    <a:moveTo>
                      <a:pt x="955" y="0"/>
                    </a:moveTo>
                    <a:lnTo>
                      <a:pt x="955" y="4576"/>
                    </a:lnTo>
                    <a:cubicBezTo>
                      <a:pt x="955" y="5113"/>
                      <a:pt x="1" y="5232"/>
                      <a:pt x="1" y="5232"/>
                    </a:cubicBezTo>
                    <a:lnTo>
                      <a:pt x="4496" y="5232"/>
                    </a:lnTo>
                    <a:cubicBezTo>
                      <a:pt x="4496" y="5232"/>
                      <a:pt x="3561" y="5113"/>
                      <a:pt x="3561" y="4576"/>
                    </a:cubicBezTo>
                    <a:lnTo>
                      <a:pt x="356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37"/>
              <p:cNvSpPr/>
              <p:nvPr/>
            </p:nvSpPr>
            <p:spPr>
              <a:xfrm>
                <a:off x="5119325" y="1174575"/>
                <a:ext cx="73625" cy="18925"/>
              </a:xfrm>
              <a:custGeom>
                <a:avLst/>
                <a:gdLst/>
                <a:ahLst/>
                <a:cxnLst/>
                <a:rect l="l" t="t" r="r" b="b"/>
                <a:pathLst>
                  <a:path w="2945" h="757" extrusionOk="0">
                    <a:moveTo>
                      <a:pt x="0" y="0"/>
                    </a:moveTo>
                    <a:lnTo>
                      <a:pt x="0" y="756"/>
                    </a:lnTo>
                    <a:lnTo>
                      <a:pt x="2944" y="756"/>
                    </a:lnTo>
                    <a:lnTo>
                      <a:pt x="294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37"/>
              <p:cNvSpPr/>
              <p:nvPr/>
            </p:nvSpPr>
            <p:spPr>
              <a:xfrm>
                <a:off x="5113850" y="1166125"/>
                <a:ext cx="82575" cy="8475"/>
              </a:xfrm>
              <a:custGeom>
                <a:avLst/>
                <a:gdLst/>
                <a:ahLst/>
                <a:cxnLst/>
                <a:rect l="l" t="t" r="r" b="b"/>
                <a:pathLst>
                  <a:path w="3303" h="339" extrusionOk="0">
                    <a:moveTo>
                      <a:pt x="0" y="0"/>
                    </a:moveTo>
                    <a:lnTo>
                      <a:pt x="0" y="338"/>
                    </a:lnTo>
                    <a:lnTo>
                      <a:pt x="3303" y="338"/>
                    </a:lnTo>
                    <a:lnTo>
                      <a:pt x="330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37"/>
              <p:cNvSpPr/>
              <p:nvPr/>
            </p:nvSpPr>
            <p:spPr>
              <a:xfrm>
                <a:off x="5707150" y="1168100"/>
                <a:ext cx="210875" cy="181050"/>
              </a:xfrm>
              <a:custGeom>
                <a:avLst/>
                <a:gdLst/>
                <a:ahLst/>
                <a:cxnLst/>
                <a:rect l="l" t="t" r="r" b="b"/>
                <a:pathLst>
                  <a:path w="8435" h="7242" extrusionOk="0">
                    <a:moveTo>
                      <a:pt x="4218" y="1"/>
                    </a:moveTo>
                    <a:cubicBezTo>
                      <a:pt x="1870" y="1"/>
                      <a:pt x="1353" y="2050"/>
                      <a:pt x="1353" y="2050"/>
                    </a:cubicBezTo>
                    <a:lnTo>
                      <a:pt x="1353" y="6307"/>
                    </a:lnTo>
                    <a:cubicBezTo>
                      <a:pt x="1353" y="7102"/>
                      <a:pt x="0" y="7242"/>
                      <a:pt x="0" y="7242"/>
                    </a:cubicBezTo>
                    <a:lnTo>
                      <a:pt x="8435" y="7242"/>
                    </a:lnTo>
                    <a:cubicBezTo>
                      <a:pt x="8435" y="7242"/>
                      <a:pt x="7082" y="7102"/>
                      <a:pt x="7082" y="6307"/>
                    </a:cubicBezTo>
                    <a:lnTo>
                      <a:pt x="7082" y="2050"/>
                    </a:lnTo>
                    <a:cubicBezTo>
                      <a:pt x="7082" y="2050"/>
                      <a:pt x="6545" y="1"/>
                      <a:pt x="42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37"/>
              <p:cNvSpPr/>
              <p:nvPr/>
            </p:nvSpPr>
            <p:spPr>
              <a:xfrm>
                <a:off x="4865200" y="1938450"/>
                <a:ext cx="235750" cy="97500"/>
              </a:xfrm>
              <a:custGeom>
                <a:avLst/>
                <a:gdLst/>
                <a:ahLst/>
                <a:cxnLst/>
                <a:rect l="l" t="t" r="r" b="b"/>
                <a:pathLst>
                  <a:path w="9430" h="3900" extrusionOk="0">
                    <a:moveTo>
                      <a:pt x="9210" y="1"/>
                    </a:moveTo>
                    <a:lnTo>
                      <a:pt x="0" y="3303"/>
                    </a:lnTo>
                    <a:lnTo>
                      <a:pt x="219" y="3900"/>
                    </a:lnTo>
                    <a:lnTo>
                      <a:pt x="9429" y="617"/>
                    </a:lnTo>
                    <a:lnTo>
                      <a:pt x="921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37"/>
              <p:cNvSpPr/>
              <p:nvPr/>
            </p:nvSpPr>
            <p:spPr>
              <a:xfrm>
                <a:off x="4865675" y="1937450"/>
                <a:ext cx="234775" cy="99500"/>
              </a:xfrm>
              <a:custGeom>
                <a:avLst/>
                <a:gdLst/>
                <a:ahLst/>
                <a:cxnLst/>
                <a:rect l="l" t="t" r="r" b="b"/>
                <a:pathLst>
                  <a:path w="9391" h="3980" extrusionOk="0">
                    <a:moveTo>
                      <a:pt x="220" y="1"/>
                    </a:moveTo>
                    <a:lnTo>
                      <a:pt x="1" y="617"/>
                    </a:lnTo>
                    <a:lnTo>
                      <a:pt x="9171" y="3979"/>
                    </a:lnTo>
                    <a:lnTo>
                      <a:pt x="9390" y="3383"/>
                    </a:lnTo>
                    <a:lnTo>
                      <a:pt x="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37"/>
              <p:cNvSpPr/>
              <p:nvPr/>
            </p:nvSpPr>
            <p:spPr>
              <a:xfrm>
                <a:off x="4852750" y="1857400"/>
                <a:ext cx="260625" cy="260600"/>
              </a:xfrm>
              <a:custGeom>
                <a:avLst/>
                <a:gdLst/>
                <a:ahLst/>
                <a:cxnLst/>
                <a:rect l="l" t="t" r="r" b="b"/>
                <a:pathLst>
                  <a:path w="10425" h="10424" extrusionOk="0">
                    <a:moveTo>
                      <a:pt x="5213" y="637"/>
                    </a:moveTo>
                    <a:cubicBezTo>
                      <a:pt x="7739" y="637"/>
                      <a:pt x="9788" y="2686"/>
                      <a:pt x="9788" y="5212"/>
                    </a:cubicBezTo>
                    <a:cubicBezTo>
                      <a:pt x="9788" y="7718"/>
                      <a:pt x="7739" y="9767"/>
                      <a:pt x="5213" y="9767"/>
                    </a:cubicBezTo>
                    <a:cubicBezTo>
                      <a:pt x="2706" y="9767"/>
                      <a:pt x="657" y="7718"/>
                      <a:pt x="657" y="5212"/>
                    </a:cubicBezTo>
                    <a:cubicBezTo>
                      <a:pt x="657" y="2686"/>
                      <a:pt x="2706" y="637"/>
                      <a:pt x="5213" y="637"/>
                    </a:cubicBezTo>
                    <a:close/>
                    <a:moveTo>
                      <a:pt x="5213" y="0"/>
                    </a:moveTo>
                    <a:cubicBezTo>
                      <a:pt x="2348" y="0"/>
                      <a:pt x="1" y="2328"/>
                      <a:pt x="1" y="5212"/>
                    </a:cubicBezTo>
                    <a:cubicBezTo>
                      <a:pt x="1" y="8076"/>
                      <a:pt x="2348" y="10424"/>
                      <a:pt x="5213" y="10424"/>
                    </a:cubicBezTo>
                    <a:cubicBezTo>
                      <a:pt x="8097" y="10424"/>
                      <a:pt x="10425" y="8076"/>
                      <a:pt x="10425" y="5212"/>
                    </a:cubicBezTo>
                    <a:cubicBezTo>
                      <a:pt x="10425" y="2328"/>
                      <a:pt x="8097" y="0"/>
                      <a:pt x="52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37"/>
              <p:cNvSpPr/>
              <p:nvPr/>
            </p:nvSpPr>
            <p:spPr>
              <a:xfrm>
                <a:off x="4975100" y="1865350"/>
                <a:ext cx="16425" cy="244200"/>
              </a:xfrm>
              <a:custGeom>
                <a:avLst/>
                <a:gdLst/>
                <a:ahLst/>
                <a:cxnLst/>
                <a:rect l="l" t="t" r="r" b="b"/>
                <a:pathLst>
                  <a:path w="657" h="9768" extrusionOk="0">
                    <a:moveTo>
                      <a:pt x="0" y="0"/>
                    </a:moveTo>
                    <a:lnTo>
                      <a:pt x="0" y="9768"/>
                    </a:lnTo>
                    <a:lnTo>
                      <a:pt x="657" y="9768"/>
                    </a:lnTo>
                    <a:lnTo>
                      <a:pt x="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37"/>
              <p:cNvSpPr/>
              <p:nvPr/>
            </p:nvSpPr>
            <p:spPr>
              <a:xfrm>
                <a:off x="4891050" y="1895175"/>
                <a:ext cx="184525" cy="184550"/>
              </a:xfrm>
              <a:custGeom>
                <a:avLst/>
                <a:gdLst/>
                <a:ahLst/>
                <a:cxnLst/>
                <a:rect l="l" t="t" r="r" b="b"/>
                <a:pathLst>
                  <a:path w="7381" h="7382" extrusionOk="0">
                    <a:moveTo>
                      <a:pt x="6923" y="1"/>
                    </a:moveTo>
                    <a:lnTo>
                      <a:pt x="0" y="6924"/>
                    </a:lnTo>
                    <a:lnTo>
                      <a:pt x="458" y="7381"/>
                    </a:lnTo>
                    <a:lnTo>
                      <a:pt x="7381" y="458"/>
                    </a:lnTo>
                    <a:lnTo>
                      <a:pt x="69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37"/>
              <p:cNvSpPr/>
              <p:nvPr/>
            </p:nvSpPr>
            <p:spPr>
              <a:xfrm>
                <a:off x="4891050" y="1895175"/>
                <a:ext cx="184525" cy="184550"/>
              </a:xfrm>
              <a:custGeom>
                <a:avLst/>
                <a:gdLst/>
                <a:ahLst/>
                <a:cxnLst/>
                <a:rect l="l" t="t" r="r" b="b"/>
                <a:pathLst>
                  <a:path w="7381" h="7382" extrusionOk="0">
                    <a:moveTo>
                      <a:pt x="458" y="1"/>
                    </a:moveTo>
                    <a:lnTo>
                      <a:pt x="0" y="458"/>
                    </a:lnTo>
                    <a:lnTo>
                      <a:pt x="6923" y="7381"/>
                    </a:lnTo>
                    <a:lnTo>
                      <a:pt x="7381" y="6924"/>
                    </a:lnTo>
                    <a:lnTo>
                      <a:pt x="4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37"/>
              <p:cNvSpPr/>
              <p:nvPr/>
            </p:nvSpPr>
            <p:spPr>
              <a:xfrm>
                <a:off x="4932325" y="1870325"/>
                <a:ext cx="101975" cy="234250"/>
              </a:xfrm>
              <a:custGeom>
                <a:avLst/>
                <a:gdLst/>
                <a:ahLst/>
                <a:cxnLst/>
                <a:rect l="l" t="t" r="r" b="b"/>
                <a:pathLst>
                  <a:path w="4079" h="9370" extrusionOk="0">
                    <a:moveTo>
                      <a:pt x="617" y="0"/>
                    </a:moveTo>
                    <a:lnTo>
                      <a:pt x="1" y="219"/>
                    </a:lnTo>
                    <a:lnTo>
                      <a:pt x="3462" y="9370"/>
                    </a:lnTo>
                    <a:lnTo>
                      <a:pt x="4079" y="9151"/>
                    </a:lnTo>
                    <a:lnTo>
                      <a:pt x="6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37"/>
              <p:cNvSpPr/>
              <p:nvPr/>
            </p:nvSpPr>
            <p:spPr>
              <a:xfrm>
                <a:off x="4927850" y="1871800"/>
                <a:ext cx="110925" cy="231300"/>
              </a:xfrm>
              <a:custGeom>
                <a:avLst/>
                <a:gdLst/>
                <a:ahLst/>
                <a:cxnLst/>
                <a:rect l="l" t="t" r="r" b="b"/>
                <a:pathLst>
                  <a:path w="4437" h="9252" extrusionOk="0">
                    <a:moveTo>
                      <a:pt x="3840" y="1"/>
                    </a:moveTo>
                    <a:lnTo>
                      <a:pt x="1" y="8992"/>
                    </a:lnTo>
                    <a:lnTo>
                      <a:pt x="597" y="9251"/>
                    </a:lnTo>
                    <a:lnTo>
                      <a:pt x="4437" y="260"/>
                    </a:lnTo>
                    <a:lnTo>
                      <a:pt x="384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37"/>
              <p:cNvSpPr/>
              <p:nvPr/>
            </p:nvSpPr>
            <p:spPr>
              <a:xfrm>
                <a:off x="4861200" y="1979225"/>
                <a:ext cx="243225" cy="16450"/>
              </a:xfrm>
              <a:custGeom>
                <a:avLst/>
                <a:gdLst/>
                <a:ahLst/>
                <a:cxnLst/>
                <a:rect l="l" t="t" r="r" b="b"/>
                <a:pathLst>
                  <a:path w="9729" h="658" extrusionOk="0">
                    <a:moveTo>
                      <a:pt x="1" y="1"/>
                    </a:moveTo>
                    <a:lnTo>
                      <a:pt x="1" y="657"/>
                    </a:lnTo>
                    <a:lnTo>
                      <a:pt x="9728" y="657"/>
                    </a:lnTo>
                    <a:lnTo>
                      <a:pt x="972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37"/>
              <p:cNvSpPr/>
              <p:nvPr/>
            </p:nvSpPr>
            <p:spPr>
              <a:xfrm>
                <a:off x="4959675" y="1963825"/>
                <a:ext cx="47275" cy="47250"/>
              </a:xfrm>
              <a:custGeom>
                <a:avLst/>
                <a:gdLst/>
                <a:ahLst/>
                <a:cxnLst/>
                <a:rect l="l" t="t" r="r" b="b"/>
                <a:pathLst>
                  <a:path w="1891" h="1890" extrusionOk="0">
                    <a:moveTo>
                      <a:pt x="936" y="0"/>
                    </a:moveTo>
                    <a:cubicBezTo>
                      <a:pt x="418" y="0"/>
                      <a:pt x="1" y="418"/>
                      <a:pt x="1" y="955"/>
                    </a:cubicBezTo>
                    <a:cubicBezTo>
                      <a:pt x="1" y="1472"/>
                      <a:pt x="418" y="1890"/>
                      <a:pt x="936" y="1890"/>
                    </a:cubicBezTo>
                    <a:cubicBezTo>
                      <a:pt x="1473" y="1890"/>
                      <a:pt x="1890" y="1472"/>
                      <a:pt x="1890" y="955"/>
                    </a:cubicBezTo>
                    <a:cubicBezTo>
                      <a:pt x="1890" y="418"/>
                      <a:pt x="1473" y="0"/>
                      <a:pt x="9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37"/>
              <p:cNvSpPr/>
              <p:nvPr/>
            </p:nvSpPr>
            <p:spPr>
              <a:xfrm>
                <a:off x="5286425" y="1938450"/>
                <a:ext cx="235750" cy="97500"/>
              </a:xfrm>
              <a:custGeom>
                <a:avLst/>
                <a:gdLst/>
                <a:ahLst/>
                <a:cxnLst/>
                <a:rect l="l" t="t" r="r" b="b"/>
                <a:pathLst>
                  <a:path w="9430" h="3900" extrusionOk="0">
                    <a:moveTo>
                      <a:pt x="9210" y="1"/>
                    </a:moveTo>
                    <a:lnTo>
                      <a:pt x="0" y="3303"/>
                    </a:lnTo>
                    <a:lnTo>
                      <a:pt x="219" y="3900"/>
                    </a:lnTo>
                    <a:lnTo>
                      <a:pt x="9429" y="617"/>
                    </a:lnTo>
                    <a:lnTo>
                      <a:pt x="921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37"/>
              <p:cNvSpPr/>
              <p:nvPr/>
            </p:nvSpPr>
            <p:spPr>
              <a:xfrm>
                <a:off x="5286925" y="1937450"/>
                <a:ext cx="234750" cy="99500"/>
              </a:xfrm>
              <a:custGeom>
                <a:avLst/>
                <a:gdLst/>
                <a:ahLst/>
                <a:cxnLst/>
                <a:rect l="l" t="t" r="r" b="b"/>
                <a:pathLst>
                  <a:path w="9390" h="3980" extrusionOk="0">
                    <a:moveTo>
                      <a:pt x="219" y="1"/>
                    </a:moveTo>
                    <a:lnTo>
                      <a:pt x="0" y="617"/>
                    </a:lnTo>
                    <a:lnTo>
                      <a:pt x="9171" y="3979"/>
                    </a:lnTo>
                    <a:lnTo>
                      <a:pt x="9389" y="3383"/>
                    </a:lnTo>
                    <a:lnTo>
                      <a:pt x="2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37"/>
              <p:cNvSpPr/>
              <p:nvPr/>
            </p:nvSpPr>
            <p:spPr>
              <a:xfrm>
                <a:off x="5273975" y="1857400"/>
                <a:ext cx="260625" cy="260600"/>
              </a:xfrm>
              <a:custGeom>
                <a:avLst/>
                <a:gdLst/>
                <a:ahLst/>
                <a:cxnLst/>
                <a:rect l="l" t="t" r="r" b="b"/>
                <a:pathLst>
                  <a:path w="10425" h="10424" extrusionOk="0">
                    <a:moveTo>
                      <a:pt x="5213" y="637"/>
                    </a:moveTo>
                    <a:cubicBezTo>
                      <a:pt x="7739" y="637"/>
                      <a:pt x="9788" y="2686"/>
                      <a:pt x="9788" y="5212"/>
                    </a:cubicBezTo>
                    <a:cubicBezTo>
                      <a:pt x="9788" y="7718"/>
                      <a:pt x="7739" y="9767"/>
                      <a:pt x="5213" y="9767"/>
                    </a:cubicBezTo>
                    <a:cubicBezTo>
                      <a:pt x="2706" y="9767"/>
                      <a:pt x="657" y="7718"/>
                      <a:pt x="657" y="5212"/>
                    </a:cubicBezTo>
                    <a:cubicBezTo>
                      <a:pt x="657" y="2686"/>
                      <a:pt x="2706" y="637"/>
                      <a:pt x="5213" y="637"/>
                    </a:cubicBezTo>
                    <a:close/>
                    <a:moveTo>
                      <a:pt x="5213" y="0"/>
                    </a:moveTo>
                    <a:cubicBezTo>
                      <a:pt x="2348" y="0"/>
                      <a:pt x="1" y="2328"/>
                      <a:pt x="1" y="5212"/>
                    </a:cubicBezTo>
                    <a:cubicBezTo>
                      <a:pt x="1" y="8076"/>
                      <a:pt x="2348" y="10424"/>
                      <a:pt x="5213" y="10424"/>
                    </a:cubicBezTo>
                    <a:cubicBezTo>
                      <a:pt x="8097" y="10424"/>
                      <a:pt x="10425" y="8076"/>
                      <a:pt x="10425" y="5212"/>
                    </a:cubicBezTo>
                    <a:cubicBezTo>
                      <a:pt x="10425" y="2328"/>
                      <a:pt x="8097" y="0"/>
                      <a:pt x="52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37"/>
              <p:cNvSpPr/>
              <p:nvPr/>
            </p:nvSpPr>
            <p:spPr>
              <a:xfrm>
                <a:off x="5404275" y="1987675"/>
                <a:ext cx="130325" cy="130325"/>
              </a:xfrm>
              <a:custGeom>
                <a:avLst/>
                <a:gdLst/>
                <a:ahLst/>
                <a:cxnLst/>
                <a:rect l="l" t="t" r="r" b="b"/>
                <a:pathLst>
                  <a:path w="5213" h="5213" extrusionOk="0">
                    <a:moveTo>
                      <a:pt x="4576" y="1"/>
                    </a:moveTo>
                    <a:cubicBezTo>
                      <a:pt x="4576" y="2507"/>
                      <a:pt x="2527" y="4556"/>
                      <a:pt x="1" y="4556"/>
                    </a:cubicBezTo>
                    <a:lnTo>
                      <a:pt x="1" y="5213"/>
                    </a:lnTo>
                    <a:cubicBezTo>
                      <a:pt x="2885" y="5213"/>
                      <a:pt x="5213" y="2865"/>
                      <a:pt x="52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37"/>
              <p:cNvSpPr/>
              <p:nvPr/>
            </p:nvSpPr>
            <p:spPr>
              <a:xfrm>
                <a:off x="5396325" y="1865350"/>
                <a:ext cx="15950" cy="244200"/>
              </a:xfrm>
              <a:custGeom>
                <a:avLst/>
                <a:gdLst/>
                <a:ahLst/>
                <a:cxnLst/>
                <a:rect l="l" t="t" r="r" b="b"/>
                <a:pathLst>
                  <a:path w="638" h="9768" extrusionOk="0">
                    <a:moveTo>
                      <a:pt x="0" y="0"/>
                    </a:moveTo>
                    <a:lnTo>
                      <a:pt x="0" y="9768"/>
                    </a:lnTo>
                    <a:lnTo>
                      <a:pt x="637" y="9768"/>
                    </a:lnTo>
                    <a:lnTo>
                      <a:pt x="6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37"/>
              <p:cNvSpPr/>
              <p:nvPr/>
            </p:nvSpPr>
            <p:spPr>
              <a:xfrm>
                <a:off x="5312275" y="1895175"/>
                <a:ext cx="184025" cy="184550"/>
              </a:xfrm>
              <a:custGeom>
                <a:avLst/>
                <a:gdLst/>
                <a:ahLst/>
                <a:cxnLst/>
                <a:rect l="l" t="t" r="r" b="b"/>
                <a:pathLst>
                  <a:path w="7361" h="7382" extrusionOk="0">
                    <a:moveTo>
                      <a:pt x="6923" y="1"/>
                    </a:moveTo>
                    <a:lnTo>
                      <a:pt x="1" y="6924"/>
                    </a:lnTo>
                    <a:lnTo>
                      <a:pt x="458" y="7381"/>
                    </a:lnTo>
                    <a:lnTo>
                      <a:pt x="7361" y="458"/>
                    </a:lnTo>
                    <a:lnTo>
                      <a:pt x="69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37"/>
              <p:cNvSpPr/>
              <p:nvPr/>
            </p:nvSpPr>
            <p:spPr>
              <a:xfrm>
                <a:off x="5312275" y="1895175"/>
                <a:ext cx="184025" cy="184550"/>
              </a:xfrm>
              <a:custGeom>
                <a:avLst/>
                <a:gdLst/>
                <a:ahLst/>
                <a:cxnLst/>
                <a:rect l="l" t="t" r="r" b="b"/>
                <a:pathLst>
                  <a:path w="7361" h="7382" extrusionOk="0">
                    <a:moveTo>
                      <a:pt x="458" y="1"/>
                    </a:moveTo>
                    <a:lnTo>
                      <a:pt x="1" y="458"/>
                    </a:lnTo>
                    <a:lnTo>
                      <a:pt x="6923" y="7381"/>
                    </a:lnTo>
                    <a:lnTo>
                      <a:pt x="7361" y="6924"/>
                    </a:lnTo>
                    <a:lnTo>
                      <a:pt x="4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37"/>
              <p:cNvSpPr/>
              <p:nvPr/>
            </p:nvSpPr>
            <p:spPr>
              <a:xfrm>
                <a:off x="5353550" y="1870325"/>
                <a:ext cx="101475" cy="234250"/>
              </a:xfrm>
              <a:custGeom>
                <a:avLst/>
                <a:gdLst/>
                <a:ahLst/>
                <a:cxnLst/>
                <a:rect l="l" t="t" r="r" b="b"/>
                <a:pathLst>
                  <a:path w="4059" h="9370" extrusionOk="0">
                    <a:moveTo>
                      <a:pt x="597" y="0"/>
                    </a:moveTo>
                    <a:lnTo>
                      <a:pt x="1" y="239"/>
                    </a:lnTo>
                    <a:lnTo>
                      <a:pt x="3462" y="9370"/>
                    </a:lnTo>
                    <a:lnTo>
                      <a:pt x="4059" y="9151"/>
                    </a:lnTo>
                    <a:lnTo>
                      <a:pt x="5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37"/>
              <p:cNvSpPr/>
              <p:nvPr/>
            </p:nvSpPr>
            <p:spPr>
              <a:xfrm>
                <a:off x="5349075" y="1871800"/>
                <a:ext cx="110925" cy="231300"/>
              </a:xfrm>
              <a:custGeom>
                <a:avLst/>
                <a:gdLst/>
                <a:ahLst/>
                <a:cxnLst/>
                <a:rect l="l" t="t" r="r" b="b"/>
                <a:pathLst>
                  <a:path w="4437" h="9252" extrusionOk="0">
                    <a:moveTo>
                      <a:pt x="3840" y="1"/>
                    </a:moveTo>
                    <a:lnTo>
                      <a:pt x="1" y="8992"/>
                    </a:lnTo>
                    <a:lnTo>
                      <a:pt x="578" y="9251"/>
                    </a:lnTo>
                    <a:lnTo>
                      <a:pt x="4437" y="260"/>
                    </a:lnTo>
                    <a:lnTo>
                      <a:pt x="384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37"/>
              <p:cNvSpPr/>
              <p:nvPr/>
            </p:nvSpPr>
            <p:spPr>
              <a:xfrm>
                <a:off x="5281950" y="1979225"/>
                <a:ext cx="243700" cy="16450"/>
              </a:xfrm>
              <a:custGeom>
                <a:avLst/>
                <a:gdLst/>
                <a:ahLst/>
                <a:cxnLst/>
                <a:rect l="l" t="t" r="r" b="b"/>
                <a:pathLst>
                  <a:path w="9748" h="658" extrusionOk="0">
                    <a:moveTo>
                      <a:pt x="0" y="1"/>
                    </a:moveTo>
                    <a:lnTo>
                      <a:pt x="0" y="657"/>
                    </a:lnTo>
                    <a:lnTo>
                      <a:pt x="9748" y="657"/>
                    </a:lnTo>
                    <a:lnTo>
                      <a:pt x="974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37"/>
              <p:cNvSpPr/>
              <p:nvPr/>
            </p:nvSpPr>
            <p:spPr>
              <a:xfrm>
                <a:off x="5380900" y="1963825"/>
                <a:ext cx="47275" cy="47250"/>
              </a:xfrm>
              <a:custGeom>
                <a:avLst/>
                <a:gdLst/>
                <a:ahLst/>
                <a:cxnLst/>
                <a:rect l="l" t="t" r="r" b="b"/>
                <a:pathLst>
                  <a:path w="1891" h="1890" extrusionOk="0">
                    <a:moveTo>
                      <a:pt x="936" y="0"/>
                    </a:moveTo>
                    <a:cubicBezTo>
                      <a:pt x="419" y="0"/>
                      <a:pt x="1" y="418"/>
                      <a:pt x="1" y="955"/>
                    </a:cubicBezTo>
                    <a:cubicBezTo>
                      <a:pt x="1" y="1472"/>
                      <a:pt x="419" y="1890"/>
                      <a:pt x="936" y="1890"/>
                    </a:cubicBezTo>
                    <a:cubicBezTo>
                      <a:pt x="1473" y="1890"/>
                      <a:pt x="1891" y="1472"/>
                      <a:pt x="1891" y="955"/>
                    </a:cubicBezTo>
                    <a:cubicBezTo>
                      <a:pt x="1891" y="418"/>
                      <a:pt x="1473" y="0"/>
                      <a:pt x="9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37"/>
              <p:cNvSpPr/>
              <p:nvPr/>
            </p:nvSpPr>
            <p:spPr>
              <a:xfrm>
                <a:off x="5693725" y="1817100"/>
                <a:ext cx="404350" cy="158175"/>
              </a:xfrm>
              <a:custGeom>
                <a:avLst/>
                <a:gdLst/>
                <a:ahLst/>
                <a:cxnLst/>
                <a:rect l="l" t="t" r="r" b="b"/>
                <a:pathLst>
                  <a:path w="16174" h="6327" extrusionOk="0">
                    <a:moveTo>
                      <a:pt x="15954" y="1"/>
                    </a:moveTo>
                    <a:lnTo>
                      <a:pt x="0" y="5710"/>
                    </a:lnTo>
                    <a:lnTo>
                      <a:pt x="219" y="6327"/>
                    </a:lnTo>
                    <a:lnTo>
                      <a:pt x="16173" y="617"/>
                    </a:lnTo>
                    <a:lnTo>
                      <a:pt x="159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37"/>
              <p:cNvSpPr/>
              <p:nvPr/>
            </p:nvSpPr>
            <p:spPr>
              <a:xfrm>
                <a:off x="5694225" y="1815625"/>
                <a:ext cx="403350" cy="161150"/>
              </a:xfrm>
              <a:custGeom>
                <a:avLst/>
                <a:gdLst/>
                <a:ahLst/>
                <a:cxnLst/>
                <a:rect l="l" t="t" r="r" b="b"/>
                <a:pathLst>
                  <a:path w="16134" h="6446" extrusionOk="0">
                    <a:moveTo>
                      <a:pt x="219" y="0"/>
                    </a:moveTo>
                    <a:lnTo>
                      <a:pt x="0" y="597"/>
                    </a:lnTo>
                    <a:lnTo>
                      <a:pt x="15914" y="6445"/>
                    </a:lnTo>
                    <a:lnTo>
                      <a:pt x="16133" y="5849"/>
                    </a:lnTo>
                    <a:lnTo>
                      <a:pt x="2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37"/>
              <p:cNvSpPr/>
              <p:nvPr/>
            </p:nvSpPr>
            <p:spPr>
              <a:xfrm>
                <a:off x="5676325" y="1676850"/>
                <a:ext cx="439650" cy="439675"/>
              </a:xfrm>
              <a:custGeom>
                <a:avLst/>
                <a:gdLst/>
                <a:ahLst/>
                <a:cxnLst/>
                <a:rect l="l" t="t" r="r" b="b"/>
                <a:pathLst>
                  <a:path w="17586" h="17587" extrusionOk="0">
                    <a:moveTo>
                      <a:pt x="8793" y="638"/>
                    </a:moveTo>
                    <a:cubicBezTo>
                      <a:pt x="13288" y="638"/>
                      <a:pt x="16949" y="4298"/>
                      <a:pt x="16949" y="8794"/>
                    </a:cubicBezTo>
                    <a:cubicBezTo>
                      <a:pt x="16949" y="13289"/>
                      <a:pt x="13288" y="16930"/>
                      <a:pt x="8793" y="16930"/>
                    </a:cubicBezTo>
                    <a:cubicBezTo>
                      <a:pt x="4297" y="16930"/>
                      <a:pt x="637" y="13289"/>
                      <a:pt x="637" y="8794"/>
                    </a:cubicBezTo>
                    <a:cubicBezTo>
                      <a:pt x="637" y="4298"/>
                      <a:pt x="4297" y="638"/>
                      <a:pt x="8793" y="638"/>
                    </a:cubicBezTo>
                    <a:close/>
                    <a:moveTo>
                      <a:pt x="8793" y="1"/>
                    </a:moveTo>
                    <a:cubicBezTo>
                      <a:pt x="3939" y="1"/>
                      <a:pt x="0" y="3940"/>
                      <a:pt x="0" y="8794"/>
                    </a:cubicBezTo>
                    <a:cubicBezTo>
                      <a:pt x="0" y="13628"/>
                      <a:pt x="3939" y="17586"/>
                      <a:pt x="8793" y="17586"/>
                    </a:cubicBezTo>
                    <a:cubicBezTo>
                      <a:pt x="13646" y="17586"/>
                      <a:pt x="17585" y="13628"/>
                      <a:pt x="17585" y="8794"/>
                    </a:cubicBezTo>
                    <a:cubicBezTo>
                      <a:pt x="17585" y="3940"/>
                      <a:pt x="13646" y="1"/>
                      <a:pt x="879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37"/>
              <p:cNvSpPr/>
              <p:nvPr/>
            </p:nvSpPr>
            <p:spPr>
              <a:xfrm>
                <a:off x="5888175" y="1684825"/>
                <a:ext cx="15925" cy="423725"/>
              </a:xfrm>
              <a:custGeom>
                <a:avLst/>
                <a:gdLst/>
                <a:ahLst/>
                <a:cxnLst/>
                <a:rect l="l" t="t" r="r" b="b"/>
                <a:pathLst>
                  <a:path w="637" h="16949" extrusionOk="0">
                    <a:moveTo>
                      <a:pt x="0" y="0"/>
                    </a:moveTo>
                    <a:lnTo>
                      <a:pt x="0" y="16949"/>
                    </a:lnTo>
                    <a:lnTo>
                      <a:pt x="637" y="16949"/>
                    </a:lnTo>
                    <a:lnTo>
                      <a:pt x="6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37"/>
              <p:cNvSpPr/>
              <p:nvPr/>
            </p:nvSpPr>
            <p:spPr>
              <a:xfrm>
                <a:off x="5740475" y="1741025"/>
                <a:ext cx="311350" cy="310850"/>
              </a:xfrm>
              <a:custGeom>
                <a:avLst/>
                <a:gdLst/>
                <a:ahLst/>
                <a:cxnLst/>
                <a:rect l="l" t="t" r="r" b="b"/>
                <a:pathLst>
                  <a:path w="12454" h="12434" extrusionOk="0">
                    <a:moveTo>
                      <a:pt x="11996" y="0"/>
                    </a:moveTo>
                    <a:lnTo>
                      <a:pt x="0" y="11976"/>
                    </a:lnTo>
                    <a:lnTo>
                      <a:pt x="458" y="12433"/>
                    </a:lnTo>
                    <a:lnTo>
                      <a:pt x="12453" y="458"/>
                    </a:lnTo>
                    <a:lnTo>
                      <a:pt x="119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37"/>
              <p:cNvSpPr/>
              <p:nvPr/>
            </p:nvSpPr>
            <p:spPr>
              <a:xfrm>
                <a:off x="5740475" y="1741025"/>
                <a:ext cx="311350" cy="310850"/>
              </a:xfrm>
              <a:custGeom>
                <a:avLst/>
                <a:gdLst/>
                <a:ahLst/>
                <a:cxnLst/>
                <a:rect l="l" t="t" r="r" b="b"/>
                <a:pathLst>
                  <a:path w="12454" h="12434" extrusionOk="0">
                    <a:moveTo>
                      <a:pt x="458" y="0"/>
                    </a:moveTo>
                    <a:lnTo>
                      <a:pt x="0" y="458"/>
                    </a:lnTo>
                    <a:lnTo>
                      <a:pt x="11996" y="12433"/>
                    </a:lnTo>
                    <a:lnTo>
                      <a:pt x="12453" y="11976"/>
                    </a:lnTo>
                    <a:lnTo>
                      <a:pt x="45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37"/>
              <p:cNvSpPr/>
              <p:nvPr/>
            </p:nvSpPr>
            <p:spPr>
              <a:xfrm>
                <a:off x="5813575" y="1695275"/>
                <a:ext cx="165125" cy="402350"/>
              </a:xfrm>
              <a:custGeom>
                <a:avLst/>
                <a:gdLst/>
                <a:ahLst/>
                <a:cxnLst/>
                <a:rect l="l" t="t" r="r" b="b"/>
                <a:pathLst>
                  <a:path w="6605" h="16094" extrusionOk="0">
                    <a:moveTo>
                      <a:pt x="617" y="0"/>
                    </a:moveTo>
                    <a:lnTo>
                      <a:pt x="0" y="239"/>
                    </a:lnTo>
                    <a:lnTo>
                      <a:pt x="6008" y="16093"/>
                    </a:lnTo>
                    <a:lnTo>
                      <a:pt x="6605" y="15855"/>
                    </a:lnTo>
                    <a:lnTo>
                      <a:pt x="6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37"/>
              <p:cNvSpPr/>
              <p:nvPr/>
            </p:nvSpPr>
            <p:spPr>
              <a:xfrm>
                <a:off x="5805625" y="1698750"/>
                <a:ext cx="181525" cy="395875"/>
              </a:xfrm>
              <a:custGeom>
                <a:avLst/>
                <a:gdLst/>
                <a:ahLst/>
                <a:cxnLst/>
                <a:rect l="l" t="t" r="r" b="b"/>
                <a:pathLst>
                  <a:path w="7261" h="15835" extrusionOk="0">
                    <a:moveTo>
                      <a:pt x="6664" y="0"/>
                    </a:moveTo>
                    <a:lnTo>
                      <a:pt x="0" y="15576"/>
                    </a:lnTo>
                    <a:lnTo>
                      <a:pt x="577" y="15835"/>
                    </a:lnTo>
                    <a:lnTo>
                      <a:pt x="7261" y="259"/>
                    </a:lnTo>
                    <a:lnTo>
                      <a:pt x="66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37"/>
              <p:cNvSpPr/>
              <p:nvPr/>
            </p:nvSpPr>
            <p:spPr>
              <a:xfrm>
                <a:off x="5684275" y="1888225"/>
                <a:ext cx="421750" cy="16425"/>
              </a:xfrm>
              <a:custGeom>
                <a:avLst/>
                <a:gdLst/>
                <a:ahLst/>
                <a:cxnLst/>
                <a:rect l="l" t="t" r="r" b="b"/>
                <a:pathLst>
                  <a:path w="16870" h="657" extrusionOk="0">
                    <a:moveTo>
                      <a:pt x="0" y="0"/>
                    </a:moveTo>
                    <a:lnTo>
                      <a:pt x="0" y="657"/>
                    </a:lnTo>
                    <a:lnTo>
                      <a:pt x="16869" y="657"/>
                    </a:lnTo>
                    <a:lnTo>
                      <a:pt x="1686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37"/>
              <p:cNvSpPr/>
              <p:nvPr/>
            </p:nvSpPr>
            <p:spPr>
              <a:xfrm>
                <a:off x="5854850" y="1855400"/>
                <a:ext cx="82575" cy="82075"/>
              </a:xfrm>
              <a:custGeom>
                <a:avLst/>
                <a:gdLst/>
                <a:ahLst/>
                <a:cxnLst/>
                <a:rect l="l" t="t" r="r" b="b"/>
                <a:pathLst>
                  <a:path w="3303" h="3283" extrusionOk="0">
                    <a:moveTo>
                      <a:pt x="1652" y="0"/>
                    </a:moveTo>
                    <a:cubicBezTo>
                      <a:pt x="737" y="0"/>
                      <a:pt x="1" y="737"/>
                      <a:pt x="1" y="1652"/>
                    </a:cubicBezTo>
                    <a:cubicBezTo>
                      <a:pt x="1" y="2547"/>
                      <a:pt x="737" y="3283"/>
                      <a:pt x="1652" y="3283"/>
                    </a:cubicBezTo>
                    <a:cubicBezTo>
                      <a:pt x="2567" y="3283"/>
                      <a:pt x="3303" y="2547"/>
                      <a:pt x="3303" y="1652"/>
                    </a:cubicBezTo>
                    <a:cubicBezTo>
                      <a:pt x="3303" y="737"/>
                      <a:pt x="2567" y="0"/>
                      <a:pt x="16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37"/>
              <p:cNvSpPr/>
              <p:nvPr/>
            </p:nvSpPr>
            <p:spPr>
              <a:xfrm>
                <a:off x="5850875" y="1851425"/>
                <a:ext cx="90525" cy="90025"/>
              </a:xfrm>
              <a:custGeom>
                <a:avLst/>
                <a:gdLst/>
                <a:ahLst/>
                <a:cxnLst/>
                <a:rect l="l" t="t" r="r" b="b"/>
                <a:pathLst>
                  <a:path w="3621" h="3601" extrusionOk="0">
                    <a:moveTo>
                      <a:pt x="1811" y="319"/>
                    </a:moveTo>
                    <a:cubicBezTo>
                      <a:pt x="2626" y="319"/>
                      <a:pt x="3303" y="975"/>
                      <a:pt x="3303" y="1811"/>
                    </a:cubicBezTo>
                    <a:cubicBezTo>
                      <a:pt x="3303" y="2626"/>
                      <a:pt x="2626" y="3283"/>
                      <a:pt x="1811" y="3283"/>
                    </a:cubicBezTo>
                    <a:cubicBezTo>
                      <a:pt x="995" y="3283"/>
                      <a:pt x="319" y="2626"/>
                      <a:pt x="319" y="1811"/>
                    </a:cubicBezTo>
                    <a:cubicBezTo>
                      <a:pt x="319" y="975"/>
                      <a:pt x="995" y="319"/>
                      <a:pt x="1811" y="319"/>
                    </a:cubicBezTo>
                    <a:close/>
                    <a:moveTo>
                      <a:pt x="1811" y="0"/>
                    </a:moveTo>
                    <a:cubicBezTo>
                      <a:pt x="816" y="0"/>
                      <a:pt x="0" y="816"/>
                      <a:pt x="0" y="1811"/>
                    </a:cubicBezTo>
                    <a:cubicBezTo>
                      <a:pt x="0" y="2805"/>
                      <a:pt x="816" y="3601"/>
                      <a:pt x="1811" y="3601"/>
                    </a:cubicBezTo>
                    <a:cubicBezTo>
                      <a:pt x="2805" y="3601"/>
                      <a:pt x="3621" y="2805"/>
                      <a:pt x="3621" y="1811"/>
                    </a:cubicBezTo>
                    <a:cubicBezTo>
                      <a:pt x="3621" y="816"/>
                      <a:pt x="2805" y="0"/>
                      <a:pt x="18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37"/>
              <p:cNvSpPr/>
              <p:nvPr/>
            </p:nvSpPr>
            <p:spPr>
              <a:xfrm>
                <a:off x="6304925" y="1817100"/>
                <a:ext cx="404350" cy="158175"/>
              </a:xfrm>
              <a:custGeom>
                <a:avLst/>
                <a:gdLst/>
                <a:ahLst/>
                <a:cxnLst/>
                <a:rect l="l" t="t" r="r" b="b"/>
                <a:pathLst>
                  <a:path w="16174" h="6327" extrusionOk="0">
                    <a:moveTo>
                      <a:pt x="15954" y="1"/>
                    </a:moveTo>
                    <a:lnTo>
                      <a:pt x="0" y="5710"/>
                    </a:lnTo>
                    <a:lnTo>
                      <a:pt x="199" y="6327"/>
                    </a:lnTo>
                    <a:lnTo>
                      <a:pt x="16173" y="617"/>
                    </a:lnTo>
                    <a:lnTo>
                      <a:pt x="159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37"/>
              <p:cNvSpPr/>
              <p:nvPr/>
            </p:nvSpPr>
            <p:spPr>
              <a:xfrm>
                <a:off x="6305425" y="1815625"/>
                <a:ext cx="403350" cy="161150"/>
              </a:xfrm>
              <a:custGeom>
                <a:avLst/>
                <a:gdLst/>
                <a:ahLst/>
                <a:cxnLst/>
                <a:rect l="l" t="t" r="r" b="b"/>
                <a:pathLst>
                  <a:path w="16134" h="6446" extrusionOk="0">
                    <a:moveTo>
                      <a:pt x="219" y="0"/>
                    </a:moveTo>
                    <a:lnTo>
                      <a:pt x="0" y="597"/>
                    </a:lnTo>
                    <a:lnTo>
                      <a:pt x="15895" y="6445"/>
                    </a:lnTo>
                    <a:lnTo>
                      <a:pt x="16133" y="5849"/>
                    </a:lnTo>
                    <a:lnTo>
                      <a:pt x="2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37"/>
              <p:cNvSpPr/>
              <p:nvPr/>
            </p:nvSpPr>
            <p:spPr>
              <a:xfrm>
                <a:off x="6287525" y="1676850"/>
                <a:ext cx="439650" cy="439675"/>
              </a:xfrm>
              <a:custGeom>
                <a:avLst/>
                <a:gdLst/>
                <a:ahLst/>
                <a:cxnLst/>
                <a:rect l="l" t="t" r="r" b="b"/>
                <a:pathLst>
                  <a:path w="17586" h="17587" extrusionOk="0">
                    <a:moveTo>
                      <a:pt x="8793" y="638"/>
                    </a:moveTo>
                    <a:cubicBezTo>
                      <a:pt x="13289" y="638"/>
                      <a:pt x="16949" y="4298"/>
                      <a:pt x="16949" y="8794"/>
                    </a:cubicBezTo>
                    <a:cubicBezTo>
                      <a:pt x="16949" y="13289"/>
                      <a:pt x="13289" y="16930"/>
                      <a:pt x="8793" y="16930"/>
                    </a:cubicBezTo>
                    <a:cubicBezTo>
                      <a:pt x="4297" y="16930"/>
                      <a:pt x="637" y="13289"/>
                      <a:pt x="637" y="8794"/>
                    </a:cubicBezTo>
                    <a:cubicBezTo>
                      <a:pt x="637" y="4298"/>
                      <a:pt x="4297" y="638"/>
                      <a:pt x="8793" y="638"/>
                    </a:cubicBezTo>
                    <a:close/>
                    <a:moveTo>
                      <a:pt x="8793" y="1"/>
                    </a:moveTo>
                    <a:cubicBezTo>
                      <a:pt x="3939" y="1"/>
                      <a:pt x="0" y="3940"/>
                      <a:pt x="0" y="8794"/>
                    </a:cubicBezTo>
                    <a:cubicBezTo>
                      <a:pt x="0" y="13628"/>
                      <a:pt x="3939" y="17586"/>
                      <a:pt x="8793" y="17586"/>
                    </a:cubicBezTo>
                    <a:cubicBezTo>
                      <a:pt x="13647" y="17586"/>
                      <a:pt x="17585" y="13628"/>
                      <a:pt x="17585" y="8794"/>
                    </a:cubicBezTo>
                    <a:cubicBezTo>
                      <a:pt x="17585" y="3940"/>
                      <a:pt x="13647" y="1"/>
                      <a:pt x="879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37"/>
              <p:cNvSpPr/>
              <p:nvPr/>
            </p:nvSpPr>
            <p:spPr>
              <a:xfrm>
                <a:off x="6499375" y="1684825"/>
                <a:ext cx="15950" cy="423725"/>
              </a:xfrm>
              <a:custGeom>
                <a:avLst/>
                <a:gdLst/>
                <a:ahLst/>
                <a:cxnLst/>
                <a:rect l="l" t="t" r="r" b="b"/>
                <a:pathLst>
                  <a:path w="638" h="16949" extrusionOk="0">
                    <a:moveTo>
                      <a:pt x="1" y="0"/>
                    </a:moveTo>
                    <a:lnTo>
                      <a:pt x="1" y="16949"/>
                    </a:lnTo>
                    <a:lnTo>
                      <a:pt x="637" y="16949"/>
                    </a:lnTo>
                    <a:lnTo>
                      <a:pt x="6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37"/>
              <p:cNvSpPr/>
              <p:nvPr/>
            </p:nvSpPr>
            <p:spPr>
              <a:xfrm>
                <a:off x="6351675" y="1741025"/>
                <a:ext cx="310850" cy="310850"/>
              </a:xfrm>
              <a:custGeom>
                <a:avLst/>
                <a:gdLst/>
                <a:ahLst/>
                <a:cxnLst/>
                <a:rect l="l" t="t" r="r" b="b"/>
                <a:pathLst>
                  <a:path w="12434" h="12434" extrusionOk="0">
                    <a:moveTo>
                      <a:pt x="11996" y="0"/>
                    </a:moveTo>
                    <a:lnTo>
                      <a:pt x="0" y="11995"/>
                    </a:lnTo>
                    <a:lnTo>
                      <a:pt x="458" y="12433"/>
                    </a:lnTo>
                    <a:lnTo>
                      <a:pt x="12433" y="458"/>
                    </a:lnTo>
                    <a:lnTo>
                      <a:pt x="119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37"/>
              <p:cNvSpPr/>
              <p:nvPr/>
            </p:nvSpPr>
            <p:spPr>
              <a:xfrm>
                <a:off x="6351675" y="1741025"/>
                <a:ext cx="310850" cy="310850"/>
              </a:xfrm>
              <a:custGeom>
                <a:avLst/>
                <a:gdLst/>
                <a:ahLst/>
                <a:cxnLst/>
                <a:rect l="l" t="t" r="r" b="b"/>
                <a:pathLst>
                  <a:path w="12434" h="12434" extrusionOk="0">
                    <a:moveTo>
                      <a:pt x="458" y="0"/>
                    </a:moveTo>
                    <a:lnTo>
                      <a:pt x="0" y="458"/>
                    </a:lnTo>
                    <a:lnTo>
                      <a:pt x="11996" y="12433"/>
                    </a:lnTo>
                    <a:lnTo>
                      <a:pt x="12433" y="11976"/>
                    </a:lnTo>
                    <a:lnTo>
                      <a:pt x="45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37"/>
              <p:cNvSpPr/>
              <p:nvPr/>
            </p:nvSpPr>
            <p:spPr>
              <a:xfrm>
                <a:off x="6424775" y="1695275"/>
                <a:ext cx="165125" cy="402350"/>
              </a:xfrm>
              <a:custGeom>
                <a:avLst/>
                <a:gdLst/>
                <a:ahLst/>
                <a:cxnLst/>
                <a:rect l="l" t="t" r="r" b="b"/>
                <a:pathLst>
                  <a:path w="6605" h="16094" extrusionOk="0">
                    <a:moveTo>
                      <a:pt x="617" y="0"/>
                    </a:moveTo>
                    <a:lnTo>
                      <a:pt x="1" y="239"/>
                    </a:lnTo>
                    <a:lnTo>
                      <a:pt x="6008" y="16093"/>
                    </a:lnTo>
                    <a:lnTo>
                      <a:pt x="6605" y="15855"/>
                    </a:lnTo>
                    <a:lnTo>
                      <a:pt x="6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37"/>
              <p:cNvSpPr/>
              <p:nvPr/>
            </p:nvSpPr>
            <p:spPr>
              <a:xfrm>
                <a:off x="6416325" y="1698750"/>
                <a:ext cx="181550" cy="395875"/>
              </a:xfrm>
              <a:custGeom>
                <a:avLst/>
                <a:gdLst/>
                <a:ahLst/>
                <a:cxnLst/>
                <a:rect l="l" t="t" r="r" b="b"/>
                <a:pathLst>
                  <a:path w="7262" h="15835" extrusionOk="0">
                    <a:moveTo>
                      <a:pt x="6684" y="0"/>
                    </a:moveTo>
                    <a:lnTo>
                      <a:pt x="0" y="15576"/>
                    </a:lnTo>
                    <a:lnTo>
                      <a:pt x="597" y="15835"/>
                    </a:lnTo>
                    <a:lnTo>
                      <a:pt x="7261" y="259"/>
                    </a:lnTo>
                    <a:lnTo>
                      <a:pt x="66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37"/>
              <p:cNvSpPr/>
              <p:nvPr/>
            </p:nvSpPr>
            <p:spPr>
              <a:xfrm>
                <a:off x="6295475" y="1888225"/>
                <a:ext cx="421750" cy="16425"/>
              </a:xfrm>
              <a:custGeom>
                <a:avLst/>
                <a:gdLst/>
                <a:ahLst/>
                <a:cxnLst/>
                <a:rect l="l" t="t" r="r" b="b"/>
                <a:pathLst>
                  <a:path w="16870" h="657" extrusionOk="0">
                    <a:moveTo>
                      <a:pt x="0" y="0"/>
                    </a:moveTo>
                    <a:lnTo>
                      <a:pt x="0" y="657"/>
                    </a:lnTo>
                    <a:lnTo>
                      <a:pt x="16870" y="657"/>
                    </a:lnTo>
                    <a:lnTo>
                      <a:pt x="1687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37"/>
              <p:cNvSpPr/>
              <p:nvPr/>
            </p:nvSpPr>
            <p:spPr>
              <a:xfrm>
                <a:off x="6466050" y="1855400"/>
                <a:ext cx="82575" cy="82075"/>
              </a:xfrm>
              <a:custGeom>
                <a:avLst/>
                <a:gdLst/>
                <a:ahLst/>
                <a:cxnLst/>
                <a:rect l="l" t="t" r="r" b="b"/>
                <a:pathLst>
                  <a:path w="3303" h="3283" extrusionOk="0">
                    <a:moveTo>
                      <a:pt x="1652" y="0"/>
                    </a:moveTo>
                    <a:cubicBezTo>
                      <a:pt x="737" y="0"/>
                      <a:pt x="1" y="737"/>
                      <a:pt x="1" y="1652"/>
                    </a:cubicBezTo>
                    <a:cubicBezTo>
                      <a:pt x="1" y="2547"/>
                      <a:pt x="737" y="3283"/>
                      <a:pt x="1652" y="3283"/>
                    </a:cubicBezTo>
                    <a:cubicBezTo>
                      <a:pt x="2567" y="3283"/>
                      <a:pt x="3303" y="2547"/>
                      <a:pt x="3303" y="1652"/>
                    </a:cubicBezTo>
                    <a:cubicBezTo>
                      <a:pt x="3303" y="737"/>
                      <a:pt x="2567" y="0"/>
                      <a:pt x="16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37"/>
              <p:cNvSpPr/>
              <p:nvPr/>
            </p:nvSpPr>
            <p:spPr>
              <a:xfrm>
                <a:off x="6462075" y="1851425"/>
                <a:ext cx="90550" cy="90025"/>
              </a:xfrm>
              <a:custGeom>
                <a:avLst/>
                <a:gdLst/>
                <a:ahLst/>
                <a:cxnLst/>
                <a:rect l="l" t="t" r="r" b="b"/>
                <a:pathLst>
                  <a:path w="3622" h="3601" extrusionOk="0">
                    <a:moveTo>
                      <a:pt x="1811" y="319"/>
                    </a:moveTo>
                    <a:cubicBezTo>
                      <a:pt x="2626" y="319"/>
                      <a:pt x="3303" y="975"/>
                      <a:pt x="3303" y="1811"/>
                    </a:cubicBezTo>
                    <a:cubicBezTo>
                      <a:pt x="3303" y="2626"/>
                      <a:pt x="2626" y="3283"/>
                      <a:pt x="1811" y="3283"/>
                    </a:cubicBezTo>
                    <a:cubicBezTo>
                      <a:pt x="995" y="3283"/>
                      <a:pt x="319" y="2626"/>
                      <a:pt x="319" y="1811"/>
                    </a:cubicBezTo>
                    <a:cubicBezTo>
                      <a:pt x="319" y="975"/>
                      <a:pt x="995" y="319"/>
                      <a:pt x="1811" y="319"/>
                    </a:cubicBezTo>
                    <a:close/>
                    <a:moveTo>
                      <a:pt x="1811" y="0"/>
                    </a:moveTo>
                    <a:cubicBezTo>
                      <a:pt x="816" y="0"/>
                      <a:pt x="1" y="816"/>
                      <a:pt x="1" y="1811"/>
                    </a:cubicBezTo>
                    <a:cubicBezTo>
                      <a:pt x="1" y="2805"/>
                      <a:pt x="816" y="3601"/>
                      <a:pt x="1811" y="3601"/>
                    </a:cubicBezTo>
                    <a:cubicBezTo>
                      <a:pt x="2805" y="3601"/>
                      <a:pt x="3621" y="2805"/>
                      <a:pt x="3621" y="1811"/>
                    </a:cubicBezTo>
                    <a:cubicBezTo>
                      <a:pt x="3621" y="816"/>
                      <a:pt x="2805" y="0"/>
                      <a:pt x="18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37"/>
              <p:cNvSpPr/>
              <p:nvPr/>
            </p:nvSpPr>
            <p:spPr>
              <a:xfrm>
                <a:off x="5669850" y="1593800"/>
                <a:ext cx="809150" cy="213375"/>
              </a:xfrm>
              <a:custGeom>
                <a:avLst/>
                <a:gdLst/>
                <a:ahLst/>
                <a:cxnLst/>
                <a:rect l="l" t="t" r="r" b="b"/>
                <a:pathLst>
                  <a:path w="32366" h="8535" extrusionOk="0">
                    <a:moveTo>
                      <a:pt x="6863" y="1"/>
                    </a:moveTo>
                    <a:lnTo>
                      <a:pt x="0" y="4954"/>
                    </a:lnTo>
                    <a:lnTo>
                      <a:pt x="0" y="8535"/>
                    </a:lnTo>
                    <a:lnTo>
                      <a:pt x="3919" y="8535"/>
                    </a:lnTo>
                    <a:lnTo>
                      <a:pt x="8574" y="6108"/>
                    </a:lnTo>
                    <a:lnTo>
                      <a:pt x="32366" y="6048"/>
                    </a:lnTo>
                    <a:lnTo>
                      <a:pt x="32366" y="61"/>
                    </a:lnTo>
                    <a:lnTo>
                      <a:pt x="68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37"/>
              <p:cNvSpPr/>
              <p:nvPr/>
            </p:nvSpPr>
            <p:spPr>
              <a:xfrm>
                <a:off x="6446650" y="1258625"/>
                <a:ext cx="352125" cy="548550"/>
              </a:xfrm>
              <a:custGeom>
                <a:avLst/>
                <a:gdLst/>
                <a:ahLst/>
                <a:cxnLst/>
                <a:rect l="l" t="t" r="r" b="b"/>
                <a:pathLst>
                  <a:path w="14085" h="21942" extrusionOk="0">
                    <a:moveTo>
                      <a:pt x="1" y="0"/>
                    </a:moveTo>
                    <a:lnTo>
                      <a:pt x="1" y="17108"/>
                    </a:lnTo>
                    <a:lnTo>
                      <a:pt x="1" y="21942"/>
                    </a:lnTo>
                    <a:lnTo>
                      <a:pt x="14085" y="21942"/>
                    </a:lnTo>
                    <a:lnTo>
                      <a:pt x="14085" y="11797"/>
                    </a:lnTo>
                    <a:lnTo>
                      <a:pt x="8913" y="11797"/>
                    </a:lnTo>
                    <a:lnTo>
                      <a:pt x="8913" y="2666"/>
                    </a:lnTo>
                    <a:lnTo>
                      <a:pt x="14085" y="2666"/>
                    </a:lnTo>
                    <a:lnTo>
                      <a:pt x="140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37"/>
              <p:cNvSpPr/>
              <p:nvPr/>
            </p:nvSpPr>
            <p:spPr>
              <a:xfrm>
                <a:off x="6667475" y="1807150"/>
                <a:ext cx="131300" cy="198950"/>
              </a:xfrm>
              <a:custGeom>
                <a:avLst/>
                <a:gdLst/>
                <a:ahLst/>
                <a:cxnLst/>
                <a:rect l="l" t="t" r="r" b="b"/>
                <a:pathLst>
                  <a:path w="5252" h="7958" extrusionOk="0">
                    <a:moveTo>
                      <a:pt x="0" y="1"/>
                    </a:moveTo>
                    <a:lnTo>
                      <a:pt x="2845" y="7958"/>
                    </a:lnTo>
                    <a:lnTo>
                      <a:pt x="5252" y="7958"/>
                    </a:lnTo>
                    <a:lnTo>
                      <a:pt x="52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37"/>
              <p:cNvSpPr/>
              <p:nvPr/>
            </p:nvSpPr>
            <p:spPr>
              <a:xfrm>
                <a:off x="6717200" y="1883750"/>
                <a:ext cx="97000" cy="12950"/>
              </a:xfrm>
              <a:custGeom>
                <a:avLst/>
                <a:gdLst/>
                <a:ahLst/>
                <a:cxnLst/>
                <a:rect l="l" t="t" r="r" b="b"/>
                <a:pathLst>
                  <a:path w="3880" h="518" extrusionOk="0">
                    <a:moveTo>
                      <a:pt x="1" y="0"/>
                    </a:moveTo>
                    <a:lnTo>
                      <a:pt x="1" y="518"/>
                    </a:lnTo>
                    <a:lnTo>
                      <a:pt x="3880" y="518"/>
                    </a:lnTo>
                    <a:lnTo>
                      <a:pt x="38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37"/>
              <p:cNvSpPr/>
              <p:nvPr/>
            </p:nvSpPr>
            <p:spPr>
              <a:xfrm>
                <a:off x="6750525" y="1987675"/>
                <a:ext cx="97000" cy="12975"/>
              </a:xfrm>
              <a:custGeom>
                <a:avLst/>
                <a:gdLst/>
                <a:ahLst/>
                <a:cxnLst/>
                <a:rect l="l" t="t" r="r" b="b"/>
                <a:pathLst>
                  <a:path w="3880" h="519" extrusionOk="0">
                    <a:moveTo>
                      <a:pt x="0" y="1"/>
                    </a:moveTo>
                    <a:lnTo>
                      <a:pt x="0" y="518"/>
                    </a:lnTo>
                    <a:lnTo>
                      <a:pt x="3879" y="518"/>
                    </a:lnTo>
                    <a:lnTo>
                      <a:pt x="38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37"/>
              <p:cNvSpPr/>
              <p:nvPr/>
            </p:nvSpPr>
            <p:spPr>
              <a:xfrm>
                <a:off x="6237775" y="1276025"/>
                <a:ext cx="92525" cy="11450"/>
              </a:xfrm>
              <a:custGeom>
                <a:avLst/>
                <a:gdLst/>
                <a:ahLst/>
                <a:cxnLst/>
                <a:rect l="l" t="t" r="r" b="b"/>
                <a:pathLst>
                  <a:path w="3701" h="458" extrusionOk="0">
                    <a:moveTo>
                      <a:pt x="1" y="0"/>
                    </a:moveTo>
                    <a:lnTo>
                      <a:pt x="1" y="458"/>
                    </a:lnTo>
                    <a:lnTo>
                      <a:pt x="3701" y="458"/>
                    </a:lnTo>
                    <a:lnTo>
                      <a:pt x="37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37"/>
              <p:cNvSpPr/>
              <p:nvPr/>
            </p:nvSpPr>
            <p:spPr>
              <a:xfrm>
                <a:off x="6245750" y="1287450"/>
                <a:ext cx="77100" cy="58725"/>
              </a:xfrm>
              <a:custGeom>
                <a:avLst/>
                <a:gdLst/>
                <a:ahLst/>
                <a:cxnLst/>
                <a:rect l="l" t="t" r="r" b="b"/>
                <a:pathLst>
                  <a:path w="3084" h="2349" extrusionOk="0">
                    <a:moveTo>
                      <a:pt x="0" y="1"/>
                    </a:moveTo>
                    <a:lnTo>
                      <a:pt x="0" y="2348"/>
                    </a:lnTo>
                    <a:lnTo>
                      <a:pt x="3084" y="2348"/>
                    </a:lnTo>
                    <a:lnTo>
                      <a:pt x="308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37"/>
              <p:cNvSpPr/>
              <p:nvPr/>
            </p:nvSpPr>
            <p:spPr>
              <a:xfrm>
                <a:off x="5069575" y="1488375"/>
                <a:ext cx="1377100" cy="20425"/>
              </a:xfrm>
              <a:custGeom>
                <a:avLst/>
                <a:gdLst/>
                <a:ahLst/>
                <a:cxnLst/>
                <a:rect l="l" t="t" r="r" b="b"/>
                <a:pathLst>
                  <a:path w="55084" h="817" extrusionOk="0">
                    <a:moveTo>
                      <a:pt x="1" y="1"/>
                    </a:moveTo>
                    <a:lnTo>
                      <a:pt x="1" y="816"/>
                    </a:lnTo>
                    <a:lnTo>
                      <a:pt x="55084" y="816"/>
                    </a:lnTo>
                    <a:lnTo>
                      <a:pt x="5508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37"/>
              <p:cNvSpPr/>
              <p:nvPr/>
            </p:nvSpPr>
            <p:spPr>
              <a:xfrm>
                <a:off x="5060125" y="1479925"/>
                <a:ext cx="63200" cy="37325"/>
              </a:xfrm>
              <a:custGeom>
                <a:avLst/>
                <a:gdLst/>
                <a:ahLst/>
                <a:cxnLst/>
                <a:rect l="l" t="t" r="r" b="b"/>
                <a:pathLst>
                  <a:path w="2528" h="1493" extrusionOk="0">
                    <a:moveTo>
                      <a:pt x="1" y="0"/>
                    </a:moveTo>
                    <a:lnTo>
                      <a:pt x="1" y="1492"/>
                    </a:lnTo>
                    <a:lnTo>
                      <a:pt x="2527" y="1492"/>
                    </a:lnTo>
                    <a:lnTo>
                      <a:pt x="252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37"/>
              <p:cNvSpPr/>
              <p:nvPr/>
            </p:nvSpPr>
            <p:spPr>
              <a:xfrm>
                <a:off x="4993500" y="1467500"/>
                <a:ext cx="87550" cy="62175"/>
              </a:xfrm>
              <a:custGeom>
                <a:avLst/>
                <a:gdLst/>
                <a:ahLst/>
                <a:cxnLst/>
                <a:rect l="l" t="t" r="r" b="b"/>
                <a:pathLst>
                  <a:path w="3502" h="2487" extrusionOk="0">
                    <a:moveTo>
                      <a:pt x="0" y="0"/>
                    </a:moveTo>
                    <a:lnTo>
                      <a:pt x="0" y="2487"/>
                    </a:lnTo>
                    <a:lnTo>
                      <a:pt x="3501" y="2487"/>
                    </a:lnTo>
                    <a:lnTo>
                      <a:pt x="35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37"/>
              <p:cNvSpPr/>
              <p:nvPr/>
            </p:nvSpPr>
            <p:spPr>
              <a:xfrm>
                <a:off x="4673225" y="2098100"/>
                <a:ext cx="2153400" cy="20400"/>
              </a:xfrm>
              <a:custGeom>
                <a:avLst/>
                <a:gdLst/>
                <a:ahLst/>
                <a:cxnLst/>
                <a:rect l="l" t="t" r="r" b="b"/>
                <a:pathLst>
                  <a:path w="86136" h="816" extrusionOk="0">
                    <a:moveTo>
                      <a:pt x="0" y="0"/>
                    </a:moveTo>
                    <a:lnTo>
                      <a:pt x="0" y="816"/>
                    </a:lnTo>
                    <a:lnTo>
                      <a:pt x="86136" y="816"/>
                    </a:lnTo>
                    <a:lnTo>
                      <a:pt x="861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37"/>
              <p:cNvSpPr/>
              <p:nvPr/>
            </p:nvSpPr>
            <p:spPr>
              <a:xfrm>
                <a:off x="5815575" y="1175075"/>
                <a:ext cx="80075" cy="169600"/>
              </a:xfrm>
              <a:custGeom>
                <a:avLst/>
                <a:gdLst/>
                <a:ahLst/>
                <a:cxnLst/>
                <a:rect l="l" t="t" r="r" b="b"/>
                <a:pathLst>
                  <a:path w="3203" h="6784" extrusionOk="0">
                    <a:moveTo>
                      <a:pt x="0" y="0"/>
                    </a:moveTo>
                    <a:cubicBezTo>
                      <a:pt x="0" y="0"/>
                      <a:pt x="1034" y="716"/>
                      <a:pt x="1034" y="2268"/>
                    </a:cubicBezTo>
                    <a:lnTo>
                      <a:pt x="1034" y="2507"/>
                    </a:lnTo>
                    <a:lnTo>
                      <a:pt x="1034" y="5749"/>
                    </a:lnTo>
                    <a:cubicBezTo>
                      <a:pt x="1034" y="5749"/>
                      <a:pt x="1034" y="6525"/>
                      <a:pt x="1432" y="6784"/>
                    </a:cubicBezTo>
                    <a:lnTo>
                      <a:pt x="3203" y="6784"/>
                    </a:lnTo>
                    <a:cubicBezTo>
                      <a:pt x="3203" y="6784"/>
                      <a:pt x="2427" y="6684"/>
                      <a:pt x="2407" y="5869"/>
                    </a:cubicBezTo>
                    <a:lnTo>
                      <a:pt x="2407" y="2626"/>
                    </a:lnTo>
                    <a:cubicBezTo>
                      <a:pt x="2407" y="2626"/>
                      <a:pt x="2427" y="2248"/>
                      <a:pt x="2407" y="2109"/>
                    </a:cubicBezTo>
                    <a:cubicBezTo>
                      <a:pt x="2188" y="120"/>
                      <a:pt x="0" y="0"/>
                      <a:pt x="0"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37"/>
              <p:cNvSpPr/>
              <p:nvPr/>
            </p:nvSpPr>
            <p:spPr>
              <a:xfrm>
                <a:off x="5731025" y="1179050"/>
                <a:ext cx="60700" cy="165625"/>
              </a:xfrm>
              <a:custGeom>
                <a:avLst/>
                <a:gdLst/>
                <a:ahLst/>
                <a:cxnLst/>
                <a:rect l="l" t="t" r="r" b="b"/>
                <a:pathLst>
                  <a:path w="2428" h="6625" extrusionOk="0">
                    <a:moveTo>
                      <a:pt x="2427" y="0"/>
                    </a:moveTo>
                    <a:cubicBezTo>
                      <a:pt x="2427" y="0"/>
                      <a:pt x="1174" y="319"/>
                      <a:pt x="796" y="1950"/>
                    </a:cubicBezTo>
                    <a:cubicBezTo>
                      <a:pt x="776" y="2089"/>
                      <a:pt x="796" y="2467"/>
                      <a:pt x="796" y="2467"/>
                    </a:cubicBezTo>
                    <a:lnTo>
                      <a:pt x="796" y="5710"/>
                    </a:lnTo>
                    <a:cubicBezTo>
                      <a:pt x="776" y="6525"/>
                      <a:pt x="0" y="6625"/>
                      <a:pt x="0" y="6625"/>
                    </a:cubicBezTo>
                    <a:lnTo>
                      <a:pt x="1771" y="6625"/>
                    </a:lnTo>
                    <a:cubicBezTo>
                      <a:pt x="2188" y="6366"/>
                      <a:pt x="2169" y="5590"/>
                      <a:pt x="2169" y="5590"/>
                    </a:cubicBezTo>
                    <a:lnTo>
                      <a:pt x="2169" y="2348"/>
                    </a:lnTo>
                    <a:lnTo>
                      <a:pt x="2169" y="2109"/>
                    </a:lnTo>
                    <a:cubicBezTo>
                      <a:pt x="2169" y="557"/>
                      <a:pt x="2427" y="0"/>
                      <a:pt x="2427"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37"/>
              <p:cNvSpPr/>
              <p:nvPr/>
            </p:nvSpPr>
            <p:spPr>
              <a:xfrm>
                <a:off x="5835950" y="1191475"/>
                <a:ext cx="26375" cy="150725"/>
              </a:xfrm>
              <a:custGeom>
                <a:avLst/>
                <a:gdLst/>
                <a:ahLst/>
                <a:cxnLst/>
                <a:rect l="l" t="t" r="r" b="b"/>
                <a:pathLst>
                  <a:path w="1055" h="6029" extrusionOk="0">
                    <a:moveTo>
                      <a:pt x="1" y="1"/>
                    </a:moveTo>
                    <a:cubicBezTo>
                      <a:pt x="1" y="1"/>
                      <a:pt x="398" y="419"/>
                      <a:pt x="398" y="1890"/>
                    </a:cubicBezTo>
                    <a:lnTo>
                      <a:pt x="398" y="2070"/>
                    </a:lnTo>
                    <a:lnTo>
                      <a:pt x="398" y="5093"/>
                    </a:lnTo>
                    <a:cubicBezTo>
                      <a:pt x="398" y="5093"/>
                      <a:pt x="478" y="5829"/>
                      <a:pt x="737" y="6028"/>
                    </a:cubicBezTo>
                    <a:lnTo>
                      <a:pt x="1055" y="6028"/>
                    </a:lnTo>
                    <a:cubicBezTo>
                      <a:pt x="1055" y="6028"/>
                      <a:pt x="776" y="5531"/>
                      <a:pt x="717" y="5093"/>
                    </a:cubicBezTo>
                    <a:lnTo>
                      <a:pt x="717" y="2030"/>
                    </a:lnTo>
                    <a:lnTo>
                      <a:pt x="717" y="1652"/>
                    </a:lnTo>
                    <a:cubicBezTo>
                      <a:pt x="717" y="518"/>
                      <a:pt x="1" y="1"/>
                      <a:pt x="1"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37"/>
              <p:cNvSpPr/>
              <p:nvPr/>
            </p:nvSpPr>
            <p:spPr>
              <a:xfrm>
                <a:off x="5163075" y="1194950"/>
                <a:ext cx="33350" cy="126850"/>
              </a:xfrm>
              <a:custGeom>
                <a:avLst/>
                <a:gdLst/>
                <a:ahLst/>
                <a:cxnLst/>
                <a:rect l="l" t="t" r="r" b="b"/>
                <a:pathLst>
                  <a:path w="1334" h="5074" extrusionOk="0">
                    <a:moveTo>
                      <a:pt x="21" y="1"/>
                    </a:moveTo>
                    <a:lnTo>
                      <a:pt x="21" y="4457"/>
                    </a:lnTo>
                    <a:cubicBezTo>
                      <a:pt x="21" y="4457"/>
                      <a:pt x="1" y="4934"/>
                      <a:pt x="259" y="5074"/>
                    </a:cubicBezTo>
                    <a:lnTo>
                      <a:pt x="1334" y="5074"/>
                    </a:lnTo>
                    <a:cubicBezTo>
                      <a:pt x="1334" y="5074"/>
                      <a:pt x="856" y="5014"/>
                      <a:pt x="856" y="4517"/>
                    </a:cubicBezTo>
                    <a:lnTo>
                      <a:pt x="856"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37"/>
              <p:cNvSpPr/>
              <p:nvPr/>
            </p:nvSpPr>
            <p:spPr>
              <a:xfrm>
                <a:off x="5166075" y="1197950"/>
                <a:ext cx="9950" cy="122350"/>
              </a:xfrm>
              <a:custGeom>
                <a:avLst/>
                <a:gdLst/>
                <a:ahLst/>
                <a:cxnLst/>
                <a:rect l="l" t="t" r="r" b="b"/>
                <a:pathLst>
                  <a:path w="398" h="4894" extrusionOk="0">
                    <a:moveTo>
                      <a:pt x="0" y="0"/>
                    </a:moveTo>
                    <a:lnTo>
                      <a:pt x="0" y="4317"/>
                    </a:lnTo>
                    <a:cubicBezTo>
                      <a:pt x="0" y="4317"/>
                      <a:pt x="40" y="4775"/>
                      <a:pt x="199" y="4894"/>
                    </a:cubicBezTo>
                    <a:lnTo>
                      <a:pt x="398" y="4894"/>
                    </a:lnTo>
                    <a:cubicBezTo>
                      <a:pt x="398" y="4894"/>
                      <a:pt x="219" y="4596"/>
                      <a:pt x="199" y="4317"/>
                    </a:cubicBezTo>
                    <a:lnTo>
                      <a:pt x="199"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37"/>
              <p:cNvSpPr/>
              <p:nvPr/>
            </p:nvSpPr>
            <p:spPr>
              <a:xfrm>
                <a:off x="5157600" y="1176075"/>
                <a:ext cx="33850" cy="15925"/>
              </a:xfrm>
              <a:custGeom>
                <a:avLst/>
                <a:gdLst/>
                <a:ahLst/>
                <a:cxnLst/>
                <a:rect l="l" t="t" r="r" b="b"/>
                <a:pathLst>
                  <a:path w="1354" h="637" extrusionOk="0">
                    <a:moveTo>
                      <a:pt x="1" y="0"/>
                    </a:moveTo>
                    <a:lnTo>
                      <a:pt x="1" y="637"/>
                    </a:lnTo>
                    <a:lnTo>
                      <a:pt x="1354" y="637"/>
                    </a:lnTo>
                    <a:lnTo>
                      <a:pt x="1354"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37"/>
              <p:cNvSpPr/>
              <p:nvPr/>
            </p:nvSpPr>
            <p:spPr>
              <a:xfrm>
                <a:off x="5159100" y="1177550"/>
                <a:ext cx="5000" cy="12950"/>
              </a:xfrm>
              <a:custGeom>
                <a:avLst/>
                <a:gdLst/>
                <a:ahLst/>
                <a:cxnLst/>
                <a:rect l="l" t="t" r="r" b="b"/>
                <a:pathLst>
                  <a:path w="200" h="518" extrusionOk="0">
                    <a:moveTo>
                      <a:pt x="1" y="1"/>
                    </a:moveTo>
                    <a:lnTo>
                      <a:pt x="1" y="518"/>
                    </a:lnTo>
                    <a:lnTo>
                      <a:pt x="200" y="518"/>
                    </a:lnTo>
                    <a:lnTo>
                      <a:pt x="200"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37"/>
              <p:cNvSpPr/>
              <p:nvPr/>
            </p:nvSpPr>
            <p:spPr>
              <a:xfrm>
                <a:off x="5160600" y="1167100"/>
                <a:ext cx="34325" cy="6000"/>
              </a:xfrm>
              <a:custGeom>
                <a:avLst/>
                <a:gdLst/>
                <a:ahLst/>
                <a:cxnLst/>
                <a:rect l="l" t="t" r="r" b="b"/>
                <a:pathLst>
                  <a:path w="1373" h="240" extrusionOk="0">
                    <a:moveTo>
                      <a:pt x="0" y="1"/>
                    </a:moveTo>
                    <a:lnTo>
                      <a:pt x="0" y="240"/>
                    </a:lnTo>
                    <a:lnTo>
                      <a:pt x="1373" y="240"/>
                    </a:lnTo>
                    <a:lnTo>
                      <a:pt x="1373"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37"/>
              <p:cNvSpPr/>
              <p:nvPr/>
            </p:nvSpPr>
            <p:spPr>
              <a:xfrm>
                <a:off x="5162575" y="1167600"/>
                <a:ext cx="4500" cy="5000"/>
              </a:xfrm>
              <a:custGeom>
                <a:avLst/>
                <a:gdLst/>
                <a:ahLst/>
                <a:cxnLst/>
                <a:rect l="l" t="t" r="r" b="b"/>
                <a:pathLst>
                  <a:path w="180" h="200" extrusionOk="0">
                    <a:moveTo>
                      <a:pt x="1" y="1"/>
                    </a:moveTo>
                    <a:lnTo>
                      <a:pt x="1" y="200"/>
                    </a:lnTo>
                    <a:lnTo>
                      <a:pt x="180" y="200"/>
                    </a:lnTo>
                    <a:lnTo>
                      <a:pt x="180"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37"/>
              <p:cNvSpPr/>
              <p:nvPr/>
            </p:nvSpPr>
            <p:spPr>
              <a:xfrm>
                <a:off x="5129750" y="1308350"/>
                <a:ext cx="9975" cy="13450"/>
              </a:xfrm>
              <a:custGeom>
                <a:avLst/>
                <a:gdLst/>
                <a:ahLst/>
                <a:cxnLst/>
                <a:rect l="l" t="t" r="r" b="b"/>
                <a:pathLst>
                  <a:path w="399" h="538" extrusionOk="0">
                    <a:moveTo>
                      <a:pt x="339" y="0"/>
                    </a:moveTo>
                    <a:cubicBezTo>
                      <a:pt x="319" y="378"/>
                      <a:pt x="1" y="538"/>
                      <a:pt x="1" y="538"/>
                    </a:cubicBezTo>
                    <a:lnTo>
                      <a:pt x="399" y="538"/>
                    </a:lnTo>
                    <a:lnTo>
                      <a:pt x="33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37"/>
              <p:cNvSpPr/>
              <p:nvPr/>
            </p:nvSpPr>
            <p:spPr>
              <a:xfrm>
                <a:off x="4949225" y="1488375"/>
                <a:ext cx="30875" cy="191500"/>
              </a:xfrm>
              <a:custGeom>
                <a:avLst/>
                <a:gdLst/>
                <a:ahLst/>
                <a:cxnLst/>
                <a:rect l="l" t="t" r="r" b="b"/>
                <a:pathLst>
                  <a:path w="1235" h="7660" extrusionOk="0">
                    <a:moveTo>
                      <a:pt x="1234" y="1"/>
                    </a:moveTo>
                    <a:cubicBezTo>
                      <a:pt x="1115" y="2229"/>
                      <a:pt x="1" y="2686"/>
                      <a:pt x="1" y="2686"/>
                    </a:cubicBezTo>
                    <a:cubicBezTo>
                      <a:pt x="80" y="5332"/>
                      <a:pt x="1234" y="7659"/>
                      <a:pt x="1234" y="7659"/>
                    </a:cubicBezTo>
                    <a:lnTo>
                      <a:pt x="1234"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37"/>
              <p:cNvSpPr/>
              <p:nvPr/>
            </p:nvSpPr>
            <p:spPr>
              <a:xfrm>
                <a:off x="4914425" y="1546075"/>
                <a:ext cx="30850" cy="35825"/>
              </a:xfrm>
              <a:custGeom>
                <a:avLst/>
                <a:gdLst/>
                <a:ahLst/>
                <a:cxnLst/>
                <a:rect l="l" t="t" r="r" b="b"/>
                <a:pathLst>
                  <a:path w="1234" h="1433" extrusionOk="0">
                    <a:moveTo>
                      <a:pt x="0" y="0"/>
                    </a:moveTo>
                    <a:lnTo>
                      <a:pt x="0" y="1432"/>
                    </a:lnTo>
                    <a:lnTo>
                      <a:pt x="1234" y="1432"/>
                    </a:lnTo>
                    <a:cubicBezTo>
                      <a:pt x="1134" y="856"/>
                      <a:pt x="1055" y="0"/>
                      <a:pt x="1055"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37"/>
              <p:cNvSpPr/>
              <p:nvPr/>
            </p:nvSpPr>
            <p:spPr>
              <a:xfrm>
                <a:off x="4915925" y="1574425"/>
                <a:ext cx="27875" cy="5475"/>
              </a:xfrm>
              <a:custGeom>
                <a:avLst/>
                <a:gdLst/>
                <a:ahLst/>
                <a:cxnLst/>
                <a:rect l="l" t="t" r="r" b="b"/>
                <a:pathLst>
                  <a:path w="1115" h="219" extrusionOk="0">
                    <a:moveTo>
                      <a:pt x="0" y="0"/>
                    </a:moveTo>
                    <a:lnTo>
                      <a:pt x="0" y="219"/>
                    </a:lnTo>
                    <a:lnTo>
                      <a:pt x="1114" y="219"/>
                    </a:lnTo>
                    <a:lnTo>
                      <a:pt x="1035"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37"/>
              <p:cNvSpPr/>
              <p:nvPr/>
            </p:nvSpPr>
            <p:spPr>
              <a:xfrm>
                <a:off x="4991500" y="1563975"/>
                <a:ext cx="315825" cy="131800"/>
              </a:xfrm>
              <a:custGeom>
                <a:avLst/>
                <a:gdLst/>
                <a:ahLst/>
                <a:cxnLst/>
                <a:rect l="l" t="t" r="r" b="b"/>
                <a:pathLst>
                  <a:path w="12633" h="5272" extrusionOk="0">
                    <a:moveTo>
                      <a:pt x="1" y="0"/>
                    </a:moveTo>
                    <a:lnTo>
                      <a:pt x="1" y="5272"/>
                    </a:lnTo>
                    <a:lnTo>
                      <a:pt x="12633" y="5272"/>
                    </a:lnTo>
                    <a:lnTo>
                      <a:pt x="12633"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37"/>
              <p:cNvSpPr/>
              <p:nvPr/>
            </p:nvSpPr>
            <p:spPr>
              <a:xfrm>
                <a:off x="4998475" y="1574425"/>
                <a:ext cx="300400" cy="29350"/>
              </a:xfrm>
              <a:custGeom>
                <a:avLst/>
                <a:gdLst/>
                <a:ahLst/>
                <a:cxnLst/>
                <a:rect l="l" t="t" r="r" b="b"/>
                <a:pathLst>
                  <a:path w="12016" h="1174" extrusionOk="0">
                    <a:moveTo>
                      <a:pt x="0" y="0"/>
                    </a:moveTo>
                    <a:lnTo>
                      <a:pt x="0" y="1174"/>
                    </a:lnTo>
                    <a:lnTo>
                      <a:pt x="12015" y="1174"/>
                    </a:lnTo>
                    <a:lnTo>
                      <a:pt x="12015"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37"/>
              <p:cNvSpPr/>
              <p:nvPr/>
            </p:nvSpPr>
            <p:spPr>
              <a:xfrm>
                <a:off x="4991500" y="1332225"/>
                <a:ext cx="320800" cy="54725"/>
              </a:xfrm>
              <a:custGeom>
                <a:avLst/>
                <a:gdLst/>
                <a:ahLst/>
                <a:cxnLst/>
                <a:rect l="l" t="t" r="r" b="b"/>
                <a:pathLst>
                  <a:path w="12832" h="2189" extrusionOk="0">
                    <a:moveTo>
                      <a:pt x="1" y="0"/>
                    </a:moveTo>
                    <a:lnTo>
                      <a:pt x="1" y="2189"/>
                    </a:lnTo>
                    <a:lnTo>
                      <a:pt x="12832" y="2189"/>
                    </a:lnTo>
                    <a:lnTo>
                      <a:pt x="12832"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37"/>
              <p:cNvSpPr/>
              <p:nvPr/>
            </p:nvSpPr>
            <p:spPr>
              <a:xfrm>
                <a:off x="6290000" y="1289450"/>
                <a:ext cx="30375" cy="53250"/>
              </a:xfrm>
              <a:custGeom>
                <a:avLst/>
                <a:gdLst/>
                <a:ahLst/>
                <a:cxnLst/>
                <a:rect l="l" t="t" r="r" b="b"/>
                <a:pathLst>
                  <a:path w="1215" h="2130" extrusionOk="0">
                    <a:moveTo>
                      <a:pt x="1" y="1"/>
                    </a:moveTo>
                    <a:lnTo>
                      <a:pt x="1" y="2129"/>
                    </a:lnTo>
                    <a:lnTo>
                      <a:pt x="1214" y="2129"/>
                    </a:lnTo>
                    <a:lnTo>
                      <a:pt x="1214"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37"/>
              <p:cNvSpPr/>
              <p:nvPr/>
            </p:nvSpPr>
            <p:spPr>
              <a:xfrm>
                <a:off x="6293475" y="1278025"/>
                <a:ext cx="34350" cy="7975"/>
              </a:xfrm>
              <a:custGeom>
                <a:avLst/>
                <a:gdLst/>
                <a:ahLst/>
                <a:cxnLst/>
                <a:rect l="l" t="t" r="r" b="b"/>
                <a:pathLst>
                  <a:path w="1374" h="319" extrusionOk="0">
                    <a:moveTo>
                      <a:pt x="1" y="0"/>
                    </a:moveTo>
                    <a:lnTo>
                      <a:pt x="1" y="318"/>
                    </a:lnTo>
                    <a:lnTo>
                      <a:pt x="1374" y="318"/>
                    </a:lnTo>
                    <a:lnTo>
                      <a:pt x="1374"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37"/>
              <p:cNvSpPr/>
              <p:nvPr/>
            </p:nvSpPr>
            <p:spPr>
              <a:xfrm>
                <a:off x="5323225" y="1580875"/>
                <a:ext cx="501325" cy="96000"/>
              </a:xfrm>
              <a:custGeom>
                <a:avLst/>
                <a:gdLst/>
                <a:ahLst/>
                <a:cxnLst/>
                <a:rect l="l" t="t" r="r" b="b"/>
                <a:pathLst>
                  <a:path w="20053" h="3840" extrusionOk="0">
                    <a:moveTo>
                      <a:pt x="0" y="1"/>
                    </a:moveTo>
                    <a:lnTo>
                      <a:pt x="0" y="3840"/>
                    </a:lnTo>
                    <a:lnTo>
                      <a:pt x="15676" y="3840"/>
                    </a:lnTo>
                    <a:lnTo>
                      <a:pt x="20052" y="518"/>
                    </a:lnTo>
                    <a:lnTo>
                      <a:pt x="1114" y="518"/>
                    </a:lnTo>
                    <a:cubicBezTo>
                      <a:pt x="1114" y="518"/>
                      <a:pt x="338" y="379"/>
                      <a:pt x="0"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37"/>
              <p:cNvSpPr/>
              <p:nvPr/>
            </p:nvSpPr>
            <p:spPr>
              <a:xfrm>
                <a:off x="5327200" y="1657475"/>
                <a:ext cx="402850" cy="12950"/>
              </a:xfrm>
              <a:custGeom>
                <a:avLst/>
                <a:gdLst/>
                <a:ahLst/>
                <a:cxnLst/>
                <a:rect l="l" t="t" r="r" b="b"/>
                <a:pathLst>
                  <a:path w="16114" h="518" extrusionOk="0">
                    <a:moveTo>
                      <a:pt x="0" y="0"/>
                    </a:moveTo>
                    <a:lnTo>
                      <a:pt x="0" y="517"/>
                    </a:lnTo>
                    <a:lnTo>
                      <a:pt x="15397" y="517"/>
                    </a:lnTo>
                    <a:lnTo>
                      <a:pt x="16113"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37"/>
              <p:cNvSpPr/>
              <p:nvPr/>
            </p:nvSpPr>
            <p:spPr>
              <a:xfrm>
                <a:off x="4995975" y="1510750"/>
                <a:ext cx="82100" cy="14950"/>
              </a:xfrm>
              <a:custGeom>
                <a:avLst/>
                <a:gdLst/>
                <a:ahLst/>
                <a:cxnLst/>
                <a:rect l="l" t="t" r="r" b="b"/>
                <a:pathLst>
                  <a:path w="3284" h="598" extrusionOk="0">
                    <a:moveTo>
                      <a:pt x="1" y="1"/>
                    </a:moveTo>
                    <a:lnTo>
                      <a:pt x="1" y="598"/>
                    </a:lnTo>
                    <a:lnTo>
                      <a:pt x="3283" y="598"/>
                    </a:lnTo>
                    <a:lnTo>
                      <a:pt x="3283"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37"/>
              <p:cNvSpPr/>
              <p:nvPr/>
            </p:nvSpPr>
            <p:spPr>
              <a:xfrm>
                <a:off x="5083025" y="1501800"/>
                <a:ext cx="37300" cy="13450"/>
              </a:xfrm>
              <a:custGeom>
                <a:avLst/>
                <a:gdLst/>
                <a:ahLst/>
                <a:cxnLst/>
                <a:rect l="l" t="t" r="r" b="b"/>
                <a:pathLst>
                  <a:path w="1492" h="538" extrusionOk="0">
                    <a:moveTo>
                      <a:pt x="0" y="1"/>
                    </a:moveTo>
                    <a:lnTo>
                      <a:pt x="0" y="538"/>
                    </a:lnTo>
                    <a:lnTo>
                      <a:pt x="1492" y="538"/>
                    </a:lnTo>
                    <a:lnTo>
                      <a:pt x="1492"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37"/>
              <p:cNvSpPr/>
              <p:nvPr/>
            </p:nvSpPr>
            <p:spPr>
              <a:xfrm>
                <a:off x="5323225" y="1350125"/>
                <a:ext cx="1118475" cy="68150"/>
              </a:xfrm>
              <a:custGeom>
                <a:avLst/>
                <a:gdLst/>
                <a:ahLst/>
                <a:cxnLst/>
                <a:rect l="l" t="t" r="r" b="b"/>
                <a:pathLst>
                  <a:path w="44739" h="2726" extrusionOk="0">
                    <a:moveTo>
                      <a:pt x="0" y="0"/>
                    </a:moveTo>
                    <a:lnTo>
                      <a:pt x="0" y="2726"/>
                    </a:lnTo>
                    <a:lnTo>
                      <a:pt x="44739" y="2726"/>
                    </a:lnTo>
                    <a:lnTo>
                      <a:pt x="44739"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37"/>
              <p:cNvSpPr/>
              <p:nvPr/>
            </p:nvSpPr>
            <p:spPr>
              <a:xfrm>
                <a:off x="5730025" y="1703225"/>
                <a:ext cx="712675" cy="94025"/>
              </a:xfrm>
              <a:custGeom>
                <a:avLst/>
                <a:gdLst/>
                <a:ahLst/>
                <a:cxnLst/>
                <a:rect l="l" t="t" r="r" b="b"/>
                <a:pathLst>
                  <a:path w="28507" h="3761" extrusionOk="0">
                    <a:moveTo>
                      <a:pt x="28507" y="0"/>
                    </a:moveTo>
                    <a:lnTo>
                      <a:pt x="27791" y="657"/>
                    </a:lnTo>
                    <a:lnTo>
                      <a:pt x="6326" y="657"/>
                    </a:lnTo>
                    <a:lnTo>
                      <a:pt x="0" y="3760"/>
                    </a:lnTo>
                    <a:lnTo>
                      <a:pt x="1254" y="3760"/>
                    </a:lnTo>
                    <a:lnTo>
                      <a:pt x="6326" y="1313"/>
                    </a:lnTo>
                    <a:lnTo>
                      <a:pt x="28507" y="1313"/>
                    </a:lnTo>
                    <a:lnTo>
                      <a:pt x="2850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37"/>
              <p:cNvSpPr/>
              <p:nvPr/>
            </p:nvSpPr>
            <p:spPr>
              <a:xfrm>
                <a:off x="6461075" y="1731575"/>
                <a:ext cx="332725" cy="65675"/>
              </a:xfrm>
              <a:custGeom>
                <a:avLst/>
                <a:gdLst/>
                <a:ahLst/>
                <a:cxnLst/>
                <a:rect l="l" t="t" r="r" b="b"/>
                <a:pathLst>
                  <a:path w="13309" h="2627" extrusionOk="0">
                    <a:moveTo>
                      <a:pt x="1" y="0"/>
                    </a:moveTo>
                    <a:lnTo>
                      <a:pt x="1" y="2626"/>
                    </a:lnTo>
                    <a:lnTo>
                      <a:pt x="13309" y="2626"/>
                    </a:lnTo>
                    <a:lnTo>
                      <a:pt x="13309"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37"/>
              <p:cNvSpPr/>
              <p:nvPr/>
            </p:nvSpPr>
            <p:spPr>
              <a:xfrm>
                <a:off x="4833850" y="1822075"/>
                <a:ext cx="719150" cy="149225"/>
              </a:xfrm>
              <a:custGeom>
                <a:avLst/>
                <a:gdLst/>
                <a:ahLst/>
                <a:cxnLst/>
                <a:rect l="l" t="t" r="r" b="b"/>
                <a:pathLst>
                  <a:path w="28766" h="5969" extrusionOk="0">
                    <a:moveTo>
                      <a:pt x="3482" y="1"/>
                    </a:moveTo>
                    <a:lnTo>
                      <a:pt x="1" y="1274"/>
                    </a:lnTo>
                    <a:lnTo>
                      <a:pt x="1" y="5968"/>
                    </a:lnTo>
                    <a:lnTo>
                      <a:pt x="498" y="5968"/>
                    </a:lnTo>
                    <a:lnTo>
                      <a:pt x="757" y="1731"/>
                    </a:lnTo>
                    <a:lnTo>
                      <a:pt x="3522" y="796"/>
                    </a:lnTo>
                    <a:lnTo>
                      <a:pt x="23633" y="717"/>
                    </a:lnTo>
                    <a:cubicBezTo>
                      <a:pt x="28050" y="876"/>
                      <a:pt x="28766" y="5193"/>
                      <a:pt x="28766" y="5193"/>
                    </a:cubicBezTo>
                    <a:cubicBezTo>
                      <a:pt x="28129" y="80"/>
                      <a:pt x="23633" y="21"/>
                      <a:pt x="23633" y="21"/>
                    </a:cubicBezTo>
                    <a:lnTo>
                      <a:pt x="3482"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37"/>
              <p:cNvSpPr/>
              <p:nvPr/>
            </p:nvSpPr>
            <p:spPr>
              <a:xfrm>
                <a:off x="5556450" y="1909100"/>
                <a:ext cx="103475" cy="83575"/>
              </a:xfrm>
              <a:custGeom>
                <a:avLst/>
                <a:gdLst/>
                <a:ahLst/>
                <a:cxnLst/>
                <a:rect l="l" t="t" r="r" b="b"/>
                <a:pathLst>
                  <a:path w="4139" h="3343" extrusionOk="0">
                    <a:moveTo>
                      <a:pt x="1" y="1"/>
                    </a:moveTo>
                    <a:cubicBezTo>
                      <a:pt x="1" y="1"/>
                      <a:pt x="1" y="41"/>
                      <a:pt x="21" y="80"/>
                    </a:cubicBezTo>
                    <a:cubicBezTo>
                      <a:pt x="140" y="399"/>
                      <a:pt x="538" y="1632"/>
                      <a:pt x="478" y="3343"/>
                    </a:cubicBezTo>
                    <a:lnTo>
                      <a:pt x="4139" y="3343"/>
                    </a:lnTo>
                    <a:lnTo>
                      <a:pt x="4139"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37"/>
              <p:cNvSpPr/>
              <p:nvPr/>
            </p:nvSpPr>
            <p:spPr>
              <a:xfrm>
                <a:off x="6455125" y="1266575"/>
                <a:ext cx="338675" cy="27375"/>
              </a:xfrm>
              <a:custGeom>
                <a:avLst/>
                <a:gdLst/>
                <a:ahLst/>
                <a:cxnLst/>
                <a:rect l="l" t="t" r="r" b="b"/>
                <a:pathLst>
                  <a:path w="13547" h="1095" extrusionOk="0">
                    <a:moveTo>
                      <a:pt x="0" y="0"/>
                    </a:moveTo>
                    <a:lnTo>
                      <a:pt x="0" y="1095"/>
                    </a:lnTo>
                    <a:lnTo>
                      <a:pt x="13547" y="1095"/>
                    </a:lnTo>
                    <a:lnTo>
                      <a:pt x="13547" y="0"/>
                    </a:ln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37"/>
              <p:cNvSpPr/>
              <p:nvPr/>
            </p:nvSpPr>
            <p:spPr>
              <a:xfrm>
                <a:off x="5126775" y="1497476"/>
                <a:ext cx="1318425" cy="8475"/>
              </a:xfrm>
              <a:custGeom>
                <a:avLst/>
                <a:gdLst/>
                <a:ahLst/>
                <a:cxnLst/>
                <a:rect l="l" t="t" r="r" b="b"/>
                <a:pathLst>
                  <a:path w="52737" h="339" extrusionOk="0">
                    <a:moveTo>
                      <a:pt x="1" y="1"/>
                    </a:moveTo>
                    <a:lnTo>
                      <a:pt x="1" y="339"/>
                    </a:lnTo>
                    <a:lnTo>
                      <a:pt x="52736" y="339"/>
                    </a:lnTo>
                    <a:lnTo>
                      <a:pt x="52736"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37"/>
              <p:cNvSpPr/>
              <p:nvPr/>
            </p:nvSpPr>
            <p:spPr>
              <a:xfrm>
                <a:off x="5083025" y="1690775"/>
                <a:ext cx="317800" cy="33850"/>
              </a:xfrm>
              <a:custGeom>
                <a:avLst/>
                <a:gdLst/>
                <a:ahLst/>
                <a:cxnLst/>
                <a:rect l="l" t="t" r="r" b="b"/>
                <a:pathLst>
                  <a:path w="12712" h="1354" extrusionOk="0">
                    <a:moveTo>
                      <a:pt x="9608" y="1"/>
                    </a:moveTo>
                    <a:lnTo>
                      <a:pt x="9608" y="697"/>
                    </a:lnTo>
                    <a:lnTo>
                      <a:pt x="0" y="697"/>
                    </a:lnTo>
                    <a:lnTo>
                      <a:pt x="0" y="856"/>
                    </a:lnTo>
                    <a:lnTo>
                      <a:pt x="0" y="1354"/>
                    </a:lnTo>
                    <a:lnTo>
                      <a:pt x="10145" y="1354"/>
                    </a:lnTo>
                    <a:lnTo>
                      <a:pt x="10145" y="558"/>
                    </a:lnTo>
                    <a:lnTo>
                      <a:pt x="12711" y="558"/>
                    </a:lnTo>
                    <a:lnTo>
                      <a:pt x="12711"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37"/>
              <p:cNvSpPr/>
              <p:nvPr/>
            </p:nvSpPr>
            <p:spPr>
              <a:xfrm>
                <a:off x="5676325" y="1665925"/>
                <a:ext cx="766375" cy="131325"/>
              </a:xfrm>
              <a:custGeom>
                <a:avLst/>
                <a:gdLst/>
                <a:ahLst/>
                <a:cxnLst/>
                <a:rect l="l" t="t" r="r" b="b"/>
                <a:pathLst>
                  <a:path w="30655" h="5253" extrusionOk="0">
                    <a:moveTo>
                      <a:pt x="30655" y="0"/>
                    </a:moveTo>
                    <a:lnTo>
                      <a:pt x="8474" y="100"/>
                    </a:lnTo>
                    <a:lnTo>
                      <a:pt x="0" y="5252"/>
                    </a:lnTo>
                    <a:lnTo>
                      <a:pt x="3402" y="5252"/>
                    </a:lnTo>
                    <a:lnTo>
                      <a:pt x="8236" y="2925"/>
                    </a:lnTo>
                    <a:lnTo>
                      <a:pt x="30615" y="2686"/>
                    </a:lnTo>
                    <a:lnTo>
                      <a:pt x="30655" y="2805"/>
                    </a:lnTo>
                    <a:lnTo>
                      <a:pt x="30655"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09" name="Google Shape;2409;p37"/>
          <p:cNvGrpSpPr/>
          <p:nvPr/>
        </p:nvGrpSpPr>
        <p:grpSpPr>
          <a:xfrm>
            <a:off x="5250978" y="4206226"/>
            <a:ext cx="1454539" cy="607850"/>
            <a:chOff x="5596917" y="4206226"/>
            <a:chExt cx="1454539" cy="607850"/>
          </a:xfrm>
        </p:grpSpPr>
        <p:sp>
          <p:nvSpPr>
            <p:cNvPr id="2410" name="Google Shape;2410;p37"/>
            <p:cNvSpPr/>
            <p:nvPr/>
          </p:nvSpPr>
          <p:spPr>
            <a:xfrm>
              <a:off x="5611275" y="4754375"/>
              <a:ext cx="1404600" cy="59700"/>
            </a:xfrm>
            <a:prstGeom prst="ellipse">
              <a:avLst/>
            </a:pr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11" name="Google Shape;2411;p37"/>
            <p:cNvGrpSpPr/>
            <p:nvPr/>
          </p:nvGrpSpPr>
          <p:grpSpPr>
            <a:xfrm>
              <a:off x="5596917" y="4206226"/>
              <a:ext cx="1454539" cy="572702"/>
              <a:chOff x="8678775" y="3823575"/>
              <a:chExt cx="2156150" cy="848950"/>
            </a:xfrm>
          </p:grpSpPr>
          <p:sp>
            <p:nvSpPr>
              <p:cNvPr id="2412" name="Google Shape;2412;p37"/>
              <p:cNvSpPr/>
              <p:nvPr/>
            </p:nvSpPr>
            <p:spPr>
              <a:xfrm>
                <a:off x="9383025" y="3823575"/>
                <a:ext cx="458925" cy="567125"/>
              </a:xfrm>
              <a:custGeom>
                <a:avLst/>
                <a:gdLst/>
                <a:ahLst/>
                <a:cxnLst/>
                <a:rect l="l" t="t" r="r" b="b"/>
                <a:pathLst>
                  <a:path w="18357" h="22685" extrusionOk="0">
                    <a:moveTo>
                      <a:pt x="347" y="1"/>
                    </a:moveTo>
                    <a:lnTo>
                      <a:pt x="174" y="4329"/>
                    </a:lnTo>
                    <a:lnTo>
                      <a:pt x="2079" y="4675"/>
                    </a:lnTo>
                    <a:lnTo>
                      <a:pt x="0" y="22684"/>
                    </a:lnTo>
                    <a:lnTo>
                      <a:pt x="0" y="22684"/>
                    </a:lnTo>
                    <a:lnTo>
                      <a:pt x="18356" y="21299"/>
                    </a:lnTo>
                    <a:lnTo>
                      <a:pt x="15066" y="4329"/>
                    </a:lnTo>
                    <a:lnTo>
                      <a:pt x="16278" y="1386"/>
                    </a:lnTo>
                    <a:lnTo>
                      <a:pt x="3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37"/>
              <p:cNvSpPr/>
              <p:nvPr/>
            </p:nvSpPr>
            <p:spPr>
              <a:xfrm>
                <a:off x="9479500" y="3881450"/>
                <a:ext cx="393150" cy="506500"/>
              </a:xfrm>
              <a:custGeom>
                <a:avLst/>
                <a:gdLst/>
                <a:ahLst/>
                <a:cxnLst/>
                <a:rect l="l" t="t" r="r" b="b"/>
                <a:pathLst>
                  <a:path w="15726" h="20260" extrusionOk="0">
                    <a:moveTo>
                      <a:pt x="11673" y="0"/>
                    </a:moveTo>
                    <a:lnTo>
                      <a:pt x="10515" y="2220"/>
                    </a:lnTo>
                    <a:lnTo>
                      <a:pt x="97" y="2316"/>
                    </a:lnTo>
                    <a:lnTo>
                      <a:pt x="0" y="3184"/>
                    </a:lnTo>
                    <a:lnTo>
                      <a:pt x="8682" y="4438"/>
                    </a:lnTo>
                    <a:lnTo>
                      <a:pt x="9165" y="10419"/>
                    </a:lnTo>
                    <a:lnTo>
                      <a:pt x="2316" y="11191"/>
                    </a:lnTo>
                    <a:lnTo>
                      <a:pt x="3956" y="14664"/>
                    </a:lnTo>
                    <a:cubicBezTo>
                      <a:pt x="3956" y="14664"/>
                      <a:pt x="2026" y="19391"/>
                      <a:pt x="2316" y="19487"/>
                    </a:cubicBezTo>
                    <a:cubicBezTo>
                      <a:pt x="2605" y="19584"/>
                      <a:pt x="11384" y="19680"/>
                      <a:pt x="11384" y="19680"/>
                    </a:cubicBezTo>
                    <a:lnTo>
                      <a:pt x="15725" y="20259"/>
                    </a:lnTo>
                    <a:lnTo>
                      <a:pt x="11384" y="3763"/>
                    </a:lnTo>
                    <a:lnTo>
                      <a:pt x="11673"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37"/>
              <p:cNvSpPr/>
              <p:nvPr/>
            </p:nvSpPr>
            <p:spPr>
              <a:xfrm>
                <a:off x="9879425" y="3920250"/>
                <a:ext cx="303050" cy="536825"/>
              </a:xfrm>
              <a:custGeom>
                <a:avLst/>
                <a:gdLst/>
                <a:ahLst/>
                <a:cxnLst/>
                <a:rect l="l" t="t" r="r" b="b"/>
                <a:pathLst>
                  <a:path w="12122" h="21473" extrusionOk="0">
                    <a:moveTo>
                      <a:pt x="290" y="1"/>
                    </a:moveTo>
                    <a:lnTo>
                      <a:pt x="115" y="3118"/>
                    </a:lnTo>
                    <a:lnTo>
                      <a:pt x="1372" y="3464"/>
                    </a:lnTo>
                    <a:lnTo>
                      <a:pt x="0" y="21473"/>
                    </a:lnTo>
                    <a:lnTo>
                      <a:pt x="0" y="21473"/>
                    </a:lnTo>
                    <a:lnTo>
                      <a:pt x="12122" y="20088"/>
                    </a:lnTo>
                    <a:lnTo>
                      <a:pt x="9949" y="3118"/>
                    </a:lnTo>
                    <a:lnTo>
                      <a:pt x="10750" y="174"/>
                    </a:lnTo>
                    <a:lnTo>
                      <a:pt x="2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37"/>
              <p:cNvSpPr/>
              <p:nvPr/>
            </p:nvSpPr>
            <p:spPr>
              <a:xfrm>
                <a:off x="9912000" y="3926475"/>
                <a:ext cx="255700" cy="302300"/>
              </a:xfrm>
              <a:custGeom>
                <a:avLst/>
                <a:gdLst/>
                <a:ahLst/>
                <a:cxnLst/>
                <a:rect l="l" t="t" r="r" b="b"/>
                <a:pathLst>
                  <a:path w="10228" h="12092" extrusionOk="0">
                    <a:moveTo>
                      <a:pt x="9455" y="0"/>
                    </a:moveTo>
                    <a:lnTo>
                      <a:pt x="7589" y="2701"/>
                    </a:lnTo>
                    <a:lnTo>
                      <a:pt x="1737" y="2895"/>
                    </a:lnTo>
                    <a:lnTo>
                      <a:pt x="1545" y="3666"/>
                    </a:lnTo>
                    <a:lnTo>
                      <a:pt x="6625" y="4116"/>
                    </a:lnTo>
                    <a:lnTo>
                      <a:pt x="6239" y="10097"/>
                    </a:lnTo>
                    <a:lnTo>
                      <a:pt x="579" y="9711"/>
                    </a:lnTo>
                    <a:cubicBezTo>
                      <a:pt x="579" y="9711"/>
                      <a:pt x="0" y="11255"/>
                      <a:pt x="258" y="11255"/>
                    </a:cubicBezTo>
                    <a:cubicBezTo>
                      <a:pt x="515" y="11255"/>
                      <a:pt x="10227" y="12092"/>
                      <a:pt x="10227" y="12092"/>
                    </a:cubicBezTo>
                    <a:lnTo>
                      <a:pt x="9069" y="3216"/>
                    </a:lnTo>
                    <a:lnTo>
                      <a:pt x="9455" y="0"/>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37"/>
              <p:cNvSpPr/>
              <p:nvPr/>
            </p:nvSpPr>
            <p:spPr>
              <a:xfrm>
                <a:off x="9547025" y="4204600"/>
                <a:ext cx="974375" cy="323225"/>
              </a:xfrm>
              <a:custGeom>
                <a:avLst/>
                <a:gdLst/>
                <a:ahLst/>
                <a:cxnLst/>
                <a:rect l="l" t="t" r="r" b="b"/>
                <a:pathLst>
                  <a:path w="38975" h="12929" extrusionOk="0">
                    <a:moveTo>
                      <a:pt x="2895" y="1"/>
                    </a:moveTo>
                    <a:lnTo>
                      <a:pt x="0" y="9262"/>
                    </a:lnTo>
                    <a:lnTo>
                      <a:pt x="194" y="12157"/>
                    </a:lnTo>
                    <a:lnTo>
                      <a:pt x="38974" y="12929"/>
                    </a:lnTo>
                    <a:lnTo>
                      <a:pt x="35116" y="2124"/>
                    </a:lnTo>
                    <a:lnTo>
                      <a:pt x="2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37"/>
              <p:cNvSpPr/>
              <p:nvPr/>
            </p:nvSpPr>
            <p:spPr>
              <a:xfrm>
                <a:off x="9602125" y="4204600"/>
                <a:ext cx="919275" cy="323225"/>
              </a:xfrm>
              <a:custGeom>
                <a:avLst/>
                <a:gdLst/>
                <a:ahLst/>
                <a:cxnLst/>
                <a:rect l="l" t="t" r="r" b="b"/>
                <a:pathLst>
                  <a:path w="36771" h="12929" extrusionOk="0">
                    <a:moveTo>
                      <a:pt x="691" y="1"/>
                    </a:moveTo>
                    <a:lnTo>
                      <a:pt x="0" y="2212"/>
                    </a:lnTo>
                    <a:lnTo>
                      <a:pt x="10793" y="2902"/>
                    </a:lnTo>
                    <a:lnTo>
                      <a:pt x="9708" y="12390"/>
                    </a:lnTo>
                    <a:lnTo>
                      <a:pt x="18920" y="12573"/>
                    </a:lnTo>
                    <a:lnTo>
                      <a:pt x="19384" y="3452"/>
                    </a:lnTo>
                    <a:lnTo>
                      <a:pt x="28793" y="4054"/>
                    </a:lnTo>
                    <a:lnTo>
                      <a:pt x="31187" y="12818"/>
                    </a:lnTo>
                    <a:lnTo>
                      <a:pt x="36770" y="12929"/>
                    </a:lnTo>
                    <a:lnTo>
                      <a:pt x="33714" y="4370"/>
                    </a:lnTo>
                    <a:lnTo>
                      <a:pt x="32912" y="2124"/>
                    </a:lnTo>
                    <a:lnTo>
                      <a:pt x="28180" y="1813"/>
                    </a:lnTo>
                    <a:lnTo>
                      <a:pt x="19498" y="1241"/>
                    </a:lnTo>
                    <a:lnTo>
                      <a:pt x="11048" y="684"/>
                    </a:lnTo>
                    <a:lnTo>
                      <a:pt x="691"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37"/>
              <p:cNvSpPr/>
              <p:nvPr/>
            </p:nvSpPr>
            <p:spPr>
              <a:xfrm>
                <a:off x="8723800" y="4511725"/>
                <a:ext cx="2061275" cy="160800"/>
              </a:xfrm>
              <a:custGeom>
                <a:avLst/>
                <a:gdLst/>
                <a:ahLst/>
                <a:cxnLst/>
                <a:rect l="l" t="t" r="r" b="b"/>
                <a:pathLst>
                  <a:path w="82451" h="6432" extrusionOk="0">
                    <a:moveTo>
                      <a:pt x="1" y="1"/>
                    </a:moveTo>
                    <a:lnTo>
                      <a:pt x="3602" y="6432"/>
                    </a:lnTo>
                    <a:lnTo>
                      <a:pt x="80650" y="5917"/>
                    </a:lnTo>
                    <a:lnTo>
                      <a:pt x="82451" y="1802"/>
                    </a:lnTo>
                    <a:lnTo>
                      <a:pt x="54667" y="386"/>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37"/>
              <p:cNvSpPr/>
              <p:nvPr/>
            </p:nvSpPr>
            <p:spPr>
              <a:xfrm>
                <a:off x="10550300" y="4546275"/>
                <a:ext cx="234775" cy="39100"/>
              </a:xfrm>
              <a:custGeom>
                <a:avLst/>
                <a:gdLst/>
                <a:ahLst/>
                <a:cxnLst/>
                <a:rect l="l" t="t" r="r" b="b"/>
                <a:pathLst>
                  <a:path w="9391" h="1564" extrusionOk="0">
                    <a:moveTo>
                      <a:pt x="1170" y="0"/>
                    </a:moveTo>
                    <a:lnTo>
                      <a:pt x="1" y="1525"/>
                    </a:lnTo>
                    <a:lnTo>
                      <a:pt x="8891" y="1564"/>
                    </a:lnTo>
                    <a:lnTo>
                      <a:pt x="9391" y="420"/>
                    </a:lnTo>
                    <a:lnTo>
                      <a:pt x="1170" y="0"/>
                    </a:lnTo>
                    <a:close/>
                  </a:path>
                </a:pathLst>
              </a:custGeom>
              <a:solidFill>
                <a:srgbClr val="7B8E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37"/>
              <p:cNvSpPr/>
              <p:nvPr/>
            </p:nvSpPr>
            <p:spPr>
              <a:xfrm>
                <a:off x="8723800" y="4511725"/>
                <a:ext cx="420100" cy="66625"/>
              </a:xfrm>
              <a:custGeom>
                <a:avLst/>
                <a:gdLst/>
                <a:ahLst/>
                <a:cxnLst/>
                <a:rect l="l" t="t" r="r" b="b"/>
                <a:pathLst>
                  <a:path w="16804" h="2665" extrusionOk="0">
                    <a:moveTo>
                      <a:pt x="1" y="1"/>
                    </a:moveTo>
                    <a:lnTo>
                      <a:pt x="1456" y="2599"/>
                    </a:lnTo>
                    <a:lnTo>
                      <a:pt x="16803" y="2664"/>
                    </a:lnTo>
                    <a:lnTo>
                      <a:pt x="16803" y="2664"/>
                    </a:lnTo>
                    <a:lnTo>
                      <a:pt x="16686" y="118"/>
                    </a:lnTo>
                    <a:lnTo>
                      <a:pt x="1"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37"/>
              <p:cNvSpPr/>
              <p:nvPr/>
            </p:nvSpPr>
            <p:spPr>
              <a:xfrm>
                <a:off x="9765125" y="4519075"/>
                <a:ext cx="814450" cy="146800"/>
              </a:xfrm>
              <a:custGeom>
                <a:avLst/>
                <a:gdLst/>
                <a:ahLst/>
                <a:cxnLst/>
                <a:rect l="l" t="t" r="r" b="b"/>
                <a:pathLst>
                  <a:path w="32578" h="5872" extrusionOk="0">
                    <a:moveTo>
                      <a:pt x="1" y="1"/>
                    </a:moveTo>
                    <a:lnTo>
                      <a:pt x="751" y="2480"/>
                    </a:lnTo>
                    <a:lnTo>
                      <a:pt x="1776" y="5872"/>
                    </a:lnTo>
                    <a:lnTo>
                      <a:pt x="7822" y="5832"/>
                    </a:lnTo>
                    <a:lnTo>
                      <a:pt x="8589" y="2514"/>
                    </a:lnTo>
                    <a:lnTo>
                      <a:pt x="31408" y="2613"/>
                    </a:lnTo>
                    <a:lnTo>
                      <a:pt x="32577" y="1088"/>
                    </a:lnTo>
                    <a:lnTo>
                      <a:pt x="13014" y="92"/>
                    </a:lnTo>
                    <a:lnTo>
                      <a:pt x="9156" y="65"/>
                    </a:lnTo>
                    <a:lnTo>
                      <a:pt x="1" y="1"/>
                    </a:ln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37"/>
              <p:cNvSpPr/>
              <p:nvPr/>
            </p:nvSpPr>
            <p:spPr>
              <a:xfrm>
                <a:off x="10491250" y="4584375"/>
                <a:ext cx="281325" cy="76975"/>
              </a:xfrm>
              <a:custGeom>
                <a:avLst/>
                <a:gdLst/>
                <a:ahLst/>
                <a:cxnLst/>
                <a:rect l="l" t="t" r="r" b="b"/>
                <a:pathLst>
                  <a:path w="11253" h="3079" extrusionOk="0">
                    <a:moveTo>
                      <a:pt x="2363" y="1"/>
                    </a:moveTo>
                    <a:lnTo>
                      <a:pt x="0" y="3078"/>
                    </a:lnTo>
                    <a:lnTo>
                      <a:pt x="9952" y="3011"/>
                    </a:lnTo>
                    <a:lnTo>
                      <a:pt x="11253" y="40"/>
                    </a:lnTo>
                    <a:lnTo>
                      <a:pt x="2363" y="1"/>
                    </a:lnTo>
                    <a:close/>
                  </a:path>
                </a:pathLst>
              </a:custGeom>
              <a:solidFill>
                <a:srgbClr val="7B8E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37"/>
              <p:cNvSpPr/>
              <p:nvPr/>
            </p:nvSpPr>
            <p:spPr>
              <a:xfrm>
                <a:off x="9067900" y="4379900"/>
                <a:ext cx="1218775" cy="131850"/>
              </a:xfrm>
              <a:custGeom>
                <a:avLst/>
                <a:gdLst/>
                <a:ahLst/>
                <a:cxnLst/>
                <a:rect l="l" t="t" r="r" b="b"/>
                <a:pathLst>
                  <a:path w="48751" h="5274" extrusionOk="0">
                    <a:moveTo>
                      <a:pt x="515" y="0"/>
                    </a:moveTo>
                    <a:lnTo>
                      <a:pt x="0" y="5274"/>
                    </a:lnTo>
                    <a:lnTo>
                      <a:pt x="48750" y="5274"/>
                    </a:lnTo>
                    <a:lnTo>
                      <a:pt x="47721" y="1157"/>
                    </a:lnTo>
                    <a:lnTo>
                      <a:pt x="51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37"/>
              <p:cNvSpPr/>
              <p:nvPr/>
            </p:nvSpPr>
            <p:spPr>
              <a:xfrm>
                <a:off x="8678775" y="4484400"/>
                <a:ext cx="2156150" cy="91650"/>
              </a:xfrm>
              <a:custGeom>
                <a:avLst/>
                <a:gdLst/>
                <a:ahLst/>
                <a:cxnLst/>
                <a:rect l="l" t="t" r="r" b="b"/>
                <a:pathLst>
                  <a:path w="86246" h="3666" extrusionOk="0">
                    <a:moveTo>
                      <a:pt x="1" y="0"/>
                    </a:moveTo>
                    <a:lnTo>
                      <a:pt x="130" y="1737"/>
                    </a:lnTo>
                    <a:lnTo>
                      <a:pt x="67337" y="2316"/>
                    </a:lnTo>
                    <a:lnTo>
                      <a:pt x="85281" y="3666"/>
                    </a:lnTo>
                    <a:lnTo>
                      <a:pt x="86245" y="1929"/>
                    </a:lnTo>
                    <a:lnTo>
                      <a:pt x="61743" y="386"/>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37"/>
              <p:cNvSpPr/>
              <p:nvPr/>
            </p:nvSpPr>
            <p:spPr>
              <a:xfrm>
                <a:off x="9038950" y="4347725"/>
                <a:ext cx="1254125" cy="67550"/>
              </a:xfrm>
              <a:custGeom>
                <a:avLst/>
                <a:gdLst/>
                <a:ahLst/>
                <a:cxnLst/>
                <a:rect l="l" t="t" r="r" b="b"/>
                <a:pathLst>
                  <a:path w="50165" h="2702" extrusionOk="0">
                    <a:moveTo>
                      <a:pt x="1" y="0"/>
                    </a:moveTo>
                    <a:lnTo>
                      <a:pt x="1" y="1673"/>
                    </a:lnTo>
                    <a:lnTo>
                      <a:pt x="50037" y="2702"/>
                    </a:lnTo>
                    <a:lnTo>
                      <a:pt x="50165" y="1158"/>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37"/>
              <p:cNvSpPr/>
              <p:nvPr/>
            </p:nvSpPr>
            <p:spPr>
              <a:xfrm>
                <a:off x="9128975" y="4405625"/>
                <a:ext cx="57925" cy="56275"/>
              </a:xfrm>
              <a:custGeom>
                <a:avLst/>
                <a:gdLst/>
                <a:ahLst/>
                <a:cxnLst/>
                <a:rect l="l" t="t" r="r" b="b"/>
                <a:pathLst>
                  <a:path w="2317" h="2251" extrusionOk="0">
                    <a:moveTo>
                      <a:pt x="259" y="0"/>
                    </a:moveTo>
                    <a:lnTo>
                      <a:pt x="1" y="2187"/>
                    </a:lnTo>
                    <a:lnTo>
                      <a:pt x="2220" y="2250"/>
                    </a:lnTo>
                    <a:lnTo>
                      <a:pt x="2316" y="96"/>
                    </a:lnTo>
                    <a:lnTo>
                      <a:pt x="25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37"/>
              <p:cNvSpPr/>
              <p:nvPr/>
            </p:nvSpPr>
            <p:spPr>
              <a:xfrm>
                <a:off x="9638675" y="4416875"/>
                <a:ext cx="57900" cy="56300"/>
              </a:xfrm>
              <a:custGeom>
                <a:avLst/>
                <a:gdLst/>
                <a:ahLst/>
                <a:cxnLst/>
                <a:rect l="l" t="t" r="r" b="b"/>
                <a:pathLst>
                  <a:path w="2316" h="2252" extrusionOk="0">
                    <a:moveTo>
                      <a:pt x="258" y="0"/>
                    </a:moveTo>
                    <a:lnTo>
                      <a:pt x="1" y="2187"/>
                    </a:lnTo>
                    <a:lnTo>
                      <a:pt x="2219" y="2251"/>
                    </a:lnTo>
                    <a:lnTo>
                      <a:pt x="2315" y="96"/>
                    </a:lnTo>
                    <a:lnTo>
                      <a:pt x="25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37"/>
              <p:cNvSpPr/>
              <p:nvPr/>
            </p:nvSpPr>
            <p:spPr>
              <a:xfrm>
                <a:off x="9254400" y="4407225"/>
                <a:ext cx="51475" cy="56275"/>
              </a:xfrm>
              <a:custGeom>
                <a:avLst/>
                <a:gdLst/>
                <a:ahLst/>
                <a:cxnLst/>
                <a:rect l="l" t="t" r="r" b="b"/>
                <a:pathLst>
                  <a:path w="2059" h="2251" extrusionOk="0">
                    <a:moveTo>
                      <a:pt x="1" y="1"/>
                    </a:moveTo>
                    <a:lnTo>
                      <a:pt x="65" y="2154"/>
                    </a:lnTo>
                    <a:lnTo>
                      <a:pt x="1962" y="2251"/>
                    </a:lnTo>
                    <a:lnTo>
                      <a:pt x="2058" y="97"/>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37"/>
              <p:cNvSpPr/>
              <p:nvPr/>
            </p:nvSpPr>
            <p:spPr>
              <a:xfrm>
                <a:off x="9316300" y="4409625"/>
                <a:ext cx="51475" cy="56300"/>
              </a:xfrm>
              <a:custGeom>
                <a:avLst/>
                <a:gdLst/>
                <a:ahLst/>
                <a:cxnLst/>
                <a:rect l="l" t="t" r="r" b="b"/>
                <a:pathLst>
                  <a:path w="2059" h="2252" extrusionOk="0">
                    <a:moveTo>
                      <a:pt x="1" y="1"/>
                    </a:moveTo>
                    <a:lnTo>
                      <a:pt x="65" y="2155"/>
                    </a:lnTo>
                    <a:lnTo>
                      <a:pt x="1962" y="2252"/>
                    </a:lnTo>
                    <a:lnTo>
                      <a:pt x="2059" y="97"/>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37"/>
              <p:cNvSpPr/>
              <p:nvPr/>
            </p:nvSpPr>
            <p:spPr>
              <a:xfrm>
                <a:off x="9563100" y="4170850"/>
                <a:ext cx="910075" cy="109375"/>
              </a:xfrm>
              <a:custGeom>
                <a:avLst/>
                <a:gdLst/>
                <a:ahLst/>
                <a:cxnLst/>
                <a:rect l="l" t="t" r="r" b="b"/>
                <a:pathLst>
                  <a:path w="36403" h="4375" extrusionOk="0">
                    <a:moveTo>
                      <a:pt x="1" y="1"/>
                    </a:moveTo>
                    <a:lnTo>
                      <a:pt x="1029" y="2317"/>
                    </a:lnTo>
                    <a:lnTo>
                      <a:pt x="36017" y="4374"/>
                    </a:lnTo>
                    <a:lnTo>
                      <a:pt x="36402" y="2188"/>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31" name="Google Shape;2431;p37"/>
          <p:cNvGrpSpPr/>
          <p:nvPr/>
        </p:nvGrpSpPr>
        <p:grpSpPr>
          <a:xfrm>
            <a:off x="625802" y="4019132"/>
            <a:ext cx="811800" cy="835518"/>
            <a:chOff x="625802" y="4019132"/>
            <a:chExt cx="811800" cy="835518"/>
          </a:xfrm>
        </p:grpSpPr>
        <p:sp>
          <p:nvSpPr>
            <p:cNvPr id="2432" name="Google Shape;2432;p37"/>
            <p:cNvSpPr/>
            <p:nvPr/>
          </p:nvSpPr>
          <p:spPr>
            <a:xfrm>
              <a:off x="625802" y="4794950"/>
              <a:ext cx="811800" cy="59700"/>
            </a:xfrm>
            <a:prstGeom prst="ellipse">
              <a:avLst/>
            </a:pr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33" name="Google Shape;2433;p37"/>
            <p:cNvGrpSpPr/>
            <p:nvPr/>
          </p:nvGrpSpPr>
          <p:grpSpPr>
            <a:xfrm>
              <a:off x="719967" y="4019132"/>
              <a:ext cx="606487" cy="799574"/>
              <a:chOff x="4815000" y="3366890"/>
              <a:chExt cx="662900" cy="873947"/>
            </a:xfrm>
          </p:grpSpPr>
          <p:sp>
            <p:nvSpPr>
              <p:cNvPr id="2434" name="Google Shape;2434;p37"/>
              <p:cNvSpPr/>
              <p:nvPr/>
            </p:nvSpPr>
            <p:spPr>
              <a:xfrm>
                <a:off x="5422972" y="3554540"/>
                <a:ext cx="54927" cy="106665"/>
              </a:xfrm>
              <a:custGeom>
                <a:avLst/>
                <a:gdLst/>
                <a:ahLst/>
                <a:cxnLst/>
                <a:rect l="l" t="t" r="r" b="b"/>
                <a:pathLst>
                  <a:path w="2428" h="4715" extrusionOk="0">
                    <a:moveTo>
                      <a:pt x="1214" y="0"/>
                    </a:moveTo>
                    <a:cubicBezTo>
                      <a:pt x="538" y="0"/>
                      <a:pt x="1" y="657"/>
                      <a:pt x="1" y="1472"/>
                    </a:cubicBezTo>
                    <a:lnTo>
                      <a:pt x="1" y="3243"/>
                    </a:lnTo>
                    <a:cubicBezTo>
                      <a:pt x="1" y="4058"/>
                      <a:pt x="558" y="4715"/>
                      <a:pt x="1214" y="4715"/>
                    </a:cubicBezTo>
                    <a:cubicBezTo>
                      <a:pt x="1871" y="4715"/>
                      <a:pt x="2428" y="4058"/>
                      <a:pt x="2428" y="3243"/>
                    </a:cubicBezTo>
                    <a:lnTo>
                      <a:pt x="2428" y="1472"/>
                    </a:lnTo>
                    <a:cubicBezTo>
                      <a:pt x="2428" y="657"/>
                      <a:pt x="1871" y="0"/>
                      <a:pt x="12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37"/>
              <p:cNvSpPr/>
              <p:nvPr/>
            </p:nvSpPr>
            <p:spPr>
              <a:xfrm>
                <a:off x="4815000" y="3553160"/>
                <a:ext cx="112094" cy="240771"/>
              </a:xfrm>
              <a:custGeom>
                <a:avLst/>
                <a:gdLst/>
                <a:ahLst/>
                <a:cxnLst/>
                <a:rect l="l" t="t" r="r" b="b"/>
                <a:pathLst>
                  <a:path w="4955" h="10643" extrusionOk="0">
                    <a:moveTo>
                      <a:pt x="4130" y="0"/>
                    </a:moveTo>
                    <a:cubicBezTo>
                      <a:pt x="3098" y="0"/>
                      <a:pt x="1421" y="370"/>
                      <a:pt x="1055" y="2687"/>
                    </a:cubicBezTo>
                    <a:cubicBezTo>
                      <a:pt x="538" y="6089"/>
                      <a:pt x="1" y="7163"/>
                      <a:pt x="1" y="7163"/>
                    </a:cubicBezTo>
                    <a:cubicBezTo>
                      <a:pt x="1" y="7163"/>
                      <a:pt x="1413" y="9132"/>
                      <a:pt x="817" y="10107"/>
                    </a:cubicBezTo>
                    <a:cubicBezTo>
                      <a:pt x="737" y="10246"/>
                      <a:pt x="757" y="10425"/>
                      <a:pt x="876" y="10545"/>
                    </a:cubicBezTo>
                    <a:cubicBezTo>
                      <a:pt x="943" y="10611"/>
                      <a:pt x="1026" y="10643"/>
                      <a:pt x="1110" y="10643"/>
                    </a:cubicBezTo>
                    <a:cubicBezTo>
                      <a:pt x="1227" y="10643"/>
                      <a:pt x="1344" y="10581"/>
                      <a:pt x="1413" y="10465"/>
                    </a:cubicBezTo>
                    <a:cubicBezTo>
                      <a:pt x="2070" y="9391"/>
                      <a:pt x="817" y="7342"/>
                      <a:pt x="817" y="7342"/>
                    </a:cubicBezTo>
                    <a:cubicBezTo>
                      <a:pt x="817" y="7342"/>
                      <a:pt x="1433" y="5293"/>
                      <a:pt x="1970" y="3145"/>
                    </a:cubicBezTo>
                    <a:cubicBezTo>
                      <a:pt x="2272" y="1936"/>
                      <a:pt x="3179" y="1672"/>
                      <a:pt x="3914" y="1672"/>
                    </a:cubicBezTo>
                    <a:cubicBezTo>
                      <a:pt x="4486" y="1672"/>
                      <a:pt x="4954" y="1832"/>
                      <a:pt x="4954" y="1832"/>
                    </a:cubicBezTo>
                    <a:lnTo>
                      <a:pt x="4954" y="81"/>
                    </a:lnTo>
                    <a:cubicBezTo>
                      <a:pt x="4954" y="81"/>
                      <a:pt x="4613" y="0"/>
                      <a:pt x="41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37"/>
              <p:cNvSpPr/>
              <p:nvPr/>
            </p:nvSpPr>
            <p:spPr>
              <a:xfrm>
                <a:off x="4891508" y="3535628"/>
                <a:ext cx="555360" cy="222786"/>
              </a:xfrm>
              <a:custGeom>
                <a:avLst/>
                <a:gdLst/>
                <a:ahLst/>
                <a:cxnLst/>
                <a:rect l="l" t="t" r="r" b="b"/>
                <a:pathLst>
                  <a:path w="24549" h="9848" extrusionOk="0">
                    <a:moveTo>
                      <a:pt x="2746" y="1"/>
                    </a:moveTo>
                    <a:cubicBezTo>
                      <a:pt x="1771" y="1"/>
                      <a:pt x="956" y="737"/>
                      <a:pt x="856" y="1712"/>
                    </a:cubicBezTo>
                    <a:lnTo>
                      <a:pt x="657" y="3721"/>
                    </a:lnTo>
                    <a:lnTo>
                      <a:pt x="1" y="9848"/>
                    </a:lnTo>
                    <a:lnTo>
                      <a:pt x="24548" y="9848"/>
                    </a:lnTo>
                    <a:lnTo>
                      <a:pt x="23912" y="3721"/>
                    </a:lnTo>
                    <a:lnTo>
                      <a:pt x="23693" y="1712"/>
                    </a:lnTo>
                    <a:cubicBezTo>
                      <a:pt x="23593" y="737"/>
                      <a:pt x="22778" y="1"/>
                      <a:pt x="218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37"/>
              <p:cNvSpPr/>
              <p:nvPr/>
            </p:nvSpPr>
            <p:spPr>
              <a:xfrm>
                <a:off x="4925713" y="3545084"/>
                <a:ext cx="486949" cy="53118"/>
              </a:xfrm>
              <a:custGeom>
                <a:avLst/>
                <a:gdLst/>
                <a:ahLst/>
                <a:cxnLst/>
                <a:rect l="l" t="t" r="r" b="b"/>
                <a:pathLst>
                  <a:path w="21525" h="2348" extrusionOk="0">
                    <a:moveTo>
                      <a:pt x="1851" y="1"/>
                    </a:moveTo>
                    <a:cubicBezTo>
                      <a:pt x="955" y="1"/>
                      <a:pt x="180" y="677"/>
                      <a:pt x="80" y="1552"/>
                    </a:cubicBezTo>
                    <a:lnTo>
                      <a:pt x="1" y="2348"/>
                    </a:lnTo>
                    <a:lnTo>
                      <a:pt x="21524" y="2348"/>
                    </a:lnTo>
                    <a:lnTo>
                      <a:pt x="21445" y="1552"/>
                    </a:lnTo>
                    <a:cubicBezTo>
                      <a:pt x="21345" y="677"/>
                      <a:pt x="20570" y="1"/>
                      <a:pt x="196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37"/>
              <p:cNvSpPr/>
              <p:nvPr/>
            </p:nvSpPr>
            <p:spPr>
              <a:xfrm>
                <a:off x="4956773" y="3366890"/>
                <a:ext cx="442383" cy="511246"/>
              </a:xfrm>
              <a:custGeom>
                <a:avLst/>
                <a:gdLst/>
                <a:ahLst/>
                <a:cxnLst/>
                <a:rect l="l" t="t" r="r" b="b"/>
                <a:pathLst>
                  <a:path w="19555" h="22599" extrusionOk="0">
                    <a:moveTo>
                      <a:pt x="0" y="0"/>
                    </a:moveTo>
                    <a:lnTo>
                      <a:pt x="0" y="22598"/>
                    </a:lnTo>
                    <a:lnTo>
                      <a:pt x="19555" y="22598"/>
                    </a:lnTo>
                    <a:lnTo>
                      <a:pt x="195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37"/>
              <p:cNvSpPr/>
              <p:nvPr/>
            </p:nvSpPr>
            <p:spPr>
              <a:xfrm>
                <a:off x="4891508" y="3619782"/>
                <a:ext cx="555360" cy="138631"/>
              </a:xfrm>
              <a:custGeom>
                <a:avLst/>
                <a:gdLst/>
                <a:ahLst/>
                <a:cxnLst/>
                <a:rect l="l" t="t" r="r" b="b"/>
                <a:pathLst>
                  <a:path w="24549" h="6128" extrusionOk="0">
                    <a:moveTo>
                      <a:pt x="657" y="1"/>
                    </a:moveTo>
                    <a:lnTo>
                      <a:pt x="1" y="6128"/>
                    </a:lnTo>
                    <a:lnTo>
                      <a:pt x="24548" y="6128"/>
                    </a:lnTo>
                    <a:lnTo>
                      <a:pt x="239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37"/>
              <p:cNvSpPr/>
              <p:nvPr/>
            </p:nvSpPr>
            <p:spPr>
              <a:xfrm>
                <a:off x="4897820" y="3678282"/>
                <a:ext cx="543189" cy="206136"/>
              </a:xfrm>
              <a:custGeom>
                <a:avLst/>
                <a:gdLst/>
                <a:ahLst/>
                <a:cxnLst/>
                <a:rect l="l" t="t" r="r" b="b"/>
                <a:pathLst>
                  <a:path w="24011" h="9112" extrusionOk="0">
                    <a:moveTo>
                      <a:pt x="0" y="1"/>
                    </a:moveTo>
                    <a:lnTo>
                      <a:pt x="0" y="9112"/>
                    </a:lnTo>
                    <a:lnTo>
                      <a:pt x="24011" y="9112"/>
                    </a:lnTo>
                    <a:lnTo>
                      <a:pt x="2401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37"/>
              <p:cNvSpPr/>
              <p:nvPr/>
            </p:nvSpPr>
            <p:spPr>
              <a:xfrm>
                <a:off x="4981522" y="3688643"/>
                <a:ext cx="382546" cy="239889"/>
              </a:xfrm>
              <a:custGeom>
                <a:avLst/>
                <a:gdLst/>
                <a:ahLst/>
                <a:cxnLst/>
                <a:rect l="l" t="t" r="r" b="b"/>
                <a:pathLst>
                  <a:path w="16910" h="10604" extrusionOk="0">
                    <a:moveTo>
                      <a:pt x="3123" y="0"/>
                    </a:moveTo>
                    <a:lnTo>
                      <a:pt x="0" y="8017"/>
                    </a:lnTo>
                    <a:lnTo>
                      <a:pt x="3760" y="10603"/>
                    </a:lnTo>
                    <a:lnTo>
                      <a:pt x="12672" y="10166"/>
                    </a:lnTo>
                    <a:lnTo>
                      <a:pt x="16909" y="5690"/>
                    </a:lnTo>
                    <a:cubicBezTo>
                      <a:pt x="16909" y="5690"/>
                      <a:pt x="15636" y="2606"/>
                      <a:pt x="15497" y="2567"/>
                    </a:cubicBezTo>
                    <a:cubicBezTo>
                      <a:pt x="15357" y="2527"/>
                      <a:pt x="11578" y="279"/>
                      <a:pt x="11578" y="279"/>
                    </a:cubicBezTo>
                    <a:cubicBezTo>
                      <a:pt x="10265" y="1592"/>
                      <a:pt x="9131" y="2029"/>
                      <a:pt x="8203" y="2029"/>
                    </a:cubicBezTo>
                    <a:cubicBezTo>
                      <a:pt x="6346" y="2029"/>
                      <a:pt x="5312" y="279"/>
                      <a:pt x="5312" y="279"/>
                    </a:cubicBezTo>
                    <a:lnTo>
                      <a:pt x="31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37"/>
              <p:cNvSpPr/>
              <p:nvPr/>
            </p:nvSpPr>
            <p:spPr>
              <a:xfrm>
                <a:off x="4889721" y="3652199"/>
                <a:ext cx="566151" cy="588637"/>
              </a:xfrm>
              <a:custGeom>
                <a:avLst/>
                <a:gdLst/>
                <a:ahLst/>
                <a:cxnLst/>
                <a:rect l="l" t="t" r="r" b="b"/>
                <a:pathLst>
                  <a:path w="25026" h="26020" extrusionOk="0">
                    <a:moveTo>
                      <a:pt x="23931" y="0"/>
                    </a:moveTo>
                    <a:lnTo>
                      <a:pt x="15059" y="20"/>
                    </a:lnTo>
                    <a:cubicBezTo>
                      <a:pt x="14820" y="20"/>
                      <a:pt x="14641" y="239"/>
                      <a:pt x="14701" y="477"/>
                    </a:cubicBezTo>
                    <a:lnTo>
                      <a:pt x="15079" y="2089"/>
                    </a:lnTo>
                    <a:cubicBezTo>
                      <a:pt x="15099" y="2188"/>
                      <a:pt x="15138" y="2268"/>
                      <a:pt x="15198" y="2327"/>
                    </a:cubicBezTo>
                    <a:cubicBezTo>
                      <a:pt x="15218" y="2327"/>
                      <a:pt x="15218" y="2347"/>
                      <a:pt x="15218" y="2347"/>
                    </a:cubicBezTo>
                    <a:lnTo>
                      <a:pt x="18341" y="5272"/>
                    </a:lnTo>
                    <a:cubicBezTo>
                      <a:pt x="18719" y="5610"/>
                      <a:pt x="18938" y="6107"/>
                      <a:pt x="18938" y="6624"/>
                    </a:cubicBezTo>
                    <a:cubicBezTo>
                      <a:pt x="18938" y="7360"/>
                      <a:pt x="18500" y="8037"/>
                      <a:pt x="17824" y="8335"/>
                    </a:cubicBezTo>
                    <a:cubicBezTo>
                      <a:pt x="16133" y="9091"/>
                      <a:pt x="14323" y="9469"/>
                      <a:pt x="12513" y="9469"/>
                    </a:cubicBezTo>
                    <a:cubicBezTo>
                      <a:pt x="10702" y="9469"/>
                      <a:pt x="8892" y="9091"/>
                      <a:pt x="7201" y="8335"/>
                    </a:cubicBezTo>
                    <a:cubicBezTo>
                      <a:pt x="6525" y="8037"/>
                      <a:pt x="6087" y="7360"/>
                      <a:pt x="6087" y="6624"/>
                    </a:cubicBezTo>
                    <a:cubicBezTo>
                      <a:pt x="6087" y="6107"/>
                      <a:pt x="6306" y="5610"/>
                      <a:pt x="6684" y="5272"/>
                    </a:cubicBezTo>
                    <a:lnTo>
                      <a:pt x="9748" y="2407"/>
                    </a:lnTo>
                    <a:cubicBezTo>
                      <a:pt x="9787" y="2367"/>
                      <a:pt x="9827" y="2308"/>
                      <a:pt x="9867" y="2248"/>
                    </a:cubicBezTo>
                    <a:lnTo>
                      <a:pt x="9887" y="2208"/>
                    </a:lnTo>
                    <a:cubicBezTo>
                      <a:pt x="9887" y="2188"/>
                      <a:pt x="9907" y="2148"/>
                      <a:pt x="9907" y="2109"/>
                    </a:cubicBezTo>
                    <a:lnTo>
                      <a:pt x="10324" y="477"/>
                    </a:lnTo>
                    <a:cubicBezTo>
                      <a:pt x="10384" y="239"/>
                      <a:pt x="10205" y="20"/>
                      <a:pt x="9966" y="20"/>
                    </a:cubicBezTo>
                    <a:lnTo>
                      <a:pt x="1094" y="20"/>
                    </a:lnTo>
                    <a:cubicBezTo>
                      <a:pt x="497" y="20"/>
                      <a:pt x="0" y="497"/>
                      <a:pt x="0" y="1114"/>
                    </a:cubicBezTo>
                    <a:lnTo>
                      <a:pt x="0" y="15059"/>
                    </a:lnTo>
                    <a:lnTo>
                      <a:pt x="657" y="24349"/>
                    </a:lnTo>
                    <a:cubicBezTo>
                      <a:pt x="716" y="25284"/>
                      <a:pt x="1512" y="26020"/>
                      <a:pt x="2447" y="26020"/>
                    </a:cubicBezTo>
                    <a:lnTo>
                      <a:pt x="22578" y="26020"/>
                    </a:lnTo>
                    <a:cubicBezTo>
                      <a:pt x="23533" y="26020"/>
                      <a:pt x="24309" y="25284"/>
                      <a:pt x="24389" y="24349"/>
                    </a:cubicBezTo>
                    <a:lnTo>
                      <a:pt x="25025" y="15059"/>
                    </a:lnTo>
                    <a:lnTo>
                      <a:pt x="25025" y="15039"/>
                    </a:lnTo>
                    <a:lnTo>
                      <a:pt x="25025" y="1094"/>
                    </a:lnTo>
                    <a:cubicBezTo>
                      <a:pt x="25025" y="477"/>
                      <a:pt x="24528" y="0"/>
                      <a:pt x="239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37"/>
              <p:cNvSpPr/>
              <p:nvPr/>
            </p:nvSpPr>
            <p:spPr>
              <a:xfrm>
                <a:off x="4911477" y="3662990"/>
                <a:ext cx="521607" cy="293889"/>
              </a:xfrm>
              <a:custGeom>
                <a:avLst/>
                <a:gdLst/>
                <a:ahLst/>
                <a:cxnLst/>
                <a:rect l="l" t="t" r="r" b="b"/>
                <a:pathLst>
                  <a:path w="23057" h="12991" extrusionOk="0">
                    <a:moveTo>
                      <a:pt x="876" y="0"/>
                    </a:moveTo>
                    <a:cubicBezTo>
                      <a:pt x="399" y="0"/>
                      <a:pt x="1" y="398"/>
                      <a:pt x="1" y="876"/>
                    </a:cubicBezTo>
                    <a:lnTo>
                      <a:pt x="1" y="12135"/>
                    </a:lnTo>
                    <a:cubicBezTo>
                      <a:pt x="1" y="12612"/>
                      <a:pt x="399" y="12990"/>
                      <a:pt x="876" y="12990"/>
                    </a:cubicBezTo>
                    <a:lnTo>
                      <a:pt x="22201" y="12990"/>
                    </a:lnTo>
                    <a:cubicBezTo>
                      <a:pt x="22678" y="12990"/>
                      <a:pt x="23056" y="12612"/>
                      <a:pt x="23056" y="12135"/>
                    </a:cubicBezTo>
                    <a:lnTo>
                      <a:pt x="23056" y="876"/>
                    </a:lnTo>
                    <a:cubicBezTo>
                      <a:pt x="23056" y="398"/>
                      <a:pt x="22678" y="0"/>
                      <a:pt x="22201" y="0"/>
                    </a:cubicBezTo>
                    <a:lnTo>
                      <a:pt x="13707" y="0"/>
                    </a:lnTo>
                    <a:lnTo>
                      <a:pt x="14105" y="1612"/>
                    </a:lnTo>
                    <a:cubicBezTo>
                      <a:pt x="14125" y="1711"/>
                      <a:pt x="14164" y="1791"/>
                      <a:pt x="14224" y="1850"/>
                    </a:cubicBezTo>
                    <a:cubicBezTo>
                      <a:pt x="14224" y="1850"/>
                      <a:pt x="14244" y="1870"/>
                      <a:pt x="14244" y="1870"/>
                    </a:cubicBezTo>
                    <a:lnTo>
                      <a:pt x="17367" y="4795"/>
                    </a:lnTo>
                    <a:cubicBezTo>
                      <a:pt x="17745" y="5133"/>
                      <a:pt x="17964" y="5630"/>
                      <a:pt x="17964" y="6147"/>
                    </a:cubicBezTo>
                    <a:cubicBezTo>
                      <a:pt x="17964" y="6883"/>
                      <a:pt x="17526" y="7560"/>
                      <a:pt x="16850" y="7858"/>
                    </a:cubicBezTo>
                    <a:cubicBezTo>
                      <a:pt x="15159" y="8614"/>
                      <a:pt x="13349" y="8992"/>
                      <a:pt x="11539" y="8992"/>
                    </a:cubicBezTo>
                    <a:cubicBezTo>
                      <a:pt x="9728" y="8992"/>
                      <a:pt x="7918" y="8614"/>
                      <a:pt x="6227" y="7858"/>
                    </a:cubicBezTo>
                    <a:cubicBezTo>
                      <a:pt x="5551" y="7560"/>
                      <a:pt x="5113" y="6883"/>
                      <a:pt x="5113" y="6147"/>
                    </a:cubicBezTo>
                    <a:cubicBezTo>
                      <a:pt x="5113" y="5630"/>
                      <a:pt x="5332" y="5133"/>
                      <a:pt x="5710" y="4795"/>
                    </a:cubicBezTo>
                    <a:lnTo>
                      <a:pt x="8773" y="1930"/>
                    </a:lnTo>
                    <a:cubicBezTo>
                      <a:pt x="8813" y="1890"/>
                      <a:pt x="8853" y="1831"/>
                      <a:pt x="8873" y="1771"/>
                    </a:cubicBezTo>
                    <a:lnTo>
                      <a:pt x="8893" y="1731"/>
                    </a:lnTo>
                    <a:cubicBezTo>
                      <a:pt x="8913" y="1711"/>
                      <a:pt x="8933" y="1671"/>
                      <a:pt x="8933" y="1632"/>
                    </a:cubicBezTo>
                    <a:lnTo>
                      <a:pt x="93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37"/>
              <p:cNvSpPr/>
              <p:nvPr/>
            </p:nvSpPr>
            <p:spPr>
              <a:xfrm>
                <a:off x="4909968" y="3991507"/>
                <a:ext cx="518440" cy="228171"/>
              </a:xfrm>
              <a:custGeom>
                <a:avLst/>
                <a:gdLst/>
                <a:ahLst/>
                <a:cxnLst/>
                <a:rect l="l" t="t" r="r" b="b"/>
                <a:pathLst>
                  <a:path w="22917" h="10086" extrusionOk="0">
                    <a:moveTo>
                      <a:pt x="0" y="0"/>
                    </a:moveTo>
                    <a:lnTo>
                      <a:pt x="597" y="8554"/>
                    </a:lnTo>
                    <a:cubicBezTo>
                      <a:pt x="657" y="9429"/>
                      <a:pt x="1373" y="10086"/>
                      <a:pt x="2228" y="10086"/>
                    </a:cubicBezTo>
                    <a:lnTo>
                      <a:pt x="20669" y="10086"/>
                    </a:lnTo>
                    <a:cubicBezTo>
                      <a:pt x="21544" y="10086"/>
                      <a:pt x="22260" y="9429"/>
                      <a:pt x="22320" y="8554"/>
                    </a:cubicBezTo>
                    <a:lnTo>
                      <a:pt x="229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37"/>
              <p:cNvSpPr/>
              <p:nvPr/>
            </p:nvSpPr>
            <p:spPr>
              <a:xfrm>
                <a:off x="4972971" y="4167462"/>
                <a:ext cx="392433" cy="39612"/>
              </a:xfrm>
              <a:custGeom>
                <a:avLst/>
                <a:gdLst/>
                <a:ahLst/>
                <a:cxnLst/>
                <a:rect l="l" t="t" r="r" b="b"/>
                <a:pathLst>
                  <a:path w="17347" h="1751" extrusionOk="0">
                    <a:moveTo>
                      <a:pt x="876" y="0"/>
                    </a:moveTo>
                    <a:cubicBezTo>
                      <a:pt x="378" y="0"/>
                      <a:pt x="0" y="398"/>
                      <a:pt x="0" y="875"/>
                    </a:cubicBezTo>
                    <a:cubicBezTo>
                      <a:pt x="0" y="1353"/>
                      <a:pt x="378" y="1751"/>
                      <a:pt x="876" y="1751"/>
                    </a:cubicBezTo>
                    <a:lnTo>
                      <a:pt x="16471" y="1751"/>
                    </a:lnTo>
                    <a:cubicBezTo>
                      <a:pt x="16949" y="1751"/>
                      <a:pt x="17347" y="1353"/>
                      <a:pt x="17347" y="875"/>
                    </a:cubicBezTo>
                    <a:cubicBezTo>
                      <a:pt x="17347" y="398"/>
                      <a:pt x="16949" y="0"/>
                      <a:pt x="164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37"/>
              <p:cNvSpPr/>
              <p:nvPr/>
            </p:nvSpPr>
            <p:spPr>
              <a:xfrm>
                <a:off x="4927070" y="4009492"/>
                <a:ext cx="36015" cy="35585"/>
              </a:xfrm>
              <a:custGeom>
                <a:avLst/>
                <a:gdLst/>
                <a:ahLst/>
                <a:cxnLst/>
                <a:rect l="l" t="t" r="r" b="b"/>
                <a:pathLst>
                  <a:path w="1592" h="1573" extrusionOk="0">
                    <a:moveTo>
                      <a:pt x="796" y="1"/>
                    </a:moveTo>
                    <a:cubicBezTo>
                      <a:pt x="358" y="1"/>
                      <a:pt x="0" y="339"/>
                      <a:pt x="0" y="777"/>
                    </a:cubicBezTo>
                    <a:cubicBezTo>
                      <a:pt x="0" y="1214"/>
                      <a:pt x="358" y="1572"/>
                      <a:pt x="796" y="1572"/>
                    </a:cubicBezTo>
                    <a:cubicBezTo>
                      <a:pt x="1234" y="1572"/>
                      <a:pt x="1592" y="1214"/>
                      <a:pt x="1592" y="777"/>
                    </a:cubicBezTo>
                    <a:cubicBezTo>
                      <a:pt x="1592" y="339"/>
                      <a:pt x="1234" y="1"/>
                      <a:pt x="7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37"/>
              <p:cNvSpPr/>
              <p:nvPr/>
            </p:nvSpPr>
            <p:spPr>
              <a:xfrm>
                <a:off x="4982427" y="4009492"/>
                <a:ext cx="36015" cy="35585"/>
              </a:xfrm>
              <a:custGeom>
                <a:avLst/>
                <a:gdLst/>
                <a:ahLst/>
                <a:cxnLst/>
                <a:rect l="l" t="t" r="r" b="b"/>
                <a:pathLst>
                  <a:path w="1592" h="1573" extrusionOk="0">
                    <a:moveTo>
                      <a:pt x="796" y="1"/>
                    </a:moveTo>
                    <a:cubicBezTo>
                      <a:pt x="358" y="1"/>
                      <a:pt x="0" y="339"/>
                      <a:pt x="0" y="777"/>
                    </a:cubicBezTo>
                    <a:cubicBezTo>
                      <a:pt x="0" y="1214"/>
                      <a:pt x="358" y="1572"/>
                      <a:pt x="796" y="1572"/>
                    </a:cubicBezTo>
                    <a:cubicBezTo>
                      <a:pt x="1233" y="1572"/>
                      <a:pt x="1591" y="1214"/>
                      <a:pt x="1591" y="777"/>
                    </a:cubicBezTo>
                    <a:cubicBezTo>
                      <a:pt x="1591" y="339"/>
                      <a:pt x="1233" y="1"/>
                      <a:pt x="7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37"/>
              <p:cNvSpPr/>
              <p:nvPr/>
            </p:nvSpPr>
            <p:spPr>
              <a:xfrm>
                <a:off x="5037761" y="4009492"/>
                <a:ext cx="35585" cy="35585"/>
              </a:xfrm>
              <a:custGeom>
                <a:avLst/>
                <a:gdLst/>
                <a:ahLst/>
                <a:cxnLst/>
                <a:rect l="l" t="t" r="r" b="b"/>
                <a:pathLst>
                  <a:path w="1573" h="1573" extrusionOk="0">
                    <a:moveTo>
                      <a:pt x="777" y="1"/>
                    </a:moveTo>
                    <a:cubicBezTo>
                      <a:pt x="339" y="1"/>
                      <a:pt x="1" y="339"/>
                      <a:pt x="1" y="777"/>
                    </a:cubicBezTo>
                    <a:cubicBezTo>
                      <a:pt x="1" y="1214"/>
                      <a:pt x="339" y="1572"/>
                      <a:pt x="777" y="1572"/>
                    </a:cubicBezTo>
                    <a:cubicBezTo>
                      <a:pt x="1214" y="1572"/>
                      <a:pt x="1572" y="1214"/>
                      <a:pt x="1572" y="777"/>
                    </a:cubicBezTo>
                    <a:cubicBezTo>
                      <a:pt x="1572" y="339"/>
                      <a:pt x="1214" y="1"/>
                      <a:pt x="7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37"/>
              <p:cNvSpPr/>
              <p:nvPr/>
            </p:nvSpPr>
            <p:spPr>
              <a:xfrm>
                <a:off x="5092665" y="4009492"/>
                <a:ext cx="36038" cy="35585"/>
              </a:xfrm>
              <a:custGeom>
                <a:avLst/>
                <a:gdLst/>
                <a:ahLst/>
                <a:cxnLst/>
                <a:rect l="l" t="t" r="r" b="b"/>
                <a:pathLst>
                  <a:path w="1593" h="1573" extrusionOk="0">
                    <a:moveTo>
                      <a:pt x="796" y="1"/>
                    </a:moveTo>
                    <a:cubicBezTo>
                      <a:pt x="359" y="1"/>
                      <a:pt x="1" y="339"/>
                      <a:pt x="1" y="777"/>
                    </a:cubicBezTo>
                    <a:cubicBezTo>
                      <a:pt x="1" y="1214"/>
                      <a:pt x="359" y="1572"/>
                      <a:pt x="796" y="1572"/>
                    </a:cubicBezTo>
                    <a:cubicBezTo>
                      <a:pt x="1234" y="1572"/>
                      <a:pt x="1592" y="1214"/>
                      <a:pt x="1592" y="777"/>
                    </a:cubicBezTo>
                    <a:cubicBezTo>
                      <a:pt x="1592" y="339"/>
                      <a:pt x="1234" y="1"/>
                      <a:pt x="7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37"/>
              <p:cNvSpPr/>
              <p:nvPr/>
            </p:nvSpPr>
            <p:spPr>
              <a:xfrm>
                <a:off x="5148022" y="4009492"/>
                <a:ext cx="35585" cy="35585"/>
              </a:xfrm>
              <a:custGeom>
                <a:avLst/>
                <a:gdLst/>
                <a:ahLst/>
                <a:cxnLst/>
                <a:rect l="l" t="t" r="r" b="b"/>
                <a:pathLst>
                  <a:path w="1573" h="1573" extrusionOk="0">
                    <a:moveTo>
                      <a:pt x="796" y="1"/>
                    </a:moveTo>
                    <a:cubicBezTo>
                      <a:pt x="359" y="1"/>
                      <a:pt x="1" y="339"/>
                      <a:pt x="1" y="777"/>
                    </a:cubicBezTo>
                    <a:cubicBezTo>
                      <a:pt x="1" y="1214"/>
                      <a:pt x="359" y="1572"/>
                      <a:pt x="796" y="1572"/>
                    </a:cubicBezTo>
                    <a:cubicBezTo>
                      <a:pt x="1234" y="1572"/>
                      <a:pt x="1572" y="1214"/>
                      <a:pt x="1572" y="777"/>
                    </a:cubicBezTo>
                    <a:cubicBezTo>
                      <a:pt x="1572" y="339"/>
                      <a:pt x="1234" y="1"/>
                      <a:pt x="7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37"/>
              <p:cNvSpPr/>
              <p:nvPr/>
            </p:nvSpPr>
            <p:spPr>
              <a:xfrm>
                <a:off x="5202926" y="4009492"/>
                <a:ext cx="36015" cy="35585"/>
              </a:xfrm>
              <a:custGeom>
                <a:avLst/>
                <a:gdLst/>
                <a:ahLst/>
                <a:cxnLst/>
                <a:rect l="l" t="t" r="r" b="b"/>
                <a:pathLst>
                  <a:path w="1592" h="1573" extrusionOk="0">
                    <a:moveTo>
                      <a:pt x="796" y="1"/>
                    </a:moveTo>
                    <a:cubicBezTo>
                      <a:pt x="359" y="1"/>
                      <a:pt x="0" y="339"/>
                      <a:pt x="0" y="777"/>
                    </a:cubicBezTo>
                    <a:cubicBezTo>
                      <a:pt x="0" y="1214"/>
                      <a:pt x="359" y="1572"/>
                      <a:pt x="796" y="1572"/>
                    </a:cubicBezTo>
                    <a:cubicBezTo>
                      <a:pt x="1234" y="1572"/>
                      <a:pt x="1592" y="1214"/>
                      <a:pt x="1592" y="777"/>
                    </a:cubicBezTo>
                    <a:cubicBezTo>
                      <a:pt x="1592" y="339"/>
                      <a:pt x="1234" y="1"/>
                      <a:pt x="7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37"/>
              <p:cNvSpPr/>
              <p:nvPr/>
            </p:nvSpPr>
            <p:spPr>
              <a:xfrm>
                <a:off x="5258282" y="4009492"/>
                <a:ext cx="36015" cy="35585"/>
              </a:xfrm>
              <a:custGeom>
                <a:avLst/>
                <a:gdLst/>
                <a:ahLst/>
                <a:cxnLst/>
                <a:rect l="l" t="t" r="r" b="b"/>
                <a:pathLst>
                  <a:path w="1592" h="1573" extrusionOk="0">
                    <a:moveTo>
                      <a:pt x="796" y="1"/>
                    </a:moveTo>
                    <a:cubicBezTo>
                      <a:pt x="358" y="1"/>
                      <a:pt x="0" y="339"/>
                      <a:pt x="0" y="777"/>
                    </a:cubicBezTo>
                    <a:cubicBezTo>
                      <a:pt x="0" y="1214"/>
                      <a:pt x="358" y="1572"/>
                      <a:pt x="796" y="1572"/>
                    </a:cubicBezTo>
                    <a:cubicBezTo>
                      <a:pt x="1234" y="1572"/>
                      <a:pt x="1592" y="1214"/>
                      <a:pt x="1592" y="777"/>
                    </a:cubicBezTo>
                    <a:cubicBezTo>
                      <a:pt x="1592" y="339"/>
                      <a:pt x="1234" y="1"/>
                      <a:pt x="7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37"/>
              <p:cNvSpPr/>
              <p:nvPr/>
            </p:nvSpPr>
            <p:spPr>
              <a:xfrm>
                <a:off x="5313639" y="4009492"/>
                <a:ext cx="35563" cy="35585"/>
              </a:xfrm>
              <a:custGeom>
                <a:avLst/>
                <a:gdLst/>
                <a:ahLst/>
                <a:cxnLst/>
                <a:rect l="l" t="t" r="r" b="b"/>
                <a:pathLst>
                  <a:path w="1572" h="1573" extrusionOk="0">
                    <a:moveTo>
                      <a:pt x="776" y="1"/>
                    </a:moveTo>
                    <a:cubicBezTo>
                      <a:pt x="338" y="1"/>
                      <a:pt x="0" y="339"/>
                      <a:pt x="0" y="777"/>
                    </a:cubicBezTo>
                    <a:cubicBezTo>
                      <a:pt x="0" y="1214"/>
                      <a:pt x="338" y="1572"/>
                      <a:pt x="776" y="1572"/>
                    </a:cubicBezTo>
                    <a:cubicBezTo>
                      <a:pt x="1214" y="1572"/>
                      <a:pt x="1572" y="1214"/>
                      <a:pt x="1572" y="777"/>
                    </a:cubicBezTo>
                    <a:cubicBezTo>
                      <a:pt x="1572" y="339"/>
                      <a:pt x="1214" y="1"/>
                      <a:pt x="7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37"/>
              <p:cNvSpPr/>
              <p:nvPr/>
            </p:nvSpPr>
            <p:spPr>
              <a:xfrm>
                <a:off x="5368520" y="4009492"/>
                <a:ext cx="36038" cy="35585"/>
              </a:xfrm>
              <a:custGeom>
                <a:avLst/>
                <a:gdLst/>
                <a:ahLst/>
                <a:cxnLst/>
                <a:rect l="l" t="t" r="r" b="b"/>
                <a:pathLst>
                  <a:path w="1593" h="1573" extrusionOk="0">
                    <a:moveTo>
                      <a:pt x="797" y="1"/>
                    </a:moveTo>
                    <a:cubicBezTo>
                      <a:pt x="359" y="1"/>
                      <a:pt x="1" y="339"/>
                      <a:pt x="1" y="777"/>
                    </a:cubicBezTo>
                    <a:cubicBezTo>
                      <a:pt x="1" y="1214"/>
                      <a:pt x="359" y="1572"/>
                      <a:pt x="797" y="1572"/>
                    </a:cubicBezTo>
                    <a:cubicBezTo>
                      <a:pt x="1234" y="1572"/>
                      <a:pt x="1592" y="1214"/>
                      <a:pt x="1592" y="777"/>
                    </a:cubicBezTo>
                    <a:cubicBezTo>
                      <a:pt x="1592" y="339"/>
                      <a:pt x="1234" y="1"/>
                      <a:pt x="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37"/>
              <p:cNvSpPr/>
              <p:nvPr/>
            </p:nvSpPr>
            <p:spPr>
              <a:xfrm>
                <a:off x="4954964" y="4062608"/>
                <a:ext cx="35585" cy="35563"/>
              </a:xfrm>
              <a:custGeom>
                <a:avLst/>
                <a:gdLst/>
                <a:ahLst/>
                <a:cxnLst/>
                <a:rect l="l" t="t" r="r" b="b"/>
                <a:pathLst>
                  <a:path w="1573" h="1572" extrusionOk="0">
                    <a:moveTo>
                      <a:pt x="796" y="0"/>
                    </a:moveTo>
                    <a:cubicBezTo>
                      <a:pt x="359" y="0"/>
                      <a:pt x="1" y="358"/>
                      <a:pt x="1" y="776"/>
                    </a:cubicBezTo>
                    <a:cubicBezTo>
                      <a:pt x="1" y="1214"/>
                      <a:pt x="359" y="1572"/>
                      <a:pt x="796" y="1572"/>
                    </a:cubicBezTo>
                    <a:cubicBezTo>
                      <a:pt x="1214" y="1572"/>
                      <a:pt x="1572" y="1214"/>
                      <a:pt x="1572" y="776"/>
                    </a:cubicBezTo>
                    <a:cubicBezTo>
                      <a:pt x="1572" y="358"/>
                      <a:pt x="1214" y="0"/>
                      <a:pt x="7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37"/>
              <p:cNvSpPr/>
              <p:nvPr/>
            </p:nvSpPr>
            <p:spPr>
              <a:xfrm>
                <a:off x="5009868" y="4062608"/>
                <a:ext cx="36015" cy="35563"/>
              </a:xfrm>
              <a:custGeom>
                <a:avLst/>
                <a:gdLst/>
                <a:ahLst/>
                <a:cxnLst/>
                <a:rect l="l" t="t" r="r" b="b"/>
                <a:pathLst>
                  <a:path w="1592" h="1572" extrusionOk="0">
                    <a:moveTo>
                      <a:pt x="796" y="0"/>
                    </a:moveTo>
                    <a:cubicBezTo>
                      <a:pt x="359" y="0"/>
                      <a:pt x="0" y="358"/>
                      <a:pt x="0" y="776"/>
                    </a:cubicBezTo>
                    <a:cubicBezTo>
                      <a:pt x="0" y="1214"/>
                      <a:pt x="359" y="1572"/>
                      <a:pt x="796" y="1572"/>
                    </a:cubicBezTo>
                    <a:cubicBezTo>
                      <a:pt x="1234" y="1572"/>
                      <a:pt x="1592" y="1214"/>
                      <a:pt x="1592" y="776"/>
                    </a:cubicBezTo>
                    <a:cubicBezTo>
                      <a:pt x="1592" y="358"/>
                      <a:pt x="1234" y="0"/>
                      <a:pt x="7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37"/>
              <p:cNvSpPr/>
              <p:nvPr/>
            </p:nvSpPr>
            <p:spPr>
              <a:xfrm>
                <a:off x="5065224" y="4062608"/>
                <a:ext cx="35563" cy="35563"/>
              </a:xfrm>
              <a:custGeom>
                <a:avLst/>
                <a:gdLst/>
                <a:ahLst/>
                <a:cxnLst/>
                <a:rect l="l" t="t" r="r" b="b"/>
                <a:pathLst>
                  <a:path w="1572" h="1572" extrusionOk="0">
                    <a:moveTo>
                      <a:pt x="796" y="0"/>
                    </a:moveTo>
                    <a:cubicBezTo>
                      <a:pt x="358" y="0"/>
                      <a:pt x="0" y="358"/>
                      <a:pt x="0" y="776"/>
                    </a:cubicBezTo>
                    <a:cubicBezTo>
                      <a:pt x="0" y="1214"/>
                      <a:pt x="358" y="1572"/>
                      <a:pt x="796" y="1572"/>
                    </a:cubicBezTo>
                    <a:cubicBezTo>
                      <a:pt x="1234" y="1572"/>
                      <a:pt x="1572" y="1214"/>
                      <a:pt x="1572" y="776"/>
                    </a:cubicBezTo>
                    <a:cubicBezTo>
                      <a:pt x="1572" y="358"/>
                      <a:pt x="1234" y="0"/>
                      <a:pt x="7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37"/>
              <p:cNvSpPr/>
              <p:nvPr/>
            </p:nvSpPr>
            <p:spPr>
              <a:xfrm>
                <a:off x="5120581" y="4062608"/>
                <a:ext cx="35563" cy="35563"/>
              </a:xfrm>
              <a:custGeom>
                <a:avLst/>
                <a:gdLst/>
                <a:ahLst/>
                <a:cxnLst/>
                <a:rect l="l" t="t" r="r" b="b"/>
                <a:pathLst>
                  <a:path w="1572" h="1572" extrusionOk="0">
                    <a:moveTo>
                      <a:pt x="776" y="0"/>
                    </a:moveTo>
                    <a:cubicBezTo>
                      <a:pt x="338" y="0"/>
                      <a:pt x="0" y="358"/>
                      <a:pt x="0" y="776"/>
                    </a:cubicBezTo>
                    <a:cubicBezTo>
                      <a:pt x="0" y="1214"/>
                      <a:pt x="338" y="1572"/>
                      <a:pt x="776" y="1572"/>
                    </a:cubicBezTo>
                    <a:cubicBezTo>
                      <a:pt x="1214" y="1572"/>
                      <a:pt x="1572" y="1214"/>
                      <a:pt x="1572" y="776"/>
                    </a:cubicBezTo>
                    <a:cubicBezTo>
                      <a:pt x="1572" y="358"/>
                      <a:pt x="1214" y="0"/>
                      <a:pt x="7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37"/>
              <p:cNvSpPr/>
              <p:nvPr/>
            </p:nvSpPr>
            <p:spPr>
              <a:xfrm>
                <a:off x="5175485" y="4062608"/>
                <a:ext cx="36015" cy="35563"/>
              </a:xfrm>
              <a:custGeom>
                <a:avLst/>
                <a:gdLst/>
                <a:ahLst/>
                <a:cxnLst/>
                <a:rect l="l" t="t" r="r" b="b"/>
                <a:pathLst>
                  <a:path w="1592" h="1572" extrusionOk="0">
                    <a:moveTo>
                      <a:pt x="796" y="0"/>
                    </a:moveTo>
                    <a:cubicBezTo>
                      <a:pt x="358" y="0"/>
                      <a:pt x="0" y="358"/>
                      <a:pt x="0" y="776"/>
                    </a:cubicBezTo>
                    <a:cubicBezTo>
                      <a:pt x="0" y="1214"/>
                      <a:pt x="358" y="1572"/>
                      <a:pt x="796" y="1572"/>
                    </a:cubicBezTo>
                    <a:cubicBezTo>
                      <a:pt x="1233" y="1572"/>
                      <a:pt x="1591" y="1214"/>
                      <a:pt x="1591" y="776"/>
                    </a:cubicBezTo>
                    <a:cubicBezTo>
                      <a:pt x="1591" y="358"/>
                      <a:pt x="1233" y="0"/>
                      <a:pt x="7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37"/>
              <p:cNvSpPr/>
              <p:nvPr/>
            </p:nvSpPr>
            <p:spPr>
              <a:xfrm>
                <a:off x="5230819" y="4062608"/>
                <a:ext cx="35585" cy="35563"/>
              </a:xfrm>
              <a:custGeom>
                <a:avLst/>
                <a:gdLst/>
                <a:ahLst/>
                <a:cxnLst/>
                <a:rect l="l" t="t" r="r" b="b"/>
                <a:pathLst>
                  <a:path w="1573" h="1572" extrusionOk="0">
                    <a:moveTo>
                      <a:pt x="777" y="0"/>
                    </a:moveTo>
                    <a:cubicBezTo>
                      <a:pt x="359" y="0"/>
                      <a:pt x="1" y="358"/>
                      <a:pt x="1" y="776"/>
                    </a:cubicBezTo>
                    <a:cubicBezTo>
                      <a:pt x="1" y="1214"/>
                      <a:pt x="359" y="1572"/>
                      <a:pt x="777" y="1572"/>
                    </a:cubicBezTo>
                    <a:cubicBezTo>
                      <a:pt x="1214" y="1572"/>
                      <a:pt x="1572" y="1214"/>
                      <a:pt x="1572" y="776"/>
                    </a:cubicBezTo>
                    <a:cubicBezTo>
                      <a:pt x="1572" y="358"/>
                      <a:pt x="1214" y="0"/>
                      <a:pt x="7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37"/>
              <p:cNvSpPr/>
              <p:nvPr/>
            </p:nvSpPr>
            <p:spPr>
              <a:xfrm>
                <a:off x="5285723" y="4062608"/>
                <a:ext cx="36038" cy="35563"/>
              </a:xfrm>
              <a:custGeom>
                <a:avLst/>
                <a:gdLst/>
                <a:ahLst/>
                <a:cxnLst/>
                <a:rect l="l" t="t" r="r" b="b"/>
                <a:pathLst>
                  <a:path w="1593" h="1572" extrusionOk="0">
                    <a:moveTo>
                      <a:pt x="796" y="0"/>
                    </a:moveTo>
                    <a:cubicBezTo>
                      <a:pt x="359" y="0"/>
                      <a:pt x="1" y="358"/>
                      <a:pt x="1" y="776"/>
                    </a:cubicBezTo>
                    <a:cubicBezTo>
                      <a:pt x="1" y="1214"/>
                      <a:pt x="359" y="1572"/>
                      <a:pt x="796" y="1572"/>
                    </a:cubicBezTo>
                    <a:cubicBezTo>
                      <a:pt x="1234" y="1572"/>
                      <a:pt x="1592" y="1214"/>
                      <a:pt x="1592" y="776"/>
                    </a:cubicBezTo>
                    <a:cubicBezTo>
                      <a:pt x="1592" y="358"/>
                      <a:pt x="1234" y="0"/>
                      <a:pt x="7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37"/>
              <p:cNvSpPr/>
              <p:nvPr/>
            </p:nvSpPr>
            <p:spPr>
              <a:xfrm>
                <a:off x="5341080" y="4062608"/>
                <a:ext cx="35585" cy="35563"/>
              </a:xfrm>
              <a:custGeom>
                <a:avLst/>
                <a:gdLst/>
                <a:ahLst/>
                <a:cxnLst/>
                <a:rect l="l" t="t" r="r" b="b"/>
                <a:pathLst>
                  <a:path w="1573" h="1572" extrusionOk="0">
                    <a:moveTo>
                      <a:pt x="796" y="0"/>
                    </a:moveTo>
                    <a:cubicBezTo>
                      <a:pt x="359" y="0"/>
                      <a:pt x="1" y="358"/>
                      <a:pt x="1" y="776"/>
                    </a:cubicBezTo>
                    <a:cubicBezTo>
                      <a:pt x="1" y="1214"/>
                      <a:pt x="359" y="1572"/>
                      <a:pt x="796" y="1572"/>
                    </a:cubicBezTo>
                    <a:cubicBezTo>
                      <a:pt x="1234" y="1572"/>
                      <a:pt x="1572" y="1214"/>
                      <a:pt x="1572" y="776"/>
                    </a:cubicBezTo>
                    <a:cubicBezTo>
                      <a:pt x="1572" y="358"/>
                      <a:pt x="1234" y="0"/>
                      <a:pt x="7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37"/>
              <p:cNvSpPr/>
              <p:nvPr/>
            </p:nvSpPr>
            <p:spPr>
              <a:xfrm>
                <a:off x="4982427" y="4114345"/>
                <a:ext cx="36015" cy="36038"/>
              </a:xfrm>
              <a:custGeom>
                <a:avLst/>
                <a:gdLst/>
                <a:ahLst/>
                <a:cxnLst/>
                <a:rect l="l" t="t" r="r" b="b"/>
                <a:pathLst>
                  <a:path w="1592" h="1593" extrusionOk="0">
                    <a:moveTo>
                      <a:pt x="796" y="1"/>
                    </a:moveTo>
                    <a:cubicBezTo>
                      <a:pt x="358" y="1"/>
                      <a:pt x="0" y="359"/>
                      <a:pt x="0" y="797"/>
                    </a:cubicBezTo>
                    <a:cubicBezTo>
                      <a:pt x="0" y="1234"/>
                      <a:pt x="358" y="1592"/>
                      <a:pt x="796" y="1592"/>
                    </a:cubicBezTo>
                    <a:cubicBezTo>
                      <a:pt x="1233" y="1592"/>
                      <a:pt x="1591" y="1234"/>
                      <a:pt x="1591" y="797"/>
                    </a:cubicBezTo>
                    <a:cubicBezTo>
                      <a:pt x="1591" y="359"/>
                      <a:pt x="1233" y="1"/>
                      <a:pt x="7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37"/>
              <p:cNvSpPr/>
              <p:nvPr/>
            </p:nvSpPr>
            <p:spPr>
              <a:xfrm>
                <a:off x="5037761" y="4114345"/>
                <a:ext cx="35585" cy="36038"/>
              </a:xfrm>
              <a:custGeom>
                <a:avLst/>
                <a:gdLst/>
                <a:ahLst/>
                <a:cxnLst/>
                <a:rect l="l" t="t" r="r" b="b"/>
                <a:pathLst>
                  <a:path w="1573" h="1593" extrusionOk="0">
                    <a:moveTo>
                      <a:pt x="777" y="1"/>
                    </a:moveTo>
                    <a:cubicBezTo>
                      <a:pt x="339" y="1"/>
                      <a:pt x="1" y="359"/>
                      <a:pt x="1" y="797"/>
                    </a:cubicBezTo>
                    <a:cubicBezTo>
                      <a:pt x="1" y="1234"/>
                      <a:pt x="339" y="1592"/>
                      <a:pt x="777" y="1592"/>
                    </a:cubicBezTo>
                    <a:cubicBezTo>
                      <a:pt x="1214" y="1592"/>
                      <a:pt x="1572" y="1234"/>
                      <a:pt x="1572" y="797"/>
                    </a:cubicBezTo>
                    <a:cubicBezTo>
                      <a:pt x="1572" y="359"/>
                      <a:pt x="1214" y="1"/>
                      <a:pt x="7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37"/>
              <p:cNvSpPr/>
              <p:nvPr/>
            </p:nvSpPr>
            <p:spPr>
              <a:xfrm>
                <a:off x="5092665" y="4114345"/>
                <a:ext cx="36038" cy="36038"/>
              </a:xfrm>
              <a:custGeom>
                <a:avLst/>
                <a:gdLst/>
                <a:ahLst/>
                <a:cxnLst/>
                <a:rect l="l" t="t" r="r" b="b"/>
                <a:pathLst>
                  <a:path w="1593" h="1593" extrusionOk="0">
                    <a:moveTo>
                      <a:pt x="796" y="1"/>
                    </a:moveTo>
                    <a:cubicBezTo>
                      <a:pt x="359" y="1"/>
                      <a:pt x="1" y="359"/>
                      <a:pt x="1" y="797"/>
                    </a:cubicBezTo>
                    <a:cubicBezTo>
                      <a:pt x="1" y="1234"/>
                      <a:pt x="359" y="1592"/>
                      <a:pt x="796" y="1592"/>
                    </a:cubicBezTo>
                    <a:cubicBezTo>
                      <a:pt x="1234" y="1592"/>
                      <a:pt x="1592" y="1234"/>
                      <a:pt x="1592" y="797"/>
                    </a:cubicBezTo>
                    <a:cubicBezTo>
                      <a:pt x="1592" y="359"/>
                      <a:pt x="1234" y="1"/>
                      <a:pt x="7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37"/>
              <p:cNvSpPr/>
              <p:nvPr/>
            </p:nvSpPr>
            <p:spPr>
              <a:xfrm>
                <a:off x="5148022" y="4114345"/>
                <a:ext cx="35585" cy="36038"/>
              </a:xfrm>
              <a:custGeom>
                <a:avLst/>
                <a:gdLst/>
                <a:ahLst/>
                <a:cxnLst/>
                <a:rect l="l" t="t" r="r" b="b"/>
                <a:pathLst>
                  <a:path w="1573" h="1593" extrusionOk="0">
                    <a:moveTo>
                      <a:pt x="796" y="1"/>
                    </a:moveTo>
                    <a:cubicBezTo>
                      <a:pt x="359" y="1"/>
                      <a:pt x="1" y="359"/>
                      <a:pt x="1" y="797"/>
                    </a:cubicBezTo>
                    <a:cubicBezTo>
                      <a:pt x="1" y="1234"/>
                      <a:pt x="359" y="1592"/>
                      <a:pt x="796" y="1592"/>
                    </a:cubicBezTo>
                    <a:cubicBezTo>
                      <a:pt x="1234" y="1592"/>
                      <a:pt x="1572" y="1234"/>
                      <a:pt x="1572" y="797"/>
                    </a:cubicBezTo>
                    <a:cubicBezTo>
                      <a:pt x="1572" y="359"/>
                      <a:pt x="1234" y="1"/>
                      <a:pt x="7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37"/>
              <p:cNvSpPr/>
              <p:nvPr/>
            </p:nvSpPr>
            <p:spPr>
              <a:xfrm>
                <a:off x="5202926" y="4114345"/>
                <a:ext cx="36015" cy="36038"/>
              </a:xfrm>
              <a:custGeom>
                <a:avLst/>
                <a:gdLst/>
                <a:ahLst/>
                <a:cxnLst/>
                <a:rect l="l" t="t" r="r" b="b"/>
                <a:pathLst>
                  <a:path w="1592" h="1593" extrusionOk="0">
                    <a:moveTo>
                      <a:pt x="796" y="1"/>
                    </a:moveTo>
                    <a:cubicBezTo>
                      <a:pt x="359" y="1"/>
                      <a:pt x="0" y="359"/>
                      <a:pt x="0" y="797"/>
                    </a:cubicBezTo>
                    <a:cubicBezTo>
                      <a:pt x="0" y="1234"/>
                      <a:pt x="359" y="1592"/>
                      <a:pt x="796" y="1592"/>
                    </a:cubicBezTo>
                    <a:cubicBezTo>
                      <a:pt x="1234" y="1592"/>
                      <a:pt x="1592" y="1234"/>
                      <a:pt x="1592" y="797"/>
                    </a:cubicBezTo>
                    <a:cubicBezTo>
                      <a:pt x="1592" y="359"/>
                      <a:pt x="1234" y="1"/>
                      <a:pt x="7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37"/>
              <p:cNvSpPr/>
              <p:nvPr/>
            </p:nvSpPr>
            <p:spPr>
              <a:xfrm>
                <a:off x="5258282" y="4114345"/>
                <a:ext cx="36015" cy="36038"/>
              </a:xfrm>
              <a:custGeom>
                <a:avLst/>
                <a:gdLst/>
                <a:ahLst/>
                <a:cxnLst/>
                <a:rect l="l" t="t" r="r" b="b"/>
                <a:pathLst>
                  <a:path w="1592" h="1593" extrusionOk="0">
                    <a:moveTo>
                      <a:pt x="796" y="1"/>
                    </a:moveTo>
                    <a:cubicBezTo>
                      <a:pt x="358" y="1"/>
                      <a:pt x="0" y="359"/>
                      <a:pt x="0" y="797"/>
                    </a:cubicBezTo>
                    <a:cubicBezTo>
                      <a:pt x="0" y="1234"/>
                      <a:pt x="358" y="1592"/>
                      <a:pt x="796" y="1592"/>
                    </a:cubicBezTo>
                    <a:cubicBezTo>
                      <a:pt x="1234" y="1592"/>
                      <a:pt x="1592" y="1234"/>
                      <a:pt x="1592" y="797"/>
                    </a:cubicBezTo>
                    <a:cubicBezTo>
                      <a:pt x="1592" y="359"/>
                      <a:pt x="1234" y="1"/>
                      <a:pt x="7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37"/>
              <p:cNvSpPr/>
              <p:nvPr/>
            </p:nvSpPr>
            <p:spPr>
              <a:xfrm>
                <a:off x="5313639" y="4114345"/>
                <a:ext cx="35563" cy="36038"/>
              </a:xfrm>
              <a:custGeom>
                <a:avLst/>
                <a:gdLst/>
                <a:ahLst/>
                <a:cxnLst/>
                <a:rect l="l" t="t" r="r" b="b"/>
                <a:pathLst>
                  <a:path w="1572" h="1593" extrusionOk="0">
                    <a:moveTo>
                      <a:pt x="776" y="1"/>
                    </a:moveTo>
                    <a:cubicBezTo>
                      <a:pt x="338" y="1"/>
                      <a:pt x="0" y="359"/>
                      <a:pt x="0" y="797"/>
                    </a:cubicBezTo>
                    <a:cubicBezTo>
                      <a:pt x="0" y="1234"/>
                      <a:pt x="338" y="1592"/>
                      <a:pt x="776" y="1592"/>
                    </a:cubicBezTo>
                    <a:cubicBezTo>
                      <a:pt x="1214" y="1592"/>
                      <a:pt x="1572" y="1234"/>
                      <a:pt x="1572" y="797"/>
                    </a:cubicBezTo>
                    <a:cubicBezTo>
                      <a:pt x="1572" y="359"/>
                      <a:pt x="1214" y="1"/>
                      <a:pt x="7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470" name="Google Shape;2470;p37"/>
          <p:cNvSpPr/>
          <p:nvPr/>
        </p:nvSpPr>
        <p:spPr>
          <a:xfrm>
            <a:off x="6977200" y="4761325"/>
            <a:ext cx="1353300" cy="46800"/>
          </a:xfrm>
          <a:prstGeom prst="ellipse">
            <a:avLst/>
          </a:pr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71" name="Google Shape;2471;p37"/>
          <p:cNvGrpSpPr/>
          <p:nvPr/>
        </p:nvGrpSpPr>
        <p:grpSpPr>
          <a:xfrm>
            <a:off x="6961787" y="3839475"/>
            <a:ext cx="1454602" cy="945924"/>
            <a:chOff x="8953900" y="3008000"/>
            <a:chExt cx="2880400" cy="1872375"/>
          </a:xfrm>
        </p:grpSpPr>
        <p:sp>
          <p:nvSpPr>
            <p:cNvPr id="2472" name="Google Shape;2472;p37"/>
            <p:cNvSpPr/>
            <p:nvPr/>
          </p:nvSpPr>
          <p:spPr>
            <a:xfrm>
              <a:off x="11645400" y="3842825"/>
              <a:ext cx="188900" cy="152000"/>
            </a:xfrm>
            <a:custGeom>
              <a:avLst/>
              <a:gdLst/>
              <a:ahLst/>
              <a:cxnLst/>
              <a:rect l="l" t="t" r="r" b="b"/>
              <a:pathLst>
                <a:path w="7556" h="6080" extrusionOk="0">
                  <a:moveTo>
                    <a:pt x="4976" y="0"/>
                  </a:moveTo>
                  <a:cubicBezTo>
                    <a:pt x="4476" y="0"/>
                    <a:pt x="3971" y="149"/>
                    <a:pt x="3588" y="437"/>
                  </a:cubicBezTo>
                  <a:cubicBezTo>
                    <a:pt x="3206" y="724"/>
                    <a:pt x="2951" y="1133"/>
                    <a:pt x="2598" y="1452"/>
                  </a:cubicBezTo>
                  <a:cubicBezTo>
                    <a:pt x="2102" y="1894"/>
                    <a:pt x="1409" y="2139"/>
                    <a:pt x="719" y="2139"/>
                  </a:cubicBezTo>
                  <a:cubicBezTo>
                    <a:pt x="484" y="2139"/>
                    <a:pt x="250" y="2110"/>
                    <a:pt x="24" y="2052"/>
                  </a:cubicBezTo>
                  <a:lnTo>
                    <a:pt x="16" y="2763"/>
                  </a:lnTo>
                  <a:lnTo>
                    <a:pt x="1" y="3881"/>
                  </a:lnTo>
                  <a:cubicBezTo>
                    <a:pt x="205" y="3834"/>
                    <a:pt x="415" y="3811"/>
                    <a:pt x="625" y="3811"/>
                  </a:cubicBezTo>
                  <a:cubicBezTo>
                    <a:pt x="1340" y="3811"/>
                    <a:pt x="2057" y="4076"/>
                    <a:pt x="2558" y="4549"/>
                  </a:cubicBezTo>
                  <a:cubicBezTo>
                    <a:pt x="2903" y="4878"/>
                    <a:pt x="3146" y="5292"/>
                    <a:pt x="3520" y="5591"/>
                  </a:cubicBezTo>
                  <a:cubicBezTo>
                    <a:pt x="3918" y="5904"/>
                    <a:pt x="4470" y="6080"/>
                    <a:pt x="5005" y="6080"/>
                  </a:cubicBezTo>
                  <a:cubicBezTo>
                    <a:pt x="5497" y="6080"/>
                    <a:pt x="5974" y="5932"/>
                    <a:pt x="6306" y="5606"/>
                  </a:cubicBezTo>
                  <a:cubicBezTo>
                    <a:pt x="7242" y="4692"/>
                    <a:pt x="7556" y="3388"/>
                    <a:pt x="7333" y="2246"/>
                  </a:cubicBezTo>
                  <a:cubicBezTo>
                    <a:pt x="7202" y="1563"/>
                    <a:pt x="6876" y="939"/>
                    <a:pt x="6374" y="489"/>
                  </a:cubicBezTo>
                  <a:cubicBezTo>
                    <a:pt x="6005" y="159"/>
                    <a:pt x="5492" y="0"/>
                    <a:pt x="4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37"/>
            <p:cNvSpPr/>
            <p:nvPr/>
          </p:nvSpPr>
          <p:spPr>
            <a:xfrm>
              <a:off x="11645400" y="3898975"/>
              <a:ext cx="188900" cy="95850"/>
            </a:xfrm>
            <a:custGeom>
              <a:avLst/>
              <a:gdLst/>
              <a:ahLst/>
              <a:cxnLst/>
              <a:rect l="l" t="t" r="r" b="b"/>
              <a:pathLst>
                <a:path w="7556" h="3834" extrusionOk="0">
                  <a:moveTo>
                    <a:pt x="7333" y="0"/>
                  </a:moveTo>
                  <a:cubicBezTo>
                    <a:pt x="7087" y="295"/>
                    <a:pt x="6808" y="565"/>
                    <a:pt x="6502" y="800"/>
                  </a:cubicBezTo>
                  <a:cubicBezTo>
                    <a:pt x="5908" y="1248"/>
                    <a:pt x="5179" y="1545"/>
                    <a:pt x="4441" y="1545"/>
                  </a:cubicBezTo>
                  <a:cubicBezTo>
                    <a:pt x="4339" y="1545"/>
                    <a:pt x="4238" y="1539"/>
                    <a:pt x="4136" y="1527"/>
                  </a:cubicBezTo>
                  <a:cubicBezTo>
                    <a:pt x="2900" y="1388"/>
                    <a:pt x="1870" y="426"/>
                    <a:pt x="609" y="391"/>
                  </a:cubicBezTo>
                  <a:cubicBezTo>
                    <a:pt x="598" y="390"/>
                    <a:pt x="588" y="390"/>
                    <a:pt x="577" y="390"/>
                  </a:cubicBezTo>
                  <a:cubicBezTo>
                    <a:pt x="368" y="390"/>
                    <a:pt x="183" y="435"/>
                    <a:pt x="16" y="517"/>
                  </a:cubicBezTo>
                  <a:lnTo>
                    <a:pt x="1" y="1635"/>
                  </a:lnTo>
                  <a:cubicBezTo>
                    <a:pt x="205" y="1588"/>
                    <a:pt x="415" y="1565"/>
                    <a:pt x="625" y="1565"/>
                  </a:cubicBezTo>
                  <a:cubicBezTo>
                    <a:pt x="1340" y="1565"/>
                    <a:pt x="2057" y="1830"/>
                    <a:pt x="2558" y="2303"/>
                  </a:cubicBezTo>
                  <a:cubicBezTo>
                    <a:pt x="2903" y="2632"/>
                    <a:pt x="3146" y="3046"/>
                    <a:pt x="3520" y="3345"/>
                  </a:cubicBezTo>
                  <a:cubicBezTo>
                    <a:pt x="3918" y="3658"/>
                    <a:pt x="4470" y="3834"/>
                    <a:pt x="5005" y="3834"/>
                  </a:cubicBezTo>
                  <a:cubicBezTo>
                    <a:pt x="5497" y="3834"/>
                    <a:pt x="5974" y="3686"/>
                    <a:pt x="6306" y="3360"/>
                  </a:cubicBezTo>
                  <a:cubicBezTo>
                    <a:pt x="7242" y="2446"/>
                    <a:pt x="7556" y="1142"/>
                    <a:pt x="7333"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37"/>
            <p:cNvSpPr/>
            <p:nvPr/>
          </p:nvSpPr>
          <p:spPr>
            <a:xfrm>
              <a:off x="9522725" y="4005075"/>
              <a:ext cx="50075" cy="547275"/>
            </a:xfrm>
            <a:custGeom>
              <a:avLst/>
              <a:gdLst/>
              <a:ahLst/>
              <a:cxnLst/>
              <a:rect l="l" t="t" r="r" b="b"/>
              <a:pathLst>
                <a:path w="2003" h="21891" extrusionOk="0">
                  <a:moveTo>
                    <a:pt x="0" y="1"/>
                  </a:moveTo>
                  <a:lnTo>
                    <a:pt x="0" y="21890"/>
                  </a:lnTo>
                  <a:lnTo>
                    <a:pt x="2003" y="21890"/>
                  </a:lnTo>
                  <a:lnTo>
                    <a:pt x="20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37"/>
            <p:cNvSpPr/>
            <p:nvPr/>
          </p:nvSpPr>
          <p:spPr>
            <a:xfrm>
              <a:off x="9488575" y="4305250"/>
              <a:ext cx="118325" cy="83200"/>
            </a:xfrm>
            <a:custGeom>
              <a:avLst/>
              <a:gdLst/>
              <a:ahLst/>
              <a:cxnLst/>
              <a:rect l="l" t="t" r="r" b="b"/>
              <a:pathLst>
                <a:path w="4733" h="3328" extrusionOk="0">
                  <a:moveTo>
                    <a:pt x="33" y="1"/>
                  </a:moveTo>
                  <a:cubicBezTo>
                    <a:pt x="15" y="1"/>
                    <a:pt x="1" y="15"/>
                    <a:pt x="1" y="33"/>
                  </a:cubicBezTo>
                  <a:lnTo>
                    <a:pt x="1" y="3296"/>
                  </a:lnTo>
                  <a:cubicBezTo>
                    <a:pt x="1" y="3314"/>
                    <a:pt x="15" y="3328"/>
                    <a:pt x="33" y="3328"/>
                  </a:cubicBezTo>
                  <a:lnTo>
                    <a:pt x="4703" y="3328"/>
                  </a:lnTo>
                  <a:cubicBezTo>
                    <a:pt x="4719" y="3328"/>
                    <a:pt x="4733" y="3314"/>
                    <a:pt x="4733" y="3296"/>
                  </a:cubicBezTo>
                  <a:lnTo>
                    <a:pt x="4733" y="33"/>
                  </a:lnTo>
                  <a:cubicBezTo>
                    <a:pt x="4733" y="15"/>
                    <a:pt x="4719" y="1"/>
                    <a:pt x="470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37"/>
            <p:cNvSpPr/>
            <p:nvPr/>
          </p:nvSpPr>
          <p:spPr>
            <a:xfrm>
              <a:off x="9572650" y="4185775"/>
              <a:ext cx="69275" cy="46700"/>
            </a:xfrm>
            <a:custGeom>
              <a:avLst/>
              <a:gdLst/>
              <a:ahLst/>
              <a:cxnLst/>
              <a:rect l="l" t="t" r="r" b="b"/>
              <a:pathLst>
                <a:path w="2771" h="1868" extrusionOk="0">
                  <a:moveTo>
                    <a:pt x="0" y="1"/>
                  </a:moveTo>
                  <a:lnTo>
                    <a:pt x="0" y="1868"/>
                  </a:lnTo>
                  <a:lnTo>
                    <a:pt x="2770" y="1868"/>
                  </a:lnTo>
                  <a:lnTo>
                    <a:pt x="277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37"/>
            <p:cNvSpPr/>
            <p:nvPr/>
          </p:nvSpPr>
          <p:spPr>
            <a:xfrm>
              <a:off x="11535250" y="3157600"/>
              <a:ext cx="156175" cy="883725"/>
            </a:xfrm>
            <a:custGeom>
              <a:avLst/>
              <a:gdLst/>
              <a:ahLst/>
              <a:cxnLst/>
              <a:rect l="l" t="t" r="r" b="b"/>
              <a:pathLst>
                <a:path w="6247" h="35349" extrusionOk="0">
                  <a:moveTo>
                    <a:pt x="0" y="0"/>
                  </a:moveTo>
                  <a:lnTo>
                    <a:pt x="0" y="35348"/>
                  </a:lnTo>
                  <a:cubicBezTo>
                    <a:pt x="2552" y="35348"/>
                    <a:pt x="4732" y="33501"/>
                    <a:pt x="5143" y="30983"/>
                  </a:cubicBezTo>
                  <a:cubicBezTo>
                    <a:pt x="5669" y="27744"/>
                    <a:pt x="6247" y="22982"/>
                    <a:pt x="6247" y="17674"/>
                  </a:cubicBezTo>
                  <a:cubicBezTo>
                    <a:pt x="6247" y="12367"/>
                    <a:pt x="5669" y="7604"/>
                    <a:pt x="5143" y="4365"/>
                  </a:cubicBezTo>
                  <a:cubicBezTo>
                    <a:pt x="4732" y="1847"/>
                    <a:pt x="2552"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37"/>
            <p:cNvSpPr/>
            <p:nvPr/>
          </p:nvSpPr>
          <p:spPr>
            <a:xfrm>
              <a:off x="11569375" y="3193350"/>
              <a:ext cx="70750" cy="150025"/>
            </a:xfrm>
            <a:custGeom>
              <a:avLst/>
              <a:gdLst/>
              <a:ahLst/>
              <a:cxnLst/>
              <a:rect l="l" t="t" r="r" b="b"/>
              <a:pathLst>
                <a:path w="2830" h="6001" extrusionOk="0">
                  <a:moveTo>
                    <a:pt x="1" y="1"/>
                  </a:moveTo>
                  <a:lnTo>
                    <a:pt x="1" y="1"/>
                  </a:lnTo>
                  <a:cubicBezTo>
                    <a:pt x="353" y="1919"/>
                    <a:pt x="516" y="3979"/>
                    <a:pt x="629" y="6001"/>
                  </a:cubicBezTo>
                  <a:cubicBezTo>
                    <a:pt x="1458" y="5438"/>
                    <a:pt x="1926" y="4872"/>
                    <a:pt x="2827" y="4433"/>
                  </a:cubicBezTo>
                  <a:cubicBezTo>
                    <a:pt x="2830" y="3476"/>
                    <a:pt x="2683" y="2496"/>
                    <a:pt x="2223" y="1657"/>
                  </a:cubicBezTo>
                  <a:cubicBezTo>
                    <a:pt x="1761" y="818"/>
                    <a:pt x="949" y="136"/>
                    <a:pt x="1"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37"/>
            <p:cNvSpPr/>
            <p:nvPr/>
          </p:nvSpPr>
          <p:spPr>
            <a:xfrm>
              <a:off x="11486450" y="3157600"/>
              <a:ext cx="97625" cy="883725"/>
            </a:xfrm>
            <a:custGeom>
              <a:avLst/>
              <a:gdLst/>
              <a:ahLst/>
              <a:cxnLst/>
              <a:rect l="l" t="t" r="r" b="b"/>
              <a:pathLst>
                <a:path w="3905" h="35349" extrusionOk="0">
                  <a:moveTo>
                    <a:pt x="1952" y="0"/>
                  </a:moveTo>
                  <a:cubicBezTo>
                    <a:pt x="874" y="0"/>
                    <a:pt x="0" y="7913"/>
                    <a:pt x="0" y="17674"/>
                  </a:cubicBezTo>
                  <a:cubicBezTo>
                    <a:pt x="0" y="27436"/>
                    <a:pt x="874" y="35348"/>
                    <a:pt x="1952" y="35348"/>
                  </a:cubicBezTo>
                  <a:cubicBezTo>
                    <a:pt x="3031" y="35348"/>
                    <a:pt x="3905" y="27436"/>
                    <a:pt x="3905" y="17674"/>
                  </a:cubicBezTo>
                  <a:cubicBezTo>
                    <a:pt x="3905" y="7913"/>
                    <a:pt x="3031" y="0"/>
                    <a:pt x="19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37"/>
            <p:cNvSpPr/>
            <p:nvPr/>
          </p:nvSpPr>
          <p:spPr>
            <a:xfrm>
              <a:off x="11391000" y="3513950"/>
              <a:ext cx="166825" cy="171000"/>
            </a:xfrm>
            <a:custGeom>
              <a:avLst/>
              <a:gdLst/>
              <a:ahLst/>
              <a:cxnLst/>
              <a:rect l="l" t="t" r="r" b="b"/>
              <a:pathLst>
                <a:path w="6673" h="6840" extrusionOk="0">
                  <a:moveTo>
                    <a:pt x="0" y="1"/>
                  </a:moveTo>
                  <a:lnTo>
                    <a:pt x="0" y="6840"/>
                  </a:lnTo>
                  <a:lnTo>
                    <a:pt x="4848" y="6840"/>
                  </a:lnTo>
                  <a:cubicBezTo>
                    <a:pt x="5606" y="6840"/>
                    <a:pt x="6266" y="6319"/>
                    <a:pt x="6437" y="5581"/>
                  </a:cubicBezTo>
                  <a:cubicBezTo>
                    <a:pt x="6566" y="5019"/>
                    <a:pt x="6673" y="4250"/>
                    <a:pt x="6673" y="3247"/>
                  </a:cubicBezTo>
                  <a:cubicBezTo>
                    <a:pt x="6673" y="2414"/>
                    <a:pt x="6570" y="1740"/>
                    <a:pt x="6442" y="1228"/>
                  </a:cubicBezTo>
                  <a:cubicBezTo>
                    <a:pt x="6261" y="503"/>
                    <a:pt x="5606" y="1"/>
                    <a:pt x="4861" y="1"/>
                  </a:cubicBezTo>
                  <a:close/>
                </a:path>
              </a:pathLst>
            </a:custGeom>
            <a:solidFill>
              <a:srgbClr val="7754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37"/>
            <p:cNvSpPr/>
            <p:nvPr/>
          </p:nvSpPr>
          <p:spPr>
            <a:xfrm>
              <a:off x="11313025" y="3301400"/>
              <a:ext cx="105350" cy="596100"/>
            </a:xfrm>
            <a:custGeom>
              <a:avLst/>
              <a:gdLst/>
              <a:ahLst/>
              <a:cxnLst/>
              <a:rect l="l" t="t" r="r" b="b"/>
              <a:pathLst>
                <a:path w="4214" h="23844" extrusionOk="0">
                  <a:moveTo>
                    <a:pt x="1" y="1"/>
                  </a:moveTo>
                  <a:lnTo>
                    <a:pt x="1" y="23844"/>
                  </a:lnTo>
                  <a:cubicBezTo>
                    <a:pt x="1721" y="23844"/>
                    <a:pt x="3193" y="22598"/>
                    <a:pt x="3468" y="20900"/>
                  </a:cubicBezTo>
                  <a:cubicBezTo>
                    <a:pt x="3823" y="18714"/>
                    <a:pt x="4214" y="15502"/>
                    <a:pt x="4214" y="11922"/>
                  </a:cubicBezTo>
                  <a:cubicBezTo>
                    <a:pt x="4214" y="8342"/>
                    <a:pt x="3823" y="5130"/>
                    <a:pt x="3468" y="2945"/>
                  </a:cubicBezTo>
                  <a:cubicBezTo>
                    <a:pt x="3193" y="1246"/>
                    <a:pt x="1721" y="1"/>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37"/>
            <p:cNvSpPr/>
            <p:nvPr/>
          </p:nvSpPr>
          <p:spPr>
            <a:xfrm>
              <a:off x="11341575" y="3327325"/>
              <a:ext cx="53275" cy="112925"/>
            </a:xfrm>
            <a:custGeom>
              <a:avLst/>
              <a:gdLst/>
              <a:ahLst/>
              <a:cxnLst/>
              <a:rect l="l" t="t" r="r" b="b"/>
              <a:pathLst>
                <a:path w="2131" h="4517" extrusionOk="0">
                  <a:moveTo>
                    <a:pt x="0" y="1"/>
                  </a:moveTo>
                  <a:lnTo>
                    <a:pt x="0" y="1"/>
                  </a:lnTo>
                  <a:cubicBezTo>
                    <a:pt x="266" y="1443"/>
                    <a:pt x="389" y="2995"/>
                    <a:pt x="474" y="4516"/>
                  </a:cubicBezTo>
                  <a:cubicBezTo>
                    <a:pt x="1098" y="4093"/>
                    <a:pt x="1450" y="3667"/>
                    <a:pt x="2128" y="3336"/>
                  </a:cubicBezTo>
                  <a:cubicBezTo>
                    <a:pt x="2131" y="2615"/>
                    <a:pt x="2019" y="1878"/>
                    <a:pt x="1673" y="1247"/>
                  </a:cubicBezTo>
                  <a:cubicBezTo>
                    <a:pt x="1326" y="615"/>
                    <a:pt x="714" y="102"/>
                    <a:pt x="0"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37"/>
            <p:cNvSpPr/>
            <p:nvPr/>
          </p:nvSpPr>
          <p:spPr>
            <a:xfrm>
              <a:off x="11280100" y="3301400"/>
              <a:ext cx="65850" cy="596100"/>
            </a:xfrm>
            <a:custGeom>
              <a:avLst/>
              <a:gdLst/>
              <a:ahLst/>
              <a:cxnLst/>
              <a:rect l="l" t="t" r="r" b="b"/>
              <a:pathLst>
                <a:path w="2634" h="23844" extrusionOk="0">
                  <a:moveTo>
                    <a:pt x="1318" y="1"/>
                  </a:moveTo>
                  <a:cubicBezTo>
                    <a:pt x="969" y="1"/>
                    <a:pt x="634" y="1257"/>
                    <a:pt x="386" y="3493"/>
                  </a:cubicBezTo>
                  <a:cubicBezTo>
                    <a:pt x="139" y="5728"/>
                    <a:pt x="1" y="8761"/>
                    <a:pt x="1" y="11922"/>
                  </a:cubicBezTo>
                  <a:cubicBezTo>
                    <a:pt x="1" y="15084"/>
                    <a:pt x="139" y="18117"/>
                    <a:pt x="386" y="20351"/>
                  </a:cubicBezTo>
                  <a:cubicBezTo>
                    <a:pt x="634" y="22587"/>
                    <a:pt x="969" y="23844"/>
                    <a:pt x="1318" y="23844"/>
                  </a:cubicBezTo>
                  <a:cubicBezTo>
                    <a:pt x="1667" y="23844"/>
                    <a:pt x="2001" y="22587"/>
                    <a:pt x="2248" y="20351"/>
                  </a:cubicBezTo>
                  <a:cubicBezTo>
                    <a:pt x="2496" y="18117"/>
                    <a:pt x="2634" y="15084"/>
                    <a:pt x="2634" y="11922"/>
                  </a:cubicBezTo>
                  <a:cubicBezTo>
                    <a:pt x="2634" y="8761"/>
                    <a:pt x="2496" y="5728"/>
                    <a:pt x="2248" y="3493"/>
                  </a:cubicBezTo>
                  <a:cubicBezTo>
                    <a:pt x="2001" y="1257"/>
                    <a:pt x="1667" y="1"/>
                    <a:pt x="13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37"/>
            <p:cNvSpPr/>
            <p:nvPr/>
          </p:nvSpPr>
          <p:spPr>
            <a:xfrm>
              <a:off x="9788125" y="3285250"/>
              <a:ext cx="1568900" cy="1266775"/>
            </a:xfrm>
            <a:custGeom>
              <a:avLst/>
              <a:gdLst/>
              <a:ahLst/>
              <a:cxnLst/>
              <a:rect l="l" t="t" r="r" b="b"/>
              <a:pathLst>
                <a:path w="62756" h="50671" extrusionOk="0">
                  <a:moveTo>
                    <a:pt x="44909" y="1"/>
                  </a:moveTo>
                  <a:cubicBezTo>
                    <a:pt x="40844" y="1"/>
                    <a:pt x="36640" y="807"/>
                    <a:pt x="32931" y="1775"/>
                  </a:cubicBezTo>
                  <a:cubicBezTo>
                    <a:pt x="22444" y="4513"/>
                    <a:pt x="14389" y="5274"/>
                    <a:pt x="8853" y="5274"/>
                  </a:cubicBezTo>
                  <a:cubicBezTo>
                    <a:pt x="3679" y="5274"/>
                    <a:pt x="704" y="4609"/>
                    <a:pt x="0" y="4274"/>
                  </a:cubicBezTo>
                  <a:lnTo>
                    <a:pt x="0" y="22909"/>
                  </a:lnTo>
                  <a:cubicBezTo>
                    <a:pt x="0" y="22909"/>
                    <a:pt x="1562" y="22122"/>
                    <a:pt x="2652" y="21560"/>
                  </a:cubicBezTo>
                  <a:cubicBezTo>
                    <a:pt x="8252" y="18668"/>
                    <a:pt x="15559" y="16965"/>
                    <a:pt x="22146" y="16965"/>
                  </a:cubicBezTo>
                  <a:cubicBezTo>
                    <a:pt x="29013" y="16965"/>
                    <a:pt x="35098" y="18816"/>
                    <a:pt x="37654" y="23099"/>
                  </a:cubicBezTo>
                  <a:cubicBezTo>
                    <a:pt x="42709" y="31569"/>
                    <a:pt x="33540" y="50670"/>
                    <a:pt x="33540" y="50670"/>
                  </a:cubicBezTo>
                  <a:lnTo>
                    <a:pt x="60213" y="50670"/>
                  </a:lnTo>
                  <a:cubicBezTo>
                    <a:pt x="59011" y="42692"/>
                    <a:pt x="56676" y="32393"/>
                    <a:pt x="59091" y="23703"/>
                  </a:cubicBezTo>
                  <a:cubicBezTo>
                    <a:pt x="62756" y="10513"/>
                    <a:pt x="59713" y="4426"/>
                    <a:pt x="53605" y="1656"/>
                  </a:cubicBezTo>
                  <a:cubicBezTo>
                    <a:pt x="50968" y="460"/>
                    <a:pt x="47978" y="1"/>
                    <a:pt x="449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37"/>
            <p:cNvSpPr/>
            <p:nvPr/>
          </p:nvSpPr>
          <p:spPr>
            <a:xfrm>
              <a:off x="10004850" y="3666675"/>
              <a:ext cx="817775" cy="711775"/>
            </a:xfrm>
            <a:custGeom>
              <a:avLst/>
              <a:gdLst/>
              <a:ahLst/>
              <a:cxnLst/>
              <a:rect l="l" t="t" r="r" b="b"/>
              <a:pathLst>
                <a:path w="32711" h="28471" extrusionOk="0">
                  <a:moveTo>
                    <a:pt x="14650" y="1"/>
                  </a:moveTo>
                  <a:cubicBezTo>
                    <a:pt x="14438" y="1"/>
                    <a:pt x="14226" y="3"/>
                    <a:pt x="14014" y="8"/>
                  </a:cubicBezTo>
                  <a:cubicBezTo>
                    <a:pt x="9556" y="104"/>
                    <a:pt x="3838" y="1149"/>
                    <a:pt x="1" y="3849"/>
                  </a:cubicBezTo>
                  <a:cubicBezTo>
                    <a:pt x="4331" y="2473"/>
                    <a:pt x="9067" y="1709"/>
                    <a:pt x="13481" y="1709"/>
                  </a:cubicBezTo>
                  <a:cubicBezTo>
                    <a:pt x="20347" y="1709"/>
                    <a:pt x="26431" y="3560"/>
                    <a:pt x="28984" y="7842"/>
                  </a:cubicBezTo>
                  <a:cubicBezTo>
                    <a:pt x="32070" y="13011"/>
                    <a:pt x="29855" y="22141"/>
                    <a:pt x="27660" y="28470"/>
                  </a:cubicBezTo>
                  <a:cubicBezTo>
                    <a:pt x="31271" y="23508"/>
                    <a:pt x="32711" y="16983"/>
                    <a:pt x="31407" y="10979"/>
                  </a:cubicBezTo>
                  <a:cubicBezTo>
                    <a:pt x="30699" y="7710"/>
                    <a:pt x="29087" y="4457"/>
                    <a:pt x="26256" y="2676"/>
                  </a:cubicBezTo>
                  <a:cubicBezTo>
                    <a:pt x="25291" y="2068"/>
                    <a:pt x="24217" y="1649"/>
                    <a:pt x="23127" y="1304"/>
                  </a:cubicBezTo>
                  <a:cubicBezTo>
                    <a:pt x="20390" y="430"/>
                    <a:pt x="17520" y="1"/>
                    <a:pt x="14650"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37"/>
            <p:cNvSpPr/>
            <p:nvPr/>
          </p:nvSpPr>
          <p:spPr>
            <a:xfrm>
              <a:off x="11164775" y="3355800"/>
              <a:ext cx="181125" cy="1196225"/>
            </a:xfrm>
            <a:custGeom>
              <a:avLst/>
              <a:gdLst/>
              <a:ahLst/>
              <a:cxnLst/>
              <a:rect l="l" t="t" r="r" b="b"/>
              <a:pathLst>
                <a:path w="7245" h="47849" extrusionOk="0">
                  <a:moveTo>
                    <a:pt x="616" y="1"/>
                  </a:moveTo>
                  <a:lnTo>
                    <a:pt x="616" y="1"/>
                  </a:lnTo>
                  <a:cubicBezTo>
                    <a:pt x="1113" y="832"/>
                    <a:pt x="1587" y="1591"/>
                    <a:pt x="1805" y="2140"/>
                  </a:cubicBezTo>
                  <a:cubicBezTo>
                    <a:pt x="3233" y="5747"/>
                    <a:pt x="3591" y="9746"/>
                    <a:pt x="3114" y="13581"/>
                  </a:cubicBezTo>
                  <a:cubicBezTo>
                    <a:pt x="2787" y="16196"/>
                    <a:pt x="2104" y="18757"/>
                    <a:pt x="1627" y="21350"/>
                  </a:cubicBezTo>
                  <a:cubicBezTo>
                    <a:pt x="0" y="30185"/>
                    <a:pt x="859" y="39454"/>
                    <a:pt x="4056" y="47848"/>
                  </a:cubicBezTo>
                  <a:lnTo>
                    <a:pt x="5149" y="47848"/>
                  </a:lnTo>
                  <a:cubicBezTo>
                    <a:pt x="3945" y="39871"/>
                    <a:pt x="1610" y="29570"/>
                    <a:pt x="4024" y="20880"/>
                  </a:cubicBezTo>
                  <a:cubicBezTo>
                    <a:pt x="7245" y="9289"/>
                    <a:pt x="5289" y="3186"/>
                    <a:pt x="616" y="1"/>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37"/>
            <p:cNvSpPr/>
            <p:nvPr/>
          </p:nvSpPr>
          <p:spPr>
            <a:xfrm>
              <a:off x="9866775" y="3304900"/>
              <a:ext cx="1072225" cy="190300"/>
            </a:xfrm>
            <a:custGeom>
              <a:avLst/>
              <a:gdLst/>
              <a:ahLst/>
              <a:cxnLst/>
              <a:rect l="l" t="t" r="r" b="b"/>
              <a:pathLst>
                <a:path w="42889" h="7612" extrusionOk="0">
                  <a:moveTo>
                    <a:pt x="40574" y="0"/>
                  </a:moveTo>
                  <a:cubicBezTo>
                    <a:pt x="34661" y="0"/>
                    <a:pt x="28845" y="2063"/>
                    <a:pt x="23008" y="3307"/>
                  </a:cubicBezTo>
                  <a:cubicBezTo>
                    <a:pt x="16650" y="4663"/>
                    <a:pt x="10127" y="5057"/>
                    <a:pt x="3629" y="5222"/>
                  </a:cubicBezTo>
                  <a:cubicBezTo>
                    <a:pt x="3629" y="5222"/>
                    <a:pt x="1430" y="5110"/>
                    <a:pt x="23" y="4762"/>
                  </a:cubicBezTo>
                  <a:lnTo>
                    <a:pt x="23" y="4762"/>
                  </a:lnTo>
                  <a:cubicBezTo>
                    <a:pt x="1" y="6189"/>
                    <a:pt x="1080" y="7398"/>
                    <a:pt x="2501" y="7529"/>
                  </a:cubicBezTo>
                  <a:cubicBezTo>
                    <a:pt x="3133" y="7588"/>
                    <a:pt x="3591" y="7612"/>
                    <a:pt x="3591" y="7612"/>
                  </a:cubicBezTo>
                  <a:cubicBezTo>
                    <a:pt x="10089" y="7446"/>
                    <a:pt x="16613" y="7053"/>
                    <a:pt x="22970" y="5697"/>
                  </a:cubicBezTo>
                  <a:cubicBezTo>
                    <a:pt x="28808" y="4453"/>
                    <a:pt x="34624" y="2390"/>
                    <a:pt x="40535" y="2390"/>
                  </a:cubicBezTo>
                  <a:cubicBezTo>
                    <a:pt x="40554" y="2390"/>
                    <a:pt x="40572" y="2390"/>
                    <a:pt x="40590" y="2390"/>
                  </a:cubicBezTo>
                  <a:cubicBezTo>
                    <a:pt x="40592" y="2390"/>
                    <a:pt x="40593" y="2390"/>
                    <a:pt x="40595" y="2390"/>
                  </a:cubicBezTo>
                  <a:cubicBezTo>
                    <a:pt x="41850" y="2390"/>
                    <a:pt x="42869" y="1368"/>
                    <a:pt x="42889" y="112"/>
                  </a:cubicBezTo>
                  <a:cubicBezTo>
                    <a:pt x="42115" y="35"/>
                    <a:pt x="41344" y="0"/>
                    <a:pt x="40574" y="0"/>
                  </a:cubicBezTo>
                  <a:close/>
                </a:path>
              </a:pathLst>
            </a:custGeom>
            <a:solidFill>
              <a:srgbClr val="FFFF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37"/>
            <p:cNvSpPr/>
            <p:nvPr/>
          </p:nvSpPr>
          <p:spPr>
            <a:xfrm>
              <a:off x="9676625" y="3331300"/>
              <a:ext cx="177375" cy="684125"/>
            </a:xfrm>
            <a:custGeom>
              <a:avLst/>
              <a:gdLst/>
              <a:ahLst/>
              <a:cxnLst/>
              <a:rect l="l" t="t" r="r" b="b"/>
              <a:pathLst>
                <a:path w="7095" h="27365" extrusionOk="0">
                  <a:moveTo>
                    <a:pt x="0" y="0"/>
                  </a:moveTo>
                  <a:lnTo>
                    <a:pt x="0" y="27364"/>
                  </a:lnTo>
                  <a:cubicBezTo>
                    <a:pt x="0" y="27364"/>
                    <a:pt x="2667" y="23850"/>
                    <a:pt x="3519" y="22894"/>
                  </a:cubicBezTo>
                  <a:cubicBezTo>
                    <a:pt x="4948" y="21292"/>
                    <a:pt x="7094" y="19713"/>
                    <a:pt x="7094" y="19713"/>
                  </a:cubicBezTo>
                  <a:lnTo>
                    <a:pt x="7094" y="3066"/>
                  </a:lnTo>
                  <a:cubicBezTo>
                    <a:pt x="7094" y="3066"/>
                    <a:pt x="4177" y="2537"/>
                    <a:pt x="2604" y="1725"/>
                  </a:cubicBezTo>
                  <a:cubicBezTo>
                    <a:pt x="1794" y="1308"/>
                    <a:pt x="0"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37"/>
            <p:cNvSpPr/>
            <p:nvPr/>
          </p:nvSpPr>
          <p:spPr>
            <a:xfrm>
              <a:off x="9520700" y="3331300"/>
              <a:ext cx="155950" cy="684125"/>
            </a:xfrm>
            <a:custGeom>
              <a:avLst/>
              <a:gdLst/>
              <a:ahLst/>
              <a:cxnLst/>
              <a:rect l="l" t="t" r="r" b="b"/>
              <a:pathLst>
                <a:path w="6238" h="27365" extrusionOk="0">
                  <a:moveTo>
                    <a:pt x="0" y="0"/>
                  </a:moveTo>
                  <a:lnTo>
                    <a:pt x="0" y="27364"/>
                  </a:lnTo>
                  <a:lnTo>
                    <a:pt x="6237" y="27364"/>
                  </a:lnTo>
                  <a:lnTo>
                    <a:pt x="62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37"/>
            <p:cNvSpPr/>
            <p:nvPr/>
          </p:nvSpPr>
          <p:spPr>
            <a:xfrm>
              <a:off x="10819000" y="3276525"/>
              <a:ext cx="239775" cy="54625"/>
            </a:xfrm>
            <a:custGeom>
              <a:avLst/>
              <a:gdLst/>
              <a:ahLst/>
              <a:cxnLst/>
              <a:rect l="l" t="t" r="r" b="b"/>
              <a:pathLst>
                <a:path w="9591" h="2185" extrusionOk="0">
                  <a:moveTo>
                    <a:pt x="4732" y="1"/>
                  </a:moveTo>
                  <a:cubicBezTo>
                    <a:pt x="288" y="1"/>
                    <a:pt x="1" y="2184"/>
                    <a:pt x="4516" y="2184"/>
                  </a:cubicBezTo>
                  <a:cubicBezTo>
                    <a:pt x="9590" y="2184"/>
                    <a:pt x="9513" y="1"/>
                    <a:pt x="47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37"/>
            <p:cNvSpPr/>
            <p:nvPr/>
          </p:nvSpPr>
          <p:spPr>
            <a:xfrm>
              <a:off x="10923150" y="3008000"/>
              <a:ext cx="31225" cy="295825"/>
            </a:xfrm>
            <a:custGeom>
              <a:avLst/>
              <a:gdLst/>
              <a:ahLst/>
              <a:cxnLst/>
              <a:rect l="l" t="t" r="r" b="b"/>
              <a:pathLst>
                <a:path w="1249" h="11833" extrusionOk="0">
                  <a:moveTo>
                    <a:pt x="1" y="1"/>
                  </a:moveTo>
                  <a:lnTo>
                    <a:pt x="1" y="11813"/>
                  </a:lnTo>
                  <a:cubicBezTo>
                    <a:pt x="1" y="11824"/>
                    <a:pt x="9" y="11833"/>
                    <a:pt x="21" y="11833"/>
                  </a:cubicBezTo>
                  <a:lnTo>
                    <a:pt x="1229" y="11833"/>
                  </a:lnTo>
                  <a:cubicBezTo>
                    <a:pt x="1239" y="11833"/>
                    <a:pt x="1249" y="11824"/>
                    <a:pt x="1249" y="11813"/>
                  </a:cubicBezTo>
                  <a:lnTo>
                    <a:pt x="124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37"/>
            <p:cNvSpPr/>
            <p:nvPr/>
          </p:nvSpPr>
          <p:spPr>
            <a:xfrm>
              <a:off x="10093775" y="3384825"/>
              <a:ext cx="239750" cy="54575"/>
            </a:xfrm>
            <a:custGeom>
              <a:avLst/>
              <a:gdLst/>
              <a:ahLst/>
              <a:cxnLst/>
              <a:rect l="l" t="t" r="r" b="b"/>
              <a:pathLst>
                <a:path w="9590" h="2183" extrusionOk="0">
                  <a:moveTo>
                    <a:pt x="4731" y="0"/>
                  </a:moveTo>
                  <a:cubicBezTo>
                    <a:pt x="287" y="0"/>
                    <a:pt x="0" y="2182"/>
                    <a:pt x="4515" y="2182"/>
                  </a:cubicBezTo>
                  <a:cubicBezTo>
                    <a:pt x="9590" y="2182"/>
                    <a:pt x="9512" y="0"/>
                    <a:pt x="47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37"/>
            <p:cNvSpPr/>
            <p:nvPr/>
          </p:nvSpPr>
          <p:spPr>
            <a:xfrm>
              <a:off x="10197925" y="3116275"/>
              <a:ext cx="31225" cy="295850"/>
            </a:xfrm>
            <a:custGeom>
              <a:avLst/>
              <a:gdLst/>
              <a:ahLst/>
              <a:cxnLst/>
              <a:rect l="l" t="t" r="r" b="b"/>
              <a:pathLst>
                <a:path w="1249" h="11834" extrusionOk="0">
                  <a:moveTo>
                    <a:pt x="0" y="1"/>
                  </a:moveTo>
                  <a:lnTo>
                    <a:pt x="0" y="11813"/>
                  </a:lnTo>
                  <a:cubicBezTo>
                    <a:pt x="0" y="11824"/>
                    <a:pt x="10" y="11833"/>
                    <a:pt x="20" y="11833"/>
                  </a:cubicBezTo>
                  <a:lnTo>
                    <a:pt x="1228" y="11833"/>
                  </a:lnTo>
                  <a:cubicBezTo>
                    <a:pt x="1240" y="11833"/>
                    <a:pt x="1248" y="11824"/>
                    <a:pt x="1248" y="11813"/>
                  </a:cubicBezTo>
                  <a:lnTo>
                    <a:pt x="124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37"/>
            <p:cNvSpPr/>
            <p:nvPr/>
          </p:nvSpPr>
          <p:spPr>
            <a:xfrm>
              <a:off x="10837050" y="3747450"/>
              <a:ext cx="93475" cy="82050"/>
            </a:xfrm>
            <a:custGeom>
              <a:avLst/>
              <a:gdLst/>
              <a:ahLst/>
              <a:cxnLst/>
              <a:rect l="l" t="t" r="r" b="b"/>
              <a:pathLst>
                <a:path w="3739" h="3282" fill="none" extrusionOk="0">
                  <a:moveTo>
                    <a:pt x="3739" y="0"/>
                  </a:moveTo>
                  <a:cubicBezTo>
                    <a:pt x="3487" y="458"/>
                    <a:pt x="3331" y="959"/>
                    <a:pt x="3134" y="1442"/>
                  </a:cubicBezTo>
                  <a:cubicBezTo>
                    <a:pt x="2937" y="1925"/>
                    <a:pt x="2690" y="2403"/>
                    <a:pt x="2299" y="2747"/>
                  </a:cubicBezTo>
                  <a:cubicBezTo>
                    <a:pt x="1907" y="3092"/>
                    <a:pt x="1347" y="3282"/>
                    <a:pt x="851" y="3119"/>
                  </a:cubicBezTo>
                  <a:cubicBezTo>
                    <a:pt x="356" y="2956"/>
                    <a:pt x="1" y="2376"/>
                    <a:pt x="185" y="1888"/>
                  </a:cubicBezTo>
                  <a:cubicBezTo>
                    <a:pt x="370" y="1401"/>
                    <a:pt x="1148" y="1246"/>
                    <a:pt x="1436" y="1681"/>
                  </a:cubicBezTo>
                </a:path>
              </a:pathLst>
            </a:custGeom>
            <a:noFill/>
            <a:ln w="163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37"/>
            <p:cNvSpPr/>
            <p:nvPr/>
          </p:nvSpPr>
          <p:spPr>
            <a:xfrm>
              <a:off x="10784775" y="3704675"/>
              <a:ext cx="109525" cy="54200"/>
            </a:xfrm>
            <a:custGeom>
              <a:avLst/>
              <a:gdLst/>
              <a:ahLst/>
              <a:cxnLst/>
              <a:rect l="l" t="t" r="r" b="b"/>
              <a:pathLst>
                <a:path w="4381" h="2168" fill="none" extrusionOk="0">
                  <a:moveTo>
                    <a:pt x="4380" y="79"/>
                  </a:moveTo>
                  <a:cubicBezTo>
                    <a:pt x="3967" y="395"/>
                    <a:pt x="3621" y="792"/>
                    <a:pt x="3246" y="1154"/>
                  </a:cubicBezTo>
                  <a:cubicBezTo>
                    <a:pt x="2871" y="1516"/>
                    <a:pt x="2451" y="1853"/>
                    <a:pt x="1953" y="2010"/>
                  </a:cubicBezTo>
                  <a:cubicBezTo>
                    <a:pt x="1456" y="2167"/>
                    <a:pt x="867" y="2115"/>
                    <a:pt x="479" y="1767"/>
                  </a:cubicBezTo>
                  <a:cubicBezTo>
                    <a:pt x="91" y="1417"/>
                    <a:pt x="1" y="744"/>
                    <a:pt x="367" y="372"/>
                  </a:cubicBezTo>
                  <a:cubicBezTo>
                    <a:pt x="732" y="1"/>
                    <a:pt x="1507" y="173"/>
                    <a:pt x="1596" y="687"/>
                  </a:cubicBezTo>
                </a:path>
              </a:pathLst>
            </a:custGeom>
            <a:noFill/>
            <a:ln w="163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37"/>
            <p:cNvSpPr/>
            <p:nvPr/>
          </p:nvSpPr>
          <p:spPr>
            <a:xfrm>
              <a:off x="10766025" y="3612475"/>
              <a:ext cx="161500" cy="60100"/>
            </a:xfrm>
            <a:custGeom>
              <a:avLst/>
              <a:gdLst/>
              <a:ahLst/>
              <a:cxnLst/>
              <a:rect l="l" t="t" r="r" b="b"/>
              <a:pathLst>
                <a:path w="6460" h="2404" fill="none" extrusionOk="0">
                  <a:moveTo>
                    <a:pt x="6459" y="1686"/>
                  </a:moveTo>
                  <a:cubicBezTo>
                    <a:pt x="5815" y="1483"/>
                    <a:pt x="5115" y="1454"/>
                    <a:pt x="4455" y="1601"/>
                  </a:cubicBezTo>
                  <a:cubicBezTo>
                    <a:pt x="3947" y="1715"/>
                    <a:pt x="3467" y="1930"/>
                    <a:pt x="2974" y="2101"/>
                  </a:cubicBezTo>
                  <a:cubicBezTo>
                    <a:pt x="2482" y="2273"/>
                    <a:pt x="1960" y="2403"/>
                    <a:pt x="1442" y="2337"/>
                  </a:cubicBezTo>
                  <a:cubicBezTo>
                    <a:pt x="926" y="2272"/>
                    <a:pt x="412" y="1976"/>
                    <a:pt x="206" y="1498"/>
                  </a:cubicBezTo>
                  <a:cubicBezTo>
                    <a:pt x="1" y="1019"/>
                    <a:pt x="200" y="369"/>
                    <a:pt x="689" y="185"/>
                  </a:cubicBezTo>
                  <a:cubicBezTo>
                    <a:pt x="1176" y="1"/>
                    <a:pt x="1807" y="482"/>
                    <a:pt x="1672" y="986"/>
                  </a:cubicBezTo>
                </a:path>
              </a:pathLst>
            </a:custGeom>
            <a:noFill/>
            <a:ln w="163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37"/>
            <p:cNvSpPr/>
            <p:nvPr/>
          </p:nvSpPr>
          <p:spPr>
            <a:xfrm>
              <a:off x="10790375" y="3517800"/>
              <a:ext cx="144575" cy="87300"/>
            </a:xfrm>
            <a:custGeom>
              <a:avLst/>
              <a:gdLst/>
              <a:ahLst/>
              <a:cxnLst/>
              <a:rect l="l" t="t" r="r" b="b"/>
              <a:pathLst>
                <a:path w="5783" h="3492" fill="none" extrusionOk="0">
                  <a:moveTo>
                    <a:pt x="5783" y="3491"/>
                  </a:moveTo>
                  <a:cubicBezTo>
                    <a:pt x="5254" y="3068"/>
                    <a:pt x="4613" y="2788"/>
                    <a:pt x="3944" y="2687"/>
                  </a:cubicBezTo>
                  <a:cubicBezTo>
                    <a:pt x="3429" y="2609"/>
                    <a:pt x="2905" y="2637"/>
                    <a:pt x="2383" y="2618"/>
                  </a:cubicBezTo>
                  <a:cubicBezTo>
                    <a:pt x="1862" y="2601"/>
                    <a:pt x="1329" y="2534"/>
                    <a:pt x="869" y="2285"/>
                  </a:cubicBezTo>
                  <a:cubicBezTo>
                    <a:pt x="411" y="2037"/>
                    <a:pt x="38" y="1576"/>
                    <a:pt x="20" y="1056"/>
                  </a:cubicBezTo>
                  <a:cubicBezTo>
                    <a:pt x="1" y="535"/>
                    <a:pt x="423" y="0"/>
                    <a:pt x="944" y="5"/>
                  </a:cubicBezTo>
                  <a:cubicBezTo>
                    <a:pt x="1466" y="10"/>
                    <a:pt x="1879" y="687"/>
                    <a:pt x="1571" y="1108"/>
                  </a:cubicBezTo>
                </a:path>
              </a:pathLst>
            </a:custGeom>
            <a:noFill/>
            <a:ln w="163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37"/>
            <p:cNvSpPr/>
            <p:nvPr/>
          </p:nvSpPr>
          <p:spPr>
            <a:xfrm>
              <a:off x="10849525" y="3441475"/>
              <a:ext cx="98800" cy="143625"/>
            </a:xfrm>
            <a:custGeom>
              <a:avLst/>
              <a:gdLst/>
              <a:ahLst/>
              <a:cxnLst/>
              <a:rect l="l" t="t" r="r" b="b"/>
              <a:pathLst>
                <a:path w="3952" h="5745" fill="none" extrusionOk="0">
                  <a:moveTo>
                    <a:pt x="3951" y="5745"/>
                  </a:moveTo>
                  <a:cubicBezTo>
                    <a:pt x="3713" y="5111"/>
                    <a:pt x="3307" y="4543"/>
                    <a:pt x="2785" y="4113"/>
                  </a:cubicBezTo>
                  <a:cubicBezTo>
                    <a:pt x="2382" y="3782"/>
                    <a:pt x="1918" y="3536"/>
                    <a:pt x="1480" y="3254"/>
                  </a:cubicBezTo>
                  <a:cubicBezTo>
                    <a:pt x="1041" y="2971"/>
                    <a:pt x="617" y="2640"/>
                    <a:pt x="350" y="2191"/>
                  </a:cubicBezTo>
                  <a:cubicBezTo>
                    <a:pt x="84" y="1743"/>
                    <a:pt x="1" y="1157"/>
                    <a:pt x="252" y="700"/>
                  </a:cubicBezTo>
                  <a:cubicBezTo>
                    <a:pt x="502" y="243"/>
                    <a:pt x="1139" y="0"/>
                    <a:pt x="1584" y="271"/>
                  </a:cubicBezTo>
                  <a:cubicBezTo>
                    <a:pt x="2029" y="543"/>
                    <a:pt x="2038" y="1336"/>
                    <a:pt x="1557" y="1540"/>
                  </a:cubicBezTo>
                </a:path>
              </a:pathLst>
            </a:custGeom>
            <a:noFill/>
            <a:ln w="163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37"/>
            <p:cNvSpPr/>
            <p:nvPr/>
          </p:nvSpPr>
          <p:spPr>
            <a:xfrm>
              <a:off x="10933000" y="3403350"/>
              <a:ext cx="56800" cy="161200"/>
            </a:xfrm>
            <a:custGeom>
              <a:avLst/>
              <a:gdLst/>
              <a:ahLst/>
              <a:cxnLst/>
              <a:rect l="l" t="t" r="r" b="b"/>
              <a:pathLst>
                <a:path w="2272" h="6448" fill="none" extrusionOk="0">
                  <a:moveTo>
                    <a:pt x="1797" y="6447"/>
                  </a:moveTo>
                  <a:cubicBezTo>
                    <a:pt x="1852" y="5774"/>
                    <a:pt x="1727" y="5086"/>
                    <a:pt x="1436" y="4474"/>
                  </a:cubicBezTo>
                  <a:cubicBezTo>
                    <a:pt x="1213" y="4004"/>
                    <a:pt x="897" y="3583"/>
                    <a:pt x="620" y="3142"/>
                  </a:cubicBezTo>
                  <a:cubicBezTo>
                    <a:pt x="344" y="2699"/>
                    <a:pt x="102" y="2218"/>
                    <a:pt x="51" y="1700"/>
                  </a:cubicBezTo>
                  <a:cubicBezTo>
                    <a:pt x="0" y="1181"/>
                    <a:pt x="175" y="615"/>
                    <a:pt x="596" y="308"/>
                  </a:cubicBezTo>
                  <a:cubicBezTo>
                    <a:pt x="1018" y="1"/>
                    <a:pt x="1696" y="52"/>
                    <a:pt x="1984" y="487"/>
                  </a:cubicBezTo>
                  <a:cubicBezTo>
                    <a:pt x="2272" y="923"/>
                    <a:pt x="1941" y="1644"/>
                    <a:pt x="1420" y="1624"/>
                  </a:cubicBezTo>
                </a:path>
              </a:pathLst>
            </a:custGeom>
            <a:noFill/>
            <a:ln w="163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37"/>
            <p:cNvSpPr/>
            <p:nvPr/>
          </p:nvSpPr>
          <p:spPr>
            <a:xfrm>
              <a:off x="11085100" y="3747450"/>
              <a:ext cx="93475" cy="82050"/>
            </a:xfrm>
            <a:custGeom>
              <a:avLst/>
              <a:gdLst/>
              <a:ahLst/>
              <a:cxnLst/>
              <a:rect l="l" t="t" r="r" b="b"/>
              <a:pathLst>
                <a:path w="3739" h="3282" fill="none" extrusionOk="0">
                  <a:moveTo>
                    <a:pt x="1" y="0"/>
                  </a:moveTo>
                  <a:cubicBezTo>
                    <a:pt x="252" y="458"/>
                    <a:pt x="407" y="959"/>
                    <a:pt x="604" y="1442"/>
                  </a:cubicBezTo>
                  <a:cubicBezTo>
                    <a:pt x="801" y="1925"/>
                    <a:pt x="1050" y="2403"/>
                    <a:pt x="1440" y="2747"/>
                  </a:cubicBezTo>
                  <a:cubicBezTo>
                    <a:pt x="1831" y="3092"/>
                    <a:pt x="2393" y="3282"/>
                    <a:pt x="2888" y="3119"/>
                  </a:cubicBezTo>
                  <a:cubicBezTo>
                    <a:pt x="3383" y="2956"/>
                    <a:pt x="3739" y="2376"/>
                    <a:pt x="3554" y="1888"/>
                  </a:cubicBezTo>
                  <a:cubicBezTo>
                    <a:pt x="3369" y="1401"/>
                    <a:pt x="2591" y="1246"/>
                    <a:pt x="2302" y="1681"/>
                  </a:cubicBezTo>
                </a:path>
              </a:pathLst>
            </a:custGeom>
            <a:noFill/>
            <a:ln w="163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37"/>
            <p:cNvSpPr/>
            <p:nvPr/>
          </p:nvSpPr>
          <p:spPr>
            <a:xfrm>
              <a:off x="11118200" y="3704675"/>
              <a:ext cx="109550" cy="54200"/>
            </a:xfrm>
            <a:custGeom>
              <a:avLst/>
              <a:gdLst/>
              <a:ahLst/>
              <a:cxnLst/>
              <a:rect l="l" t="t" r="r" b="b"/>
              <a:pathLst>
                <a:path w="4382" h="2168" fill="none" extrusionOk="0">
                  <a:moveTo>
                    <a:pt x="1" y="79"/>
                  </a:moveTo>
                  <a:cubicBezTo>
                    <a:pt x="416" y="395"/>
                    <a:pt x="762" y="792"/>
                    <a:pt x="1137" y="1154"/>
                  </a:cubicBezTo>
                  <a:cubicBezTo>
                    <a:pt x="1512" y="1516"/>
                    <a:pt x="1931" y="1853"/>
                    <a:pt x="2428" y="2010"/>
                  </a:cubicBezTo>
                  <a:cubicBezTo>
                    <a:pt x="2925" y="2167"/>
                    <a:pt x="3514" y="2115"/>
                    <a:pt x="3902" y="1767"/>
                  </a:cubicBezTo>
                  <a:cubicBezTo>
                    <a:pt x="4290" y="1417"/>
                    <a:pt x="4381" y="744"/>
                    <a:pt x="4015" y="372"/>
                  </a:cubicBezTo>
                  <a:cubicBezTo>
                    <a:pt x="3649" y="1"/>
                    <a:pt x="2874" y="173"/>
                    <a:pt x="2786" y="687"/>
                  </a:cubicBezTo>
                </a:path>
              </a:pathLst>
            </a:custGeom>
            <a:noFill/>
            <a:ln w="163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37"/>
            <p:cNvSpPr/>
            <p:nvPr/>
          </p:nvSpPr>
          <p:spPr>
            <a:xfrm>
              <a:off x="11085000" y="3612475"/>
              <a:ext cx="161500" cy="60100"/>
            </a:xfrm>
            <a:custGeom>
              <a:avLst/>
              <a:gdLst/>
              <a:ahLst/>
              <a:cxnLst/>
              <a:rect l="l" t="t" r="r" b="b"/>
              <a:pathLst>
                <a:path w="6460" h="2404" fill="none" extrusionOk="0">
                  <a:moveTo>
                    <a:pt x="0" y="1686"/>
                  </a:moveTo>
                  <a:cubicBezTo>
                    <a:pt x="646" y="1483"/>
                    <a:pt x="1344" y="1454"/>
                    <a:pt x="2004" y="1601"/>
                  </a:cubicBezTo>
                  <a:cubicBezTo>
                    <a:pt x="2514" y="1715"/>
                    <a:pt x="2993" y="1930"/>
                    <a:pt x="3485" y="2101"/>
                  </a:cubicBezTo>
                  <a:cubicBezTo>
                    <a:pt x="3977" y="2273"/>
                    <a:pt x="4500" y="2403"/>
                    <a:pt x="5017" y="2337"/>
                  </a:cubicBezTo>
                  <a:cubicBezTo>
                    <a:pt x="5535" y="2272"/>
                    <a:pt x="6048" y="1976"/>
                    <a:pt x="6253" y="1498"/>
                  </a:cubicBezTo>
                  <a:cubicBezTo>
                    <a:pt x="6459" y="1019"/>
                    <a:pt x="6259" y="369"/>
                    <a:pt x="5772" y="185"/>
                  </a:cubicBezTo>
                  <a:cubicBezTo>
                    <a:pt x="5283" y="1"/>
                    <a:pt x="4652" y="482"/>
                    <a:pt x="4787" y="986"/>
                  </a:cubicBezTo>
                </a:path>
              </a:pathLst>
            </a:custGeom>
            <a:noFill/>
            <a:ln w="163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37"/>
            <p:cNvSpPr/>
            <p:nvPr/>
          </p:nvSpPr>
          <p:spPr>
            <a:xfrm>
              <a:off x="11077575" y="3517800"/>
              <a:ext cx="144550" cy="87300"/>
            </a:xfrm>
            <a:custGeom>
              <a:avLst/>
              <a:gdLst/>
              <a:ahLst/>
              <a:cxnLst/>
              <a:rect l="l" t="t" r="r" b="b"/>
              <a:pathLst>
                <a:path w="5782" h="3492" fill="none" extrusionOk="0">
                  <a:moveTo>
                    <a:pt x="1" y="3491"/>
                  </a:moveTo>
                  <a:cubicBezTo>
                    <a:pt x="528" y="3068"/>
                    <a:pt x="1169" y="2788"/>
                    <a:pt x="1838" y="2687"/>
                  </a:cubicBezTo>
                  <a:cubicBezTo>
                    <a:pt x="2354" y="2609"/>
                    <a:pt x="2879" y="2637"/>
                    <a:pt x="3400" y="2618"/>
                  </a:cubicBezTo>
                  <a:cubicBezTo>
                    <a:pt x="3920" y="2601"/>
                    <a:pt x="4455" y="2534"/>
                    <a:pt x="4913" y="2285"/>
                  </a:cubicBezTo>
                  <a:cubicBezTo>
                    <a:pt x="5372" y="2037"/>
                    <a:pt x="5744" y="1576"/>
                    <a:pt x="5763" y="1056"/>
                  </a:cubicBezTo>
                  <a:cubicBezTo>
                    <a:pt x="5781" y="535"/>
                    <a:pt x="5360" y="0"/>
                    <a:pt x="4838" y="5"/>
                  </a:cubicBezTo>
                  <a:cubicBezTo>
                    <a:pt x="4318" y="10"/>
                    <a:pt x="3903" y="687"/>
                    <a:pt x="4211" y="1108"/>
                  </a:cubicBezTo>
                </a:path>
              </a:pathLst>
            </a:custGeom>
            <a:noFill/>
            <a:ln w="163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37"/>
            <p:cNvSpPr/>
            <p:nvPr/>
          </p:nvSpPr>
          <p:spPr>
            <a:xfrm>
              <a:off x="11064225" y="3441475"/>
              <a:ext cx="98775" cy="143625"/>
            </a:xfrm>
            <a:custGeom>
              <a:avLst/>
              <a:gdLst/>
              <a:ahLst/>
              <a:cxnLst/>
              <a:rect l="l" t="t" r="r" b="b"/>
              <a:pathLst>
                <a:path w="3951" h="5745" fill="none" extrusionOk="0">
                  <a:moveTo>
                    <a:pt x="0" y="5745"/>
                  </a:moveTo>
                  <a:cubicBezTo>
                    <a:pt x="237" y="5111"/>
                    <a:pt x="644" y="4543"/>
                    <a:pt x="1166" y="4113"/>
                  </a:cubicBezTo>
                  <a:cubicBezTo>
                    <a:pt x="1568" y="3782"/>
                    <a:pt x="2033" y="3536"/>
                    <a:pt x="2472" y="3254"/>
                  </a:cubicBezTo>
                  <a:cubicBezTo>
                    <a:pt x="2910" y="2971"/>
                    <a:pt x="3334" y="2640"/>
                    <a:pt x="3600" y="2191"/>
                  </a:cubicBezTo>
                  <a:cubicBezTo>
                    <a:pt x="3866" y="1743"/>
                    <a:pt x="3951" y="1157"/>
                    <a:pt x="3699" y="700"/>
                  </a:cubicBezTo>
                  <a:cubicBezTo>
                    <a:pt x="3448" y="243"/>
                    <a:pt x="2812" y="0"/>
                    <a:pt x="2367" y="271"/>
                  </a:cubicBezTo>
                  <a:cubicBezTo>
                    <a:pt x="1922" y="543"/>
                    <a:pt x="1914" y="1336"/>
                    <a:pt x="2393" y="1540"/>
                  </a:cubicBezTo>
                </a:path>
              </a:pathLst>
            </a:custGeom>
            <a:noFill/>
            <a:ln w="163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37"/>
            <p:cNvSpPr/>
            <p:nvPr/>
          </p:nvSpPr>
          <p:spPr>
            <a:xfrm>
              <a:off x="11022725" y="3403350"/>
              <a:ext cx="56775" cy="161200"/>
            </a:xfrm>
            <a:custGeom>
              <a:avLst/>
              <a:gdLst/>
              <a:ahLst/>
              <a:cxnLst/>
              <a:rect l="l" t="t" r="r" b="b"/>
              <a:pathLst>
                <a:path w="2271" h="6448" fill="none" extrusionOk="0">
                  <a:moveTo>
                    <a:pt x="474" y="6447"/>
                  </a:moveTo>
                  <a:cubicBezTo>
                    <a:pt x="419" y="5774"/>
                    <a:pt x="546" y="5086"/>
                    <a:pt x="835" y="4474"/>
                  </a:cubicBezTo>
                  <a:cubicBezTo>
                    <a:pt x="1059" y="4004"/>
                    <a:pt x="1374" y="3583"/>
                    <a:pt x="1651" y="3142"/>
                  </a:cubicBezTo>
                  <a:cubicBezTo>
                    <a:pt x="1927" y="2699"/>
                    <a:pt x="2170" y="2218"/>
                    <a:pt x="2220" y="1700"/>
                  </a:cubicBezTo>
                  <a:cubicBezTo>
                    <a:pt x="2271" y="1181"/>
                    <a:pt x="2097" y="615"/>
                    <a:pt x="1675" y="308"/>
                  </a:cubicBezTo>
                  <a:cubicBezTo>
                    <a:pt x="1254" y="1"/>
                    <a:pt x="575" y="52"/>
                    <a:pt x="288" y="487"/>
                  </a:cubicBezTo>
                  <a:cubicBezTo>
                    <a:pt x="1" y="923"/>
                    <a:pt x="330" y="1644"/>
                    <a:pt x="852" y="1624"/>
                  </a:cubicBezTo>
                </a:path>
              </a:pathLst>
            </a:custGeom>
            <a:noFill/>
            <a:ln w="1637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37"/>
            <p:cNvSpPr/>
            <p:nvPr/>
          </p:nvSpPr>
          <p:spPr>
            <a:xfrm>
              <a:off x="10825500" y="3505650"/>
              <a:ext cx="352600" cy="274550"/>
            </a:xfrm>
            <a:custGeom>
              <a:avLst/>
              <a:gdLst/>
              <a:ahLst/>
              <a:cxnLst/>
              <a:rect l="l" t="t" r="r" b="b"/>
              <a:pathLst>
                <a:path w="14104" h="10982" extrusionOk="0">
                  <a:moveTo>
                    <a:pt x="7542" y="0"/>
                  </a:moveTo>
                  <a:cubicBezTo>
                    <a:pt x="3838" y="0"/>
                    <a:pt x="1" y="3568"/>
                    <a:pt x="2090" y="8535"/>
                  </a:cubicBezTo>
                  <a:cubicBezTo>
                    <a:pt x="2768" y="9685"/>
                    <a:pt x="3647" y="10449"/>
                    <a:pt x="4610" y="10890"/>
                  </a:cubicBezTo>
                  <a:lnTo>
                    <a:pt x="4610" y="6633"/>
                  </a:lnTo>
                  <a:cubicBezTo>
                    <a:pt x="4610" y="5139"/>
                    <a:pt x="5823" y="3929"/>
                    <a:pt x="7313" y="3929"/>
                  </a:cubicBezTo>
                  <a:cubicBezTo>
                    <a:pt x="8060" y="3929"/>
                    <a:pt x="8736" y="4232"/>
                    <a:pt x="9226" y="4721"/>
                  </a:cubicBezTo>
                  <a:cubicBezTo>
                    <a:pt x="9716" y="5211"/>
                    <a:pt x="10018" y="5887"/>
                    <a:pt x="10018" y="6633"/>
                  </a:cubicBezTo>
                  <a:lnTo>
                    <a:pt x="10018" y="10981"/>
                  </a:lnTo>
                  <a:cubicBezTo>
                    <a:pt x="12570" y="9485"/>
                    <a:pt x="14103" y="5777"/>
                    <a:pt x="11914" y="2374"/>
                  </a:cubicBezTo>
                  <a:cubicBezTo>
                    <a:pt x="10854" y="725"/>
                    <a:pt x="9212" y="0"/>
                    <a:pt x="75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37"/>
            <p:cNvSpPr/>
            <p:nvPr/>
          </p:nvSpPr>
          <p:spPr>
            <a:xfrm>
              <a:off x="10897550" y="3545425"/>
              <a:ext cx="218450" cy="186425"/>
            </a:xfrm>
            <a:custGeom>
              <a:avLst/>
              <a:gdLst/>
              <a:ahLst/>
              <a:cxnLst/>
              <a:rect l="l" t="t" r="r" b="b"/>
              <a:pathLst>
                <a:path w="8738" h="7457" extrusionOk="0">
                  <a:moveTo>
                    <a:pt x="4662" y="0"/>
                  </a:moveTo>
                  <a:cubicBezTo>
                    <a:pt x="3166" y="0"/>
                    <a:pt x="1674" y="790"/>
                    <a:pt x="864" y="2010"/>
                  </a:cubicBezTo>
                  <a:cubicBezTo>
                    <a:pt x="78" y="3195"/>
                    <a:pt x="0" y="4650"/>
                    <a:pt x="636" y="6226"/>
                  </a:cubicBezTo>
                  <a:cubicBezTo>
                    <a:pt x="970" y="6770"/>
                    <a:pt x="1341" y="7167"/>
                    <a:pt x="1728" y="7457"/>
                  </a:cubicBezTo>
                  <a:lnTo>
                    <a:pt x="1728" y="5042"/>
                  </a:lnTo>
                  <a:cubicBezTo>
                    <a:pt x="1728" y="3548"/>
                    <a:pt x="2941" y="2338"/>
                    <a:pt x="4431" y="2338"/>
                  </a:cubicBezTo>
                  <a:cubicBezTo>
                    <a:pt x="5178" y="2338"/>
                    <a:pt x="5854" y="2641"/>
                    <a:pt x="6344" y="3130"/>
                  </a:cubicBezTo>
                  <a:cubicBezTo>
                    <a:pt x="6834" y="3620"/>
                    <a:pt x="7136" y="4296"/>
                    <a:pt x="7136" y="5042"/>
                  </a:cubicBezTo>
                  <a:lnTo>
                    <a:pt x="7136" y="6913"/>
                  </a:lnTo>
                  <a:cubicBezTo>
                    <a:pt x="7503" y="6583"/>
                    <a:pt x="7812" y="6201"/>
                    <a:pt x="8043" y="5780"/>
                  </a:cubicBezTo>
                  <a:cubicBezTo>
                    <a:pt x="8738" y="4510"/>
                    <a:pt x="8615" y="3079"/>
                    <a:pt x="7691" y="1643"/>
                  </a:cubicBezTo>
                  <a:cubicBezTo>
                    <a:pt x="6821" y="285"/>
                    <a:pt x="5562" y="0"/>
                    <a:pt x="46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37"/>
            <p:cNvSpPr/>
            <p:nvPr/>
          </p:nvSpPr>
          <p:spPr>
            <a:xfrm>
              <a:off x="9575175" y="3385500"/>
              <a:ext cx="31475" cy="23200"/>
            </a:xfrm>
            <a:custGeom>
              <a:avLst/>
              <a:gdLst/>
              <a:ahLst/>
              <a:cxnLst/>
              <a:rect l="l" t="t" r="r" b="b"/>
              <a:pathLst>
                <a:path w="1259" h="928" extrusionOk="0">
                  <a:moveTo>
                    <a:pt x="637" y="0"/>
                  </a:moveTo>
                  <a:cubicBezTo>
                    <a:pt x="322" y="0"/>
                    <a:pt x="0" y="334"/>
                    <a:pt x="223" y="737"/>
                  </a:cubicBezTo>
                  <a:cubicBezTo>
                    <a:pt x="322" y="872"/>
                    <a:pt x="452" y="928"/>
                    <a:pt x="581" y="928"/>
                  </a:cubicBezTo>
                  <a:cubicBezTo>
                    <a:pt x="926" y="928"/>
                    <a:pt x="1259" y="527"/>
                    <a:pt x="962" y="157"/>
                  </a:cubicBezTo>
                  <a:cubicBezTo>
                    <a:pt x="874" y="48"/>
                    <a:pt x="756" y="0"/>
                    <a:pt x="63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37"/>
            <p:cNvSpPr/>
            <p:nvPr/>
          </p:nvSpPr>
          <p:spPr>
            <a:xfrm>
              <a:off x="9582525" y="3488500"/>
              <a:ext cx="31525" cy="23225"/>
            </a:xfrm>
            <a:custGeom>
              <a:avLst/>
              <a:gdLst/>
              <a:ahLst/>
              <a:cxnLst/>
              <a:rect l="l" t="t" r="r" b="b"/>
              <a:pathLst>
                <a:path w="1261" h="929" extrusionOk="0">
                  <a:moveTo>
                    <a:pt x="639" y="1"/>
                  </a:moveTo>
                  <a:cubicBezTo>
                    <a:pt x="323" y="1"/>
                    <a:pt x="0" y="335"/>
                    <a:pt x="223" y="739"/>
                  </a:cubicBezTo>
                  <a:cubicBezTo>
                    <a:pt x="322" y="873"/>
                    <a:pt x="452" y="929"/>
                    <a:pt x="581" y="929"/>
                  </a:cubicBezTo>
                  <a:cubicBezTo>
                    <a:pt x="926" y="929"/>
                    <a:pt x="1260" y="528"/>
                    <a:pt x="963" y="157"/>
                  </a:cubicBezTo>
                  <a:cubicBezTo>
                    <a:pt x="876" y="48"/>
                    <a:pt x="758" y="1"/>
                    <a:pt x="639" y="1"/>
                  </a:cubicBezTo>
                  <a:close/>
                </a:path>
              </a:pathLst>
            </a:custGeom>
            <a:solidFill>
              <a:srgbClr val="BA8B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37"/>
            <p:cNvSpPr/>
            <p:nvPr/>
          </p:nvSpPr>
          <p:spPr>
            <a:xfrm>
              <a:off x="9552400" y="3361050"/>
              <a:ext cx="75425" cy="189525"/>
            </a:xfrm>
            <a:custGeom>
              <a:avLst/>
              <a:gdLst/>
              <a:ahLst/>
              <a:cxnLst/>
              <a:rect l="l" t="t" r="r" b="b"/>
              <a:pathLst>
                <a:path w="3017" h="7581" fill="none" extrusionOk="0">
                  <a:moveTo>
                    <a:pt x="283" y="2104"/>
                  </a:moveTo>
                  <a:cubicBezTo>
                    <a:pt x="0" y="1455"/>
                    <a:pt x="318" y="608"/>
                    <a:pt x="959" y="304"/>
                  </a:cubicBezTo>
                  <a:cubicBezTo>
                    <a:pt x="1599" y="1"/>
                    <a:pt x="2455" y="291"/>
                    <a:pt x="2780" y="921"/>
                  </a:cubicBezTo>
                  <a:cubicBezTo>
                    <a:pt x="2939" y="1231"/>
                    <a:pt x="2976" y="1594"/>
                    <a:pt x="2936" y="1940"/>
                  </a:cubicBezTo>
                  <a:cubicBezTo>
                    <a:pt x="2883" y="2404"/>
                    <a:pt x="2694" y="2851"/>
                    <a:pt x="2401" y="3214"/>
                  </a:cubicBezTo>
                  <a:cubicBezTo>
                    <a:pt x="2051" y="3645"/>
                    <a:pt x="1569" y="3945"/>
                    <a:pt x="1134" y="4291"/>
                  </a:cubicBezTo>
                  <a:cubicBezTo>
                    <a:pt x="699" y="4637"/>
                    <a:pt x="285" y="5067"/>
                    <a:pt x="170" y="5610"/>
                  </a:cubicBezTo>
                  <a:cubicBezTo>
                    <a:pt x="116" y="5865"/>
                    <a:pt x="132" y="6131"/>
                    <a:pt x="185" y="6385"/>
                  </a:cubicBezTo>
                  <a:cubicBezTo>
                    <a:pt x="249" y="6687"/>
                    <a:pt x="371" y="6987"/>
                    <a:pt x="596" y="7198"/>
                  </a:cubicBezTo>
                  <a:cubicBezTo>
                    <a:pt x="969" y="7550"/>
                    <a:pt x="1575" y="7580"/>
                    <a:pt x="2035" y="7352"/>
                  </a:cubicBezTo>
                  <a:cubicBezTo>
                    <a:pt x="2662" y="7040"/>
                    <a:pt x="3017" y="6183"/>
                    <a:pt x="2643" y="5592"/>
                  </a:cubicBezTo>
                  <a:cubicBezTo>
                    <a:pt x="2500" y="5363"/>
                    <a:pt x="2244" y="5190"/>
                    <a:pt x="1976" y="5211"/>
                  </a:cubicBezTo>
                  <a:cubicBezTo>
                    <a:pt x="1708" y="5232"/>
                    <a:pt x="1485" y="5459"/>
                    <a:pt x="1613" y="5731"/>
                  </a:cubicBezTo>
                </a:path>
              </a:pathLst>
            </a:custGeom>
            <a:noFill/>
            <a:ln w="108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37"/>
            <p:cNvSpPr/>
            <p:nvPr/>
          </p:nvSpPr>
          <p:spPr>
            <a:xfrm>
              <a:off x="9575175" y="3827300"/>
              <a:ext cx="31475" cy="23225"/>
            </a:xfrm>
            <a:custGeom>
              <a:avLst/>
              <a:gdLst/>
              <a:ahLst/>
              <a:cxnLst/>
              <a:rect l="l" t="t" r="r" b="b"/>
              <a:pathLst>
                <a:path w="1259" h="929" extrusionOk="0">
                  <a:moveTo>
                    <a:pt x="638" y="0"/>
                  </a:moveTo>
                  <a:cubicBezTo>
                    <a:pt x="322" y="0"/>
                    <a:pt x="0" y="335"/>
                    <a:pt x="223" y="738"/>
                  </a:cubicBezTo>
                  <a:cubicBezTo>
                    <a:pt x="322" y="873"/>
                    <a:pt x="452" y="929"/>
                    <a:pt x="581" y="929"/>
                  </a:cubicBezTo>
                  <a:cubicBezTo>
                    <a:pt x="925" y="929"/>
                    <a:pt x="1259" y="527"/>
                    <a:pt x="962" y="157"/>
                  </a:cubicBezTo>
                  <a:cubicBezTo>
                    <a:pt x="874" y="48"/>
                    <a:pt x="757" y="0"/>
                    <a:pt x="63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37"/>
            <p:cNvSpPr/>
            <p:nvPr/>
          </p:nvSpPr>
          <p:spPr>
            <a:xfrm>
              <a:off x="9582525" y="3930325"/>
              <a:ext cx="31525" cy="23200"/>
            </a:xfrm>
            <a:custGeom>
              <a:avLst/>
              <a:gdLst/>
              <a:ahLst/>
              <a:cxnLst/>
              <a:rect l="l" t="t" r="r" b="b"/>
              <a:pathLst>
                <a:path w="1261" h="928" extrusionOk="0">
                  <a:moveTo>
                    <a:pt x="638" y="0"/>
                  </a:moveTo>
                  <a:cubicBezTo>
                    <a:pt x="323" y="0"/>
                    <a:pt x="1" y="334"/>
                    <a:pt x="223" y="737"/>
                  </a:cubicBezTo>
                  <a:cubicBezTo>
                    <a:pt x="322" y="872"/>
                    <a:pt x="452" y="928"/>
                    <a:pt x="581" y="928"/>
                  </a:cubicBezTo>
                  <a:cubicBezTo>
                    <a:pt x="926" y="928"/>
                    <a:pt x="1260" y="527"/>
                    <a:pt x="963" y="157"/>
                  </a:cubicBezTo>
                  <a:cubicBezTo>
                    <a:pt x="876" y="48"/>
                    <a:pt x="757" y="0"/>
                    <a:pt x="638" y="0"/>
                  </a:cubicBezTo>
                  <a:close/>
                </a:path>
              </a:pathLst>
            </a:custGeom>
            <a:solidFill>
              <a:srgbClr val="BA8B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37"/>
            <p:cNvSpPr/>
            <p:nvPr/>
          </p:nvSpPr>
          <p:spPr>
            <a:xfrm>
              <a:off x="9552400" y="3802875"/>
              <a:ext cx="75425" cy="189500"/>
            </a:xfrm>
            <a:custGeom>
              <a:avLst/>
              <a:gdLst/>
              <a:ahLst/>
              <a:cxnLst/>
              <a:rect l="l" t="t" r="r" b="b"/>
              <a:pathLst>
                <a:path w="3017" h="7580" fill="none" extrusionOk="0">
                  <a:moveTo>
                    <a:pt x="283" y="2104"/>
                  </a:moveTo>
                  <a:cubicBezTo>
                    <a:pt x="0" y="1454"/>
                    <a:pt x="318" y="608"/>
                    <a:pt x="959" y="304"/>
                  </a:cubicBezTo>
                  <a:cubicBezTo>
                    <a:pt x="1599" y="1"/>
                    <a:pt x="2455" y="290"/>
                    <a:pt x="2780" y="921"/>
                  </a:cubicBezTo>
                  <a:cubicBezTo>
                    <a:pt x="2939" y="1231"/>
                    <a:pt x="2976" y="1593"/>
                    <a:pt x="2936" y="1940"/>
                  </a:cubicBezTo>
                  <a:cubicBezTo>
                    <a:pt x="2883" y="2403"/>
                    <a:pt x="2694" y="2851"/>
                    <a:pt x="2401" y="3213"/>
                  </a:cubicBezTo>
                  <a:cubicBezTo>
                    <a:pt x="2051" y="3645"/>
                    <a:pt x="1569" y="3944"/>
                    <a:pt x="1134" y="4290"/>
                  </a:cubicBezTo>
                  <a:cubicBezTo>
                    <a:pt x="699" y="4635"/>
                    <a:pt x="285" y="5065"/>
                    <a:pt x="170" y="5610"/>
                  </a:cubicBezTo>
                  <a:cubicBezTo>
                    <a:pt x="116" y="5865"/>
                    <a:pt x="132" y="6130"/>
                    <a:pt x="185" y="6384"/>
                  </a:cubicBezTo>
                  <a:cubicBezTo>
                    <a:pt x="249" y="6686"/>
                    <a:pt x="371" y="6986"/>
                    <a:pt x="596" y="7198"/>
                  </a:cubicBezTo>
                  <a:cubicBezTo>
                    <a:pt x="969" y="7550"/>
                    <a:pt x="1575" y="7579"/>
                    <a:pt x="2035" y="7351"/>
                  </a:cubicBezTo>
                  <a:cubicBezTo>
                    <a:pt x="2662" y="7040"/>
                    <a:pt x="3017" y="6182"/>
                    <a:pt x="2643" y="5590"/>
                  </a:cubicBezTo>
                  <a:cubicBezTo>
                    <a:pt x="2500" y="5363"/>
                    <a:pt x="2244" y="5189"/>
                    <a:pt x="1976" y="5210"/>
                  </a:cubicBezTo>
                  <a:cubicBezTo>
                    <a:pt x="1708" y="5231"/>
                    <a:pt x="1485" y="5458"/>
                    <a:pt x="1613" y="5730"/>
                  </a:cubicBezTo>
                </a:path>
              </a:pathLst>
            </a:custGeom>
            <a:noFill/>
            <a:ln w="108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37"/>
            <p:cNvSpPr/>
            <p:nvPr/>
          </p:nvSpPr>
          <p:spPr>
            <a:xfrm>
              <a:off x="9575325" y="3726325"/>
              <a:ext cx="31500" cy="23225"/>
            </a:xfrm>
            <a:custGeom>
              <a:avLst/>
              <a:gdLst/>
              <a:ahLst/>
              <a:cxnLst/>
              <a:rect l="l" t="t" r="r" b="b"/>
              <a:pathLst>
                <a:path w="1260" h="929" extrusionOk="0">
                  <a:moveTo>
                    <a:pt x="679" y="1"/>
                  </a:moveTo>
                  <a:cubicBezTo>
                    <a:pt x="334" y="1"/>
                    <a:pt x="1" y="402"/>
                    <a:pt x="297" y="772"/>
                  </a:cubicBezTo>
                  <a:cubicBezTo>
                    <a:pt x="385" y="881"/>
                    <a:pt x="503" y="928"/>
                    <a:pt x="622" y="928"/>
                  </a:cubicBezTo>
                  <a:cubicBezTo>
                    <a:pt x="937" y="928"/>
                    <a:pt x="1259" y="595"/>
                    <a:pt x="1038" y="192"/>
                  </a:cubicBezTo>
                  <a:cubicBezTo>
                    <a:pt x="938" y="57"/>
                    <a:pt x="808" y="1"/>
                    <a:pt x="6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37"/>
            <p:cNvSpPr/>
            <p:nvPr/>
          </p:nvSpPr>
          <p:spPr>
            <a:xfrm>
              <a:off x="9567975" y="3623325"/>
              <a:ext cx="31475" cy="23200"/>
            </a:xfrm>
            <a:custGeom>
              <a:avLst/>
              <a:gdLst/>
              <a:ahLst/>
              <a:cxnLst/>
              <a:rect l="l" t="t" r="r" b="b"/>
              <a:pathLst>
                <a:path w="1259" h="928" extrusionOk="0">
                  <a:moveTo>
                    <a:pt x="679" y="0"/>
                  </a:moveTo>
                  <a:cubicBezTo>
                    <a:pt x="334" y="0"/>
                    <a:pt x="0" y="401"/>
                    <a:pt x="297" y="771"/>
                  </a:cubicBezTo>
                  <a:cubicBezTo>
                    <a:pt x="385" y="880"/>
                    <a:pt x="503" y="928"/>
                    <a:pt x="621" y="928"/>
                  </a:cubicBezTo>
                  <a:cubicBezTo>
                    <a:pt x="937" y="928"/>
                    <a:pt x="1259" y="594"/>
                    <a:pt x="1037" y="190"/>
                  </a:cubicBezTo>
                  <a:cubicBezTo>
                    <a:pt x="937" y="56"/>
                    <a:pt x="807" y="0"/>
                    <a:pt x="679" y="0"/>
                  </a:cubicBezTo>
                  <a:close/>
                </a:path>
              </a:pathLst>
            </a:custGeom>
            <a:solidFill>
              <a:srgbClr val="BA8B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37"/>
            <p:cNvSpPr/>
            <p:nvPr/>
          </p:nvSpPr>
          <p:spPr>
            <a:xfrm>
              <a:off x="9554175" y="3584475"/>
              <a:ext cx="75400" cy="189525"/>
            </a:xfrm>
            <a:custGeom>
              <a:avLst/>
              <a:gdLst/>
              <a:ahLst/>
              <a:cxnLst/>
              <a:rect l="l" t="t" r="r" b="b"/>
              <a:pathLst>
                <a:path w="3016" h="7581" fill="none" extrusionOk="0">
                  <a:moveTo>
                    <a:pt x="2734" y="5477"/>
                  </a:moveTo>
                  <a:cubicBezTo>
                    <a:pt x="3016" y="6127"/>
                    <a:pt x="2698" y="6973"/>
                    <a:pt x="2059" y="7277"/>
                  </a:cubicBezTo>
                  <a:cubicBezTo>
                    <a:pt x="1418" y="7580"/>
                    <a:pt x="561" y="7289"/>
                    <a:pt x="238" y="6660"/>
                  </a:cubicBezTo>
                  <a:cubicBezTo>
                    <a:pt x="78" y="6350"/>
                    <a:pt x="41" y="5987"/>
                    <a:pt x="80" y="5641"/>
                  </a:cubicBezTo>
                  <a:cubicBezTo>
                    <a:pt x="134" y="5177"/>
                    <a:pt x="322" y="4730"/>
                    <a:pt x="616" y="4368"/>
                  </a:cubicBezTo>
                  <a:cubicBezTo>
                    <a:pt x="965" y="3936"/>
                    <a:pt x="1448" y="3636"/>
                    <a:pt x="1883" y="3290"/>
                  </a:cubicBezTo>
                  <a:cubicBezTo>
                    <a:pt x="2319" y="2944"/>
                    <a:pt x="2731" y="2514"/>
                    <a:pt x="2846" y="1970"/>
                  </a:cubicBezTo>
                  <a:cubicBezTo>
                    <a:pt x="2900" y="1716"/>
                    <a:pt x="2885" y="1451"/>
                    <a:pt x="2832" y="1196"/>
                  </a:cubicBezTo>
                  <a:cubicBezTo>
                    <a:pt x="2769" y="895"/>
                    <a:pt x="2646" y="593"/>
                    <a:pt x="2421" y="382"/>
                  </a:cubicBezTo>
                  <a:cubicBezTo>
                    <a:pt x="2047" y="31"/>
                    <a:pt x="1442" y="0"/>
                    <a:pt x="982" y="229"/>
                  </a:cubicBezTo>
                  <a:cubicBezTo>
                    <a:pt x="356" y="541"/>
                    <a:pt x="1" y="1397"/>
                    <a:pt x="373" y="1990"/>
                  </a:cubicBezTo>
                  <a:cubicBezTo>
                    <a:pt x="518" y="2218"/>
                    <a:pt x="773" y="2391"/>
                    <a:pt x="1040" y="2370"/>
                  </a:cubicBezTo>
                  <a:cubicBezTo>
                    <a:pt x="1309" y="2349"/>
                    <a:pt x="1531" y="2123"/>
                    <a:pt x="1405" y="1850"/>
                  </a:cubicBezTo>
                </a:path>
              </a:pathLst>
            </a:custGeom>
            <a:noFill/>
            <a:ln w="1085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37"/>
            <p:cNvSpPr/>
            <p:nvPr/>
          </p:nvSpPr>
          <p:spPr>
            <a:xfrm>
              <a:off x="11209875" y="4490850"/>
              <a:ext cx="32725" cy="23225"/>
            </a:xfrm>
            <a:custGeom>
              <a:avLst/>
              <a:gdLst/>
              <a:ahLst/>
              <a:cxnLst/>
              <a:rect l="l" t="t" r="r" b="b"/>
              <a:pathLst>
                <a:path w="1309" h="929" extrusionOk="0">
                  <a:moveTo>
                    <a:pt x="661" y="0"/>
                  </a:moveTo>
                  <a:cubicBezTo>
                    <a:pt x="579" y="0"/>
                    <a:pt x="490" y="22"/>
                    <a:pt x="397" y="73"/>
                  </a:cubicBezTo>
                  <a:cubicBezTo>
                    <a:pt x="0" y="367"/>
                    <a:pt x="286" y="929"/>
                    <a:pt x="677" y="929"/>
                  </a:cubicBezTo>
                  <a:cubicBezTo>
                    <a:pt x="774" y="929"/>
                    <a:pt x="876" y="895"/>
                    <a:pt x="977" y="814"/>
                  </a:cubicBezTo>
                  <a:cubicBezTo>
                    <a:pt x="1309" y="548"/>
                    <a:pt x="1071" y="0"/>
                    <a:pt x="661" y="0"/>
                  </a:cubicBezTo>
                  <a:close/>
                </a:path>
              </a:pathLst>
            </a:custGeom>
            <a:solidFill>
              <a:srgbClr val="D3AF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37"/>
            <p:cNvSpPr/>
            <p:nvPr/>
          </p:nvSpPr>
          <p:spPr>
            <a:xfrm>
              <a:off x="11106850" y="4498200"/>
              <a:ext cx="32750" cy="23225"/>
            </a:xfrm>
            <a:custGeom>
              <a:avLst/>
              <a:gdLst/>
              <a:ahLst/>
              <a:cxnLst/>
              <a:rect l="l" t="t" r="r" b="b"/>
              <a:pathLst>
                <a:path w="1310" h="929" extrusionOk="0">
                  <a:moveTo>
                    <a:pt x="662" y="1"/>
                  </a:moveTo>
                  <a:cubicBezTo>
                    <a:pt x="579" y="1"/>
                    <a:pt x="490" y="23"/>
                    <a:pt x="396" y="75"/>
                  </a:cubicBezTo>
                  <a:cubicBezTo>
                    <a:pt x="1" y="368"/>
                    <a:pt x="287" y="929"/>
                    <a:pt x="678" y="929"/>
                  </a:cubicBezTo>
                  <a:cubicBezTo>
                    <a:pt x="774" y="929"/>
                    <a:pt x="877" y="895"/>
                    <a:pt x="978" y="814"/>
                  </a:cubicBezTo>
                  <a:cubicBezTo>
                    <a:pt x="1309" y="548"/>
                    <a:pt x="1071" y="1"/>
                    <a:pt x="662" y="1"/>
                  </a:cubicBezTo>
                  <a:close/>
                </a:path>
              </a:pathLst>
            </a:custGeom>
            <a:solidFill>
              <a:srgbClr val="BA8B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37"/>
            <p:cNvSpPr/>
            <p:nvPr/>
          </p:nvSpPr>
          <p:spPr>
            <a:xfrm>
              <a:off x="11073150" y="4464375"/>
              <a:ext cx="189525" cy="75400"/>
            </a:xfrm>
            <a:custGeom>
              <a:avLst/>
              <a:gdLst/>
              <a:ahLst/>
              <a:cxnLst/>
              <a:rect l="l" t="t" r="r" b="b"/>
              <a:pathLst>
                <a:path w="7581" h="3016" fill="none" extrusionOk="0">
                  <a:moveTo>
                    <a:pt x="5477" y="283"/>
                  </a:moveTo>
                  <a:cubicBezTo>
                    <a:pt x="6127" y="0"/>
                    <a:pt x="6973" y="318"/>
                    <a:pt x="7277" y="958"/>
                  </a:cubicBezTo>
                  <a:cubicBezTo>
                    <a:pt x="7580" y="1599"/>
                    <a:pt x="7290" y="2455"/>
                    <a:pt x="6660" y="2779"/>
                  </a:cubicBezTo>
                  <a:cubicBezTo>
                    <a:pt x="6350" y="2938"/>
                    <a:pt x="5988" y="2976"/>
                    <a:pt x="5641" y="2936"/>
                  </a:cubicBezTo>
                  <a:cubicBezTo>
                    <a:pt x="5177" y="2882"/>
                    <a:pt x="4730" y="2694"/>
                    <a:pt x="4368" y="2400"/>
                  </a:cubicBezTo>
                  <a:cubicBezTo>
                    <a:pt x="3936" y="2051"/>
                    <a:pt x="3636" y="1568"/>
                    <a:pt x="3290" y="1133"/>
                  </a:cubicBezTo>
                  <a:cubicBezTo>
                    <a:pt x="2944" y="698"/>
                    <a:pt x="2514" y="285"/>
                    <a:pt x="1971" y="170"/>
                  </a:cubicBezTo>
                  <a:cubicBezTo>
                    <a:pt x="1716" y="116"/>
                    <a:pt x="1451" y="132"/>
                    <a:pt x="1196" y="184"/>
                  </a:cubicBezTo>
                  <a:cubicBezTo>
                    <a:pt x="895" y="248"/>
                    <a:pt x="594" y="371"/>
                    <a:pt x="383" y="596"/>
                  </a:cubicBezTo>
                  <a:cubicBezTo>
                    <a:pt x="31" y="969"/>
                    <a:pt x="1" y="1574"/>
                    <a:pt x="229" y="2035"/>
                  </a:cubicBezTo>
                  <a:cubicBezTo>
                    <a:pt x="541" y="2660"/>
                    <a:pt x="1398" y="3016"/>
                    <a:pt x="1990" y="2642"/>
                  </a:cubicBezTo>
                  <a:cubicBezTo>
                    <a:pt x="2218" y="2499"/>
                    <a:pt x="2391" y="2243"/>
                    <a:pt x="2370" y="1976"/>
                  </a:cubicBezTo>
                  <a:cubicBezTo>
                    <a:pt x="2349" y="1708"/>
                    <a:pt x="2123" y="1485"/>
                    <a:pt x="1850" y="1612"/>
                  </a:cubicBezTo>
                </a:path>
              </a:pathLst>
            </a:custGeom>
            <a:noFill/>
            <a:ln w="10850" cap="rnd" cmpd="sng">
              <a:solidFill>
                <a:srgbClr val="BA8B2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37"/>
            <p:cNvSpPr/>
            <p:nvPr/>
          </p:nvSpPr>
          <p:spPr>
            <a:xfrm>
              <a:off x="10816875" y="4490850"/>
              <a:ext cx="32750" cy="23225"/>
            </a:xfrm>
            <a:custGeom>
              <a:avLst/>
              <a:gdLst/>
              <a:ahLst/>
              <a:cxnLst/>
              <a:rect l="l" t="t" r="r" b="b"/>
              <a:pathLst>
                <a:path w="1310" h="929" extrusionOk="0">
                  <a:moveTo>
                    <a:pt x="661" y="0"/>
                  </a:moveTo>
                  <a:cubicBezTo>
                    <a:pt x="579" y="0"/>
                    <a:pt x="489" y="22"/>
                    <a:pt x="396" y="73"/>
                  </a:cubicBezTo>
                  <a:cubicBezTo>
                    <a:pt x="0" y="367"/>
                    <a:pt x="287" y="929"/>
                    <a:pt x="678" y="929"/>
                  </a:cubicBezTo>
                  <a:cubicBezTo>
                    <a:pt x="774" y="929"/>
                    <a:pt x="877" y="895"/>
                    <a:pt x="978" y="814"/>
                  </a:cubicBezTo>
                  <a:cubicBezTo>
                    <a:pt x="1309" y="548"/>
                    <a:pt x="1071" y="0"/>
                    <a:pt x="661" y="0"/>
                  </a:cubicBezTo>
                  <a:close/>
                </a:path>
              </a:pathLst>
            </a:custGeom>
            <a:solidFill>
              <a:srgbClr val="D3AF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37"/>
            <p:cNvSpPr/>
            <p:nvPr/>
          </p:nvSpPr>
          <p:spPr>
            <a:xfrm>
              <a:off x="10713850" y="4498200"/>
              <a:ext cx="32750" cy="23225"/>
            </a:xfrm>
            <a:custGeom>
              <a:avLst/>
              <a:gdLst/>
              <a:ahLst/>
              <a:cxnLst/>
              <a:rect l="l" t="t" r="r" b="b"/>
              <a:pathLst>
                <a:path w="1310" h="929" extrusionOk="0">
                  <a:moveTo>
                    <a:pt x="662" y="1"/>
                  </a:moveTo>
                  <a:cubicBezTo>
                    <a:pt x="580" y="1"/>
                    <a:pt x="490" y="23"/>
                    <a:pt x="397" y="75"/>
                  </a:cubicBezTo>
                  <a:cubicBezTo>
                    <a:pt x="0" y="368"/>
                    <a:pt x="287" y="929"/>
                    <a:pt x="678" y="929"/>
                  </a:cubicBezTo>
                  <a:cubicBezTo>
                    <a:pt x="774" y="929"/>
                    <a:pt x="877" y="895"/>
                    <a:pt x="977" y="814"/>
                  </a:cubicBezTo>
                  <a:cubicBezTo>
                    <a:pt x="1310" y="548"/>
                    <a:pt x="1072" y="1"/>
                    <a:pt x="662" y="1"/>
                  </a:cubicBezTo>
                  <a:close/>
                </a:path>
              </a:pathLst>
            </a:custGeom>
            <a:solidFill>
              <a:srgbClr val="BA8B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37"/>
            <p:cNvSpPr/>
            <p:nvPr/>
          </p:nvSpPr>
          <p:spPr>
            <a:xfrm>
              <a:off x="10680175" y="4464375"/>
              <a:ext cx="189475" cy="75400"/>
            </a:xfrm>
            <a:custGeom>
              <a:avLst/>
              <a:gdLst/>
              <a:ahLst/>
              <a:cxnLst/>
              <a:rect l="l" t="t" r="r" b="b"/>
              <a:pathLst>
                <a:path w="7579" h="3016" fill="none" extrusionOk="0">
                  <a:moveTo>
                    <a:pt x="5475" y="283"/>
                  </a:moveTo>
                  <a:cubicBezTo>
                    <a:pt x="6126" y="0"/>
                    <a:pt x="6972" y="318"/>
                    <a:pt x="7275" y="958"/>
                  </a:cubicBezTo>
                  <a:cubicBezTo>
                    <a:pt x="7579" y="1599"/>
                    <a:pt x="7289" y="2455"/>
                    <a:pt x="6659" y="2779"/>
                  </a:cubicBezTo>
                  <a:cubicBezTo>
                    <a:pt x="6349" y="2938"/>
                    <a:pt x="5986" y="2976"/>
                    <a:pt x="5639" y="2936"/>
                  </a:cubicBezTo>
                  <a:cubicBezTo>
                    <a:pt x="5176" y="2882"/>
                    <a:pt x="4729" y="2694"/>
                    <a:pt x="4367" y="2400"/>
                  </a:cubicBezTo>
                  <a:cubicBezTo>
                    <a:pt x="3934" y="2051"/>
                    <a:pt x="3635" y="1568"/>
                    <a:pt x="3290" y="1133"/>
                  </a:cubicBezTo>
                  <a:cubicBezTo>
                    <a:pt x="2944" y="698"/>
                    <a:pt x="2514" y="285"/>
                    <a:pt x="1970" y="170"/>
                  </a:cubicBezTo>
                  <a:cubicBezTo>
                    <a:pt x="1715" y="116"/>
                    <a:pt x="1450" y="132"/>
                    <a:pt x="1196" y="184"/>
                  </a:cubicBezTo>
                  <a:cubicBezTo>
                    <a:pt x="893" y="248"/>
                    <a:pt x="593" y="371"/>
                    <a:pt x="381" y="596"/>
                  </a:cubicBezTo>
                  <a:cubicBezTo>
                    <a:pt x="30" y="969"/>
                    <a:pt x="0" y="1574"/>
                    <a:pt x="229" y="2035"/>
                  </a:cubicBezTo>
                  <a:cubicBezTo>
                    <a:pt x="540" y="2660"/>
                    <a:pt x="1397" y="3016"/>
                    <a:pt x="1989" y="2642"/>
                  </a:cubicBezTo>
                  <a:cubicBezTo>
                    <a:pt x="2216" y="2499"/>
                    <a:pt x="2391" y="2243"/>
                    <a:pt x="2370" y="1976"/>
                  </a:cubicBezTo>
                  <a:cubicBezTo>
                    <a:pt x="2349" y="1708"/>
                    <a:pt x="2121" y="1485"/>
                    <a:pt x="1849" y="1612"/>
                  </a:cubicBezTo>
                </a:path>
              </a:pathLst>
            </a:custGeom>
            <a:noFill/>
            <a:ln w="10850" cap="rnd" cmpd="sng">
              <a:solidFill>
                <a:srgbClr val="BA8B2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37"/>
            <p:cNvSpPr/>
            <p:nvPr/>
          </p:nvSpPr>
          <p:spPr>
            <a:xfrm>
              <a:off x="10894225" y="4491850"/>
              <a:ext cx="32725" cy="23225"/>
            </a:xfrm>
            <a:custGeom>
              <a:avLst/>
              <a:gdLst/>
              <a:ahLst/>
              <a:cxnLst/>
              <a:rect l="l" t="t" r="r" b="b"/>
              <a:pathLst>
                <a:path w="1309" h="929" extrusionOk="0">
                  <a:moveTo>
                    <a:pt x="631" y="1"/>
                  </a:moveTo>
                  <a:cubicBezTo>
                    <a:pt x="535" y="1"/>
                    <a:pt x="432" y="35"/>
                    <a:pt x="332" y="115"/>
                  </a:cubicBezTo>
                  <a:cubicBezTo>
                    <a:pt x="0" y="382"/>
                    <a:pt x="237" y="928"/>
                    <a:pt x="646" y="928"/>
                  </a:cubicBezTo>
                  <a:cubicBezTo>
                    <a:pt x="729" y="928"/>
                    <a:pt x="818" y="906"/>
                    <a:pt x="912" y="855"/>
                  </a:cubicBezTo>
                  <a:cubicBezTo>
                    <a:pt x="1308" y="562"/>
                    <a:pt x="1023" y="1"/>
                    <a:pt x="631" y="1"/>
                  </a:cubicBezTo>
                  <a:close/>
                </a:path>
              </a:pathLst>
            </a:custGeom>
            <a:solidFill>
              <a:srgbClr val="D3AF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37"/>
            <p:cNvSpPr/>
            <p:nvPr/>
          </p:nvSpPr>
          <p:spPr>
            <a:xfrm>
              <a:off x="10997225" y="4484475"/>
              <a:ext cx="32725" cy="23250"/>
            </a:xfrm>
            <a:custGeom>
              <a:avLst/>
              <a:gdLst/>
              <a:ahLst/>
              <a:cxnLst/>
              <a:rect l="l" t="t" r="r" b="b"/>
              <a:pathLst>
                <a:path w="1309" h="930" extrusionOk="0">
                  <a:moveTo>
                    <a:pt x="631" y="0"/>
                  </a:moveTo>
                  <a:cubicBezTo>
                    <a:pt x="535" y="0"/>
                    <a:pt x="432" y="34"/>
                    <a:pt x="332" y="115"/>
                  </a:cubicBezTo>
                  <a:cubicBezTo>
                    <a:pt x="0" y="381"/>
                    <a:pt x="238" y="929"/>
                    <a:pt x="648" y="929"/>
                  </a:cubicBezTo>
                  <a:cubicBezTo>
                    <a:pt x="730" y="929"/>
                    <a:pt x="820" y="907"/>
                    <a:pt x="913" y="856"/>
                  </a:cubicBezTo>
                  <a:cubicBezTo>
                    <a:pt x="1309" y="562"/>
                    <a:pt x="1023" y="0"/>
                    <a:pt x="631" y="0"/>
                  </a:cubicBezTo>
                  <a:close/>
                </a:path>
              </a:pathLst>
            </a:custGeom>
            <a:solidFill>
              <a:srgbClr val="BA8B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37"/>
            <p:cNvSpPr/>
            <p:nvPr/>
          </p:nvSpPr>
          <p:spPr>
            <a:xfrm>
              <a:off x="10874150" y="4466125"/>
              <a:ext cx="189500" cy="75425"/>
            </a:xfrm>
            <a:custGeom>
              <a:avLst/>
              <a:gdLst/>
              <a:ahLst/>
              <a:cxnLst/>
              <a:rect l="l" t="t" r="r" b="b"/>
              <a:pathLst>
                <a:path w="7580" h="3017" fill="none" extrusionOk="0">
                  <a:moveTo>
                    <a:pt x="2104" y="2735"/>
                  </a:moveTo>
                  <a:cubicBezTo>
                    <a:pt x="1454" y="3017"/>
                    <a:pt x="607" y="2699"/>
                    <a:pt x="304" y="2058"/>
                  </a:cubicBezTo>
                  <a:cubicBezTo>
                    <a:pt x="0" y="1419"/>
                    <a:pt x="291" y="562"/>
                    <a:pt x="920" y="237"/>
                  </a:cubicBezTo>
                  <a:cubicBezTo>
                    <a:pt x="1231" y="78"/>
                    <a:pt x="1594" y="42"/>
                    <a:pt x="1940" y="81"/>
                  </a:cubicBezTo>
                  <a:cubicBezTo>
                    <a:pt x="2404" y="134"/>
                    <a:pt x="2850" y="323"/>
                    <a:pt x="3213" y="616"/>
                  </a:cubicBezTo>
                  <a:cubicBezTo>
                    <a:pt x="3645" y="966"/>
                    <a:pt x="3945" y="1448"/>
                    <a:pt x="4290" y="1884"/>
                  </a:cubicBezTo>
                  <a:cubicBezTo>
                    <a:pt x="4636" y="2319"/>
                    <a:pt x="5066" y="2732"/>
                    <a:pt x="5610" y="2847"/>
                  </a:cubicBezTo>
                  <a:cubicBezTo>
                    <a:pt x="5864" y="2901"/>
                    <a:pt x="6130" y="2886"/>
                    <a:pt x="6384" y="2832"/>
                  </a:cubicBezTo>
                  <a:cubicBezTo>
                    <a:pt x="6687" y="2769"/>
                    <a:pt x="6987" y="2647"/>
                    <a:pt x="7198" y="2422"/>
                  </a:cubicBezTo>
                  <a:cubicBezTo>
                    <a:pt x="7549" y="2048"/>
                    <a:pt x="7580" y="1442"/>
                    <a:pt x="7351" y="983"/>
                  </a:cubicBezTo>
                  <a:cubicBezTo>
                    <a:pt x="7040" y="356"/>
                    <a:pt x="6183" y="1"/>
                    <a:pt x="5590" y="374"/>
                  </a:cubicBezTo>
                  <a:cubicBezTo>
                    <a:pt x="5363" y="517"/>
                    <a:pt x="5189" y="773"/>
                    <a:pt x="5210" y="1041"/>
                  </a:cubicBezTo>
                  <a:cubicBezTo>
                    <a:pt x="5231" y="1310"/>
                    <a:pt x="5458" y="1532"/>
                    <a:pt x="5731" y="1404"/>
                  </a:cubicBezTo>
                </a:path>
              </a:pathLst>
            </a:custGeom>
            <a:noFill/>
            <a:ln w="10850" cap="rnd" cmpd="sng">
              <a:solidFill>
                <a:srgbClr val="BA8B2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37"/>
            <p:cNvSpPr/>
            <p:nvPr/>
          </p:nvSpPr>
          <p:spPr>
            <a:xfrm>
              <a:off x="10955950" y="3626150"/>
              <a:ext cx="100650" cy="495475"/>
            </a:xfrm>
            <a:custGeom>
              <a:avLst/>
              <a:gdLst/>
              <a:ahLst/>
              <a:cxnLst/>
              <a:rect l="l" t="t" r="r" b="b"/>
              <a:pathLst>
                <a:path w="4026" h="19819" extrusionOk="0">
                  <a:moveTo>
                    <a:pt x="2012" y="1"/>
                  </a:moveTo>
                  <a:cubicBezTo>
                    <a:pt x="901" y="1"/>
                    <a:pt x="0" y="902"/>
                    <a:pt x="0" y="2014"/>
                  </a:cubicBezTo>
                  <a:lnTo>
                    <a:pt x="0" y="17806"/>
                  </a:lnTo>
                  <a:cubicBezTo>
                    <a:pt x="0" y="18917"/>
                    <a:pt x="901" y="19818"/>
                    <a:pt x="2012" y="19818"/>
                  </a:cubicBezTo>
                  <a:cubicBezTo>
                    <a:pt x="3124" y="19818"/>
                    <a:pt x="4025" y="18917"/>
                    <a:pt x="4025" y="17806"/>
                  </a:cubicBezTo>
                  <a:lnTo>
                    <a:pt x="4025" y="2014"/>
                  </a:lnTo>
                  <a:cubicBezTo>
                    <a:pt x="4025" y="902"/>
                    <a:pt x="3124" y="1"/>
                    <a:pt x="2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37"/>
            <p:cNvSpPr/>
            <p:nvPr/>
          </p:nvSpPr>
          <p:spPr>
            <a:xfrm>
              <a:off x="10981875" y="3669825"/>
              <a:ext cx="48775" cy="406100"/>
            </a:xfrm>
            <a:custGeom>
              <a:avLst/>
              <a:gdLst/>
              <a:ahLst/>
              <a:cxnLst/>
              <a:rect l="l" t="t" r="r" b="b"/>
              <a:pathLst>
                <a:path w="1951" h="16244" extrusionOk="0">
                  <a:moveTo>
                    <a:pt x="975" y="0"/>
                  </a:moveTo>
                  <a:cubicBezTo>
                    <a:pt x="437" y="0"/>
                    <a:pt x="0" y="436"/>
                    <a:pt x="0" y="975"/>
                  </a:cubicBezTo>
                  <a:lnTo>
                    <a:pt x="0" y="15268"/>
                  </a:lnTo>
                  <a:cubicBezTo>
                    <a:pt x="0" y="15806"/>
                    <a:pt x="437" y="16243"/>
                    <a:pt x="975" y="16243"/>
                  </a:cubicBezTo>
                  <a:cubicBezTo>
                    <a:pt x="1514" y="16243"/>
                    <a:pt x="1950" y="15806"/>
                    <a:pt x="1950" y="15268"/>
                  </a:cubicBezTo>
                  <a:lnTo>
                    <a:pt x="1950" y="975"/>
                  </a:lnTo>
                  <a:cubicBezTo>
                    <a:pt x="1950" y="436"/>
                    <a:pt x="1514" y="0"/>
                    <a:pt x="9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37"/>
            <p:cNvSpPr/>
            <p:nvPr/>
          </p:nvSpPr>
          <p:spPr>
            <a:xfrm>
              <a:off x="10981700" y="3875500"/>
              <a:ext cx="72600" cy="98225"/>
            </a:xfrm>
            <a:custGeom>
              <a:avLst/>
              <a:gdLst/>
              <a:ahLst/>
              <a:cxnLst/>
              <a:rect l="l" t="t" r="r" b="b"/>
              <a:pathLst>
                <a:path w="2904" h="3929" extrusionOk="0">
                  <a:moveTo>
                    <a:pt x="2904" y="1"/>
                  </a:moveTo>
                  <a:lnTo>
                    <a:pt x="0" y="1837"/>
                  </a:lnTo>
                  <a:lnTo>
                    <a:pt x="0" y="3929"/>
                  </a:lnTo>
                  <a:lnTo>
                    <a:pt x="2904" y="1923"/>
                  </a:lnTo>
                  <a:lnTo>
                    <a:pt x="290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37"/>
            <p:cNvSpPr/>
            <p:nvPr/>
          </p:nvSpPr>
          <p:spPr>
            <a:xfrm>
              <a:off x="11029525" y="3861375"/>
              <a:ext cx="61925" cy="73825"/>
            </a:xfrm>
            <a:custGeom>
              <a:avLst/>
              <a:gdLst/>
              <a:ahLst/>
              <a:cxnLst/>
              <a:rect l="l" t="t" r="r" b="b"/>
              <a:pathLst>
                <a:path w="2477" h="2953" extrusionOk="0">
                  <a:moveTo>
                    <a:pt x="1158" y="0"/>
                  </a:moveTo>
                  <a:cubicBezTo>
                    <a:pt x="1155" y="0"/>
                    <a:pt x="1152" y="1"/>
                    <a:pt x="1149" y="2"/>
                  </a:cubicBezTo>
                  <a:lnTo>
                    <a:pt x="1" y="622"/>
                  </a:lnTo>
                  <a:lnTo>
                    <a:pt x="1257" y="2953"/>
                  </a:lnTo>
                  <a:lnTo>
                    <a:pt x="2405" y="2333"/>
                  </a:lnTo>
                  <a:cubicBezTo>
                    <a:pt x="2477" y="2295"/>
                    <a:pt x="2253" y="1742"/>
                    <a:pt x="1906" y="1099"/>
                  </a:cubicBezTo>
                  <a:cubicBezTo>
                    <a:pt x="1572" y="478"/>
                    <a:pt x="1245" y="0"/>
                    <a:pt x="11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37"/>
            <p:cNvSpPr/>
            <p:nvPr/>
          </p:nvSpPr>
          <p:spPr>
            <a:xfrm>
              <a:off x="11027750" y="3876850"/>
              <a:ext cx="35000" cy="58400"/>
            </a:xfrm>
            <a:custGeom>
              <a:avLst/>
              <a:gdLst/>
              <a:ahLst/>
              <a:cxnLst/>
              <a:rect l="l" t="t" r="r" b="b"/>
              <a:pathLst>
                <a:path w="1400" h="2336" extrusionOk="0">
                  <a:moveTo>
                    <a:pt x="81" y="1"/>
                  </a:moveTo>
                  <a:cubicBezTo>
                    <a:pt x="77" y="1"/>
                    <a:pt x="74" y="2"/>
                    <a:pt x="72" y="3"/>
                  </a:cubicBezTo>
                  <a:cubicBezTo>
                    <a:pt x="0" y="40"/>
                    <a:pt x="224" y="594"/>
                    <a:pt x="571" y="1237"/>
                  </a:cubicBezTo>
                  <a:cubicBezTo>
                    <a:pt x="905" y="1858"/>
                    <a:pt x="1232" y="2336"/>
                    <a:pt x="1319" y="2336"/>
                  </a:cubicBezTo>
                  <a:cubicBezTo>
                    <a:pt x="1322" y="2336"/>
                    <a:pt x="1325" y="2335"/>
                    <a:pt x="1328" y="2334"/>
                  </a:cubicBezTo>
                  <a:cubicBezTo>
                    <a:pt x="1399" y="2295"/>
                    <a:pt x="1176" y="1742"/>
                    <a:pt x="829" y="1099"/>
                  </a:cubicBezTo>
                  <a:cubicBezTo>
                    <a:pt x="495" y="479"/>
                    <a:pt x="168" y="1"/>
                    <a:pt x="81" y="1"/>
                  </a:cubicBezTo>
                  <a:close/>
                </a:path>
              </a:pathLst>
            </a:custGeom>
            <a:solidFill>
              <a:srgbClr val="7754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37"/>
            <p:cNvSpPr/>
            <p:nvPr/>
          </p:nvSpPr>
          <p:spPr>
            <a:xfrm>
              <a:off x="9465450" y="3331575"/>
              <a:ext cx="55325" cy="683800"/>
            </a:xfrm>
            <a:custGeom>
              <a:avLst/>
              <a:gdLst/>
              <a:ahLst/>
              <a:cxnLst/>
              <a:rect l="l" t="t" r="r" b="b"/>
              <a:pathLst>
                <a:path w="2213" h="27352" extrusionOk="0">
                  <a:moveTo>
                    <a:pt x="63" y="1"/>
                  </a:moveTo>
                  <a:cubicBezTo>
                    <a:pt x="28" y="1"/>
                    <a:pt x="0" y="29"/>
                    <a:pt x="0" y="64"/>
                  </a:cubicBezTo>
                  <a:lnTo>
                    <a:pt x="0" y="27289"/>
                  </a:lnTo>
                  <a:cubicBezTo>
                    <a:pt x="0" y="27323"/>
                    <a:pt x="28" y="27351"/>
                    <a:pt x="63" y="27351"/>
                  </a:cubicBezTo>
                  <a:lnTo>
                    <a:pt x="2213" y="27351"/>
                  </a:lnTo>
                  <a:lnTo>
                    <a:pt x="22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37"/>
            <p:cNvSpPr/>
            <p:nvPr/>
          </p:nvSpPr>
          <p:spPr>
            <a:xfrm>
              <a:off x="8960450" y="4543850"/>
              <a:ext cx="2793200" cy="336525"/>
            </a:xfrm>
            <a:custGeom>
              <a:avLst/>
              <a:gdLst/>
              <a:ahLst/>
              <a:cxnLst/>
              <a:rect l="l" t="t" r="r" b="b"/>
              <a:pathLst>
                <a:path w="111728" h="13461" extrusionOk="0">
                  <a:moveTo>
                    <a:pt x="181" y="1"/>
                  </a:moveTo>
                  <a:cubicBezTo>
                    <a:pt x="82" y="1"/>
                    <a:pt x="1" y="81"/>
                    <a:pt x="1" y="182"/>
                  </a:cubicBezTo>
                  <a:lnTo>
                    <a:pt x="1" y="13461"/>
                  </a:lnTo>
                  <a:lnTo>
                    <a:pt x="111728" y="13461"/>
                  </a:lnTo>
                  <a:lnTo>
                    <a:pt x="111728" y="182"/>
                  </a:lnTo>
                  <a:cubicBezTo>
                    <a:pt x="111728" y="81"/>
                    <a:pt x="111647" y="1"/>
                    <a:pt x="1115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37"/>
            <p:cNvSpPr/>
            <p:nvPr/>
          </p:nvSpPr>
          <p:spPr>
            <a:xfrm>
              <a:off x="8953900" y="4745675"/>
              <a:ext cx="2806325" cy="25"/>
            </a:xfrm>
            <a:custGeom>
              <a:avLst/>
              <a:gdLst/>
              <a:ahLst/>
              <a:cxnLst/>
              <a:rect l="l" t="t" r="r" b="b"/>
              <a:pathLst>
                <a:path w="112253" h="1" fill="none" extrusionOk="0">
                  <a:moveTo>
                    <a:pt x="0" y="1"/>
                  </a:moveTo>
                  <a:lnTo>
                    <a:pt x="112252" y="1"/>
                  </a:lnTo>
                </a:path>
              </a:pathLst>
            </a:custGeom>
            <a:solidFill>
              <a:srgbClr val="000000">
                <a:alpha val="25160"/>
              </a:srgbClr>
            </a:solidFill>
            <a:ln w="15100" cap="rnd" cmpd="sng">
              <a:solidFill>
                <a:srgbClr val="6E4A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37"/>
            <p:cNvSpPr/>
            <p:nvPr/>
          </p:nvSpPr>
          <p:spPr>
            <a:xfrm>
              <a:off x="8960450" y="4666425"/>
              <a:ext cx="2793225" cy="213950"/>
            </a:xfrm>
            <a:custGeom>
              <a:avLst/>
              <a:gdLst/>
              <a:ahLst/>
              <a:cxnLst/>
              <a:rect l="l" t="t" r="r" b="b"/>
              <a:pathLst>
                <a:path w="111729" h="8558" extrusionOk="0">
                  <a:moveTo>
                    <a:pt x="1" y="1"/>
                  </a:moveTo>
                  <a:lnTo>
                    <a:pt x="1" y="8558"/>
                  </a:lnTo>
                  <a:lnTo>
                    <a:pt x="111729" y="8558"/>
                  </a:lnTo>
                  <a:lnTo>
                    <a:pt x="111729" y="5273"/>
                  </a:lnTo>
                  <a:cubicBezTo>
                    <a:pt x="104770" y="5519"/>
                    <a:pt x="95903" y="6251"/>
                    <a:pt x="84578" y="6251"/>
                  </a:cubicBezTo>
                  <a:cubicBezTo>
                    <a:pt x="14445" y="6251"/>
                    <a:pt x="1" y="1"/>
                    <a:pt x="1" y="1"/>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38"/>
        <p:cNvGrpSpPr/>
        <p:nvPr/>
      </p:nvGrpSpPr>
      <p:grpSpPr>
        <a:xfrm>
          <a:off x="0" y="0"/>
          <a:ext cx="0" cy="0"/>
          <a:chOff x="0" y="0"/>
          <a:chExt cx="0" cy="0"/>
        </a:xfrm>
      </p:grpSpPr>
      <p:sp>
        <p:nvSpPr>
          <p:cNvPr id="2539" name="Google Shape;2539;p38"/>
          <p:cNvSpPr/>
          <p:nvPr/>
        </p:nvSpPr>
        <p:spPr>
          <a:xfrm>
            <a:off x="-380785" y="-122017"/>
            <a:ext cx="2454325" cy="2293525"/>
          </a:xfrm>
          <a:custGeom>
            <a:avLst/>
            <a:gdLst/>
            <a:ahLst/>
            <a:cxnLst/>
            <a:rect l="l" t="t" r="r" b="b"/>
            <a:pathLst>
              <a:path w="98173" h="91741" extrusionOk="0">
                <a:moveTo>
                  <a:pt x="36469" y="89035"/>
                </a:moveTo>
                <a:cubicBezTo>
                  <a:pt x="37310" y="87398"/>
                  <a:pt x="35009" y="83283"/>
                  <a:pt x="36469" y="81071"/>
                </a:cubicBezTo>
                <a:cubicBezTo>
                  <a:pt x="37929" y="78859"/>
                  <a:pt x="43902" y="77665"/>
                  <a:pt x="45229" y="75762"/>
                </a:cubicBezTo>
                <a:cubicBezTo>
                  <a:pt x="46556" y="73860"/>
                  <a:pt x="47486" y="71028"/>
                  <a:pt x="44433" y="69656"/>
                </a:cubicBezTo>
                <a:cubicBezTo>
                  <a:pt x="41380" y="68284"/>
                  <a:pt x="29434" y="69612"/>
                  <a:pt x="26912" y="67532"/>
                </a:cubicBezTo>
                <a:cubicBezTo>
                  <a:pt x="24390" y="65453"/>
                  <a:pt x="21824" y="58949"/>
                  <a:pt x="29301" y="57179"/>
                </a:cubicBezTo>
                <a:cubicBezTo>
                  <a:pt x="36778" y="55409"/>
                  <a:pt x="64608" y="59258"/>
                  <a:pt x="71776" y="56913"/>
                </a:cubicBezTo>
                <a:cubicBezTo>
                  <a:pt x="78944" y="54568"/>
                  <a:pt x="78501" y="45587"/>
                  <a:pt x="72307" y="43109"/>
                </a:cubicBezTo>
                <a:cubicBezTo>
                  <a:pt x="66113" y="40631"/>
                  <a:pt x="41203" y="45189"/>
                  <a:pt x="34610" y="42047"/>
                </a:cubicBezTo>
                <a:cubicBezTo>
                  <a:pt x="28018" y="38906"/>
                  <a:pt x="24168" y="27578"/>
                  <a:pt x="32752" y="24260"/>
                </a:cubicBezTo>
                <a:cubicBezTo>
                  <a:pt x="41336" y="20942"/>
                  <a:pt x="76334" y="25632"/>
                  <a:pt x="86112" y="22137"/>
                </a:cubicBezTo>
                <a:cubicBezTo>
                  <a:pt x="95890" y="18642"/>
                  <a:pt x="104650" y="6385"/>
                  <a:pt x="91421" y="3288"/>
                </a:cubicBezTo>
                <a:cubicBezTo>
                  <a:pt x="78192" y="191"/>
                  <a:pt x="20585" y="-2286"/>
                  <a:pt x="6736" y="3554"/>
                </a:cubicBezTo>
                <a:cubicBezTo>
                  <a:pt x="-7113" y="9394"/>
                  <a:pt x="4170" y="30676"/>
                  <a:pt x="8329" y="38330"/>
                </a:cubicBezTo>
                <a:cubicBezTo>
                  <a:pt x="12488" y="45984"/>
                  <a:pt x="30761" y="47091"/>
                  <a:pt x="31690" y="49480"/>
                </a:cubicBezTo>
                <a:cubicBezTo>
                  <a:pt x="32619" y="51869"/>
                  <a:pt x="17930" y="48905"/>
                  <a:pt x="13904" y="52666"/>
                </a:cubicBezTo>
                <a:cubicBezTo>
                  <a:pt x="9878" y="56427"/>
                  <a:pt x="4745" y="68019"/>
                  <a:pt x="7532" y="72045"/>
                </a:cubicBezTo>
                <a:cubicBezTo>
                  <a:pt x="10319" y="76071"/>
                  <a:pt x="26646" y="73683"/>
                  <a:pt x="30628" y="76824"/>
                </a:cubicBezTo>
                <a:cubicBezTo>
                  <a:pt x="34610" y="79966"/>
                  <a:pt x="30452" y="88859"/>
                  <a:pt x="31425" y="90894"/>
                </a:cubicBezTo>
                <a:cubicBezTo>
                  <a:pt x="32399" y="92929"/>
                  <a:pt x="35628" y="90672"/>
                  <a:pt x="36469" y="89035"/>
                </a:cubicBezTo>
                <a:close/>
              </a:path>
            </a:pathLst>
          </a:custGeom>
          <a:solidFill>
            <a:srgbClr val="FFFFFF">
              <a:alpha val="70440"/>
            </a:srgbClr>
          </a:solidFill>
          <a:ln>
            <a:noFill/>
          </a:ln>
        </p:spPr>
      </p:sp>
      <p:grpSp>
        <p:nvGrpSpPr>
          <p:cNvPr id="2540" name="Google Shape;2540;p38"/>
          <p:cNvGrpSpPr/>
          <p:nvPr/>
        </p:nvGrpSpPr>
        <p:grpSpPr>
          <a:xfrm>
            <a:off x="-378046" y="2066913"/>
            <a:ext cx="1728889" cy="2598709"/>
            <a:chOff x="6223601" y="3444501"/>
            <a:chExt cx="381300" cy="573135"/>
          </a:xfrm>
        </p:grpSpPr>
        <p:sp>
          <p:nvSpPr>
            <p:cNvPr id="2541" name="Google Shape;2541;p38"/>
            <p:cNvSpPr/>
            <p:nvPr/>
          </p:nvSpPr>
          <p:spPr>
            <a:xfrm>
              <a:off x="6356895" y="3444501"/>
              <a:ext cx="102408" cy="464483"/>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2542" name="Google Shape;2542;p38"/>
            <p:cNvSpPr/>
            <p:nvPr/>
          </p:nvSpPr>
          <p:spPr>
            <a:xfrm>
              <a:off x="6223601" y="3796236"/>
              <a:ext cx="381300" cy="221400"/>
            </a:xfrm>
            <a:custGeom>
              <a:avLst/>
              <a:gdLst/>
              <a:ahLst/>
              <a:cxnLst/>
              <a:rect l="l" t="t" r="r" b="b"/>
              <a:pathLst>
                <a:path w="22805" h="8856" extrusionOk="0">
                  <a:moveTo>
                    <a:pt x="18648" y="8739"/>
                  </a:moveTo>
                  <a:lnTo>
                    <a:pt x="18941" y="4172"/>
                  </a:lnTo>
                  <a:lnTo>
                    <a:pt x="22805" y="4289"/>
                  </a:lnTo>
                  <a:lnTo>
                    <a:pt x="17947" y="0"/>
                  </a:lnTo>
                  <a:lnTo>
                    <a:pt x="58" y="15"/>
                  </a:lnTo>
                  <a:lnTo>
                    <a:pt x="0" y="8856"/>
                  </a:lnTo>
                  <a:close/>
                </a:path>
              </a:pathLst>
            </a:custGeom>
            <a:solidFill>
              <a:schemeClr val="dk2"/>
            </a:solidFill>
            <a:ln>
              <a:noFill/>
            </a:ln>
          </p:spPr>
        </p:sp>
      </p:grpSp>
      <p:sp>
        <p:nvSpPr>
          <p:cNvPr id="2543" name="Google Shape;2543;p38"/>
          <p:cNvSpPr/>
          <p:nvPr/>
        </p:nvSpPr>
        <p:spPr>
          <a:xfrm>
            <a:off x="-796183" y="4381569"/>
            <a:ext cx="10996850" cy="598675"/>
          </a:xfrm>
          <a:custGeom>
            <a:avLst/>
            <a:gdLst/>
            <a:ahLst/>
            <a:cxnLst/>
            <a:rect l="l" t="t" r="r" b="b"/>
            <a:pathLst>
              <a:path w="439874" h="23947" extrusionOk="0">
                <a:moveTo>
                  <a:pt x="20697" y="479"/>
                </a:moveTo>
                <a:cubicBezTo>
                  <a:pt x="27378" y="-1954"/>
                  <a:pt x="50430" y="5567"/>
                  <a:pt x="75119" y="7646"/>
                </a:cubicBezTo>
                <a:cubicBezTo>
                  <a:pt x="99808" y="9726"/>
                  <a:pt x="128921" y="12381"/>
                  <a:pt x="168830" y="12956"/>
                </a:cubicBezTo>
                <a:cubicBezTo>
                  <a:pt x="208739" y="13531"/>
                  <a:pt x="279134" y="12248"/>
                  <a:pt x="314574" y="11098"/>
                </a:cubicBezTo>
                <a:cubicBezTo>
                  <a:pt x="350014" y="9948"/>
                  <a:pt x="365146" y="6939"/>
                  <a:pt x="381472" y="6054"/>
                </a:cubicBezTo>
                <a:cubicBezTo>
                  <a:pt x="397798" y="5169"/>
                  <a:pt x="407754" y="3355"/>
                  <a:pt x="412532" y="5788"/>
                </a:cubicBezTo>
                <a:cubicBezTo>
                  <a:pt x="417311" y="8222"/>
                  <a:pt x="473060" y="17912"/>
                  <a:pt x="410143" y="20655"/>
                </a:cubicBezTo>
                <a:cubicBezTo>
                  <a:pt x="347227" y="23398"/>
                  <a:pt x="99941" y="25610"/>
                  <a:pt x="35033" y="22247"/>
                </a:cubicBezTo>
                <a:cubicBezTo>
                  <a:pt x="-29875" y="18884"/>
                  <a:pt x="14016" y="2913"/>
                  <a:pt x="20697" y="479"/>
                </a:cubicBezTo>
                <a:close/>
              </a:path>
            </a:pathLst>
          </a:custGeom>
          <a:solidFill>
            <a:schemeClr val="accent3"/>
          </a:solidFill>
          <a:ln>
            <a:noFill/>
          </a:ln>
        </p:spPr>
      </p:sp>
      <p:sp>
        <p:nvSpPr>
          <p:cNvPr id="2544" name="Google Shape;2544;p38"/>
          <p:cNvSpPr/>
          <p:nvPr/>
        </p:nvSpPr>
        <p:spPr>
          <a:xfrm>
            <a:off x="4300150" y="2997138"/>
            <a:ext cx="543300" cy="543300"/>
          </a:xfrm>
          <a:prstGeom prst="plaque">
            <a:avLst>
              <a:gd name="adj" fmla="val 16667"/>
            </a:avLst>
          </a:prstGeom>
          <a:solidFill>
            <a:srgbClr val="FFFFFF">
              <a:alpha val="70440"/>
            </a:srgbClr>
          </a:solidFill>
          <a:ln w="28575" cap="flat" cmpd="sng">
            <a:solidFill>
              <a:srgbClr val="6343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38"/>
          <p:cNvSpPr/>
          <p:nvPr/>
        </p:nvSpPr>
        <p:spPr>
          <a:xfrm>
            <a:off x="3266150" y="2997138"/>
            <a:ext cx="543300" cy="543300"/>
          </a:xfrm>
          <a:prstGeom prst="plaque">
            <a:avLst>
              <a:gd name="adj" fmla="val 16667"/>
            </a:avLst>
          </a:prstGeom>
          <a:solidFill>
            <a:srgbClr val="FFFFFF">
              <a:alpha val="70440"/>
            </a:srgbClr>
          </a:solidFill>
          <a:ln w="28575" cap="flat" cmpd="sng">
            <a:solidFill>
              <a:srgbClr val="6343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38"/>
          <p:cNvSpPr txBox="1">
            <a:spLocks noGrp="1"/>
          </p:cNvSpPr>
          <p:nvPr>
            <p:ph type="title"/>
          </p:nvPr>
        </p:nvSpPr>
        <p:spPr>
          <a:xfrm>
            <a:off x="1958688" y="540000"/>
            <a:ext cx="5226600" cy="1205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Thanks!</a:t>
            </a:r>
            <a:endParaRPr/>
          </a:p>
        </p:txBody>
      </p:sp>
      <p:sp>
        <p:nvSpPr>
          <p:cNvPr id="2547" name="Google Shape;2547;p38"/>
          <p:cNvSpPr txBox="1">
            <a:spLocks noGrp="1"/>
          </p:cNvSpPr>
          <p:nvPr>
            <p:ph type="subTitle" idx="1"/>
          </p:nvPr>
        </p:nvSpPr>
        <p:spPr>
          <a:xfrm>
            <a:off x="1958700" y="1612850"/>
            <a:ext cx="5226600" cy="1134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a:latin typeface="Hammersmith One"/>
                <a:ea typeface="Hammersmith One"/>
                <a:cs typeface="Hammersmith One"/>
                <a:sym typeface="Hammersmith One"/>
              </a:rPr>
              <a:t>Any questions?</a:t>
            </a:r>
            <a:endParaRPr sz="1600">
              <a:latin typeface="Hammersmith One"/>
              <a:ea typeface="Hammersmith One"/>
              <a:cs typeface="Hammersmith One"/>
              <a:sym typeface="Hammersmith One"/>
            </a:endParaRPr>
          </a:p>
          <a:p>
            <a:pPr marL="0" lvl="0" indent="0" algn="ctr" rtl="0">
              <a:spcBef>
                <a:spcPts val="0"/>
              </a:spcBef>
              <a:spcAft>
                <a:spcPts val="0"/>
              </a:spcAft>
              <a:buNone/>
            </a:pPr>
            <a:r>
              <a:rPr lang="en"/>
              <a:t>youremail@freepik.com</a:t>
            </a:r>
            <a:endParaRPr/>
          </a:p>
          <a:p>
            <a:pPr marL="0" lvl="0" indent="0" algn="ctr" rtl="0">
              <a:spcBef>
                <a:spcPts val="0"/>
              </a:spcBef>
              <a:spcAft>
                <a:spcPts val="0"/>
              </a:spcAft>
              <a:buNone/>
            </a:pPr>
            <a:r>
              <a:rPr lang="en"/>
              <a:t>+91 620 421 838</a:t>
            </a:r>
            <a:endParaRPr/>
          </a:p>
          <a:p>
            <a:pPr marL="0" lvl="0" indent="0" algn="ctr" rtl="0">
              <a:spcBef>
                <a:spcPts val="0"/>
              </a:spcBef>
              <a:spcAft>
                <a:spcPts val="0"/>
              </a:spcAft>
              <a:buNone/>
            </a:pPr>
            <a:r>
              <a:rPr lang="en"/>
              <a:t>yourwebpage.com</a:t>
            </a:r>
            <a:endParaRPr/>
          </a:p>
        </p:txBody>
      </p:sp>
      <p:sp>
        <p:nvSpPr>
          <p:cNvPr id="2548" name="Google Shape;2548;p38"/>
          <p:cNvSpPr txBox="1"/>
          <p:nvPr/>
        </p:nvSpPr>
        <p:spPr>
          <a:xfrm>
            <a:off x="1958700" y="4207950"/>
            <a:ext cx="5226600" cy="240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chemeClr val="dk1"/>
                </a:solidFill>
                <a:latin typeface="Albert Sans Medium"/>
                <a:ea typeface="Albert Sans Medium"/>
                <a:cs typeface="Albert Sans Medium"/>
                <a:sym typeface="Albert Sans Medium"/>
              </a:rPr>
              <a:t>Please keep this slide for attribution</a:t>
            </a:r>
            <a:endParaRPr sz="1000">
              <a:solidFill>
                <a:schemeClr val="dk1"/>
              </a:solidFill>
              <a:latin typeface="Albert Sans Medium"/>
              <a:ea typeface="Albert Sans Medium"/>
              <a:cs typeface="Albert Sans Medium"/>
              <a:sym typeface="Albert Sans Medium"/>
            </a:endParaRPr>
          </a:p>
        </p:txBody>
      </p:sp>
      <p:grpSp>
        <p:nvGrpSpPr>
          <p:cNvPr id="2549" name="Google Shape;2549;p38"/>
          <p:cNvGrpSpPr/>
          <p:nvPr/>
        </p:nvGrpSpPr>
        <p:grpSpPr>
          <a:xfrm>
            <a:off x="4390340" y="3090507"/>
            <a:ext cx="362920" cy="356865"/>
            <a:chOff x="3314750" y="3817357"/>
            <a:chExt cx="362920" cy="356865"/>
          </a:xfrm>
        </p:grpSpPr>
        <p:grpSp>
          <p:nvGrpSpPr>
            <p:cNvPr id="2550" name="Google Shape;2550;p38"/>
            <p:cNvGrpSpPr/>
            <p:nvPr/>
          </p:nvGrpSpPr>
          <p:grpSpPr>
            <a:xfrm>
              <a:off x="3314750" y="3817357"/>
              <a:ext cx="362920" cy="356865"/>
              <a:chOff x="3314750" y="3817357"/>
              <a:chExt cx="362920" cy="356865"/>
            </a:xfrm>
          </p:grpSpPr>
          <p:sp>
            <p:nvSpPr>
              <p:cNvPr id="2551" name="Google Shape;2551;p38"/>
              <p:cNvSpPr/>
              <p:nvPr/>
            </p:nvSpPr>
            <p:spPr>
              <a:xfrm>
                <a:off x="3314750" y="3817357"/>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38"/>
              <p:cNvSpPr/>
              <p:nvPr/>
            </p:nvSpPr>
            <p:spPr>
              <a:xfrm>
                <a:off x="3469891" y="3817357"/>
                <a:ext cx="207780" cy="356865"/>
              </a:xfrm>
              <a:custGeom>
                <a:avLst/>
                <a:gdLst/>
                <a:ahLst/>
                <a:cxnLst/>
                <a:rect l="l" t="t" r="r" b="b"/>
                <a:pathLst>
                  <a:path w="7926" h="13613" extrusionOk="0">
                    <a:moveTo>
                      <a:pt x="881" y="0"/>
                    </a:moveTo>
                    <a:cubicBezTo>
                      <a:pt x="884" y="0"/>
                      <a:pt x="886" y="0"/>
                      <a:pt x="888" y="0"/>
                    </a:cubicBezTo>
                    <a:lnTo>
                      <a:pt x="888" y="0"/>
                    </a:lnTo>
                    <a:cubicBezTo>
                      <a:pt x="891" y="0"/>
                      <a:pt x="893" y="0"/>
                      <a:pt x="896" y="0"/>
                    </a:cubicBezTo>
                    <a:close/>
                    <a:moveTo>
                      <a:pt x="888" y="0"/>
                    </a:moveTo>
                    <a:lnTo>
                      <a:pt x="888" y="0"/>
                    </a:lnTo>
                    <a:cubicBezTo>
                      <a:pt x="588" y="0"/>
                      <a:pt x="301" y="15"/>
                      <a:pt x="1" y="58"/>
                    </a:cubicBezTo>
                    <a:cubicBezTo>
                      <a:pt x="3393" y="491"/>
                      <a:pt x="5934" y="3378"/>
                      <a:pt x="5934" y="6799"/>
                    </a:cubicBezTo>
                    <a:cubicBezTo>
                      <a:pt x="5934" y="10220"/>
                      <a:pt x="3393" y="13107"/>
                      <a:pt x="1" y="13555"/>
                    </a:cubicBezTo>
                    <a:cubicBezTo>
                      <a:pt x="299" y="13594"/>
                      <a:pt x="595" y="13612"/>
                      <a:pt x="887" y="13612"/>
                    </a:cubicBezTo>
                    <a:cubicBezTo>
                      <a:pt x="4418" y="13612"/>
                      <a:pt x="7441" y="10873"/>
                      <a:pt x="7680" y="7247"/>
                    </a:cubicBezTo>
                    <a:cubicBezTo>
                      <a:pt x="7926" y="3323"/>
                      <a:pt x="4826" y="4"/>
                      <a:pt x="888"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3" name="Google Shape;2553;p38"/>
            <p:cNvGrpSpPr/>
            <p:nvPr/>
          </p:nvGrpSpPr>
          <p:grpSpPr>
            <a:xfrm>
              <a:off x="3394986" y="3894612"/>
              <a:ext cx="202339" cy="202323"/>
              <a:chOff x="935197" y="1793977"/>
              <a:chExt cx="256451" cy="256430"/>
            </a:xfrm>
          </p:grpSpPr>
          <p:sp>
            <p:nvSpPr>
              <p:cNvPr id="2554" name="Google Shape;2554;p38"/>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38"/>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56" name="Google Shape;2556;p38"/>
          <p:cNvGrpSpPr/>
          <p:nvPr/>
        </p:nvGrpSpPr>
        <p:grpSpPr>
          <a:xfrm>
            <a:off x="3356344" y="3090357"/>
            <a:ext cx="362920" cy="356865"/>
            <a:chOff x="2866317" y="3817357"/>
            <a:chExt cx="362920" cy="356865"/>
          </a:xfrm>
        </p:grpSpPr>
        <p:sp>
          <p:nvSpPr>
            <p:cNvPr id="2557" name="Google Shape;2557;p38"/>
            <p:cNvSpPr/>
            <p:nvPr/>
          </p:nvSpPr>
          <p:spPr>
            <a:xfrm>
              <a:off x="2866317" y="3817357"/>
              <a:ext cx="356865" cy="356498"/>
            </a:xfrm>
            <a:custGeom>
              <a:avLst/>
              <a:gdLst/>
              <a:ahLst/>
              <a:cxnLst/>
              <a:rect l="l" t="t" r="r" b="b"/>
              <a:pathLst>
                <a:path w="13613" h="13599" extrusionOk="0">
                  <a:moveTo>
                    <a:pt x="6799" y="0"/>
                  </a:moveTo>
                  <a:cubicBezTo>
                    <a:pt x="3046" y="0"/>
                    <a:pt x="0" y="3046"/>
                    <a:pt x="0" y="6799"/>
                  </a:cubicBezTo>
                  <a:cubicBezTo>
                    <a:pt x="0" y="10552"/>
                    <a:pt x="3046" y="13598"/>
                    <a:pt x="6799" y="13598"/>
                  </a:cubicBezTo>
                  <a:cubicBezTo>
                    <a:pt x="10567" y="13598"/>
                    <a:pt x="13613" y="10552"/>
                    <a:pt x="13613" y="6799"/>
                  </a:cubicBezTo>
                  <a:cubicBezTo>
                    <a:pt x="13613" y="3046"/>
                    <a:pt x="10567" y="0"/>
                    <a:pt x="67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38"/>
            <p:cNvSpPr/>
            <p:nvPr/>
          </p:nvSpPr>
          <p:spPr>
            <a:xfrm>
              <a:off x="3021457" y="3817357"/>
              <a:ext cx="207780" cy="356576"/>
            </a:xfrm>
            <a:custGeom>
              <a:avLst/>
              <a:gdLst/>
              <a:ahLst/>
              <a:cxnLst/>
              <a:rect l="l" t="t" r="r" b="b"/>
              <a:pathLst>
                <a:path w="7926" h="13602" extrusionOk="0">
                  <a:moveTo>
                    <a:pt x="881" y="0"/>
                  </a:moveTo>
                  <a:cubicBezTo>
                    <a:pt x="593" y="0"/>
                    <a:pt x="290" y="15"/>
                    <a:pt x="1" y="58"/>
                  </a:cubicBezTo>
                  <a:cubicBezTo>
                    <a:pt x="3379" y="505"/>
                    <a:pt x="5919" y="3378"/>
                    <a:pt x="5919" y="6799"/>
                  </a:cubicBezTo>
                  <a:cubicBezTo>
                    <a:pt x="5919" y="10220"/>
                    <a:pt x="3379" y="13093"/>
                    <a:pt x="1" y="13541"/>
                  </a:cubicBezTo>
                  <a:cubicBezTo>
                    <a:pt x="306" y="13581"/>
                    <a:pt x="610" y="13601"/>
                    <a:pt x="909" y="13601"/>
                  </a:cubicBezTo>
                  <a:cubicBezTo>
                    <a:pt x="4431" y="13601"/>
                    <a:pt x="7440" y="10865"/>
                    <a:pt x="7666" y="7247"/>
                  </a:cubicBezTo>
                  <a:cubicBezTo>
                    <a:pt x="7926" y="3320"/>
                    <a:pt x="4822" y="0"/>
                    <a:pt x="881"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38"/>
            <p:cNvSpPr/>
            <p:nvPr/>
          </p:nvSpPr>
          <p:spPr>
            <a:xfrm>
              <a:off x="2928367" y="3894561"/>
              <a:ext cx="194175" cy="279662"/>
            </a:xfrm>
            <a:custGeom>
              <a:avLst/>
              <a:gdLst/>
              <a:ahLst/>
              <a:cxnLst/>
              <a:rect l="l" t="t" r="r" b="b"/>
              <a:pathLst>
                <a:path w="7407" h="10668" extrusionOk="0">
                  <a:moveTo>
                    <a:pt x="6208" y="0"/>
                  </a:moveTo>
                  <a:cubicBezTo>
                    <a:pt x="4086" y="14"/>
                    <a:pt x="2079" y="1732"/>
                    <a:pt x="2079" y="3854"/>
                  </a:cubicBezTo>
                  <a:lnTo>
                    <a:pt x="2079" y="4114"/>
                  </a:lnTo>
                  <a:cubicBezTo>
                    <a:pt x="2079" y="4129"/>
                    <a:pt x="2051" y="4157"/>
                    <a:pt x="2036" y="4157"/>
                  </a:cubicBezTo>
                  <a:lnTo>
                    <a:pt x="174" y="4157"/>
                  </a:lnTo>
                  <a:cubicBezTo>
                    <a:pt x="73" y="4157"/>
                    <a:pt x="1" y="4230"/>
                    <a:pt x="1" y="4331"/>
                  </a:cubicBezTo>
                  <a:lnTo>
                    <a:pt x="1" y="6048"/>
                  </a:lnTo>
                  <a:cubicBezTo>
                    <a:pt x="1" y="6149"/>
                    <a:pt x="73" y="6236"/>
                    <a:pt x="174" y="6236"/>
                  </a:cubicBezTo>
                  <a:lnTo>
                    <a:pt x="2036" y="6236"/>
                  </a:lnTo>
                  <a:cubicBezTo>
                    <a:pt x="2051" y="6236"/>
                    <a:pt x="2079" y="6251"/>
                    <a:pt x="2079" y="6279"/>
                  </a:cubicBezTo>
                  <a:lnTo>
                    <a:pt x="2079" y="10220"/>
                  </a:lnTo>
                  <a:cubicBezTo>
                    <a:pt x="2079" y="10235"/>
                    <a:pt x="2079" y="10249"/>
                    <a:pt x="2108" y="10264"/>
                  </a:cubicBezTo>
                  <a:cubicBezTo>
                    <a:pt x="2743" y="10495"/>
                    <a:pt x="3422" y="10624"/>
                    <a:pt x="4100" y="10668"/>
                  </a:cubicBezTo>
                  <a:cubicBezTo>
                    <a:pt x="4129" y="10668"/>
                    <a:pt x="4144" y="10639"/>
                    <a:pt x="4144" y="10624"/>
                  </a:cubicBezTo>
                  <a:lnTo>
                    <a:pt x="4144" y="6279"/>
                  </a:lnTo>
                  <a:cubicBezTo>
                    <a:pt x="4144" y="6251"/>
                    <a:pt x="4158" y="6236"/>
                    <a:pt x="4187" y="6236"/>
                  </a:cubicBezTo>
                  <a:lnTo>
                    <a:pt x="7218" y="6236"/>
                  </a:lnTo>
                  <a:cubicBezTo>
                    <a:pt x="7319" y="6236"/>
                    <a:pt x="7406" y="6149"/>
                    <a:pt x="7406" y="6048"/>
                  </a:cubicBezTo>
                  <a:lnTo>
                    <a:pt x="7406" y="4331"/>
                  </a:lnTo>
                  <a:cubicBezTo>
                    <a:pt x="7406" y="4230"/>
                    <a:pt x="7319" y="4143"/>
                    <a:pt x="7218" y="4143"/>
                  </a:cubicBezTo>
                  <a:lnTo>
                    <a:pt x="4187" y="4143"/>
                  </a:lnTo>
                  <a:cubicBezTo>
                    <a:pt x="4158" y="4143"/>
                    <a:pt x="4144" y="4129"/>
                    <a:pt x="4144" y="4100"/>
                  </a:cubicBezTo>
                  <a:lnTo>
                    <a:pt x="4144" y="3854"/>
                  </a:lnTo>
                  <a:cubicBezTo>
                    <a:pt x="4144" y="2714"/>
                    <a:pt x="5068" y="2079"/>
                    <a:pt x="6208" y="2079"/>
                  </a:cubicBezTo>
                  <a:lnTo>
                    <a:pt x="7218" y="2079"/>
                  </a:lnTo>
                  <a:cubicBezTo>
                    <a:pt x="7319" y="2079"/>
                    <a:pt x="7406" y="1992"/>
                    <a:pt x="7406" y="1891"/>
                  </a:cubicBezTo>
                  <a:lnTo>
                    <a:pt x="7406" y="173"/>
                  </a:lnTo>
                  <a:cubicBezTo>
                    <a:pt x="7406" y="72"/>
                    <a:pt x="7319" y="0"/>
                    <a:pt x="7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60" name="Google Shape;2560;p38"/>
          <p:cNvSpPr/>
          <p:nvPr/>
        </p:nvSpPr>
        <p:spPr>
          <a:xfrm>
            <a:off x="5334150" y="2997138"/>
            <a:ext cx="543300" cy="543300"/>
          </a:xfrm>
          <a:prstGeom prst="plaque">
            <a:avLst>
              <a:gd name="adj" fmla="val 16667"/>
            </a:avLst>
          </a:prstGeom>
          <a:solidFill>
            <a:srgbClr val="FFFFFF">
              <a:alpha val="70440"/>
            </a:srgbClr>
          </a:solidFill>
          <a:ln w="28575" cap="flat" cmpd="sng">
            <a:solidFill>
              <a:srgbClr val="6343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61" name="Google Shape;2561;p38"/>
          <p:cNvGrpSpPr/>
          <p:nvPr/>
        </p:nvGrpSpPr>
        <p:grpSpPr>
          <a:xfrm>
            <a:off x="5424137" y="3090507"/>
            <a:ext cx="363314" cy="356576"/>
            <a:chOff x="3763184" y="3817357"/>
            <a:chExt cx="363314" cy="356576"/>
          </a:xfrm>
        </p:grpSpPr>
        <p:sp>
          <p:nvSpPr>
            <p:cNvPr id="2562" name="Google Shape;2562;p38"/>
            <p:cNvSpPr/>
            <p:nvPr/>
          </p:nvSpPr>
          <p:spPr>
            <a:xfrm>
              <a:off x="3763184" y="3817357"/>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38"/>
            <p:cNvSpPr/>
            <p:nvPr/>
          </p:nvSpPr>
          <p:spPr>
            <a:xfrm>
              <a:off x="3918324" y="3817357"/>
              <a:ext cx="208173" cy="356576"/>
            </a:xfrm>
            <a:custGeom>
              <a:avLst/>
              <a:gdLst/>
              <a:ahLst/>
              <a:cxnLst/>
              <a:rect l="l" t="t" r="r" b="b"/>
              <a:pathLst>
                <a:path w="7941" h="13602" extrusionOk="0">
                  <a:moveTo>
                    <a:pt x="896" y="0"/>
                  </a:moveTo>
                  <a:cubicBezTo>
                    <a:pt x="593" y="0"/>
                    <a:pt x="304" y="15"/>
                    <a:pt x="1" y="58"/>
                  </a:cubicBezTo>
                  <a:cubicBezTo>
                    <a:pt x="3393" y="505"/>
                    <a:pt x="5919" y="3378"/>
                    <a:pt x="5919" y="6799"/>
                  </a:cubicBezTo>
                  <a:cubicBezTo>
                    <a:pt x="5919" y="10220"/>
                    <a:pt x="3393" y="13093"/>
                    <a:pt x="1" y="13541"/>
                  </a:cubicBezTo>
                  <a:cubicBezTo>
                    <a:pt x="306" y="13581"/>
                    <a:pt x="610" y="13601"/>
                    <a:pt x="909" y="13601"/>
                  </a:cubicBezTo>
                  <a:cubicBezTo>
                    <a:pt x="4431" y="13601"/>
                    <a:pt x="7441" y="10865"/>
                    <a:pt x="7681" y="7247"/>
                  </a:cubicBezTo>
                  <a:cubicBezTo>
                    <a:pt x="7940" y="3320"/>
                    <a:pt x="4822" y="0"/>
                    <a:pt x="896" y="0"/>
                  </a:cubicBezTo>
                  <a:close/>
                </a:path>
              </a:pathLst>
            </a:custGeom>
            <a:solidFill>
              <a:srgbClr val="000000">
                <a:alpha val="25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38"/>
            <p:cNvSpPr/>
            <p:nvPr/>
          </p:nvSpPr>
          <p:spPr>
            <a:xfrm>
              <a:off x="3848330" y="3964188"/>
              <a:ext cx="39375" cy="116945"/>
            </a:xfrm>
            <a:custGeom>
              <a:avLst/>
              <a:gdLst/>
              <a:ahLst/>
              <a:cxnLst/>
              <a:rect l="l" t="t" r="r" b="b"/>
              <a:pathLst>
                <a:path w="1502" h="4461" extrusionOk="0">
                  <a:moveTo>
                    <a:pt x="58" y="0"/>
                  </a:moveTo>
                  <a:cubicBezTo>
                    <a:pt x="29" y="0"/>
                    <a:pt x="0" y="29"/>
                    <a:pt x="0" y="58"/>
                  </a:cubicBezTo>
                  <a:lnTo>
                    <a:pt x="0" y="4403"/>
                  </a:lnTo>
                  <a:cubicBezTo>
                    <a:pt x="0" y="4432"/>
                    <a:pt x="29" y="4461"/>
                    <a:pt x="58" y="4461"/>
                  </a:cubicBezTo>
                  <a:lnTo>
                    <a:pt x="1444" y="4461"/>
                  </a:lnTo>
                  <a:cubicBezTo>
                    <a:pt x="1473" y="4461"/>
                    <a:pt x="1502" y="4446"/>
                    <a:pt x="1502" y="4403"/>
                  </a:cubicBezTo>
                  <a:lnTo>
                    <a:pt x="1502" y="58"/>
                  </a:lnTo>
                  <a:cubicBezTo>
                    <a:pt x="1502" y="29"/>
                    <a:pt x="1473" y="0"/>
                    <a:pt x="14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38"/>
            <p:cNvSpPr/>
            <p:nvPr/>
          </p:nvSpPr>
          <p:spPr>
            <a:xfrm>
              <a:off x="3832418" y="3894403"/>
              <a:ext cx="55287" cy="47475"/>
            </a:xfrm>
            <a:custGeom>
              <a:avLst/>
              <a:gdLst/>
              <a:ahLst/>
              <a:cxnLst/>
              <a:rect l="l" t="t" r="r" b="b"/>
              <a:pathLst>
                <a:path w="2109" h="1811" extrusionOk="0">
                  <a:moveTo>
                    <a:pt x="1208" y="0"/>
                  </a:moveTo>
                  <a:cubicBezTo>
                    <a:pt x="987" y="0"/>
                    <a:pt x="761" y="83"/>
                    <a:pt x="578" y="266"/>
                  </a:cubicBezTo>
                  <a:cubicBezTo>
                    <a:pt x="1" y="829"/>
                    <a:pt x="405" y="1810"/>
                    <a:pt x="1214" y="1810"/>
                  </a:cubicBezTo>
                  <a:cubicBezTo>
                    <a:pt x="1704" y="1810"/>
                    <a:pt x="2109" y="1406"/>
                    <a:pt x="2109" y="901"/>
                  </a:cubicBezTo>
                  <a:cubicBezTo>
                    <a:pt x="2109" y="355"/>
                    <a:pt x="1668" y="0"/>
                    <a:pt x="12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38"/>
            <p:cNvSpPr/>
            <p:nvPr/>
          </p:nvSpPr>
          <p:spPr>
            <a:xfrm>
              <a:off x="3925901" y="3964161"/>
              <a:ext cx="124914" cy="117365"/>
            </a:xfrm>
            <a:custGeom>
              <a:avLst/>
              <a:gdLst/>
              <a:ahLst/>
              <a:cxnLst/>
              <a:rect l="l" t="t" r="r" b="b"/>
              <a:pathLst>
                <a:path w="4765" h="4477" extrusionOk="0">
                  <a:moveTo>
                    <a:pt x="2716" y="1"/>
                  </a:moveTo>
                  <a:cubicBezTo>
                    <a:pt x="2701" y="1"/>
                    <a:pt x="2686" y="1"/>
                    <a:pt x="2671" y="1"/>
                  </a:cubicBezTo>
                  <a:cubicBezTo>
                    <a:pt x="2180" y="1"/>
                    <a:pt x="1718" y="145"/>
                    <a:pt x="1314" y="434"/>
                  </a:cubicBezTo>
                  <a:cubicBezTo>
                    <a:pt x="1304" y="441"/>
                    <a:pt x="1294" y="444"/>
                    <a:pt x="1284" y="444"/>
                  </a:cubicBezTo>
                  <a:cubicBezTo>
                    <a:pt x="1248" y="444"/>
                    <a:pt x="1213" y="410"/>
                    <a:pt x="1213" y="376"/>
                  </a:cubicBezTo>
                  <a:lnTo>
                    <a:pt x="1213" y="59"/>
                  </a:lnTo>
                  <a:cubicBezTo>
                    <a:pt x="1213" y="30"/>
                    <a:pt x="1170" y="1"/>
                    <a:pt x="1141" y="1"/>
                  </a:cubicBezTo>
                  <a:lnTo>
                    <a:pt x="58" y="1"/>
                  </a:lnTo>
                  <a:cubicBezTo>
                    <a:pt x="29" y="1"/>
                    <a:pt x="1" y="30"/>
                    <a:pt x="1" y="59"/>
                  </a:cubicBezTo>
                  <a:lnTo>
                    <a:pt x="1" y="4389"/>
                  </a:lnTo>
                  <a:cubicBezTo>
                    <a:pt x="1" y="4433"/>
                    <a:pt x="29" y="4462"/>
                    <a:pt x="58" y="4462"/>
                  </a:cubicBezTo>
                  <a:lnTo>
                    <a:pt x="1430" y="4462"/>
                  </a:lnTo>
                  <a:cubicBezTo>
                    <a:pt x="1473" y="4462"/>
                    <a:pt x="1502" y="4433"/>
                    <a:pt x="1502" y="4389"/>
                  </a:cubicBezTo>
                  <a:lnTo>
                    <a:pt x="1502" y="2859"/>
                  </a:lnTo>
                  <a:cubicBezTo>
                    <a:pt x="1502" y="2354"/>
                    <a:pt x="1617" y="1502"/>
                    <a:pt x="2382" y="1502"/>
                  </a:cubicBezTo>
                  <a:cubicBezTo>
                    <a:pt x="3133" y="1502"/>
                    <a:pt x="3249" y="2354"/>
                    <a:pt x="3249" y="2859"/>
                  </a:cubicBezTo>
                  <a:lnTo>
                    <a:pt x="3249" y="4404"/>
                  </a:lnTo>
                  <a:cubicBezTo>
                    <a:pt x="3249" y="4433"/>
                    <a:pt x="3277" y="4462"/>
                    <a:pt x="3321" y="4462"/>
                  </a:cubicBezTo>
                  <a:lnTo>
                    <a:pt x="3321" y="4476"/>
                  </a:lnTo>
                  <a:lnTo>
                    <a:pt x="4692" y="4476"/>
                  </a:lnTo>
                  <a:cubicBezTo>
                    <a:pt x="4721" y="4476"/>
                    <a:pt x="4750" y="4433"/>
                    <a:pt x="4750" y="4404"/>
                  </a:cubicBezTo>
                  <a:lnTo>
                    <a:pt x="4750" y="2383"/>
                  </a:lnTo>
                  <a:cubicBezTo>
                    <a:pt x="4764" y="1806"/>
                    <a:pt x="4591" y="1243"/>
                    <a:pt x="4259" y="766"/>
                  </a:cubicBezTo>
                  <a:cubicBezTo>
                    <a:pt x="3893" y="287"/>
                    <a:pt x="3320" y="1"/>
                    <a:pt x="27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67" name="Google Shape;2567;p38"/>
          <p:cNvSpPr/>
          <p:nvPr/>
        </p:nvSpPr>
        <p:spPr>
          <a:xfrm>
            <a:off x="-1005546" y="4784711"/>
            <a:ext cx="11184550" cy="632350"/>
          </a:xfrm>
          <a:custGeom>
            <a:avLst/>
            <a:gdLst/>
            <a:ahLst/>
            <a:cxnLst/>
            <a:rect l="l" t="t" r="r" b="b"/>
            <a:pathLst>
              <a:path w="447382" h="25294" extrusionOk="0">
                <a:moveTo>
                  <a:pt x="29869" y="1875"/>
                </a:moveTo>
                <a:cubicBezTo>
                  <a:pt x="47302" y="-1620"/>
                  <a:pt x="103139" y="1734"/>
                  <a:pt x="138446" y="1600"/>
                </a:cubicBezTo>
                <a:cubicBezTo>
                  <a:pt x="173754" y="1466"/>
                  <a:pt x="207955" y="1246"/>
                  <a:pt x="241714" y="1069"/>
                </a:cubicBezTo>
                <a:cubicBezTo>
                  <a:pt x="275473" y="892"/>
                  <a:pt x="310472" y="360"/>
                  <a:pt x="341001" y="538"/>
                </a:cubicBezTo>
                <a:cubicBezTo>
                  <a:pt x="371530" y="717"/>
                  <a:pt x="413253" y="-1576"/>
                  <a:pt x="424889" y="2140"/>
                </a:cubicBezTo>
                <a:cubicBezTo>
                  <a:pt x="436525" y="5857"/>
                  <a:pt x="475992" y="19432"/>
                  <a:pt x="410819" y="22837"/>
                </a:cubicBezTo>
                <a:cubicBezTo>
                  <a:pt x="345646" y="26242"/>
                  <a:pt x="97343" y="26066"/>
                  <a:pt x="33851" y="22572"/>
                </a:cubicBezTo>
                <a:cubicBezTo>
                  <a:pt x="-29641" y="19078"/>
                  <a:pt x="12437" y="5370"/>
                  <a:pt x="29869" y="1875"/>
                </a:cubicBezTo>
                <a:close/>
              </a:path>
            </a:pathLst>
          </a:custGeom>
          <a:solidFill>
            <a:schemeClr val="accent1"/>
          </a:solidFill>
          <a:ln>
            <a:noFill/>
          </a:ln>
        </p:spPr>
      </p:sp>
      <p:grpSp>
        <p:nvGrpSpPr>
          <p:cNvPr id="2568" name="Google Shape;2568;p38"/>
          <p:cNvGrpSpPr/>
          <p:nvPr/>
        </p:nvGrpSpPr>
        <p:grpSpPr>
          <a:xfrm flipH="1">
            <a:off x="7864579" y="1161426"/>
            <a:ext cx="1728889" cy="3504196"/>
            <a:chOff x="6223601" y="3244799"/>
            <a:chExt cx="381300" cy="772837"/>
          </a:xfrm>
        </p:grpSpPr>
        <p:sp>
          <p:nvSpPr>
            <p:cNvPr id="2569" name="Google Shape;2569;p38"/>
            <p:cNvSpPr/>
            <p:nvPr/>
          </p:nvSpPr>
          <p:spPr>
            <a:xfrm>
              <a:off x="6356897" y="3244799"/>
              <a:ext cx="102408" cy="664188"/>
            </a:xfrm>
            <a:custGeom>
              <a:avLst/>
              <a:gdLst/>
              <a:ahLst/>
              <a:cxnLst/>
              <a:rect l="l" t="t" r="r" b="b"/>
              <a:pathLst>
                <a:path w="7433" h="39024" extrusionOk="0">
                  <a:moveTo>
                    <a:pt x="7433" y="39024"/>
                  </a:moveTo>
                  <a:lnTo>
                    <a:pt x="5575" y="0"/>
                  </a:lnTo>
                  <a:lnTo>
                    <a:pt x="2124" y="0"/>
                  </a:lnTo>
                  <a:lnTo>
                    <a:pt x="0" y="38759"/>
                  </a:lnTo>
                  <a:close/>
                </a:path>
              </a:pathLst>
            </a:custGeom>
            <a:solidFill>
              <a:schemeClr val="dk2"/>
            </a:solidFill>
            <a:ln>
              <a:noFill/>
            </a:ln>
          </p:spPr>
        </p:sp>
        <p:sp>
          <p:nvSpPr>
            <p:cNvPr id="2570" name="Google Shape;2570;p38"/>
            <p:cNvSpPr/>
            <p:nvPr/>
          </p:nvSpPr>
          <p:spPr>
            <a:xfrm>
              <a:off x="6223601" y="3796236"/>
              <a:ext cx="381300" cy="221400"/>
            </a:xfrm>
            <a:custGeom>
              <a:avLst/>
              <a:gdLst/>
              <a:ahLst/>
              <a:cxnLst/>
              <a:rect l="l" t="t" r="r" b="b"/>
              <a:pathLst>
                <a:path w="22805" h="8856" extrusionOk="0">
                  <a:moveTo>
                    <a:pt x="18648" y="8739"/>
                  </a:moveTo>
                  <a:lnTo>
                    <a:pt x="18941" y="4172"/>
                  </a:lnTo>
                  <a:lnTo>
                    <a:pt x="22805" y="4289"/>
                  </a:lnTo>
                  <a:lnTo>
                    <a:pt x="17947" y="0"/>
                  </a:lnTo>
                  <a:lnTo>
                    <a:pt x="58" y="15"/>
                  </a:lnTo>
                  <a:lnTo>
                    <a:pt x="0" y="8856"/>
                  </a:lnTo>
                  <a:close/>
                </a:path>
              </a:pathLst>
            </a:custGeom>
            <a:solidFill>
              <a:schemeClr val="dk2"/>
            </a:solidFill>
            <a:ln>
              <a:noFill/>
            </a:ln>
          </p:spPr>
        </p:sp>
      </p:grpSp>
      <p:sp>
        <p:nvSpPr>
          <p:cNvPr id="2571" name="Google Shape;2571;p38"/>
          <p:cNvSpPr/>
          <p:nvPr/>
        </p:nvSpPr>
        <p:spPr>
          <a:xfrm>
            <a:off x="7079562" y="-59728"/>
            <a:ext cx="2658375" cy="546200"/>
          </a:xfrm>
          <a:custGeom>
            <a:avLst/>
            <a:gdLst/>
            <a:ahLst/>
            <a:cxnLst/>
            <a:rect l="l" t="t" r="r" b="b"/>
            <a:pathLst>
              <a:path w="106335" h="21848" extrusionOk="0">
                <a:moveTo>
                  <a:pt x="13084" y="21206"/>
                </a:moveTo>
                <a:cubicBezTo>
                  <a:pt x="24190" y="22445"/>
                  <a:pt x="59983" y="21560"/>
                  <a:pt x="69363" y="20675"/>
                </a:cubicBezTo>
                <a:cubicBezTo>
                  <a:pt x="78743" y="19790"/>
                  <a:pt x="64098" y="16737"/>
                  <a:pt x="69363" y="15896"/>
                </a:cubicBezTo>
                <a:cubicBezTo>
                  <a:pt x="74628" y="15055"/>
                  <a:pt x="95114" y="16516"/>
                  <a:pt x="100954" y="15631"/>
                </a:cubicBezTo>
                <a:cubicBezTo>
                  <a:pt x="106795" y="14746"/>
                  <a:pt x="107769" y="11605"/>
                  <a:pt x="104406" y="10587"/>
                </a:cubicBezTo>
                <a:cubicBezTo>
                  <a:pt x="101044" y="9569"/>
                  <a:pt x="86575" y="11029"/>
                  <a:pt x="80779" y="9525"/>
                </a:cubicBezTo>
                <a:cubicBezTo>
                  <a:pt x="74983" y="8021"/>
                  <a:pt x="78876" y="3065"/>
                  <a:pt x="69629" y="1561"/>
                </a:cubicBezTo>
                <a:cubicBezTo>
                  <a:pt x="60382" y="57"/>
                  <a:pt x="33171" y="-430"/>
                  <a:pt x="25295" y="499"/>
                </a:cubicBezTo>
                <a:cubicBezTo>
                  <a:pt x="17419" y="1428"/>
                  <a:pt x="17552" y="5720"/>
                  <a:pt x="22375" y="7136"/>
                </a:cubicBezTo>
                <a:cubicBezTo>
                  <a:pt x="27198" y="8552"/>
                  <a:pt x="49409" y="8021"/>
                  <a:pt x="54232" y="8994"/>
                </a:cubicBezTo>
                <a:cubicBezTo>
                  <a:pt x="59055" y="9967"/>
                  <a:pt x="59895" y="12268"/>
                  <a:pt x="51311" y="12976"/>
                </a:cubicBezTo>
                <a:cubicBezTo>
                  <a:pt x="42727" y="13684"/>
                  <a:pt x="9101" y="11869"/>
                  <a:pt x="2730" y="13241"/>
                </a:cubicBezTo>
                <a:cubicBezTo>
                  <a:pt x="-3641" y="14613"/>
                  <a:pt x="1979" y="19967"/>
                  <a:pt x="13084" y="21206"/>
                </a:cubicBezTo>
                <a:close/>
              </a:path>
            </a:pathLst>
          </a:custGeom>
          <a:solidFill>
            <a:srgbClr val="FFFFFF">
              <a:alpha val="70440"/>
            </a:srgbClr>
          </a:solidFill>
          <a:ln>
            <a:noFill/>
          </a:ln>
        </p:spPr>
      </p:sp>
      <p:sp>
        <p:nvSpPr>
          <p:cNvPr id="2572" name="Google Shape;2572;p38"/>
          <p:cNvSpPr/>
          <p:nvPr/>
        </p:nvSpPr>
        <p:spPr>
          <a:xfrm>
            <a:off x="6629071" y="392325"/>
            <a:ext cx="1408578" cy="230093"/>
          </a:xfrm>
          <a:custGeom>
            <a:avLst/>
            <a:gdLst/>
            <a:ahLst/>
            <a:cxnLst/>
            <a:rect l="l" t="t" r="r" b="b"/>
            <a:pathLst>
              <a:path w="84701" h="13836" extrusionOk="0">
                <a:moveTo>
                  <a:pt x="75172" y="1120"/>
                </a:moveTo>
                <a:cubicBezTo>
                  <a:pt x="68226" y="-650"/>
                  <a:pt x="45173" y="14"/>
                  <a:pt x="37740" y="1120"/>
                </a:cubicBezTo>
                <a:cubicBezTo>
                  <a:pt x="30307" y="2226"/>
                  <a:pt x="36502" y="6518"/>
                  <a:pt x="30573" y="7757"/>
                </a:cubicBezTo>
                <a:cubicBezTo>
                  <a:pt x="24644" y="8996"/>
                  <a:pt x="5486" y="7580"/>
                  <a:pt x="2167" y="8553"/>
                </a:cubicBezTo>
                <a:cubicBezTo>
                  <a:pt x="-1151" y="9526"/>
                  <a:pt x="-2213" y="13066"/>
                  <a:pt x="10662" y="13597"/>
                </a:cubicBezTo>
                <a:cubicBezTo>
                  <a:pt x="23537" y="14128"/>
                  <a:pt x="68667" y="13819"/>
                  <a:pt x="79419" y="11739"/>
                </a:cubicBezTo>
                <a:cubicBezTo>
                  <a:pt x="90171" y="9660"/>
                  <a:pt x="82119" y="2890"/>
                  <a:pt x="75172" y="1120"/>
                </a:cubicBezTo>
                <a:close/>
              </a:path>
            </a:pathLst>
          </a:custGeom>
          <a:solidFill>
            <a:srgbClr val="FFFFFF">
              <a:alpha val="70440"/>
            </a:srgbClr>
          </a:solidFill>
          <a:ln>
            <a:noFill/>
          </a:ln>
        </p:spPr>
      </p:sp>
      <p:sp>
        <p:nvSpPr>
          <p:cNvPr id="2573" name="Google Shape;2573;p38"/>
          <p:cNvSpPr/>
          <p:nvPr/>
        </p:nvSpPr>
        <p:spPr>
          <a:xfrm>
            <a:off x="1160349" y="2675775"/>
            <a:ext cx="1109371" cy="230093"/>
          </a:xfrm>
          <a:custGeom>
            <a:avLst/>
            <a:gdLst/>
            <a:ahLst/>
            <a:cxnLst/>
            <a:rect l="l" t="t" r="r" b="b"/>
            <a:pathLst>
              <a:path w="84701" h="13836" extrusionOk="0">
                <a:moveTo>
                  <a:pt x="75172" y="1120"/>
                </a:moveTo>
                <a:cubicBezTo>
                  <a:pt x="68226" y="-650"/>
                  <a:pt x="45173" y="14"/>
                  <a:pt x="37740" y="1120"/>
                </a:cubicBezTo>
                <a:cubicBezTo>
                  <a:pt x="30307" y="2226"/>
                  <a:pt x="36502" y="6518"/>
                  <a:pt x="30573" y="7757"/>
                </a:cubicBezTo>
                <a:cubicBezTo>
                  <a:pt x="24644" y="8996"/>
                  <a:pt x="5486" y="7580"/>
                  <a:pt x="2167" y="8553"/>
                </a:cubicBezTo>
                <a:cubicBezTo>
                  <a:pt x="-1151" y="9526"/>
                  <a:pt x="-2213" y="13066"/>
                  <a:pt x="10662" y="13597"/>
                </a:cubicBezTo>
                <a:cubicBezTo>
                  <a:pt x="23537" y="14128"/>
                  <a:pt x="68667" y="13819"/>
                  <a:pt x="79419" y="11739"/>
                </a:cubicBezTo>
                <a:cubicBezTo>
                  <a:pt x="90171" y="9660"/>
                  <a:pt x="82119" y="2890"/>
                  <a:pt x="75172" y="1120"/>
                </a:cubicBezTo>
                <a:close/>
              </a:path>
            </a:pathLst>
          </a:custGeom>
          <a:solidFill>
            <a:srgbClr val="FFFFFF">
              <a:alpha val="70440"/>
            </a:srgbClr>
          </a:solidFill>
          <a:ln>
            <a:noFill/>
          </a:ln>
        </p:spPr>
      </p:sp>
      <p:sp>
        <p:nvSpPr>
          <p:cNvPr id="2574" name="Google Shape;2574;p38"/>
          <p:cNvSpPr/>
          <p:nvPr/>
        </p:nvSpPr>
        <p:spPr>
          <a:xfrm>
            <a:off x="6924855" y="3257337"/>
            <a:ext cx="994225" cy="269850"/>
          </a:xfrm>
          <a:custGeom>
            <a:avLst/>
            <a:gdLst/>
            <a:ahLst/>
            <a:cxnLst/>
            <a:rect l="l" t="t" r="r" b="b"/>
            <a:pathLst>
              <a:path w="39769" h="10794" extrusionOk="0">
                <a:moveTo>
                  <a:pt x="3874" y="10407"/>
                </a:moveTo>
                <a:cubicBezTo>
                  <a:pt x="9847" y="10938"/>
                  <a:pt x="31572" y="10894"/>
                  <a:pt x="37058" y="9876"/>
                </a:cubicBezTo>
                <a:cubicBezTo>
                  <a:pt x="42545" y="8858"/>
                  <a:pt x="38209" y="5098"/>
                  <a:pt x="36793" y="4301"/>
                </a:cubicBezTo>
                <a:cubicBezTo>
                  <a:pt x="35377" y="3505"/>
                  <a:pt x="30997" y="5717"/>
                  <a:pt x="28563" y="5097"/>
                </a:cubicBezTo>
                <a:cubicBezTo>
                  <a:pt x="26130" y="4478"/>
                  <a:pt x="25024" y="1336"/>
                  <a:pt x="22192" y="584"/>
                </a:cubicBezTo>
                <a:cubicBezTo>
                  <a:pt x="19360" y="-168"/>
                  <a:pt x="13830" y="-212"/>
                  <a:pt x="11573" y="584"/>
                </a:cubicBezTo>
                <a:cubicBezTo>
                  <a:pt x="9317" y="1381"/>
                  <a:pt x="10379" y="4345"/>
                  <a:pt x="8653" y="5363"/>
                </a:cubicBezTo>
                <a:cubicBezTo>
                  <a:pt x="6928" y="6381"/>
                  <a:pt x="2017" y="5849"/>
                  <a:pt x="1220" y="6690"/>
                </a:cubicBezTo>
                <a:cubicBezTo>
                  <a:pt x="424" y="7531"/>
                  <a:pt x="-2099" y="9876"/>
                  <a:pt x="3874" y="10407"/>
                </a:cubicBezTo>
                <a:close/>
              </a:path>
            </a:pathLst>
          </a:custGeom>
          <a:solidFill>
            <a:srgbClr val="FFFFFF">
              <a:alpha val="70440"/>
            </a:srgbClr>
          </a:solidFill>
          <a:ln>
            <a:noFill/>
          </a:ln>
        </p:spPr>
      </p:sp>
    </p:spTree>
  </p:cSld>
  <p:clrMapOvr>
    <a:masterClrMapping/>
  </p:clrMapOvr>
</p:sld>
</file>

<file path=ppt/theme/theme1.xml><?xml version="1.0" encoding="utf-8"?>
<a:theme xmlns:a="http://schemas.openxmlformats.org/drawingml/2006/main" name="What Was The Industrial Revolution? by Slidesgo">
  <a:themeElements>
    <a:clrScheme name="Simple Light">
      <a:dk1>
        <a:srgbClr val="443629"/>
      </a:dk1>
      <a:lt1>
        <a:srgbClr val="DBE4E9"/>
      </a:lt1>
      <a:dk2>
        <a:srgbClr val="634331"/>
      </a:dk2>
      <a:lt2>
        <a:srgbClr val="99674B"/>
      </a:lt2>
      <a:accent1>
        <a:srgbClr val="D1906B"/>
      </a:accent1>
      <a:accent2>
        <a:srgbClr val="8F7025"/>
      </a:accent2>
      <a:accent3>
        <a:srgbClr val="F7BA76"/>
      </a:accent3>
      <a:accent4>
        <a:srgbClr val="913449"/>
      </a:accent4>
      <a:accent5>
        <a:srgbClr val="5377C5"/>
      </a:accent5>
      <a:accent6>
        <a:srgbClr val="88D4F8"/>
      </a:accent6>
      <a:hlink>
        <a:srgbClr val="4436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613</Words>
  <Application>Microsoft Office PowerPoint</Application>
  <PresentationFormat>Экран (16:9)</PresentationFormat>
  <Paragraphs>80</Paragraphs>
  <Slides>13</Slides>
  <Notes>13</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13</vt:i4>
      </vt:variant>
    </vt:vector>
  </HeadingPairs>
  <TitlesOfParts>
    <vt:vector size="18" baseType="lpstr">
      <vt:lpstr>Albert Sans</vt:lpstr>
      <vt:lpstr>Hammersmith One</vt:lpstr>
      <vt:lpstr>Albert Sans Medium</vt:lpstr>
      <vt:lpstr>Arial</vt:lpstr>
      <vt:lpstr>What Was The Industrial Revolution? by Slidesgo</vt:lpstr>
      <vt:lpstr>What was the Industrial Revolution?</vt:lpstr>
      <vt:lpstr>Table of contents</vt:lpstr>
      <vt:lpstr>Introduction</vt:lpstr>
      <vt:lpstr>What is the origin?</vt:lpstr>
      <vt:lpstr>What is the origin?</vt:lpstr>
      <vt:lpstr>Causes of the Industrial Revolution</vt:lpstr>
      <vt:lpstr>Consequences</vt:lpstr>
      <vt:lpstr>Consequences</vt:lpstr>
      <vt:lpstr>Consequences</vt:lpstr>
      <vt:lpstr>The characteristics</vt:lpstr>
      <vt:lpstr>The characteristics</vt:lpstr>
      <vt:lpstr>Inventions during this time </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was the Industrial Revolution?</dc:title>
  <cp:lastModifiedBy>я</cp:lastModifiedBy>
  <cp:revision>1</cp:revision>
  <dcterms:modified xsi:type="dcterms:W3CDTF">2026-02-19T08:51:47Z</dcterms:modified>
</cp:coreProperties>
</file>
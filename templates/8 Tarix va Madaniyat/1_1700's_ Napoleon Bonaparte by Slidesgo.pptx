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2" r:id="rId16"/>
    <p:sldId id="273" r:id="rId17"/>
    <p:sldId id="274" r:id="rId18"/>
    <p:sldId id="275" r:id="rId19"/>
    <p:sldId id="276" r:id="rId20"/>
    <p:sldId id="279" r:id="rId21"/>
    <p:sldId id="280" r:id="rId22"/>
    <p:sldId id="281" r:id="rId23"/>
    <p:sldId id="282" r:id="rId24"/>
    <p:sldId id="283" r:id="rId25"/>
    <p:sldId id="284" r:id="rId26"/>
    <p:sldId id="285" r:id="rId27"/>
    <p:sldId id="286" r:id="rId28"/>
    <p:sldId id="288" r:id="rId29"/>
    <p:sldId id="290" r:id="rId30"/>
  </p:sldIdLst>
  <p:sldSz cx="9144000" cy="5143500" type="screen16x9"/>
  <p:notesSz cx="6858000" cy="9144000"/>
  <p:embeddedFontLst>
    <p:embeddedFont>
      <p:font typeface="Prata" panose="020B0604020202020204" charset="-52"/>
      <p:regular r:id="rId32"/>
    </p:embeddedFont>
    <p:embeddedFont>
      <p:font typeface="Calibri" panose="020F0502020204030204" pitchFamily="34" charset="0"/>
      <p:regular r:id="rId33"/>
      <p:bold r:id="rId34"/>
      <p:italic r:id="rId35"/>
      <p:boldItalic r:id="rId36"/>
    </p:embeddedFont>
    <p:embeddedFont>
      <p:font typeface="Assistant" panose="020B0604020202020204" charset="-79"/>
      <p:regular r:id="rId37"/>
      <p:bold r:id="rId38"/>
    </p:embeddedFont>
    <p:embeddedFont>
      <p:font typeface="Anaheim"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1D6737-87ED-4640-B076-219005CE93CE}">
  <a:tblStyle styleId="{D71D6737-87ED-4640-B076-219005CE93C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17A100B-9176-4B0E-B471-88663723A15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d5260bdd85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d5260bdd85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54dda1946d_4_2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54dda1946d_4_2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54dda1946d_4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1" name="Google Shape;761;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7095c7e13_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67095c7e13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67095c7e13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8" name="Google Shape;798;g267095c7e13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7095c7e13_1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267095c7e13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7095c7e13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267095c7e13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67095c7e13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7" name="Google Shape;827;g267095c7e13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67095c7e13_1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267095c7e13_1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0" name="Google Shape;10;p2"/>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1" name="Google Shape;11;p2"/>
          <p:cNvSpPr txBox="1">
            <a:spLocks noGrp="1"/>
          </p:cNvSpPr>
          <p:nvPr>
            <p:ph type="ctrTitle"/>
          </p:nvPr>
        </p:nvSpPr>
        <p:spPr>
          <a:xfrm>
            <a:off x="713225" y="1595950"/>
            <a:ext cx="4095900" cy="13812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3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713225" y="3310850"/>
            <a:ext cx="4095900" cy="4206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3" name="Google Shape;13;p2"/>
          <p:cNvSpPr>
            <a:spLocks noGrp="1"/>
          </p:cNvSpPr>
          <p:nvPr>
            <p:ph type="pic" idx="2"/>
          </p:nvPr>
        </p:nvSpPr>
        <p:spPr>
          <a:xfrm>
            <a:off x="5520775" y="877950"/>
            <a:ext cx="2910000" cy="3387600"/>
          </a:xfrm>
          <a:prstGeom prst="plaque">
            <a:avLst>
              <a:gd name="adj" fmla="val 16667"/>
            </a:avLst>
          </a:prstGeom>
          <a:noFill/>
          <a:ln w="38100" cap="flat" cmpd="thinThick">
            <a:solidFill>
              <a:schemeClr val="dk1"/>
            </a:solidFill>
            <a:prstDash val="solid"/>
            <a:miter lim="8000"/>
            <a:headEnd type="none" w="sm" len="sm"/>
            <a:tailEnd type="none" w="sm" len="sm"/>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6" name="Google Shape;16;p3"/>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7" name="Google Shape;17;p3"/>
          <p:cNvSpPr txBox="1">
            <a:spLocks noGrp="1"/>
          </p:cNvSpPr>
          <p:nvPr>
            <p:ph type="title"/>
          </p:nvPr>
        </p:nvSpPr>
        <p:spPr>
          <a:xfrm>
            <a:off x="713225" y="2010300"/>
            <a:ext cx="3881100" cy="1511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4000" i="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1827725" y="929814"/>
            <a:ext cx="1652100" cy="915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 name="Google Shape;19;p3"/>
          <p:cNvSpPr txBox="1">
            <a:spLocks noGrp="1"/>
          </p:cNvSpPr>
          <p:nvPr>
            <p:ph type="subTitle" idx="1"/>
          </p:nvPr>
        </p:nvSpPr>
        <p:spPr>
          <a:xfrm>
            <a:off x="713225" y="3824850"/>
            <a:ext cx="3881100" cy="37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 name="Google Shape;20;p3"/>
          <p:cNvSpPr>
            <a:spLocks noGrp="1"/>
          </p:cNvSpPr>
          <p:nvPr>
            <p:ph type="pic" idx="3"/>
          </p:nvPr>
        </p:nvSpPr>
        <p:spPr>
          <a:xfrm>
            <a:off x="5520775" y="877950"/>
            <a:ext cx="2910000" cy="3387600"/>
          </a:xfrm>
          <a:prstGeom prst="plaque">
            <a:avLst>
              <a:gd name="adj" fmla="val 16667"/>
            </a:avLst>
          </a:prstGeom>
          <a:noFill/>
          <a:ln w="38100" cap="flat" cmpd="thinThick">
            <a:solidFill>
              <a:schemeClr val="dk1"/>
            </a:solidFill>
            <a:prstDash val="solid"/>
            <a:miter lim="8000"/>
            <a:headEnd type="none" w="sm" len="sm"/>
            <a:tailEnd type="none" w="sm" len="sm"/>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pic>
        <p:nvPicPr>
          <p:cNvPr id="35" name="Google Shape;35;p6"/>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36" name="Google Shape;36;p6"/>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37" name="Google Shape;37;p6"/>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pic>
        <p:nvPicPr>
          <p:cNvPr id="39" name="Google Shape;39;p7"/>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40" name="Google Shape;40;p7"/>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41" name="Google Shape;41;p7"/>
          <p:cNvSpPr txBox="1">
            <a:spLocks noGrp="1"/>
          </p:cNvSpPr>
          <p:nvPr>
            <p:ph type="title"/>
          </p:nvPr>
        </p:nvSpPr>
        <p:spPr>
          <a:xfrm>
            <a:off x="4135975" y="1052513"/>
            <a:ext cx="42948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2" name="Google Shape;42;p7"/>
          <p:cNvSpPr txBox="1">
            <a:spLocks noGrp="1"/>
          </p:cNvSpPr>
          <p:nvPr>
            <p:ph type="subTitle" idx="1"/>
          </p:nvPr>
        </p:nvSpPr>
        <p:spPr>
          <a:xfrm>
            <a:off x="4135975" y="1792688"/>
            <a:ext cx="4294800" cy="2298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43" name="Google Shape;43;p7"/>
          <p:cNvSpPr>
            <a:spLocks noGrp="1"/>
          </p:cNvSpPr>
          <p:nvPr>
            <p:ph type="pic" idx="2"/>
          </p:nvPr>
        </p:nvSpPr>
        <p:spPr>
          <a:xfrm>
            <a:off x="713225" y="877950"/>
            <a:ext cx="2910000" cy="3387600"/>
          </a:xfrm>
          <a:prstGeom prst="plaque">
            <a:avLst>
              <a:gd name="adj" fmla="val 16667"/>
            </a:avLst>
          </a:prstGeom>
          <a:noFill/>
          <a:ln w="38100" cap="flat" cmpd="thinThick">
            <a:solidFill>
              <a:schemeClr val="dk1"/>
            </a:solidFill>
            <a:prstDash val="solid"/>
            <a:miter lim="8000"/>
            <a:headEnd type="none" w="sm" len="sm"/>
            <a:tailEnd type="none" w="sm" len="sm"/>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4"/>
        <p:cNvGrpSpPr/>
        <p:nvPr/>
      </p:nvGrpSpPr>
      <p:grpSpPr>
        <a:xfrm>
          <a:off x="0" y="0"/>
          <a:ext cx="0" cy="0"/>
          <a:chOff x="0" y="0"/>
          <a:chExt cx="0" cy="0"/>
        </a:xfrm>
      </p:grpSpPr>
      <p:pic>
        <p:nvPicPr>
          <p:cNvPr id="45" name="Google Shape;45;p8"/>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46" name="Google Shape;46;p8"/>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47" name="Google Shape;47;p8"/>
          <p:cNvSpPr txBox="1">
            <a:spLocks noGrp="1"/>
          </p:cNvSpPr>
          <p:nvPr>
            <p:ph type="title"/>
          </p:nvPr>
        </p:nvSpPr>
        <p:spPr>
          <a:xfrm>
            <a:off x="4189150" y="1618200"/>
            <a:ext cx="4185000" cy="19071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8" name="Google Shape;48;p8"/>
          <p:cNvSpPr>
            <a:spLocks noGrp="1"/>
          </p:cNvSpPr>
          <p:nvPr>
            <p:ph type="pic" idx="2"/>
          </p:nvPr>
        </p:nvSpPr>
        <p:spPr>
          <a:xfrm>
            <a:off x="713225" y="877950"/>
            <a:ext cx="2910000" cy="3387600"/>
          </a:xfrm>
          <a:prstGeom prst="plaque">
            <a:avLst>
              <a:gd name="adj" fmla="val 16667"/>
            </a:avLst>
          </a:prstGeom>
          <a:noFill/>
          <a:ln w="38100" cap="flat" cmpd="thinThick">
            <a:solidFill>
              <a:schemeClr val="dk1"/>
            </a:solidFill>
            <a:prstDash val="solid"/>
            <a:miter lim="8000"/>
            <a:headEnd type="none" w="sm" len="sm"/>
            <a:tailEnd type="none" w="sm" len="sm"/>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pic>
        <p:nvPicPr>
          <p:cNvPr id="50" name="Google Shape;50;p9"/>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51" name="Google Shape;51;p9"/>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52" name="Google Shape;52;p9"/>
          <p:cNvSpPr txBox="1">
            <a:spLocks noGrp="1"/>
          </p:cNvSpPr>
          <p:nvPr>
            <p:ph type="title"/>
          </p:nvPr>
        </p:nvSpPr>
        <p:spPr>
          <a:xfrm>
            <a:off x="4162675" y="1483625"/>
            <a:ext cx="42681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None/>
              <a:defRPr sz="5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3" name="Google Shape;53;p9"/>
          <p:cNvSpPr txBox="1">
            <a:spLocks noGrp="1"/>
          </p:cNvSpPr>
          <p:nvPr>
            <p:ph type="subTitle" idx="1"/>
          </p:nvPr>
        </p:nvSpPr>
        <p:spPr>
          <a:xfrm>
            <a:off x="4162675" y="2836375"/>
            <a:ext cx="42681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4" name="Google Shape;54;p9"/>
          <p:cNvSpPr>
            <a:spLocks noGrp="1"/>
          </p:cNvSpPr>
          <p:nvPr>
            <p:ph type="pic" idx="2"/>
          </p:nvPr>
        </p:nvSpPr>
        <p:spPr>
          <a:xfrm>
            <a:off x="713225" y="877950"/>
            <a:ext cx="2910000" cy="3387600"/>
          </a:xfrm>
          <a:prstGeom prst="plaque">
            <a:avLst>
              <a:gd name="adj" fmla="val 16667"/>
            </a:avLst>
          </a:prstGeom>
          <a:noFill/>
          <a:ln w="38100" cap="flat" cmpd="thinThick">
            <a:solidFill>
              <a:schemeClr val="dk1"/>
            </a:solidFill>
            <a:prstDash val="solid"/>
            <a:miter lim="8000"/>
            <a:headEnd type="none" w="sm" len="sm"/>
            <a:tailEnd type="none" w="sm" len="sm"/>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4"/>
        <p:cNvGrpSpPr/>
        <p:nvPr/>
      </p:nvGrpSpPr>
      <p:grpSpPr>
        <a:xfrm>
          <a:off x="0" y="0"/>
          <a:ext cx="0" cy="0"/>
          <a:chOff x="0" y="0"/>
          <a:chExt cx="0" cy="0"/>
        </a:xfrm>
      </p:grpSpPr>
      <p:pic>
        <p:nvPicPr>
          <p:cNvPr id="65" name="Google Shape;65;p13"/>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66" name="Google Shape;66;p13"/>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67" name="Google Shape;67;p13"/>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 name="Google Shape;68;p13"/>
          <p:cNvSpPr txBox="1">
            <a:spLocks noGrp="1"/>
          </p:cNvSpPr>
          <p:nvPr>
            <p:ph type="subTitle" idx="1"/>
          </p:nvPr>
        </p:nvSpPr>
        <p:spPr>
          <a:xfrm>
            <a:off x="720000"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 name="Google Shape;69;p13"/>
          <p:cNvSpPr txBox="1">
            <a:spLocks noGrp="1"/>
          </p:cNvSpPr>
          <p:nvPr>
            <p:ph type="subTitle" idx="2"/>
          </p:nvPr>
        </p:nvSpPr>
        <p:spPr>
          <a:xfrm>
            <a:off x="3419271"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0" name="Google Shape;70;p13"/>
          <p:cNvSpPr txBox="1">
            <a:spLocks noGrp="1"/>
          </p:cNvSpPr>
          <p:nvPr>
            <p:ph type="subTitle" idx="3"/>
          </p:nvPr>
        </p:nvSpPr>
        <p:spPr>
          <a:xfrm>
            <a:off x="720000"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 name="Google Shape;71;p13"/>
          <p:cNvSpPr txBox="1">
            <a:spLocks noGrp="1"/>
          </p:cNvSpPr>
          <p:nvPr>
            <p:ph type="subTitle" idx="4"/>
          </p:nvPr>
        </p:nvSpPr>
        <p:spPr>
          <a:xfrm>
            <a:off x="3419271"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 name="Google Shape;72;p13"/>
          <p:cNvSpPr txBox="1">
            <a:spLocks noGrp="1"/>
          </p:cNvSpPr>
          <p:nvPr>
            <p:ph type="subTitle" idx="5"/>
          </p:nvPr>
        </p:nvSpPr>
        <p:spPr>
          <a:xfrm>
            <a:off x="6118549"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 name="Google Shape;73;p13"/>
          <p:cNvSpPr txBox="1">
            <a:spLocks noGrp="1"/>
          </p:cNvSpPr>
          <p:nvPr>
            <p:ph type="subTitle" idx="6"/>
          </p:nvPr>
        </p:nvSpPr>
        <p:spPr>
          <a:xfrm>
            <a:off x="6118549"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 name="Google Shape;74;p13"/>
          <p:cNvSpPr txBox="1">
            <a:spLocks noGrp="1"/>
          </p:cNvSpPr>
          <p:nvPr>
            <p:ph type="title" idx="7" hasCustomPrompt="1"/>
          </p:nvPr>
        </p:nvSpPr>
        <p:spPr>
          <a:xfrm>
            <a:off x="1505375" y="1332020"/>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75" name="Google Shape;75;p13"/>
          <p:cNvSpPr txBox="1">
            <a:spLocks noGrp="1"/>
          </p:cNvSpPr>
          <p:nvPr>
            <p:ph type="title" idx="8" hasCustomPrompt="1"/>
          </p:nvPr>
        </p:nvSpPr>
        <p:spPr>
          <a:xfrm>
            <a:off x="1505375" y="3064616"/>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76" name="Google Shape;76;p13"/>
          <p:cNvSpPr txBox="1">
            <a:spLocks noGrp="1"/>
          </p:cNvSpPr>
          <p:nvPr>
            <p:ph type="title" idx="9" hasCustomPrompt="1"/>
          </p:nvPr>
        </p:nvSpPr>
        <p:spPr>
          <a:xfrm>
            <a:off x="4204646" y="1332020"/>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77" name="Google Shape;77;p13"/>
          <p:cNvSpPr txBox="1">
            <a:spLocks noGrp="1"/>
          </p:cNvSpPr>
          <p:nvPr>
            <p:ph type="title" idx="13" hasCustomPrompt="1"/>
          </p:nvPr>
        </p:nvSpPr>
        <p:spPr>
          <a:xfrm>
            <a:off x="4204646" y="3064616"/>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78" name="Google Shape;78;p13"/>
          <p:cNvSpPr txBox="1">
            <a:spLocks noGrp="1"/>
          </p:cNvSpPr>
          <p:nvPr>
            <p:ph type="title" idx="14" hasCustomPrompt="1"/>
          </p:nvPr>
        </p:nvSpPr>
        <p:spPr>
          <a:xfrm>
            <a:off x="6903924" y="1332020"/>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79" name="Google Shape;79;p13"/>
          <p:cNvSpPr txBox="1">
            <a:spLocks noGrp="1"/>
          </p:cNvSpPr>
          <p:nvPr>
            <p:ph type="title" idx="15" hasCustomPrompt="1"/>
          </p:nvPr>
        </p:nvSpPr>
        <p:spPr>
          <a:xfrm>
            <a:off x="6903924" y="3064616"/>
            <a:ext cx="734700" cy="447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80" name="Google Shape;80;p13"/>
          <p:cNvSpPr txBox="1">
            <a:spLocks noGrp="1"/>
          </p:cNvSpPr>
          <p:nvPr>
            <p:ph type="subTitle" idx="16"/>
          </p:nvPr>
        </p:nvSpPr>
        <p:spPr>
          <a:xfrm>
            <a:off x="720000"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Prata"/>
              <a:buNone/>
              <a:defRPr sz="1800">
                <a:solidFill>
                  <a:schemeClr val="dk1"/>
                </a:solidFill>
                <a:latin typeface="Prata"/>
                <a:ea typeface="Prata"/>
                <a:cs typeface="Prata"/>
                <a:sym typeface="Prata"/>
              </a:defRPr>
            </a:lvl1pPr>
            <a:lvl2pPr lvl="1" rtl="0">
              <a:lnSpc>
                <a:spcPct val="100000"/>
              </a:lnSpc>
              <a:spcBef>
                <a:spcPts val="0"/>
              </a:spcBef>
              <a:spcAft>
                <a:spcPts val="0"/>
              </a:spcAft>
              <a:buSzPts val="1800"/>
              <a:buFont typeface="Prata"/>
              <a:buNone/>
              <a:defRPr sz="1800">
                <a:latin typeface="Prata"/>
                <a:ea typeface="Prata"/>
                <a:cs typeface="Prata"/>
                <a:sym typeface="Prata"/>
              </a:defRPr>
            </a:lvl2pPr>
            <a:lvl3pPr lvl="2" rtl="0">
              <a:lnSpc>
                <a:spcPct val="100000"/>
              </a:lnSpc>
              <a:spcBef>
                <a:spcPts val="0"/>
              </a:spcBef>
              <a:spcAft>
                <a:spcPts val="0"/>
              </a:spcAft>
              <a:buSzPts val="1800"/>
              <a:buFont typeface="Prata"/>
              <a:buNone/>
              <a:defRPr sz="1800">
                <a:latin typeface="Prata"/>
                <a:ea typeface="Prata"/>
                <a:cs typeface="Prata"/>
                <a:sym typeface="Prata"/>
              </a:defRPr>
            </a:lvl3pPr>
            <a:lvl4pPr lvl="3" rtl="0">
              <a:lnSpc>
                <a:spcPct val="100000"/>
              </a:lnSpc>
              <a:spcBef>
                <a:spcPts val="0"/>
              </a:spcBef>
              <a:spcAft>
                <a:spcPts val="0"/>
              </a:spcAft>
              <a:buSzPts val="1800"/>
              <a:buFont typeface="Prata"/>
              <a:buNone/>
              <a:defRPr sz="1800">
                <a:latin typeface="Prata"/>
                <a:ea typeface="Prata"/>
                <a:cs typeface="Prata"/>
                <a:sym typeface="Prata"/>
              </a:defRPr>
            </a:lvl4pPr>
            <a:lvl5pPr lvl="4" rtl="0">
              <a:lnSpc>
                <a:spcPct val="100000"/>
              </a:lnSpc>
              <a:spcBef>
                <a:spcPts val="0"/>
              </a:spcBef>
              <a:spcAft>
                <a:spcPts val="0"/>
              </a:spcAft>
              <a:buSzPts val="1800"/>
              <a:buFont typeface="Prata"/>
              <a:buNone/>
              <a:defRPr sz="1800">
                <a:latin typeface="Prata"/>
                <a:ea typeface="Prata"/>
                <a:cs typeface="Prata"/>
                <a:sym typeface="Prata"/>
              </a:defRPr>
            </a:lvl5pPr>
            <a:lvl6pPr lvl="5" rtl="0">
              <a:lnSpc>
                <a:spcPct val="100000"/>
              </a:lnSpc>
              <a:spcBef>
                <a:spcPts val="0"/>
              </a:spcBef>
              <a:spcAft>
                <a:spcPts val="0"/>
              </a:spcAft>
              <a:buSzPts val="1800"/>
              <a:buFont typeface="Prata"/>
              <a:buNone/>
              <a:defRPr sz="1800">
                <a:latin typeface="Prata"/>
                <a:ea typeface="Prata"/>
                <a:cs typeface="Prata"/>
                <a:sym typeface="Prata"/>
              </a:defRPr>
            </a:lvl6pPr>
            <a:lvl7pPr lvl="6" rtl="0">
              <a:lnSpc>
                <a:spcPct val="100000"/>
              </a:lnSpc>
              <a:spcBef>
                <a:spcPts val="0"/>
              </a:spcBef>
              <a:spcAft>
                <a:spcPts val="0"/>
              </a:spcAft>
              <a:buSzPts val="1800"/>
              <a:buFont typeface="Prata"/>
              <a:buNone/>
              <a:defRPr sz="1800">
                <a:latin typeface="Prata"/>
                <a:ea typeface="Prata"/>
                <a:cs typeface="Prata"/>
                <a:sym typeface="Prata"/>
              </a:defRPr>
            </a:lvl7pPr>
            <a:lvl8pPr lvl="7" rtl="0">
              <a:lnSpc>
                <a:spcPct val="100000"/>
              </a:lnSpc>
              <a:spcBef>
                <a:spcPts val="0"/>
              </a:spcBef>
              <a:spcAft>
                <a:spcPts val="0"/>
              </a:spcAft>
              <a:buSzPts val="1800"/>
              <a:buFont typeface="Prata"/>
              <a:buNone/>
              <a:defRPr sz="1800">
                <a:latin typeface="Prata"/>
                <a:ea typeface="Prata"/>
                <a:cs typeface="Prata"/>
                <a:sym typeface="Prata"/>
              </a:defRPr>
            </a:lvl8pPr>
            <a:lvl9pPr lvl="8" rtl="0">
              <a:lnSpc>
                <a:spcPct val="100000"/>
              </a:lnSpc>
              <a:spcBef>
                <a:spcPts val="0"/>
              </a:spcBef>
              <a:spcAft>
                <a:spcPts val="0"/>
              </a:spcAft>
              <a:buSzPts val="1800"/>
              <a:buFont typeface="Prata"/>
              <a:buNone/>
              <a:defRPr sz="1800">
                <a:latin typeface="Prata"/>
                <a:ea typeface="Prata"/>
                <a:cs typeface="Prata"/>
                <a:sym typeface="Prata"/>
              </a:defRPr>
            </a:lvl9pPr>
          </a:lstStyle>
          <a:p>
            <a:endParaRPr/>
          </a:p>
        </p:txBody>
      </p:sp>
      <p:sp>
        <p:nvSpPr>
          <p:cNvPr id="81" name="Google Shape;81;p13"/>
          <p:cNvSpPr txBox="1">
            <a:spLocks noGrp="1"/>
          </p:cNvSpPr>
          <p:nvPr>
            <p:ph type="subTitle" idx="17"/>
          </p:nvPr>
        </p:nvSpPr>
        <p:spPr>
          <a:xfrm>
            <a:off x="3419271"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Prata"/>
              <a:buNone/>
              <a:defRPr sz="1800">
                <a:solidFill>
                  <a:schemeClr val="dk1"/>
                </a:solidFill>
                <a:latin typeface="Prata"/>
                <a:ea typeface="Prata"/>
                <a:cs typeface="Prata"/>
                <a:sym typeface="Prata"/>
              </a:defRPr>
            </a:lvl1pPr>
            <a:lvl2pPr lvl="1" rtl="0">
              <a:lnSpc>
                <a:spcPct val="100000"/>
              </a:lnSpc>
              <a:spcBef>
                <a:spcPts val="0"/>
              </a:spcBef>
              <a:spcAft>
                <a:spcPts val="0"/>
              </a:spcAft>
              <a:buSzPts val="1800"/>
              <a:buFont typeface="Prata"/>
              <a:buNone/>
              <a:defRPr sz="1800">
                <a:latin typeface="Prata"/>
                <a:ea typeface="Prata"/>
                <a:cs typeface="Prata"/>
                <a:sym typeface="Prata"/>
              </a:defRPr>
            </a:lvl2pPr>
            <a:lvl3pPr lvl="2" rtl="0">
              <a:lnSpc>
                <a:spcPct val="100000"/>
              </a:lnSpc>
              <a:spcBef>
                <a:spcPts val="0"/>
              </a:spcBef>
              <a:spcAft>
                <a:spcPts val="0"/>
              </a:spcAft>
              <a:buSzPts val="1800"/>
              <a:buFont typeface="Prata"/>
              <a:buNone/>
              <a:defRPr sz="1800">
                <a:latin typeface="Prata"/>
                <a:ea typeface="Prata"/>
                <a:cs typeface="Prata"/>
                <a:sym typeface="Prata"/>
              </a:defRPr>
            </a:lvl3pPr>
            <a:lvl4pPr lvl="3" rtl="0">
              <a:lnSpc>
                <a:spcPct val="100000"/>
              </a:lnSpc>
              <a:spcBef>
                <a:spcPts val="0"/>
              </a:spcBef>
              <a:spcAft>
                <a:spcPts val="0"/>
              </a:spcAft>
              <a:buSzPts val="1800"/>
              <a:buFont typeface="Prata"/>
              <a:buNone/>
              <a:defRPr sz="1800">
                <a:latin typeface="Prata"/>
                <a:ea typeface="Prata"/>
                <a:cs typeface="Prata"/>
                <a:sym typeface="Prata"/>
              </a:defRPr>
            </a:lvl4pPr>
            <a:lvl5pPr lvl="4" rtl="0">
              <a:lnSpc>
                <a:spcPct val="100000"/>
              </a:lnSpc>
              <a:spcBef>
                <a:spcPts val="0"/>
              </a:spcBef>
              <a:spcAft>
                <a:spcPts val="0"/>
              </a:spcAft>
              <a:buSzPts val="1800"/>
              <a:buFont typeface="Prata"/>
              <a:buNone/>
              <a:defRPr sz="1800">
                <a:latin typeface="Prata"/>
                <a:ea typeface="Prata"/>
                <a:cs typeface="Prata"/>
                <a:sym typeface="Prata"/>
              </a:defRPr>
            </a:lvl5pPr>
            <a:lvl6pPr lvl="5" rtl="0">
              <a:lnSpc>
                <a:spcPct val="100000"/>
              </a:lnSpc>
              <a:spcBef>
                <a:spcPts val="0"/>
              </a:spcBef>
              <a:spcAft>
                <a:spcPts val="0"/>
              </a:spcAft>
              <a:buSzPts val="1800"/>
              <a:buFont typeface="Prata"/>
              <a:buNone/>
              <a:defRPr sz="1800">
                <a:latin typeface="Prata"/>
                <a:ea typeface="Prata"/>
                <a:cs typeface="Prata"/>
                <a:sym typeface="Prata"/>
              </a:defRPr>
            </a:lvl6pPr>
            <a:lvl7pPr lvl="6" rtl="0">
              <a:lnSpc>
                <a:spcPct val="100000"/>
              </a:lnSpc>
              <a:spcBef>
                <a:spcPts val="0"/>
              </a:spcBef>
              <a:spcAft>
                <a:spcPts val="0"/>
              </a:spcAft>
              <a:buSzPts val="1800"/>
              <a:buFont typeface="Prata"/>
              <a:buNone/>
              <a:defRPr sz="1800">
                <a:latin typeface="Prata"/>
                <a:ea typeface="Prata"/>
                <a:cs typeface="Prata"/>
                <a:sym typeface="Prata"/>
              </a:defRPr>
            </a:lvl7pPr>
            <a:lvl8pPr lvl="7" rtl="0">
              <a:lnSpc>
                <a:spcPct val="100000"/>
              </a:lnSpc>
              <a:spcBef>
                <a:spcPts val="0"/>
              </a:spcBef>
              <a:spcAft>
                <a:spcPts val="0"/>
              </a:spcAft>
              <a:buSzPts val="1800"/>
              <a:buFont typeface="Prata"/>
              <a:buNone/>
              <a:defRPr sz="1800">
                <a:latin typeface="Prata"/>
                <a:ea typeface="Prata"/>
                <a:cs typeface="Prata"/>
                <a:sym typeface="Prata"/>
              </a:defRPr>
            </a:lvl8pPr>
            <a:lvl9pPr lvl="8" rtl="0">
              <a:lnSpc>
                <a:spcPct val="100000"/>
              </a:lnSpc>
              <a:spcBef>
                <a:spcPts val="0"/>
              </a:spcBef>
              <a:spcAft>
                <a:spcPts val="0"/>
              </a:spcAft>
              <a:buSzPts val="1800"/>
              <a:buFont typeface="Prata"/>
              <a:buNone/>
              <a:defRPr sz="1800">
                <a:latin typeface="Prata"/>
                <a:ea typeface="Prata"/>
                <a:cs typeface="Prata"/>
                <a:sym typeface="Prata"/>
              </a:defRPr>
            </a:lvl9pPr>
          </a:lstStyle>
          <a:p>
            <a:endParaRPr/>
          </a:p>
        </p:txBody>
      </p:sp>
      <p:sp>
        <p:nvSpPr>
          <p:cNvPr id="82" name="Google Shape;82;p13"/>
          <p:cNvSpPr txBox="1">
            <a:spLocks noGrp="1"/>
          </p:cNvSpPr>
          <p:nvPr>
            <p:ph type="subTitle" idx="18"/>
          </p:nvPr>
        </p:nvSpPr>
        <p:spPr>
          <a:xfrm>
            <a:off x="6118549"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Prata"/>
              <a:buNone/>
              <a:defRPr sz="1800">
                <a:solidFill>
                  <a:schemeClr val="dk1"/>
                </a:solidFill>
                <a:latin typeface="Prata"/>
                <a:ea typeface="Prata"/>
                <a:cs typeface="Prata"/>
                <a:sym typeface="Prata"/>
              </a:defRPr>
            </a:lvl1pPr>
            <a:lvl2pPr lvl="1" rtl="0">
              <a:lnSpc>
                <a:spcPct val="100000"/>
              </a:lnSpc>
              <a:spcBef>
                <a:spcPts val="0"/>
              </a:spcBef>
              <a:spcAft>
                <a:spcPts val="0"/>
              </a:spcAft>
              <a:buSzPts val="1800"/>
              <a:buFont typeface="Prata"/>
              <a:buNone/>
              <a:defRPr sz="1800">
                <a:latin typeface="Prata"/>
                <a:ea typeface="Prata"/>
                <a:cs typeface="Prata"/>
                <a:sym typeface="Prata"/>
              </a:defRPr>
            </a:lvl2pPr>
            <a:lvl3pPr lvl="2" rtl="0">
              <a:lnSpc>
                <a:spcPct val="100000"/>
              </a:lnSpc>
              <a:spcBef>
                <a:spcPts val="0"/>
              </a:spcBef>
              <a:spcAft>
                <a:spcPts val="0"/>
              </a:spcAft>
              <a:buSzPts val="1800"/>
              <a:buFont typeface="Prata"/>
              <a:buNone/>
              <a:defRPr sz="1800">
                <a:latin typeface="Prata"/>
                <a:ea typeface="Prata"/>
                <a:cs typeface="Prata"/>
                <a:sym typeface="Prata"/>
              </a:defRPr>
            </a:lvl3pPr>
            <a:lvl4pPr lvl="3" rtl="0">
              <a:lnSpc>
                <a:spcPct val="100000"/>
              </a:lnSpc>
              <a:spcBef>
                <a:spcPts val="0"/>
              </a:spcBef>
              <a:spcAft>
                <a:spcPts val="0"/>
              </a:spcAft>
              <a:buSzPts val="1800"/>
              <a:buFont typeface="Prata"/>
              <a:buNone/>
              <a:defRPr sz="1800">
                <a:latin typeface="Prata"/>
                <a:ea typeface="Prata"/>
                <a:cs typeface="Prata"/>
                <a:sym typeface="Prata"/>
              </a:defRPr>
            </a:lvl4pPr>
            <a:lvl5pPr lvl="4" rtl="0">
              <a:lnSpc>
                <a:spcPct val="100000"/>
              </a:lnSpc>
              <a:spcBef>
                <a:spcPts val="0"/>
              </a:spcBef>
              <a:spcAft>
                <a:spcPts val="0"/>
              </a:spcAft>
              <a:buSzPts val="1800"/>
              <a:buFont typeface="Prata"/>
              <a:buNone/>
              <a:defRPr sz="1800">
                <a:latin typeface="Prata"/>
                <a:ea typeface="Prata"/>
                <a:cs typeface="Prata"/>
                <a:sym typeface="Prata"/>
              </a:defRPr>
            </a:lvl5pPr>
            <a:lvl6pPr lvl="5" rtl="0">
              <a:lnSpc>
                <a:spcPct val="100000"/>
              </a:lnSpc>
              <a:spcBef>
                <a:spcPts val="0"/>
              </a:spcBef>
              <a:spcAft>
                <a:spcPts val="0"/>
              </a:spcAft>
              <a:buSzPts val="1800"/>
              <a:buFont typeface="Prata"/>
              <a:buNone/>
              <a:defRPr sz="1800">
                <a:latin typeface="Prata"/>
                <a:ea typeface="Prata"/>
                <a:cs typeface="Prata"/>
                <a:sym typeface="Prata"/>
              </a:defRPr>
            </a:lvl6pPr>
            <a:lvl7pPr lvl="6" rtl="0">
              <a:lnSpc>
                <a:spcPct val="100000"/>
              </a:lnSpc>
              <a:spcBef>
                <a:spcPts val="0"/>
              </a:spcBef>
              <a:spcAft>
                <a:spcPts val="0"/>
              </a:spcAft>
              <a:buSzPts val="1800"/>
              <a:buFont typeface="Prata"/>
              <a:buNone/>
              <a:defRPr sz="1800">
                <a:latin typeface="Prata"/>
                <a:ea typeface="Prata"/>
                <a:cs typeface="Prata"/>
                <a:sym typeface="Prata"/>
              </a:defRPr>
            </a:lvl7pPr>
            <a:lvl8pPr lvl="7" rtl="0">
              <a:lnSpc>
                <a:spcPct val="100000"/>
              </a:lnSpc>
              <a:spcBef>
                <a:spcPts val="0"/>
              </a:spcBef>
              <a:spcAft>
                <a:spcPts val="0"/>
              </a:spcAft>
              <a:buSzPts val="1800"/>
              <a:buFont typeface="Prata"/>
              <a:buNone/>
              <a:defRPr sz="1800">
                <a:latin typeface="Prata"/>
                <a:ea typeface="Prata"/>
                <a:cs typeface="Prata"/>
                <a:sym typeface="Prata"/>
              </a:defRPr>
            </a:lvl8pPr>
            <a:lvl9pPr lvl="8" rtl="0">
              <a:lnSpc>
                <a:spcPct val="100000"/>
              </a:lnSpc>
              <a:spcBef>
                <a:spcPts val="0"/>
              </a:spcBef>
              <a:spcAft>
                <a:spcPts val="0"/>
              </a:spcAft>
              <a:buSzPts val="1800"/>
              <a:buFont typeface="Prata"/>
              <a:buNone/>
              <a:defRPr sz="1800">
                <a:latin typeface="Prata"/>
                <a:ea typeface="Prata"/>
                <a:cs typeface="Prata"/>
                <a:sym typeface="Prata"/>
              </a:defRPr>
            </a:lvl9pPr>
          </a:lstStyle>
          <a:p>
            <a:endParaRPr/>
          </a:p>
        </p:txBody>
      </p:sp>
      <p:sp>
        <p:nvSpPr>
          <p:cNvPr id="83" name="Google Shape;83;p13"/>
          <p:cNvSpPr txBox="1">
            <a:spLocks noGrp="1"/>
          </p:cNvSpPr>
          <p:nvPr>
            <p:ph type="subTitle" idx="19"/>
          </p:nvPr>
        </p:nvSpPr>
        <p:spPr>
          <a:xfrm>
            <a:off x="720000"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Prata"/>
              <a:buNone/>
              <a:defRPr sz="1800">
                <a:solidFill>
                  <a:schemeClr val="dk1"/>
                </a:solidFill>
                <a:latin typeface="Prata"/>
                <a:ea typeface="Prata"/>
                <a:cs typeface="Prata"/>
                <a:sym typeface="Prata"/>
              </a:defRPr>
            </a:lvl1pPr>
            <a:lvl2pPr lvl="1" rtl="0">
              <a:lnSpc>
                <a:spcPct val="100000"/>
              </a:lnSpc>
              <a:spcBef>
                <a:spcPts val="0"/>
              </a:spcBef>
              <a:spcAft>
                <a:spcPts val="0"/>
              </a:spcAft>
              <a:buSzPts val="1800"/>
              <a:buFont typeface="Prata"/>
              <a:buNone/>
              <a:defRPr sz="1800">
                <a:latin typeface="Prata"/>
                <a:ea typeface="Prata"/>
                <a:cs typeface="Prata"/>
                <a:sym typeface="Prata"/>
              </a:defRPr>
            </a:lvl2pPr>
            <a:lvl3pPr lvl="2" rtl="0">
              <a:lnSpc>
                <a:spcPct val="100000"/>
              </a:lnSpc>
              <a:spcBef>
                <a:spcPts val="0"/>
              </a:spcBef>
              <a:spcAft>
                <a:spcPts val="0"/>
              </a:spcAft>
              <a:buSzPts val="1800"/>
              <a:buFont typeface="Prata"/>
              <a:buNone/>
              <a:defRPr sz="1800">
                <a:latin typeface="Prata"/>
                <a:ea typeface="Prata"/>
                <a:cs typeface="Prata"/>
                <a:sym typeface="Prata"/>
              </a:defRPr>
            </a:lvl3pPr>
            <a:lvl4pPr lvl="3" rtl="0">
              <a:lnSpc>
                <a:spcPct val="100000"/>
              </a:lnSpc>
              <a:spcBef>
                <a:spcPts val="0"/>
              </a:spcBef>
              <a:spcAft>
                <a:spcPts val="0"/>
              </a:spcAft>
              <a:buSzPts val="1800"/>
              <a:buFont typeface="Prata"/>
              <a:buNone/>
              <a:defRPr sz="1800">
                <a:latin typeface="Prata"/>
                <a:ea typeface="Prata"/>
                <a:cs typeface="Prata"/>
                <a:sym typeface="Prata"/>
              </a:defRPr>
            </a:lvl4pPr>
            <a:lvl5pPr lvl="4" rtl="0">
              <a:lnSpc>
                <a:spcPct val="100000"/>
              </a:lnSpc>
              <a:spcBef>
                <a:spcPts val="0"/>
              </a:spcBef>
              <a:spcAft>
                <a:spcPts val="0"/>
              </a:spcAft>
              <a:buSzPts val="1800"/>
              <a:buFont typeface="Prata"/>
              <a:buNone/>
              <a:defRPr sz="1800">
                <a:latin typeface="Prata"/>
                <a:ea typeface="Prata"/>
                <a:cs typeface="Prata"/>
                <a:sym typeface="Prata"/>
              </a:defRPr>
            </a:lvl5pPr>
            <a:lvl6pPr lvl="5" rtl="0">
              <a:lnSpc>
                <a:spcPct val="100000"/>
              </a:lnSpc>
              <a:spcBef>
                <a:spcPts val="0"/>
              </a:spcBef>
              <a:spcAft>
                <a:spcPts val="0"/>
              </a:spcAft>
              <a:buSzPts val="1800"/>
              <a:buFont typeface="Prata"/>
              <a:buNone/>
              <a:defRPr sz="1800">
                <a:latin typeface="Prata"/>
                <a:ea typeface="Prata"/>
                <a:cs typeface="Prata"/>
                <a:sym typeface="Prata"/>
              </a:defRPr>
            </a:lvl6pPr>
            <a:lvl7pPr lvl="6" rtl="0">
              <a:lnSpc>
                <a:spcPct val="100000"/>
              </a:lnSpc>
              <a:spcBef>
                <a:spcPts val="0"/>
              </a:spcBef>
              <a:spcAft>
                <a:spcPts val="0"/>
              </a:spcAft>
              <a:buSzPts val="1800"/>
              <a:buFont typeface="Prata"/>
              <a:buNone/>
              <a:defRPr sz="1800">
                <a:latin typeface="Prata"/>
                <a:ea typeface="Prata"/>
                <a:cs typeface="Prata"/>
                <a:sym typeface="Prata"/>
              </a:defRPr>
            </a:lvl7pPr>
            <a:lvl8pPr lvl="7" rtl="0">
              <a:lnSpc>
                <a:spcPct val="100000"/>
              </a:lnSpc>
              <a:spcBef>
                <a:spcPts val="0"/>
              </a:spcBef>
              <a:spcAft>
                <a:spcPts val="0"/>
              </a:spcAft>
              <a:buSzPts val="1800"/>
              <a:buFont typeface="Prata"/>
              <a:buNone/>
              <a:defRPr sz="1800">
                <a:latin typeface="Prata"/>
                <a:ea typeface="Prata"/>
                <a:cs typeface="Prata"/>
                <a:sym typeface="Prata"/>
              </a:defRPr>
            </a:lvl8pPr>
            <a:lvl9pPr lvl="8" rtl="0">
              <a:lnSpc>
                <a:spcPct val="100000"/>
              </a:lnSpc>
              <a:spcBef>
                <a:spcPts val="0"/>
              </a:spcBef>
              <a:spcAft>
                <a:spcPts val="0"/>
              </a:spcAft>
              <a:buSzPts val="1800"/>
              <a:buFont typeface="Prata"/>
              <a:buNone/>
              <a:defRPr sz="1800">
                <a:latin typeface="Prata"/>
                <a:ea typeface="Prata"/>
                <a:cs typeface="Prata"/>
                <a:sym typeface="Prata"/>
              </a:defRPr>
            </a:lvl9pPr>
          </a:lstStyle>
          <a:p>
            <a:endParaRPr/>
          </a:p>
        </p:txBody>
      </p:sp>
      <p:sp>
        <p:nvSpPr>
          <p:cNvPr id="84" name="Google Shape;84;p13"/>
          <p:cNvSpPr txBox="1">
            <a:spLocks noGrp="1"/>
          </p:cNvSpPr>
          <p:nvPr>
            <p:ph type="subTitle" idx="20"/>
          </p:nvPr>
        </p:nvSpPr>
        <p:spPr>
          <a:xfrm>
            <a:off x="3419271"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Prata"/>
              <a:buNone/>
              <a:defRPr sz="1800">
                <a:solidFill>
                  <a:schemeClr val="dk1"/>
                </a:solidFill>
                <a:latin typeface="Prata"/>
                <a:ea typeface="Prata"/>
                <a:cs typeface="Prata"/>
                <a:sym typeface="Prata"/>
              </a:defRPr>
            </a:lvl1pPr>
            <a:lvl2pPr lvl="1" rtl="0">
              <a:lnSpc>
                <a:spcPct val="100000"/>
              </a:lnSpc>
              <a:spcBef>
                <a:spcPts val="0"/>
              </a:spcBef>
              <a:spcAft>
                <a:spcPts val="0"/>
              </a:spcAft>
              <a:buSzPts val="1800"/>
              <a:buFont typeface="Prata"/>
              <a:buNone/>
              <a:defRPr sz="1800">
                <a:latin typeface="Prata"/>
                <a:ea typeface="Prata"/>
                <a:cs typeface="Prata"/>
                <a:sym typeface="Prata"/>
              </a:defRPr>
            </a:lvl2pPr>
            <a:lvl3pPr lvl="2" rtl="0">
              <a:lnSpc>
                <a:spcPct val="100000"/>
              </a:lnSpc>
              <a:spcBef>
                <a:spcPts val="0"/>
              </a:spcBef>
              <a:spcAft>
                <a:spcPts val="0"/>
              </a:spcAft>
              <a:buSzPts val="1800"/>
              <a:buFont typeface="Prata"/>
              <a:buNone/>
              <a:defRPr sz="1800">
                <a:latin typeface="Prata"/>
                <a:ea typeface="Prata"/>
                <a:cs typeface="Prata"/>
                <a:sym typeface="Prata"/>
              </a:defRPr>
            </a:lvl3pPr>
            <a:lvl4pPr lvl="3" rtl="0">
              <a:lnSpc>
                <a:spcPct val="100000"/>
              </a:lnSpc>
              <a:spcBef>
                <a:spcPts val="0"/>
              </a:spcBef>
              <a:spcAft>
                <a:spcPts val="0"/>
              </a:spcAft>
              <a:buSzPts val="1800"/>
              <a:buFont typeface="Prata"/>
              <a:buNone/>
              <a:defRPr sz="1800">
                <a:latin typeface="Prata"/>
                <a:ea typeface="Prata"/>
                <a:cs typeface="Prata"/>
                <a:sym typeface="Prata"/>
              </a:defRPr>
            </a:lvl4pPr>
            <a:lvl5pPr lvl="4" rtl="0">
              <a:lnSpc>
                <a:spcPct val="100000"/>
              </a:lnSpc>
              <a:spcBef>
                <a:spcPts val="0"/>
              </a:spcBef>
              <a:spcAft>
                <a:spcPts val="0"/>
              </a:spcAft>
              <a:buSzPts val="1800"/>
              <a:buFont typeface="Prata"/>
              <a:buNone/>
              <a:defRPr sz="1800">
                <a:latin typeface="Prata"/>
                <a:ea typeface="Prata"/>
                <a:cs typeface="Prata"/>
                <a:sym typeface="Prata"/>
              </a:defRPr>
            </a:lvl5pPr>
            <a:lvl6pPr lvl="5" rtl="0">
              <a:lnSpc>
                <a:spcPct val="100000"/>
              </a:lnSpc>
              <a:spcBef>
                <a:spcPts val="0"/>
              </a:spcBef>
              <a:spcAft>
                <a:spcPts val="0"/>
              </a:spcAft>
              <a:buSzPts val="1800"/>
              <a:buFont typeface="Prata"/>
              <a:buNone/>
              <a:defRPr sz="1800">
                <a:latin typeface="Prata"/>
                <a:ea typeface="Prata"/>
                <a:cs typeface="Prata"/>
                <a:sym typeface="Prata"/>
              </a:defRPr>
            </a:lvl6pPr>
            <a:lvl7pPr lvl="6" rtl="0">
              <a:lnSpc>
                <a:spcPct val="100000"/>
              </a:lnSpc>
              <a:spcBef>
                <a:spcPts val="0"/>
              </a:spcBef>
              <a:spcAft>
                <a:spcPts val="0"/>
              </a:spcAft>
              <a:buSzPts val="1800"/>
              <a:buFont typeface="Prata"/>
              <a:buNone/>
              <a:defRPr sz="1800">
                <a:latin typeface="Prata"/>
                <a:ea typeface="Prata"/>
                <a:cs typeface="Prata"/>
                <a:sym typeface="Prata"/>
              </a:defRPr>
            </a:lvl7pPr>
            <a:lvl8pPr lvl="7" rtl="0">
              <a:lnSpc>
                <a:spcPct val="100000"/>
              </a:lnSpc>
              <a:spcBef>
                <a:spcPts val="0"/>
              </a:spcBef>
              <a:spcAft>
                <a:spcPts val="0"/>
              </a:spcAft>
              <a:buSzPts val="1800"/>
              <a:buFont typeface="Prata"/>
              <a:buNone/>
              <a:defRPr sz="1800">
                <a:latin typeface="Prata"/>
                <a:ea typeface="Prata"/>
                <a:cs typeface="Prata"/>
                <a:sym typeface="Prata"/>
              </a:defRPr>
            </a:lvl8pPr>
            <a:lvl9pPr lvl="8" rtl="0">
              <a:lnSpc>
                <a:spcPct val="100000"/>
              </a:lnSpc>
              <a:spcBef>
                <a:spcPts val="0"/>
              </a:spcBef>
              <a:spcAft>
                <a:spcPts val="0"/>
              </a:spcAft>
              <a:buSzPts val="1800"/>
              <a:buFont typeface="Prata"/>
              <a:buNone/>
              <a:defRPr sz="1800">
                <a:latin typeface="Prata"/>
                <a:ea typeface="Prata"/>
                <a:cs typeface="Prata"/>
                <a:sym typeface="Prata"/>
              </a:defRPr>
            </a:lvl9pPr>
          </a:lstStyle>
          <a:p>
            <a:endParaRPr/>
          </a:p>
        </p:txBody>
      </p:sp>
      <p:sp>
        <p:nvSpPr>
          <p:cNvPr id="85" name="Google Shape;85;p13"/>
          <p:cNvSpPr txBox="1">
            <a:spLocks noGrp="1"/>
          </p:cNvSpPr>
          <p:nvPr>
            <p:ph type="subTitle" idx="21"/>
          </p:nvPr>
        </p:nvSpPr>
        <p:spPr>
          <a:xfrm>
            <a:off x="6118549"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Prata"/>
              <a:buNone/>
              <a:defRPr sz="1800">
                <a:solidFill>
                  <a:schemeClr val="dk1"/>
                </a:solidFill>
                <a:latin typeface="Prata"/>
                <a:ea typeface="Prata"/>
                <a:cs typeface="Prata"/>
                <a:sym typeface="Prata"/>
              </a:defRPr>
            </a:lvl1pPr>
            <a:lvl2pPr lvl="1" rtl="0">
              <a:lnSpc>
                <a:spcPct val="100000"/>
              </a:lnSpc>
              <a:spcBef>
                <a:spcPts val="0"/>
              </a:spcBef>
              <a:spcAft>
                <a:spcPts val="0"/>
              </a:spcAft>
              <a:buSzPts val="1800"/>
              <a:buFont typeface="Prata"/>
              <a:buNone/>
              <a:defRPr sz="1800">
                <a:latin typeface="Prata"/>
                <a:ea typeface="Prata"/>
                <a:cs typeface="Prata"/>
                <a:sym typeface="Prata"/>
              </a:defRPr>
            </a:lvl2pPr>
            <a:lvl3pPr lvl="2" rtl="0">
              <a:lnSpc>
                <a:spcPct val="100000"/>
              </a:lnSpc>
              <a:spcBef>
                <a:spcPts val="0"/>
              </a:spcBef>
              <a:spcAft>
                <a:spcPts val="0"/>
              </a:spcAft>
              <a:buSzPts val="1800"/>
              <a:buFont typeface="Prata"/>
              <a:buNone/>
              <a:defRPr sz="1800">
                <a:latin typeface="Prata"/>
                <a:ea typeface="Prata"/>
                <a:cs typeface="Prata"/>
                <a:sym typeface="Prata"/>
              </a:defRPr>
            </a:lvl3pPr>
            <a:lvl4pPr lvl="3" rtl="0">
              <a:lnSpc>
                <a:spcPct val="100000"/>
              </a:lnSpc>
              <a:spcBef>
                <a:spcPts val="0"/>
              </a:spcBef>
              <a:spcAft>
                <a:spcPts val="0"/>
              </a:spcAft>
              <a:buSzPts val="1800"/>
              <a:buFont typeface="Prata"/>
              <a:buNone/>
              <a:defRPr sz="1800">
                <a:latin typeface="Prata"/>
                <a:ea typeface="Prata"/>
                <a:cs typeface="Prata"/>
                <a:sym typeface="Prata"/>
              </a:defRPr>
            </a:lvl4pPr>
            <a:lvl5pPr lvl="4" rtl="0">
              <a:lnSpc>
                <a:spcPct val="100000"/>
              </a:lnSpc>
              <a:spcBef>
                <a:spcPts val="0"/>
              </a:spcBef>
              <a:spcAft>
                <a:spcPts val="0"/>
              </a:spcAft>
              <a:buSzPts val="1800"/>
              <a:buFont typeface="Prata"/>
              <a:buNone/>
              <a:defRPr sz="1800">
                <a:latin typeface="Prata"/>
                <a:ea typeface="Prata"/>
                <a:cs typeface="Prata"/>
                <a:sym typeface="Prata"/>
              </a:defRPr>
            </a:lvl5pPr>
            <a:lvl6pPr lvl="5" rtl="0">
              <a:lnSpc>
                <a:spcPct val="100000"/>
              </a:lnSpc>
              <a:spcBef>
                <a:spcPts val="0"/>
              </a:spcBef>
              <a:spcAft>
                <a:spcPts val="0"/>
              </a:spcAft>
              <a:buSzPts val="1800"/>
              <a:buFont typeface="Prata"/>
              <a:buNone/>
              <a:defRPr sz="1800">
                <a:latin typeface="Prata"/>
                <a:ea typeface="Prata"/>
                <a:cs typeface="Prata"/>
                <a:sym typeface="Prata"/>
              </a:defRPr>
            </a:lvl6pPr>
            <a:lvl7pPr lvl="6" rtl="0">
              <a:lnSpc>
                <a:spcPct val="100000"/>
              </a:lnSpc>
              <a:spcBef>
                <a:spcPts val="0"/>
              </a:spcBef>
              <a:spcAft>
                <a:spcPts val="0"/>
              </a:spcAft>
              <a:buSzPts val="1800"/>
              <a:buFont typeface="Prata"/>
              <a:buNone/>
              <a:defRPr sz="1800">
                <a:latin typeface="Prata"/>
                <a:ea typeface="Prata"/>
                <a:cs typeface="Prata"/>
                <a:sym typeface="Prata"/>
              </a:defRPr>
            </a:lvl7pPr>
            <a:lvl8pPr lvl="7" rtl="0">
              <a:lnSpc>
                <a:spcPct val="100000"/>
              </a:lnSpc>
              <a:spcBef>
                <a:spcPts val="0"/>
              </a:spcBef>
              <a:spcAft>
                <a:spcPts val="0"/>
              </a:spcAft>
              <a:buSzPts val="1800"/>
              <a:buFont typeface="Prata"/>
              <a:buNone/>
              <a:defRPr sz="1800">
                <a:latin typeface="Prata"/>
                <a:ea typeface="Prata"/>
                <a:cs typeface="Prata"/>
                <a:sym typeface="Prata"/>
              </a:defRPr>
            </a:lvl8pPr>
            <a:lvl9pPr lvl="8" rtl="0">
              <a:lnSpc>
                <a:spcPct val="100000"/>
              </a:lnSpc>
              <a:spcBef>
                <a:spcPts val="0"/>
              </a:spcBef>
              <a:spcAft>
                <a:spcPts val="0"/>
              </a:spcAft>
              <a:buSzPts val="1800"/>
              <a:buFont typeface="Prata"/>
              <a:buNone/>
              <a:defRPr sz="1800">
                <a:latin typeface="Prata"/>
                <a:ea typeface="Prata"/>
                <a:cs typeface="Prata"/>
                <a:sym typeface="Prata"/>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6"/>
        <p:cNvGrpSpPr/>
        <p:nvPr/>
      </p:nvGrpSpPr>
      <p:grpSpPr>
        <a:xfrm>
          <a:off x="0" y="0"/>
          <a:ext cx="0" cy="0"/>
          <a:chOff x="0" y="0"/>
          <a:chExt cx="0" cy="0"/>
        </a:xfrm>
      </p:grpSpPr>
      <p:pic>
        <p:nvPicPr>
          <p:cNvPr id="87" name="Google Shape;87;p14"/>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88" name="Google Shape;88;p14"/>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89" name="Google Shape;89;p14"/>
          <p:cNvSpPr txBox="1">
            <a:spLocks noGrp="1"/>
          </p:cNvSpPr>
          <p:nvPr>
            <p:ph type="title"/>
          </p:nvPr>
        </p:nvSpPr>
        <p:spPr>
          <a:xfrm>
            <a:off x="1226250" y="2884375"/>
            <a:ext cx="6691200" cy="447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0" name="Google Shape;90;p14"/>
          <p:cNvSpPr txBox="1">
            <a:spLocks noGrp="1"/>
          </p:cNvSpPr>
          <p:nvPr>
            <p:ph type="subTitle" idx="1"/>
          </p:nvPr>
        </p:nvSpPr>
        <p:spPr>
          <a:xfrm>
            <a:off x="1226550" y="1828800"/>
            <a:ext cx="6691200" cy="991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23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91"/>
        <p:cNvGrpSpPr/>
        <p:nvPr/>
      </p:nvGrpSpPr>
      <p:grpSpPr>
        <a:xfrm>
          <a:off x="0" y="0"/>
          <a:ext cx="0" cy="0"/>
          <a:chOff x="0" y="0"/>
          <a:chExt cx="0" cy="0"/>
        </a:xfrm>
      </p:grpSpPr>
      <p:pic>
        <p:nvPicPr>
          <p:cNvPr id="92" name="Google Shape;92;p15"/>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93" name="Google Shape;93;p15"/>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94" name="Google Shape;94;p15"/>
          <p:cNvSpPr txBox="1">
            <a:spLocks noGrp="1"/>
          </p:cNvSpPr>
          <p:nvPr>
            <p:ph type="title"/>
          </p:nvPr>
        </p:nvSpPr>
        <p:spPr>
          <a:xfrm>
            <a:off x="837050" y="1286813"/>
            <a:ext cx="3519600" cy="13698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5" name="Google Shape;95;p15"/>
          <p:cNvSpPr txBox="1">
            <a:spLocks noGrp="1"/>
          </p:cNvSpPr>
          <p:nvPr>
            <p:ph type="subTitle" idx="1"/>
          </p:nvPr>
        </p:nvSpPr>
        <p:spPr>
          <a:xfrm>
            <a:off x="837050" y="2961288"/>
            <a:ext cx="35196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6" name="Google Shape;96;p15"/>
          <p:cNvSpPr>
            <a:spLocks noGrp="1"/>
          </p:cNvSpPr>
          <p:nvPr>
            <p:ph type="pic" idx="2"/>
          </p:nvPr>
        </p:nvSpPr>
        <p:spPr>
          <a:xfrm>
            <a:off x="5520775" y="877950"/>
            <a:ext cx="2910000" cy="3387600"/>
          </a:xfrm>
          <a:prstGeom prst="plaque">
            <a:avLst>
              <a:gd name="adj" fmla="val 16667"/>
            </a:avLst>
          </a:prstGeom>
          <a:noFill/>
          <a:ln w="38100" cap="flat" cmpd="thinThick">
            <a:solidFill>
              <a:schemeClr val="dk1"/>
            </a:solidFill>
            <a:prstDash val="solid"/>
            <a:miter lim="8000"/>
            <a:headEnd type="none" w="sm" len="sm"/>
            <a:tailEnd type="none" w="sm" len="sm"/>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97"/>
        <p:cNvGrpSpPr/>
        <p:nvPr/>
      </p:nvGrpSpPr>
      <p:grpSpPr>
        <a:xfrm>
          <a:off x="0" y="0"/>
          <a:ext cx="0" cy="0"/>
          <a:chOff x="0" y="0"/>
          <a:chExt cx="0" cy="0"/>
        </a:xfrm>
      </p:grpSpPr>
      <p:pic>
        <p:nvPicPr>
          <p:cNvPr id="98" name="Google Shape;98;p16"/>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99" name="Google Shape;99;p16"/>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00" name="Google Shape;100;p16"/>
          <p:cNvSpPr txBox="1">
            <a:spLocks noGrp="1"/>
          </p:cNvSpPr>
          <p:nvPr>
            <p:ph type="title"/>
          </p:nvPr>
        </p:nvSpPr>
        <p:spPr>
          <a:xfrm>
            <a:off x="940500" y="1843350"/>
            <a:ext cx="3410700" cy="5760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1" name="Google Shape;101;p16"/>
          <p:cNvSpPr txBox="1">
            <a:spLocks noGrp="1"/>
          </p:cNvSpPr>
          <p:nvPr>
            <p:ph type="subTitle" idx="1"/>
          </p:nvPr>
        </p:nvSpPr>
        <p:spPr>
          <a:xfrm>
            <a:off x="940500" y="2724150"/>
            <a:ext cx="34107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02"/>
        <p:cNvGrpSpPr/>
        <p:nvPr/>
      </p:nvGrpSpPr>
      <p:grpSpPr>
        <a:xfrm>
          <a:off x="0" y="0"/>
          <a:ext cx="0" cy="0"/>
          <a:chOff x="0" y="0"/>
          <a:chExt cx="0" cy="0"/>
        </a:xfrm>
      </p:grpSpPr>
      <p:pic>
        <p:nvPicPr>
          <p:cNvPr id="103" name="Google Shape;103;p17"/>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04" name="Google Shape;104;p17"/>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05" name="Google Shape;105;p17"/>
          <p:cNvSpPr txBox="1">
            <a:spLocks noGrp="1"/>
          </p:cNvSpPr>
          <p:nvPr>
            <p:ph type="title"/>
          </p:nvPr>
        </p:nvSpPr>
        <p:spPr>
          <a:xfrm>
            <a:off x="4586400" y="1843400"/>
            <a:ext cx="3413700" cy="5760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6" name="Google Shape;106;p17"/>
          <p:cNvSpPr txBox="1">
            <a:spLocks noGrp="1"/>
          </p:cNvSpPr>
          <p:nvPr>
            <p:ph type="subTitle" idx="1"/>
          </p:nvPr>
        </p:nvSpPr>
        <p:spPr>
          <a:xfrm>
            <a:off x="4592712" y="2714450"/>
            <a:ext cx="34137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4">
  <p:cSld name="TITLE_AND_BODY_1">
    <p:spTree>
      <p:nvGrpSpPr>
        <p:cNvPr id="1" name="Shape 107"/>
        <p:cNvGrpSpPr/>
        <p:nvPr/>
      </p:nvGrpSpPr>
      <p:grpSpPr>
        <a:xfrm>
          <a:off x="0" y="0"/>
          <a:ext cx="0" cy="0"/>
          <a:chOff x="0" y="0"/>
          <a:chExt cx="0" cy="0"/>
        </a:xfrm>
      </p:grpSpPr>
      <p:pic>
        <p:nvPicPr>
          <p:cNvPr id="108" name="Google Shape;108;p18"/>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09" name="Google Shape;109;p18"/>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10" name="Google Shape;110;p18"/>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1" name="Google Shape;111;p18"/>
          <p:cNvSpPr txBox="1">
            <a:spLocks noGrp="1"/>
          </p:cNvSpPr>
          <p:nvPr>
            <p:ph type="body" idx="1"/>
          </p:nvPr>
        </p:nvSpPr>
        <p:spPr>
          <a:xfrm>
            <a:off x="720000" y="1215753"/>
            <a:ext cx="7704000" cy="461700"/>
          </a:xfrm>
          <a:prstGeom prst="rect">
            <a:avLst/>
          </a:prstGeom>
        </p:spPr>
        <p:txBody>
          <a:bodyPr spcFirstLastPara="1" wrap="square" lIns="91425" tIns="91425" rIns="91425" bIns="91425" anchor="t" anchorCtr="0">
            <a:noAutofit/>
          </a:bodyPr>
          <a:lstStyle>
            <a:lvl1pPr marL="457200" lvl="0" indent="-317500" rtl="0">
              <a:spcBef>
                <a:spcPts val="30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12"/>
        <p:cNvGrpSpPr/>
        <p:nvPr/>
      </p:nvGrpSpPr>
      <p:grpSpPr>
        <a:xfrm>
          <a:off x="0" y="0"/>
          <a:ext cx="0" cy="0"/>
          <a:chOff x="0" y="0"/>
          <a:chExt cx="0" cy="0"/>
        </a:xfrm>
      </p:grpSpPr>
      <p:pic>
        <p:nvPicPr>
          <p:cNvPr id="113" name="Google Shape;113;p19"/>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14" name="Google Shape;114;p19"/>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15" name="Google Shape;115;p19"/>
          <p:cNvSpPr txBox="1">
            <a:spLocks noGrp="1"/>
          </p:cNvSpPr>
          <p:nvPr>
            <p:ph type="title"/>
          </p:nvPr>
        </p:nvSpPr>
        <p:spPr>
          <a:xfrm>
            <a:off x="720000" y="59436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6" name="Google Shape;116;p19"/>
          <p:cNvSpPr txBox="1">
            <a:spLocks noGrp="1"/>
          </p:cNvSpPr>
          <p:nvPr>
            <p:ph type="subTitle" idx="1"/>
          </p:nvPr>
        </p:nvSpPr>
        <p:spPr>
          <a:xfrm>
            <a:off x="5118075" y="2909025"/>
            <a:ext cx="2554800" cy="112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19"/>
          <p:cNvSpPr txBox="1">
            <a:spLocks noGrp="1"/>
          </p:cNvSpPr>
          <p:nvPr>
            <p:ph type="subTitle" idx="2"/>
          </p:nvPr>
        </p:nvSpPr>
        <p:spPr>
          <a:xfrm>
            <a:off x="1471100" y="2909025"/>
            <a:ext cx="2554800" cy="112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8" name="Google Shape;118;p19"/>
          <p:cNvSpPr txBox="1">
            <a:spLocks noGrp="1"/>
          </p:cNvSpPr>
          <p:nvPr>
            <p:ph type="subTitle" idx="3"/>
          </p:nvPr>
        </p:nvSpPr>
        <p:spPr>
          <a:xfrm>
            <a:off x="1471113" y="2495550"/>
            <a:ext cx="25548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19" name="Google Shape;119;p19"/>
          <p:cNvSpPr txBox="1">
            <a:spLocks noGrp="1"/>
          </p:cNvSpPr>
          <p:nvPr>
            <p:ph type="subTitle" idx="4"/>
          </p:nvPr>
        </p:nvSpPr>
        <p:spPr>
          <a:xfrm>
            <a:off x="5118091" y="2495550"/>
            <a:ext cx="25548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20"/>
        <p:cNvGrpSpPr/>
        <p:nvPr/>
      </p:nvGrpSpPr>
      <p:grpSpPr>
        <a:xfrm>
          <a:off x="0" y="0"/>
          <a:ext cx="0" cy="0"/>
          <a:chOff x="0" y="0"/>
          <a:chExt cx="0" cy="0"/>
        </a:xfrm>
      </p:grpSpPr>
      <p:pic>
        <p:nvPicPr>
          <p:cNvPr id="121" name="Google Shape;121;p20"/>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22" name="Google Shape;122;p20"/>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23" name="Google Shape;123;p20"/>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4" name="Google Shape;124;p20"/>
          <p:cNvSpPr txBox="1">
            <a:spLocks noGrp="1"/>
          </p:cNvSpPr>
          <p:nvPr>
            <p:ph type="subTitle" idx="1"/>
          </p:nvPr>
        </p:nvSpPr>
        <p:spPr>
          <a:xfrm>
            <a:off x="4899081" y="1534925"/>
            <a:ext cx="2996100" cy="1916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 name="Google Shape;125;p20"/>
          <p:cNvSpPr txBox="1">
            <a:spLocks noGrp="1"/>
          </p:cNvSpPr>
          <p:nvPr>
            <p:ph type="subTitle" idx="2"/>
          </p:nvPr>
        </p:nvSpPr>
        <p:spPr>
          <a:xfrm>
            <a:off x="1248825" y="1534925"/>
            <a:ext cx="2996100" cy="1916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2"/>
        <p:cNvGrpSpPr/>
        <p:nvPr/>
      </p:nvGrpSpPr>
      <p:grpSpPr>
        <a:xfrm>
          <a:off x="0" y="0"/>
          <a:ext cx="0" cy="0"/>
          <a:chOff x="0" y="0"/>
          <a:chExt cx="0" cy="0"/>
        </a:xfrm>
      </p:grpSpPr>
      <p:pic>
        <p:nvPicPr>
          <p:cNvPr id="133" name="Google Shape;133;p22"/>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34" name="Google Shape;134;p22"/>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35" name="Google Shape;135;p22"/>
          <p:cNvSpPr txBox="1">
            <a:spLocks noGrp="1"/>
          </p:cNvSpPr>
          <p:nvPr>
            <p:ph type="title"/>
          </p:nvPr>
        </p:nvSpPr>
        <p:spPr>
          <a:xfrm>
            <a:off x="720000" y="59436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6" name="Google Shape;136;p22"/>
          <p:cNvSpPr txBox="1">
            <a:spLocks noGrp="1"/>
          </p:cNvSpPr>
          <p:nvPr>
            <p:ph type="subTitle" idx="1"/>
          </p:nvPr>
        </p:nvSpPr>
        <p:spPr>
          <a:xfrm>
            <a:off x="937625" y="3066045"/>
            <a:ext cx="21753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7" name="Google Shape;137;p22"/>
          <p:cNvSpPr txBox="1">
            <a:spLocks noGrp="1"/>
          </p:cNvSpPr>
          <p:nvPr>
            <p:ph type="subTitle" idx="2"/>
          </p:nvPr>
        </p:nvSpPr>
        <p:spPr>
          <a:xfrm>
            <a:off x="3484347" y="3066045"/>
            <a:ext cx="21753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8" name="Google Shape;138;p22"/>
          <p:cNvSpPr txBox="1">
            <a:spLocks noGrp="1"/>
          </p:cNvSpPr>
          <p:nvPr>
            <p:ph type="subTitle" idx="3"/>
          </p:nvPr>
        </p:nvSpPr>
        <p:spPr>
          <a:xfrm>
            <a:off x="6031075" y="3066045"/>
            <a:ext cx="21753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9" name="Google Shape;139;p22"/>
          <p:cNvSpPr txBox="1">
            <a:spLocks noGrp="1"/>
          </p:cNvSpPr>
          <p:nvPr>
            <p:ph type="subTitle" idx="4"/>
          </p:nvPr>
        </p:nvSpPr>
        <p:spPr>
          <a:xfrm>
            <a:off x="937625" y="2581535"/>
            <a:ext cx="21753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40" name="Google Shape;140;p22"/>
          <p:cNvSpPr txBox="1">
            <a:spLocks noGrp="1"/>
          </p:cNvSpPr>
          <p:nvPr>
            <p:ph type="subTitle" idx="5"/>
          </p:nvPr>
        </p:nvSpPr>
        <p:spPr>
          <a:xfrm>
            <a:off x="3484350" y="2581535"/>
            <a:ext cx="21753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41" name="Google Shape;141;p22"/>
          <p:cNvSpPr txBox="1">
            <a:spLocks noGrp="1"/>
          </p:cNvSpPr>
          <p:nvPr>
            <p:ph type="subTitle" idx="6"/>
          </p:nvPr>
        </p:nvSpPr>
        <p:spPr>
          <a:xfrm>
            <a:off x="6031075" y="2581535"/>
            <a:ext cx="21753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42"/>
        <p:cNvGrpSpPr/>
        <p:nvPr/>
      </p:nvGrpSpPr>
      <p:grpSpPr>
        <a:xfrm>
          <a:off x="0" y="0"/>
          <a:ext cx="0" cy="0"/>
          <a:chOff x="0" y="0"/>
          <a:chExt cx="0" cy="0"/>
        </a:xfrm>
      </p:grpSpPr>
      <p:pic>
        <p:nvPicPr>
          <p:cNvPr id="143" name="Google Shape;143;p23"/>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44" name="Google Shape;144;p23"/>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45" name="Google Shape;145;p23"/>
          <p:cNvSpPr txBox="1">
            <a:spLocks noGrp="1"/>
          </p:cNvSpPr>
          <p:nvPr>
            <p:ph type="title"/>
          </p:nvPr>
        </p:nvSpPr>
        <p:spPr>
          <a:xfrm>
            <a:off x="720000" y="59436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6" name="Google Shape;146;p23"/>
          <p:cNvSpPr txBox="1">
            <a:spLocks noGrp="1"/>
          </p:cNvSpPr>
          <p:nvPr>
            <p:ph type="subTitle" idx="1"/>
          </p:nvPr>
        </p:nvSpPr>
        <p:spPr>
          <a:xfrm>
            <a:off x="2110311" y="1995300"/>
            <a:ext cx="19782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7" name="Google Shape;147;p23"/>
          <p:cNvSpPr txBox="1">
            <a:spLocks noGrp="1"/>
          </p:cNvSpPr>
          <p:nvPr>
            <p:ph type="subTitle" idx="2"/>
          </p:nvPr>
        </p:nvSpPr>
        <p:spPr>
          <a:xfrm>
            <a:off x="5055489" y="1995300"/>
            <a:ext cx="19782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8" name="Google Shape;148;p23"/>
          <p:cNvSpPr txBox="1">
            <a:spLocks noGrp="1"/>
          </p:cNvSpPr>
          <p:nvPr>
            <p:ph type="subTitle" idx="3"/>
          </p:nvPr>
        </p:nvSpPr>
        <p:spPr>
          <a:xfrm>
            <a:off x="2110311" y="3638175"/>
            <a:ext cx="19782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9" name="Google Shape;149;p23"/>
          <p:cNvSpPr txBox="1">
            <a:spLocks noGrp="1"/>
          </p:cNvSpPr>
          <p:nvPr>
            <p:ph type="subTitle" idx="4"/>
          </p:nvPr>
        </p:nvSpPr>
        <p:spPr>
          <a:xfrm>
            <a:off x="5055489" y="3638175"/>
            <a:ext cx="19782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23"/>
          <p:cNvSpPr txBox="1">
            <a:spLocks noGrp="1"/>
          </p:cNvSpPr>
          <p:nvPr>
            <p:ph type="subTitle" idx="5"/>
          </p:nvPr>
        </p:nvSpPr>
        <p:spPr>
          <a:xfrm>
            <a:off x="2110323" y="1510800"/>
            <a:ext cx="1978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51" name="Google Shape;151;p23"/>
          <p:cNvSpPr txBox="1">
            <a:spLocks noGrp="1"/>
          </p:cNvSpPr>
          <p:nvPr>
            <p:ph type="subTitle" idx="6"/>
          </p:nvPr>
        </p:nvSpPr>
        <p:spPr>
          <a:xfrm>
            <a:off x="2110323" y="3153675"/>
            <a:ext cx="1978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52" name="Google Shape;152;p23"/>
          <p:cNvSpPr txBox="1">
            <a:spLocks noGrp="1"/>
          </p:cNvSpPr>
          <p:nvPr>
            <p:ph type="subTitle" idx="7"/>
          </p:nvPr>
        </p:nvSpPr>
        <p:spPr>
          <a:xfrm>
            <a:off x="5055498" y="1510800"/>
            <a:ext cx="1978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53" name="Google Shape;153;p23"/>
          <p:cNvSpPr txBox="1">
            <a:spLocks noGrp="1"/>
          </p:cNvSpPr>
          <p:nvPr>
            <p:ph type="subTitle" idx="8"/>
          </p:nvPr>
        </p:nvSpPr>
        <p:spPr>
          <a:xfrm>
            <a:off x="5055498" y="3153675"/>
            <a:ext cx="1978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54"/>
        <p:cNvGrpSpPr/>
        <p:nvPr/>
      </p:nvGrpSpPr>
      <p:grpSpPr>
        <a:xfrm>
          <a:off x="0" y="0"/>
          <a:ext cx="0" cy="0"/>
          <a:chOff x="0" y="0"/>
          <a:chExt cx="0" cy="0"/>
        </a:xfrm>
      </p:grpSpPr>
      <p:pic>
        <p:nvPicPr>
          <p:cNvPr id="155" name="Google Shape;155;p24"/>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56" name="Google Shape;156;p24"/>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57" name="Google Shape;157;p24"/>
          <p:cNvSpPr txBox="1">
            <a:spLocks noGrp="1"/>
          </p:cNvSpPr>
          <p:nvPr>
            <p:ph type="title"/>
          </p:nvPr>
        </p:nvSpPr>
        <p:spPr>
          <a:xfrm>
            <a:off x="720000" y="59436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8" name="Google Shape;158;p24"/>
          <p:cNvSpPr txBox="1">
            <a:spLocks noGrp="1"/>
          </p:cNvSpPr>
          <p:nvPr>
            <p:ph type="subTitle" idx="1"/>
          </p:nvPr>
        </p:nvSpPr>
        <p:spPr>
          <a:xfrm>
            <a:off x="803827" y="2011938"/>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9" name="Google Shape;159;p24"/>
          <p:cNvSpPr txBox="1">
            <a:spLocks noGrp="1"/>
          </p:cNvSpPr>
          <p:nvPr>
            <p:ph type="subTitle" idx="2"/>
          </p:nvPr>
        </p:nvSpPr>
        <p:spPr>
          <a:xfrm>
            <a:off x="3579000" y="2011938"/>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0" name="Google Shape;160;p24"/>
          <p:cNvSpPr txBox="1">
            <a:spLocks noGrp="1"/>
          </p:cNvSpPr>
          <p:nvPr>
            <p:ph type="subTitle" idx="3"/>
          </p:nvPr>
        </p:nvSpPr>
        <p:spPr>
          <a:xfrm>
            <a:off x="803827" y="3661613"/>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 name="Google Shape;161;p24"/>
          <p:cNvSpPr txBox="1">
            <a:spLocks noGrp="1"/>
          </p:cNvSpPr>
          <p:nvPr>
            <p:ph type="subTitle" idx="4"/>
          </p:nvPr>
        </p:nvSpPr>
        <p:spPr>
          <a:xfrm>
            <a:off x="3579000" y="3661613"/>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2" name="Google Shape;162;p24"/>
          <p:cNvSpPr txBox="1">
            <a:spLocks noGrp="1"/>
          </p:cNvSpPr>
          <p:nvPr>
            <p:ph type="subTitle" idx="5"/>
          </p:nvPr>
        </p:nvSpPr>
        <p:spPr>
          <a:xfrm>
            <a:off x="6354173" y="2011938"/>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24"/>
          <p:cNvSpPr txBox="1">
            <a:spLocks noGrp="1"/>
          </p:cNvSpPr>
          <p:nvPr>
            <p:ph type="subTitle" idx="6"/>
          </p:nvPr>
        </p:nvSpPr>
        <p:spPr>
          <a:xfrm>
            <a:off x="6354173" y="3661613"/>
            <a:ext cx="19860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24"/>
          <p:cNvSpPr txBox="1">
            <a:spLocks noGrp="1"/>
          </p:cNvSpPr>
          <p:nvPr>
            <p:ph type="subTitle" idx="7"/>
          </p:nvPr>
        </p:nvSpPr>
        <p:spPr>
          <a:xfrm>
            <a:off x="804727" y="1519337"/>
            <a:ext cx="1984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65" name="Google Shape;165;p24"/>
          <p:cNvSpPr txBox="1">
            <a:spLocks noGrp="1"/>
          </p:cNvSpPr>
          <p:nvPr>
            <p:ph type="subTitle" idx="8"/>
          </p:nvPr>
        </p:nvSpPr>
        <p:spPr>
          <a:xfrm>
            <a:off x="3579900" y="1519337"/>
            <a:ext cx="1984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66" name="Google Shape;166;p24"/>
          <p:cNvSpPr txBox="1">
            <a:spLocks noGrp="1"/>
          </p:cNvSpPr>
          <p:nvPr>
            <p:ph type="subTitle" idx="9"/>
          </p:nvPr>
        </p:nvSpPr>
        <p:spPr>
          <a:xfrm>
            <a:off x="6355073" y="1519337"/>
            <a:ext cx="1984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67" name="Google Shape;167;p24"/>
          <p:cNvSpPr txBox="1">
            <a:spLocks noGrp="1"/>
          </p:cNvSpPr>
          <p:nvPr>
            <p:ph type="subTitle" idx="13"/>
          </p:nvPr>
        </p:nvSpPr>
        <p:spPr>
          <a:xfrm>
            <a:off x="804727" y="3168988"/>
            <a:ext cx="1984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68" name="Google Shape;168;p24"/>
          <p:cNvSpPr txBox="1">
            <a:spLocks noGrp="1"/>
          </p:cNvSpPr>
          <p:nvPr>
            <p:ph type="subTitle" idx="14"/>
          </p:nvPr>
        </p:nvSpPr>
        <p:spPr>
          <a:xfrm>
            <a:off x="3579900" y="3168988"/>
            <a:ext cx="1984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
        <p:nvSpPr>
          <p:cNvPr id="169" name="Google Shape;169;p24"/>
          <p:cNvSpPr txBox="1">
            <a:spLocks noGrp="1"/>
          </p:cNvSpPr>
          <p:nvPr>
            <p:ph type="subTitle" idx="15"/>
          </p:nvPr>
        </p:nvSpPr>
        <p:spPr>
          <a:xfrm>
            <a:off x="6355073" y="3168988"/>
            <a:ext cx="1984200" cy="48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rata"/>
              <a:buNone/>
              <a:defRPr sz="1800">
                <a:solidFill>
                  <a:schemeClr val="dk1"/>
                </a:solidFill>
                <a:latin typeface="Prata"/>
                <a:ea typeface="Prata"/>
                <a:cs typeface="Prata"/>
                <a:sym typeface="Prata"/>
              </a:defRPr>
            </a:lvl1pPr>
            <a:lvl2pPr lvl="1" algn="ctr" rtl="0">
              <a:lnSpc>
                <a:spcPct val="100000"/>
              </a:lnSpc>
              <a:spcBef>
                <a:spcPts val="0"/>
              </a:spcBef>
              <a:spcAft>
                <a:spcPts val="0"/>
              </a:spcAft>
              <a:buSzPts val="2400"/>
              <a:buFont typeface="Prata"/>
              <a:buNone/>
              <a:defRPr sz="2400" b="1">
                <a:latin typeface="Prata"/>
                <a:ea typeface="Prata"/>
                <a:cs typeface="Prata"/>
                <a:sym typeface="Prata"/>
              </a:defRPr>
            </a:lvl2pPr>
            <a:lvl3pPr lvl="2" algn="ctr" rtl="0">
              <a:lnSpc>
                <a:spcPct val="100000"/>
              </a:lnSpc>
              <a:spcBef>
                <a:spcPts val="0"/>
              </a:spcBef>
              <a:spcAft>
                <a:spcPts val="0"/>
              </a:spcAft>
              <a:buSzPts val="2400"/>
              <a:buFont typeface="Prata"/>
              <a:buNone/>
              <a:defRPr sz="2400" b="1">
                <a:latin typeface="Prata"/>
                <a:ea typeface="Prata"/>
                <a:cs typeface="Prata"/>
                <a:sym typeface="Prata"/>
              </a:defRPr>
            </a:lvl3pPr>
            <a:lvl4pPr lvl="3" algn="ctr" rtl="0">
              <a:lnSpc>
                <a:spcPct val="100000"/>
              </a:lnSpc>
              <a:spcBef>
                <a:spcPts val="0"/>
              </a:spcBef>
              <a:spcAft>
                <a:spcPts val="0"/>
              </a:spcAft>
              <a:buSzPts val="2400"/>
              <a:buFont typeface="Prata"/>
              <a:buNone/>
              <a:defRPr sz="2400" b="1">
                <a:latin typeface="Prata"/>
                <a:ea typeface="Prata"/>
                <a:cs typeface="Prata"/>
                <a:sym typeface="Prata"/>
              </a:defRPr>
            </a:lvl4pPr>
            <a:lvl5pPr lvl="4" algn="ctr" rtl="0">
              <a:lnSpc>
                <a:spcPct val="100000"/>
              </a:lnSpc>
              <a:spcBef>
                <a:spcPts val="0"/>
              </a:spcBef>
              <a:spcAft>
                <a:spcPts val="0"/>
              </a:spcAft>
              <a:buSzPts val="2400"/>
              <a:buFont typeface="Prata"/>
              <a:buNone/>
              <a:defRPr sz="2400" b="1">
                <a:latin typeface="Prata"/>
                <a:ea typeface="Prata"/>
                <a:cs typeface="Prata"/>
                <a:sym typeface="Prata"/>
              </a:defRPr>
            </a:lvl5pPr>
            <a:lvl6pPr lvl="5" algn="ctr" rtl="0">
              <a:lnSpc>
                <a:spcPct val="100000"/>
              </a:lnSpc>
              <a:spcBef>
                <a:spcPts val="0"/>
              </a:spcBef>
              <a:spcAft>
                <a:spcPts val="0"/>
              </a:spcAft>
              <a:buSzPts val="2400"/>
              <a:buFont typeface="Prata"/>
              <a:buNone/>
              <a:defRPr sz="2400" b="1">
                <a:latin typeface="Prata"/>
                <a:ea typeface="Prata"/>
                <a:cs typeface="Prata"/>
                <a:sym typeface="Prata"/>
              </a:defRPr>
            </a:lvl6pPr>
            <a:lvl7pPr lvl="6" algn="ctr" rtl="0">
              <a:lnSpc>
                <a:spcPct val="100000"/>
              </a:lnSpc>
              <a:spcBef>
                <a:spcPts val="0"/>
              </a:spcBef>
              <a:spcAft>
                <a:spcPts val="0"/>
              </a:spcAft>
              <a:buSzPts val="2400"/>
              <a:buFont typeface="Prata"/>
              <a:buNone/>
              <a:defRPr sz="2400" b="1">
                <a:latin typeface="Prata"/>
                <a:ea typeface="Prata"/>
                <a:cs typeface="Prata"/>
                <a:sym typeface="Prata"/>
              </a:defRPr>
            </a:lvl7pPr>
            <a:lvl8pPr lvl="7" algn="ctr" rtl="0">
              <a:lnSpc>
                <a:spcPct val="100000"/>
              </a:lnSpc>
              <a:spcBef>
                <a:spcPts val="0"/>
              </a:spcBef>
              <a:spcAft>
                <a:spcPts val="0"/>
              </a:spcAft>
              <a:buSzPts val="2400"/>
              <a:buFont typeface="Prata"/>
              <a:buNone/>
              <a:defRPr sz="2400" b="1">
                <a:latin typeface="Prata"/>
                <a:ea typeface="Prata"/>
                <a:cs typeface="Prata"/>
                <a:sym typeface="Prata"/>
              </a:defRPr>
            </a:lvl8pPr>
            <a:lvl9pPr lvl="8" algn="ctr" rtl="0">
              <a:lnSpc>
                <a:spcPct val="100000"/>
              </a:lnSpc>
              <a:spcBef>
                <a:spcPts val="0"/>
              </a:spcBef>
              <a:spcAft>
                <a:spcPts val="0"/>
              </a:spcAft>
              <a:buSzPts val="2400"/>
              <a:buFont typeface="Prata"/>
              <a:buNone/>
              <a:defRPr sz="2400" b="1">
                <a:latin typeface="Prata"/>
                <a:ea typeface="Prata"/>
                <a:cs typeface="Prata"/>
                <a:sym typeface="Prata"/>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70"/>
        <p:cNvGrpSpPr/>
        <p:nvPr/>
      </p:nvGrpSpPr>
      <p:grpSpPr>
        <a:xfrm>
          <a:off x="0" y="0"/>
          <a:ext cx="0" cy="0"/>
          <a:chOff x="0" y="0"/>
          <a:chExt cx="0" cy="0"/>
        </a:xfrm>
      </p:grpSpPr>
      <p:pic>
        <p:nvPicPr>
          <p:cNvPr id="171" name="Google Shape;171;p25"/>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72" name="Google Shape;172;p25"/>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73" name="Google Shape;173;p25"/>
          <p:cNvSpPr txBox="1">
            <a:spLocks noGrp="1"/>
          </p:cNvSpPr>
          <p:nvPr>
            <p:ph type="title" hasCustomPrompt="1"/>
          </p:nvPr>
        </p:nvSpPr>
        <p:spPr>
          <a:xfrm>
            <a:off x="2500500" y="651825"/>
            <a:ext cx="41430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4" name="Google Shape;174;p25"/>
          <p:cNvSpPr txBox="1">
            <a:spLocks noGrp="1"/>
          </p:cNvSpPr>
          <p:nvPr>
            <p:ph type="subTitle" idx="1"/>
          </p:nvPr>
        </p:nvSpPr>
        <p:spPr>
          <a:xfrm>
            <a:off x="2500500" y="1188349"/>
            <a:ext cx="4143000" cy="598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75" name="Google Shape;175;p25"/>
          <p:cNvSpPr txBox="1">
            <a:spLocks noGrp="1"/>
          </p:cNvSpPr>
          <p:nvPr>
            <p:ph type="title" idx="2" hasCustomPrompt="1"/>
          </p:nvPr>
        </p:nvSpPr>
        <p:spPr>
          <a:xfrm>
            <a:off x="2500500" y="2004087"/>
            <a:ext cx="41430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6" name="Google Shape;176;p25"/>
          <p:cNvSpPr txBox="1">
            <a:spLocks noGrp="1"/>
          </p:cNvSpPr>
          <p:nvPr>
            <p:ph type="subTitle" idx="3"/>
          </p:nvPr>
        </p:nvSpPr>
        <p:spPr>
          <a:xfrm>
            <a:off x="2500500" y="2540610"/>
            <a:ext cx="4143000" cy="598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77" name="Google Shape;177;p25"/>
          <p:cNvSpPr txBox="1">
            <a:spLocks noGrp="1"/>
          </p:cNvSpPr>
          <p:nvPr>
            <p:ph type="title" idx="4" hasCustomPrompt="1"/>
          </p:nvPr>
        </p:nvSpPr>
        <p:spPr>
          <a:xfrm>
            <a:off x="2500500" y="3356349"/>
            <a:ext cx="41430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8" name="Google Shape;178;p25"/>
          <p:cNvSpPr txBox="1">
            <a:spLocks noGrp="1"/>
          </p:cNvSpPr>
          <p:nvPr>
            <p:ph type="subTitle" idx="5"/>
          </p:nvPr>
        </p:nvSpPr>
        <p:spPr>
          <a:xfrm>
            <a:off x="2500500" y="3892872"/>
            <a:ext cx="4143000" cy="598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79"/>
        <p:cNvGrpSpPr/>
        <p:nvPr/>
      </p:nvGrpSpPr>
      <p:grpSpPr>
        <a:xfrm>
          <a:off x="0" y="0"/>
          <a:ext cx="0" cy="0"/>
          <a:chOff x="0" y="0"/>
          <a:chExt cx="0" cy="0"/>
        </a:xfrm>
      </p:grpSpPr>
      <p:pic>
        <p:nvPicPr>
          <p:cNvPr id="180" name="Google Shape;180;p26"/>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81" name="Google Shape;181;p26"/>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82" name="Google Shape;182;p26"/>
          <p:cNvSpPr txBox="1">
            <a:spLocks noGrp="1"/>
          </p:cNvSpPr>
          <p:nvPr>
            <p:ph type="title"/>
          </p:nvPr>
        </p:nvSpPr>
        <p:spPr>
          <a:xfrm>
            <a:off x="1236429" y="677525"/>
            <a:ext cx="3400500" cy="10587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3" name="Google Shape;183;p26"/>
          <p:cNvSpPr txBox="1">
            <a:spLocks noGrp="1"/>
          </p:cNvSpPr>
          <p:nvPr>
            <p:ph type="subTitle" idx="1"/>
          </p:nvPr>
        </p:nvSpPr>
        <p:spPr>
          <a:xfrm>
            <a:off x="1236401" y="1736225"/>
            <a:ext cx="3400500" cy="116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4" name="Google Shape;184;p26"/>
          <p:cNvSpPr txBox="1"/>
          <p:nvPr/>
        </p:nvSpPr>
        <p:spPr>
          <a:xfrm>
            <a:off x="713225" y="3611950"/>
            <a:ext cx="44469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Assistant"/>
                <a:ea typeface="Assistant"/>
                <a:cs typeface="Assistant"/>
                <a:sym typeface="Assistant"/>
              </a:rPr>
              <a:t>CREDITS:</a:t>
            </a:r>
            <a:r>
              <a:rPr lang="en" sz="1200">
                <a:solidFill>
                  <a:schemeClr val="dk1"/>
                </a:solidFill>
                <a:latin typeface="Assistant"/>
                <a:ea typeface="Assistant"/>
                <a:cs typeface="Assistant"/>
                <a:sym typeface="Assistant"/>
              </a:rPr>
              <a:t> This presentation template was created by </a:t>
            </a:r>
            <a:r>
              <a:rPr lang="en" sz="1200" b="1" u="sng">
                <a:solidFill>
                  <a:schemeClr val="hlink"/>
                </a:solidFill>
                <a:latin typeface="Assistant"/>
                <a:ea typeface="Assistant"/>
                <a:cs typeface="Assistant"/>
                <a:sym typeface="Assistant"/>
                <a:hlinkClick r:id="rId3"/>
              </a:rPr>
              <a:t>Slidesgo</a:t>
            </a:r>
            <a:r>
              <a:rPr lang="en" sz="1200">
                <a:solidFill>
                  <a:schemeClr val="dk1"/>
                </a:solidFill>
                <a:latin typeface="Assistant"/>
                <a:ea typeface="Assistant"/>
                <a:cs typeface="Assistant"/>
                <a:sym typeface="Assistant"/>
              </a:rPr>
              <a:t>, and includes icons by </a:t>
            </a:r>
            <a:r>
              <a:rPr lang="en" sz="1200" b="1" u="sng">
                <a:solidFill>
                  <a:schemeClr val="dk1"/>
                </a:solidFill>
                <a:latin typeface="Assistant"/>
                <a:ea typeface="Assistant"/>
                <a:cs typeface="Assistant"/>
                <a:sym typeface="Assistant"/>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Assistant"/>
                <a:ea typeface="Assistant"/>
                <a:cs typeface="Assistant"/>
                <a:sym typeface="Assistant"/>
              </a:rPr>
              <a:t>, and infographics &amp; images by </a:t>
            </a:r>
            <a:r>
              <a:rPr lang="en" sz="1200" b="1" u="sng">
                <a:solidFill>
                  <a:schemeClr val="dk1"/>
                </a:solidFill>
                <a:latin typeface="Assistant"/>
                <a:ea typeface="Assistant"/>
                <a:cs typeface="Assistant"/>
                <a:sym typeface="Assistant"/>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u="sng">
                <a:solidFill>
                  <a:schemeClr val="dk1"/>
                </a:solidFill>
                <a:latin typeface="Assistant"/>
                <a:ea typeface="Assistant"/>
                <a:cs typeface="Assistant"/>
                <a:sym typeface="Assistant"/>
              </a:rPr>
              <a:t> </a:t>
            </a:r>
            <a:endParaRPr sz="1200" b="1" u="sng">
              <a:solidFill>
                <a:schemeClr val="dk1"/>
              </a:solidFill>
              <a:latin typeface="Assistant"/>
              <a:ea typeface="Assistant"/>
              <a:cs typeface="Assistant"/>
              <a:sym typeface="Assistant"/>
            </a:endParaRPr>
          </a:p>
        </p:txBody>
      </p:sp>
      <p:sp>
        <p:nvSpPr>
          <p:cNvPr id="185" name="Google Shape;185;p26"/>
          <p:cNvSpPr>
            <a:spLocks noGrp="1"/>
          </p:cNvSpPr>
          <p:nvPr>
            <p:ph type="pic" idx="2"/>
          </p:nvPr>
        </p:nvSpPr>
        <p:spPr>
          <a:xfrm>
            <a:off x="5520775" y="877950"/>
            <a:ext cx="2910000" cy="3387600"/>
          </a:xfrm>
          <a:prstGeom prst="plaque">
            <a:avLst>
              <a:gd name="adj" fmla="val 16667"/>
            </a:avLst>
          </a:prstGeom>
          <a:noFill/>
          <a:ln w="38100" cap="flat" cmpd="thinThick">
            <a:solidFill>
              <a:schemeClr val="dk1"/>
            </a:solidFill>
            <a:prstDash val="solid"/>
            <a:miter lim="8000"/>
            <a:headEnd type="none" w="sm" len="sm"/>
            <a:tailEnd type="none" w="sm" len="sm"/>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6"/>
        <p:cNvGrpSpPr/>
        <p:nvPr/>
      </p:nvGrpSpPr>
      <p:grpSpPr>
        <a:xfrm>
          <a:off x="0" y="0"/>
          <a:ext cx="0" cy="0"/>
          <a:chOff x="0" y="0"/>
          <a:chExt cx="0" cy="0"/>
        </a:xfrm>
      </p:grpSpPr>
      <p:pic>
        <p:nvPicPr>
          <p:cNvPr id="187" name="Google Shape;187;p27"/>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188" name="Google Shape;188;p27"/>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189" name="Google Shape;189;p27"/>
          <p:cNvGrpSpPr/>
          <p:nvPr/>
        </p:nvGrpSpPr>
        <p:grpSpPr>
          <a:xfrm rot="-5400000">
            <a:off x="7678870" y="2283031"/>
            <a:ext cx="1879600" cy="523876"/>
            <a:chOff x="5489576" y="3249613"/>
            <a:chExt cx="1879600" cy="523876"/>
          </a:xfrm>
        </p:grpSpPr>
        <p:sp>
          <p:nvSpPr>
            <p:cNvPr id="190" name="Google Shape;190;p27"/>
            <p:cNvSpPr/>
            <p:nvPr/>
          </p:nvSpPr>
          <p:spPr>
            <a:xfrm>
              <a:off x="5591176" y="3275013"/>
              <a:ext cx="825501" cy="490538"/>
            </a:xfrm>
            <a:custGeom>
              <a:avLst/>
              <a:gdLst/>
              <a:ahLst/>
              <a:cxnLst/>
              <a:rect l="l" t="t" r="r" b="b"/>
              <a:pathLst>
                <a:path w="624" h="371" extrusionOk="0">
                  <a:moveTo>
                    <a:pt x="286" y="227"/>
                  </a:moveTo>
                  <a:cubicBezTo>
                    <a:pt x="292" y="243"/>
                    <a:pt x="312" y="254"/>
                    <a:pt x="334" y="248"/>
                  </a:cubicBezTo>
                  <a:cubicBezTo>
                    <a:pt x="349" y="243"/>
                    <a:pt x="361" y="233"/>
                    <a:pt x="372" y="221"/>
                  </a:cubicBezTo>
                  <a:cubicBezTo>
                    <a:pt x="394" y="199"/>
                    <a:pt x="408" y="180"/>
                    <a:pt x="444" y="179"/>
                  </a:cubicBezTo>
                  <a:cubicBezTo>
                    <a:pt x="466" y="178"/>
                    <a:pt x="485" y="185"/>
                    <a:pt x="505" y="195"/>
                  </a:cubicBezTo>
                  <a:cubicBezTo>
                    <a:pt x="505" y="196"/>
                    <a:pt x="507" y="195"/>
                    <a:pt x="507" y="195"/>
                  </a:cubicBezTo>
                  <a:cubicBezTo>
                    <a:pt x="479" y="170"/>
                    <a:pt x="438" y="171"/>
                    <a:pt x="406" y="187"/>
                  </a:cubicBezTo>
                  <a:cubicBezTo>
                    <a:pt x="376" y="202"/>
                    <a:pt x="353" y="254"/>
                    <a:pt x="315" y="246"/>
                  </a:cubicBezTo>
                  <a:cubicBezTo>
                    <a:pt x="299" y="243"/>
                    <a:pt x="292" y="220"/>
                    <a:pt x="298" y="207"/>
                  </a:cubicBezTo>
                  <a:cubicBezTo>
                    <a:pt x="303" y="197"/>
                    <a:pt x="323" y="186"/>
                    <a:pt x="334" y="191"/>
                  </a:cubicBezTo>
                  <a:cubicBezTo>
                    <a:pt x="344" y="195"/>
                    <a:pt x="346" y="220"/>
                    <a:pt x="330" y="219"/>
                  </a:cubicBezTo>
                  <a:cubicBezTo>
                    <a:pt x="328" y="219"/>
                    <a:pt x="324" y="223"/>
                    <a:pt x="322" y="222"/>
                  </a:cubicBezTo>
                  <a:cubicBezTo>
                    <a:pt x="338" y="228"/>
                    <a:pt x="361" y="212"/>
                    <a:pt x="354" y="194"/>
                  </a:cubicBezTo>
                  <a:cubicBezTo>
                    <a:pt x="344" y="172"/>
                    <a:pt x="310" y="182"/>
                    <a:pt x="297" y="195"/>
                  </a:cubicBezTo>
                  <a:cubicBezTo>
                    <a:pt x="290" y="201"/>
                    <a:pt x="287" y="207"/>
                    <a:pt x="285" y="213"/>
                  </a:cubicBezTo>
                  <a:cubicBezTo>
                    <a:pt x="284" y="184"/>
                    <a:pt x="279" y="154"/>
                    <a:pt x="286" y="125"/>
                  </a:cubicBezTo>
                  <a:cubicBezTo>
                    <a:pt x="287" y="123"/>
                    <a:pt x="288" y="121"/>
                    <a:pt x="289" y="119"/>
                  </a:cubicBezTo>
                  <a:cubicBezTo>
                    <a:pt x="291" y="117"/>
                    <a:pt x="295" y="116"/>
                    <a:pt x="298" y="116"/>
                  </a:cubicBezTo>
                  <a:cubicBezTo>
                    <a:pt x="301" y="116"/>
                    <a:pt x="303" y="118"/>
                    <a:pt x="305" y="119"/>
                  </a:cubicBezTo>
                  <a:cubicBezTo>
                    <a:pt x="308" y="121"/>
                    <a:pt x="310" y="120"/>
                    <a:pt x="312" y="119"/>
                  </a:cubicBezTo>
                  <a:cubicBezTo>
                    <a:pt x="318" y="116"/>
                    <a:pt x="323" y="112"/>
                    <a:pt x="330" y="113"/>
                  </a:cubicBezTo>
                  <a:cubicBezTo>
                    <a:pt x="338" y="115"/>
                    <a:pt x="341" y="122"/>
                    <a:pt x="343" y="129"/>
                  </a:cubicBezTo>
                  <a:cubicBezTo>
                    <a:pt x="342" y="130"/>
                    <a:pt x="341" y="131"/>
                    <a:pt x="340" y="131"/>
                  </a:cubicBezTo>
                  <a:cubicBezTo>
                    <a:pt x="339" y="132"/>
                    <a:pt x="337" y="133"/>
                    <a:pt x="335" y="132"/>
                  </a:cubicBezTo>
                  <a:cubicBezTo>
                    <a:pt x="332" y="131"/>
                    <a:pt x="329" y="126"/>
                    <a:pt x="334" y="125"/>
                  </a:cubicBezTo>
                  <a:cubicBezTo>
                    <a:pt x="334" y="124"/>
                    <a:pt x="334" y="124"/>
                    <a:pt x="333" y="124"/>
                  </a:cubicBezTo>
                  <a:cubicBezTo>
                    <a:pt x="326" y="125"/>
                    <a:pt x="329" y="133"/>
                    <a:pt x="334" y="135"/>
                  </a:cubicBezTo>
                  <a:cubicBezTo>
                    <a:pt x="335" y="135"/>
                    <a:pt x="336" y="135"/>
                    <a:pt x="337" y="135"/>
                  </a:cubicBezTo>
                  <a:cubicBezTo>
                    <a:pt x="326" y="139"/>
                    <a:pt x="321" y="159"/>
                    <a:pt x="334" y="170"/>
                  </a:cubicBezTo>
                  <a:cubicBezTo>
                    <a:pt x="360" y="191"/>
                    <a:pt x="386" y="158"/>
                    <a:pt x="383" y="132"/>
                  </a:cubicBezTo>
                  <a:cubicBezTo>
                    <a:pt x="379" y="100"/>
                    <a:pt x="351" y="73"/>
                    <a:pt x="319" y="87"/>
                  </a:cubicBezTo>
                  <a:cubicBezTo>
                    <a:pt x="309" y="91"/>
                    <a:pt x="300" y="97"/>
                    <a:pt x="294" y="105"/>
                  </a:cubicBezTo>
                  <a:cubicBezTo>
                    <a:pt x="323" y="41"/>
                    <a:pt x="404" y="2"/>
                    <a:pt x="471" y="4"/>
                  </a:cubicBezTo>
                  <a:cubicBezTo>
                    <a:pt x="493" y="5"/>
                    <a:pt x="516" y="11"/>
                    <a:pt x="536" y="21"/>
                  </a:cubicBezTo>
                  <a:cubicBezTo>
                    <a:pt x="537" y="22"/>
                    <a:pt x="537" y="23"/>
                    <a:pt x="538" y="23"/>
                  </a:cubicBezTo>
                  <a:cubicBezTo>
                    <a:pt x="545" y="31"/>
                    <a:pt x="549" y="42"/>
                    <a:pt x="548" y="53"/>
                  </a:cubicBezTo>
                  <a:cubicBezTo>
                    <a:pt x="547" y="58"/>
                    <a:pt x="546" y="63"/>
                    <a:pt x="544" y="68"/>
                  </a:cubicBezTo>
                  <a:cubicBezTo>
                    <a:pt x="541" y="73"/>
                    <a:pt x="538" y="77"/>
                    <a:pt x="534" y="81"/>
                  </a:cubicBezTo>
                  <a:cubicBezTo>
                    <a:pt x="533" y="82"/>
                    <a:pt x="532" y="83"/>
                    <a:pt x="532" y="84"/>
                  </a:cubicBezTo>
                  <a:cubicBezTo>
                    <a:pt x="532" y="86"/>
                    <a:pt x="537" y="87"/>
                    <a:pt x="538" y="88"/>
                  </a:cubicBezTo>
                  <a:cubicBezTo>
                    <a:pt x="541" y="90"/>
                    <a:pt x="544" y="92"/>
                    <a:pt x="548" y="92"/>
                  </a:cubicBezTo>
                  <a:cubicBezTo>
                    <a:pt x="549" y="92"/>
                    <a:pt x="549" y="92"/>
                    <a:pt x="550" y="92"/>
                  </a:cubicBezTo>
                  <a:cubicBezTo>
                    <a:pt x="547" y="95"/>
                    <a:pt x="546" y="98"/>
                    <a:pt x="545" y="102"/>
                  </a:cubicBezTo>
                  <a:cubicBezTo>
                    <a:pt x="542" y="112"/>
                    <a:pt x="551" y="121"/>
                    <a:pt x="546" y="131"/>
                  </a:cubicBezTo>
                  <a:cubicBezTo>
                    <a:pt x="546" y="132"/>
                    <a:pt x="547" y="133"/>
                    <a:pt x="548" y="133"/>
                  </a:cubicBezTo>
                  <a:cubicBezTo>
                    <a:pt x="550" y="132"/>
                    <a:pt x="551" y="131"/>
                    <a:pt x="552" y="129"/>
                  </a:cubicBezTo>
                  <a:cubicBezTo>
                    <a:pt x="571" y="119"/>
                    <a:pt x="583" y="97"/>
                    <a:pt x="585" y="76"/>
                  </a:cubicBezTo>
                  <a:cubicBezTo>
                    <a:pt x="587" y="105"/>
                    <a:pt x="584" y="146"/>
                    <a:pt x="555" y="156"/>
                  </a:cubicBezTo>
                  <a:cubicBezTo>
                    <a:pt x="543" y="160"/>
                    <a:pt x="529" y="157"/>
                    <a:pt x="522" y="145"/>
                  </a:cubicBezTo>
                  <a:cubicBezTo>
                    <a:pt x="521" y="143"/>
                    <a:pt x="517" y="135"/>
                    <a:pt x="519" y="131"/>
                  </a:cubicBezTo>
                  <a:cubicBezTo>
                    <a:pt x="521" y="129"/>
                    <a:pt x="524" y="126"/>
                    <a:pt x="527" y="127"/>
                  </a:cubicBezTo>
                  <a:cubicBezTo>
                    <a:pt x="530" y="129"/>
                    <a:pt x="531" y="134"/>
                    <a:pt x="529" y="137"/>
                  </a:cubicBezTo>
                  <a:cubicBezTo>
                    <a:pt x="529" y="136"/>
                    <a:pt x="533" y="136"/>
                    <a:pt x="535" y="135"/>
                  </a:cubicBezTo>
                  <a:cubicBezTo>
                    <a:pt x="536" y="134"/>
                    <a:pt x="537" y="132"/>
                    <a:pt x="537" y="130"/>
                  </a:cubicBezTo>
                  <a:cubicBezTo>
                    <a:pt x="538" y="127"/>
                    <a:pt x="538" y="124"/>
                    <a:pt x="535" y="123"/>
                  </a:cubicBezTo>
                  <a:cubicBezTo>
                    <a:pt x="530" y="120"/>
                    <a:pt x="522" y="124"/>
                    <a:pt x="519" y="127"/>
                  </a:cubicBezTo>
                  <a:cubicBezTo>
                    <a:pt x="500" y="147"/>
                    <a:pt x="524" y="170"/>
                    <a:pt x="546" y="164"/>
                  </a:cubicBezTo>
                  <a:cubicBezTo>
                    <a:pt x="571" y="156"/>
                    <a:pt x="589" y="127"/>
                    <a:pt x="593" y="99"/>
                  </a:cubicBezTo>
                  <a:cubicBezTo>
                    <a:pt x="593" y="104"/>
                    <a:pt x="593" y="111"/>
                    <a:pt x="592" y="117"/>
                  </a:cubicBezTo>
                  <a:cubicBezTo>
                    <a:pt x="587" y="152"/>
                    <a:pt x="555" y="189"/>
                    <a:pt x="517" y="175"/>
                  </a:cubicBezTo>
                  <a:cubicBezTo>
                    <a:pt x="503" y="170"/>
                    <a:pt x="493" y="155"/>
                    <a:pt x="489" y="141"/>
                  </a:cubicBezTo>
                  <a:cubicBezTo>
                    <a:pt x="486" y="134"/>
                    <a:pt x="486" y="125"/>
                    <a:pt x="491" y="118"/>
                  </a:cubicBezTo>
                  <a:cubicBezTo>
                    <a:pt x="493" y="114"/>
                    <a:pt x="496" y="112"/>
                    <a:pt x="500" y="111"/>
                  </a:cubicBezTo>
                  <a:cubicBezTo>
                    <a:pt x="503" y="110"/>
                    <a:pt x="505" y="109"/>
                    <a:pt x="508" y="109"/>
                  </a:cubicBezTo>
                  <a:cubicBezTo>
                    <a:pt x="510" y="109"/>
                    <a:pt x="512" y="109"/>
                    <a:pt x="515" y="109"/>
                  </a:cubicBezTo>
                  <a:cubicBezTo>
                    <a:pt x="515" y="109"/>
                    <a:pt x="519" y="108"/>
                    <a:pt x="519" y="108"/>
                  </a:cubicBezTo>
                  <a:cubicBezTo>
                    <a:pt x="514" y="105"/>
                    <a:pt x="507" y="106"/>
                    <a:pt x="502" y="108"/>
                  </a:cubicBezTo>
                  <a:cubicBezTo>
                    <a:pt x="497" y="110"/>
                    <a:pt x="492" y="113"/>
                    <a:pt x="487" y="116"/>
                  </a:cubicBezTo>
                  <a:cubicBezTo>
                    <a:pt x="480" y="122"/>
                    <a:pt x="476" y="129"/>
                    <a:pt x="474" y="135"/>
                  </a:cubicBezTo>
                  <a:cubicBezTo>
                    <a:pt x="475" y="133"/>
                    <a:pt x="459" y="128"/>
                    <a:pt x="457" y="127"/>
                  </a:cubicBezTo>
                  <a:cubicBezTo>
                    <a:pt x="451" y="126"/>
                    <a:pt x="445" y="125"/>
                    <a:pt x="438" y="125"/>
                  </a:cubicBezTo>
                  <a:cubicBezTo>
                    <a:pt x="427" y="124"/>
                    <a:pt x="415" y="127"/>
                    <a:pt x="406" y="134"/>
                  </a:cubicBezTo>
                  <a:cubicBezTo>
                    <a:pt x="402" y="137"/>
                    <a:pt x="398" y="142"/>
                    <a:pt x="397" y="148"/>
                  </a:cubicBezTo>
                  <a:cubicBezTo>
                    <a:pt x="397" y="152"/>
                    <a:pt x="396" y="156"/>
                    <a:pt x="397" y="160"/>
                  </a:cubicBezTo>
                  <a:cubicBezTo>
                    <a:pt x="399" y="167"/>
                    <a:pt x="407" y="174"/>
                    <a:pt x="414" y="174"/>
                  </a:cubicBezTo>
                  <a:cubicBezTo>
                    <a:pt x="422" y="174"/>
                    <a:pt x="428" y="168"/>
                    <a:pt x="428" y="160"/>
                  </a:cubicBezTo>
                  <a:cubicBezTo>
                    <a:pt x="428" y="152"/>
                    <a:pt x="422" y="145"/>
                    <a:pt x="414" y="145"/>
                  </a:cubicBezTo>
                  <a:cubicBezTo>
                    <a:pt x="408" y="145"/>
                    <a:pt x="403" y="149"/>
                    <a:pt x="401" y="154"/>
                  </a:cubicBezTo>
                  <a:cubicBezTo>
                    <a:pt x="405" y="130"/>
                    <a:pt x="431" y="123"/>
                    <a:pt x="453" y="128"/>
                  </a:cubicBezTo>
                  <a:cubicBezTo>
                    <a:pt x="461" y="130"/>
                    <a:pt x="468" y="134"/>
                    <a:pt x="473" y="138"/>
                  </a:cubicBezTo>
                  <a:cubicBezTo>
                    <a:pt x="469" y="165"/>
                    <a:pt x="509" y="188"/>
                    <a:pt x="538" y="182"/>
                  </a:cubicBezTo>
                  <a:cubicBezTo>
                    <a:pt x="612" y="166"/>
                    <a:pt x="624" y="75"/>
                    <a:pt x="567" y="29"/>
                  </a:cubicBezTo>
                  <a:cubicBezTo>
                    <a:pt x="561" y="24"/>
                    <a:pt x="555" y="20"/>
                    <a:pt x="549" y="17"/>
                  </a:cubicBezTo>
                  <a:cubicBezTo>
                    <a:pt x="544" y="14"/>
                    <a:pt x="538" y="12"/>
                    <a:pt x="533" y="10"/>
                  </a:cubicBezTo>
                  <a:cubicBezTo>
                    <a:pt x="521" y="4"/>
                    <a:pt x="507" y="2"/>
                    <a:pt x="494" y="0"/>
                  </a:cubicBezTo>
                  <a:cubicBezTo>
                    <a:pt x="490" y="0"/>
                    <a:pt x="485" y="0"/>
                    <a:pt x="481" y="0"/>
                  </a:cubicBezTo>
                  <a:cubicBezTo>
                    <a:pt x="472" y="0"/>
                    <a:pt x="463" y="0"/>
                    <a:pt x="455" y="1"/>
                  </a:cubicBezTo>
                  <a:cubicBezTo>
                    <a:pt x="437" y="3"/>
                    <a:pt x="420" y="7"/>
                    <a:pt x="403" y="13"/>
                  </a:cubicBezTo>
                  <a:cubicBezTo>
                    <a:pt x="387" y="19"/>
                    <a:pt x="372" y="25"/>
                    <a:pt x="357" y="33"/>
                  </a:cubicBezTo>
                  <a:cubicBezTo>
                    <a:pt x="313" y="58"/>
                    <a:pt x="276" y="98"/>
                    <a:pt x="271" y="150"/>
                  </a:cubicBezTo>
                  <a:cubicBezTo>
                    <a:pt x="269" y="170"/>
                    <a:pt x="270" y="189"/>
                    <a:pt x="271" y="209"/>
                  </a:cubicBezTo>
                  <a:cubicBezTo>
                    <a:pt x="272" y="224"/>
                    <a:pt x="274" y="239"/>
                    <a:pt x="269" y="254"/>
                  </a:cubicBezTo>
                  <a:cubicBezTo>
                    <a:pt x="265" y="268"/>
                    <a:pt x="254" y="278"/>
                    <a:pt x="238" y="280"/>
                  </a:cubicBezTo>
                  <a:cubicBezTo>
                    <a:pt x="226" y="282"/>
                    <a:pt x="215" y="276"/>
                    <a:pt x="207" y="267"/>
                  </a:cubicBezTo>
                  <a:cubicBezTo>
                    <a:pt x="206" y="266"/>
                    <a:pt x="205" y="267"/>
                    <a:pt x="204" y="268"/>
                  </a:cubicBezTo>
                  <a:cubicBezTo>
                    <a:pt x="198" y="279"/>
                    <a:pt x="203" y="274"/>
                    <a:pt x="199" y="269"/>
                  </a:cubicBezTo>
                  <a:cubicBezTo>
                    <a:pt x="195" y="265"/>
                    <a:pt x="193" y="258"/>
                    <a:pt x="190" y="254"/>
                  </a:cubicBezTo>
                  <a:cubicBezTo>
                    <a:pt x="186" y="249"/>
                    <a:pt x="181" y="245"/>
                    <a:pt x="176" y="242"/>
                  </a:cubicBezTo>
                  <a:cubicBezTo>
                    <a:pt x="173" y="240"/>
                    <a:pt x="170" y="239"/>
                    <a:pt x="167" y="238"/>
                  </a:cubicBezTo>
                  <a:cubicBezTo>
                    <a:pt x="165" y="237"/>
                    <a:pt x="165" y="239"/>
                    <a:pt x="165" y="240"/>
                  </a:cubicBezTo>
                  <a:cubicBezTo>
                    <a:pt x="164" y="242"/>
                    <a:pt x="164" y="244"/>
                    <a:pt x="163" y="245"/>
                  </a:cubicBezTo>
                  <a:cubicBezTo>
                    <a:pt x="163" y="248"/>
                    <a:pt x="162" y="250"/>
                    <a:pt x="162" y="252"/>
                  </a:cubicBezTo>
                  <a:cubicBezTo>
                    <a:pt x="161" y="257"/>
                    <a:pt x="161" y="261"/>
                    <a:pt x="162" y="266"/>
                  </a:cubicBezTo>
                  <a:cubicBezTo>
                    <a:pt x="164" y="279"/>
                    <a:pt x="172" y="290"/>
                    <a:pt x="183" y="297"/>
                  </a:cubicBezTo>
                  <a:cubicBezTo>
                    <a:pt x="194" y="305"/>
                    <a:pt x="209" y="307"/>
                    <a:pt x="222" y="305"/>
                  </a:cubicBezTo>
                  <a:cubicBezTo>
                    <a:pt x="235" y="303"/>
                    <a:pt x="246" y="297"/>
                    <a:pt x="254" y="289"/>
                  </a:cubicBezTo>
                  <a:cubicBezTo>
                    <a:pt x="242" y="304"/>
                    <a:pt x="231" y="318"/>
                    <a:pt x="212" y="328"/>
                  </a:cubicBezTo>
                  <a:cubicBezTo>
                    <a:pt x="202" y="333"/>
                    <a:pt x="191" y="337"/>
                    <a:pt x="180" y="339"/>
                  </a:cubicBezTo>
                  <a:cubicBezTo>
                    <a:pt x="171" y="340"/>
                    <a:pt x="161" y="341"/>
                    <a:pt x="152" y="338"/>
                  </a:cubicBezTo>
                  <a:cubicBezTo>
                    <a:pt x="148" y="337"/>
                    <a:pt x="144" y="335"/>
                    <a:pt x="141" y="332"/>
                  </a:cubicBezTo>
                  <a:cubicBezTo>
                    <a:pt x="137" y="329"/>
                    <a:pt x="133" y="326"/>
                    <a:pt x="134" y="320"/>
                  </a:cubicBezTo>
                  <a:cubicBezTo>
                    <a:pt x="137" y="323"/>
                    <a:pt x="141" y="324"/>
                    <a:pt x="145" y="324"/>
                  </a:cubicBezTo>
                  <a:cubicBezTo>
                    <a:pt x="153" y="324"/>
                    <a:pt x="160" y="317"/>
                    <a:pt x="160" y="308"/>
                  </a:cubicBezTo>
                  <a:cubicBezTo>
                    <a:pt x="160" y="300"/>
                    <a:pt x="153" y="293"/>
                    <a:pt x="145" y="293"/>
                  </a:cubicBezTo>
                  <a:cubicBezTo>
                    <a:pt x="141" y="293"/>
                    <a:pt x="136" y="295"/>
                    <a:pt x="134" y="298"/>
                  </a:cubicBezTo>
                  <a:cubicBezTo>
                    <a:pt x="130" y="301"/>
                    <a:pt x="129" y="306"/>
                    <a:pt x="129" y="311"/>
                  </a:cubicBezTo>
                  <a:cubicBezTo>
                    <a:pt x="129" y="316"/>
                    <a:pt x="129" y="321"/>
                    <a:pt x="131" y="325"/>
                  </a:cubicBezTo>
                  <a:cubicBezTo>
                    <a:pt x="138" y="339"/>
                    <a:pt x="154" y="344"/>
                    <a:pt x="169" y="344"/>
                  </a:cubicBezTo>
                  <a:cubicBezTo>
                    <a:pt x="195" y="344"/>
                    <a:pt x="228" y="330"/>
                    <a:pt x="249" y="308"/>
                  </a:cubicBezTo>
                  <a:cubicBezTo>
                    <a:pt x="246" y="312"/>
                    <a:pt x="243" y="315"/>
                    <a:pt x="240" y="318"/>
                  </a:cubicBezTo>
                  <a:cubicBezTo>
                    <a:pt x="213" y="346"/>
                    <a:pt x="171" y="357"/>
                    <a:pt x="133" y="351"/>
                  </a:cubicBezTo>
                  <a:cubicBezTo>
                    <a:pt x="135" y="351"/>
                    <a:pt x="146" y="349"/>
                    <a:pt x="150" y="348"/>
                  </a:cubicBezTo>
                  <a:cubicBezTo>
                    <a:pt x="152" y="348"/>
                    <a:pt x="151" y="345"/>
                    <a:pt x="150" y="345"/>
                  </a:cubicBezTo>
                  <a:cubicBezTo>
                    <a:pt x="132" y="343"/>
                    <a:pt x="117" y="340"/>
                    <a:pt x="107" y="324"/>
                  </a:cubicBezTo>
                  <a:cubicBezTo>
                    <a:pt x="104" y="319"/>
                    <a:pt x="102" y="313"/>
                    <a:pt x="102" y="307"/>
                  </a:cubicBezTo>
                  <a:cubicBezTo>
                    <a:pt x="101" y="304"/>
                    <a:pt x="101" y="302"/>
                    <a:pt x="102" y="300"/>
                  </a:cubicBezTo>
                  <a:cubicBezTo>
                    <a:pt x="102" y="297"/>
                    <a:pt x="102" y="294"/>
                    <a:pt x="101" y="291"/>
                  </a:cubicBezTo>
                  <a:cubicBezTo>
                    <a:pt x="100" y="288"/>
                    <a:pt x="99" y="285"/>
                    <a:pt x="96" y="284"/>
                  </a:cubicBezTo>
                  <a:cubicBezTo>
                    <a:pt x="95" y="282"/>
                    <a:pt x="92" y="282"/>
                    <a:pt x="90" y="281"/>
                  </a:cubicBezTo>
                  <a:cubicBezTo>
                    <a:pt x="88" y="281"/>
                    <a:pt x="86" y="280"/>
                    <a:pt x="84" y="279"/>
                  </a:cubicBezTo>
                  <a:cubicBezTo>
                    <a:pt x="80" y="276"/>
                    <a:pt x="80" y="272"/>
                    <a:pt x="81" y="267"/>
                  </a:cubicBezTo>
                  <a:cubicBezTo>
                    <a:pt x="81" y="267"/>
                    <a:pt x="81" y="267"/>
                    <a:pt x="80" y="266"/>
                  </a:cubicBezTo>
                  <a:cubicBezTo>
                    <a:pt x="80" y="266"/>
                    <a:pt x="80" y="267"/>
                    <a:pt x="79" y="267"/>
                  </a:cubicBezTo>
                  <a:cubicBezTo>
                    <a:pt x="79" y="269"/>
                    <a:pt x="78" y="271"/>
                    <a:pt x="78" y="273"/>
                  </a:cubicBezTo>
                  <a:cubicBezTo>
                    <a:pt x="70" y="297"/>
                    <a:pt x="81" y="325"/>
                    <a:pt x="100" y="340"/>
                  </a:cubicBezTo>
                  <a:cubicBezTo>
                    <a:pt x="80" y="329"/>
                    <a:pt x="63" y="312"/>
                    <a:pt x="54" y="286"/>
                  </a:cubicBezTo>
                  <a:cubicBezTo>
                    <a:pt x="46" y="261"/>
                    <a:pt x="52" y="230"/>
                    <a:pt x="72" y="211"/>
                  </a:cubicBezTo>
                  <a:cubicBezTo>
                    <a:pt x="87" y="197"/>
                    <a:pt x="110" y="192"/>
                    <a:pt x="126" y="208"/>
                  </a:cubicBezTo>
                  <a:cubicBezTo>
                    <a:pt x="135" y="218"/>
                    <a:pt x="145" y="246"/>
                    <a:pt x="120" y="246"/>
                  </a:cubicBezTo>
                  <a:cubicBezTo>
                    <a:pt x="118" y="246"/>
                    <a:pt x="115" y="249"/>
                    <a:pt x="114" y="249"/>
                  </a:cubicBezTo>
                  <a:cubicBezTo>
                    <a:pt x="127" y="249"/>
                    <a:pt x="139" y="245"/>
                    <a:pt x="147" y="234"/>
                  </a:cubicBezTo>
                  <a:cubicBezTo>
                    <a:pt x="152" y="226"/>
                    <a:pt x="153" y="219"/>
                    <a:pt x="152" y="214"/>
                  </a:cubicBezTo>
                  <a:cubicBezTo>
                    <a:pt x="167" y="228"/>
                    <a:pt x="198" y="228"/>
                    <a:pt x="217" y="217"/>
                  </a:cubicBezTo>
                  <a:cubicBezTo>
                    <a:pt x="251" y="198"/>
                    <a:pt x="256" y="159"/>
                    <a:pt x="263" y="125"/>
                  </a:cubicBezTo>
                  <a:cubicBezTo>
                    <a:pt x="275" y="74"/>
                    <a:pt x="305" y="50"/>
                    <a:pt x="349" y="25"/>
                  </a:cubicBezTo>
                  <a:cubicBezTo>
                    <a:pt x="349" y="25"/>
                    <a:pt x="348" y="25"/>
                    <a:pt x="348" y="25"/>
                  </a:cubicBezTo>
                  <a:cubicBezTo>
                    <a:pt x="322" y="39"/>
                    <a:pt x="295" y="53"/>
                    <a:pt x="276" y="76"/>
                  </a:cubicBezTo>
                  <a:cubicBezTo>
                    <a:pt x="250" y="108"/>
                    <a:pt x="253" y="150"/>
                    <a:pt x="236" y="186"/>
                  </a:cubicBezTo>
                  <a:cubicBezTo>
                    <a:pt x="224" y="209"/>
                    <a:pt x="194" y="233"/>
                    <a:pt x="168" y="213"/>
                  </a:cubicBezTo>
                  <a:cubicBezTo>
                    <a:pt x="158" y="205"/>
                    <a:pt x="153" y="188"/>
                    <a:pt x="157" y="176"/>
                  </a:cubicBezTo>
                  <a:cubicBezTo>
                    <a:pt x="163" y="158"/>
                    <a:pt x="193" y="145"/>
                    <a:pt x="206" y="163"/>
                  </a:cubicBezTo>
                  <a:cubicBezTo>
                    <a:pt x="211" y="171"/>
                    <a:pt x="212" y="182"/>
                    <a:pt x="204" y="188"/>
                  </a:cubicBezTo>
                  <a:cubicBezTo>
                    <a:pt x="201" y="190"/>
                    <a:pt x="197" y="192"/>
                    <a:pt x="193" y="192"/>
                  </a:cubicBezTo>
                  <a:cubicBezTo>
                    <a:pt x="192" y="191"/>
                    <a:pt x="190" y="191"/>
                    <a:pt x="190" y="189"/>
                  </a:cubicBezTo>
                  <a:cubicBezTo>
                    <a:pt x="190" y="188"/>
                    <a:pt x="191" y="188"/>
                    <a:pt x="192" y="187"/>
                  </a:cubicBezTo>
                  <a:cubicBezTo>
                    <a:pt x="193" y="186"/>
                    <a:pt x="193" y="184"/>
                    <a:pt x="193" y="182"/>
                  </a:cubicBezTo>
                  <a:cubicBezTo>
                    <a:pt x="189" y="176"/>
                    <a:pt x="180" y="180"/>
                    <a:pt x="178" y="185"/>
                  </a:cubicBezTo>
                  <a:cubicBezTo>
                    <a:pt x="176" y="191"/>
                    <a:pt x="182" y="195"/>
                    <a:pt x="187" y="197"/>
                  </a:cubicBezTo>
                  <a:cubicBezTo>
                    <a:pt x="196" y="200"/>
                    <a:pt x="208" y="196"/>
                    <a:pt x="214" y="189"/>
                  </a:cubicBezTo>
                  <a:cubicBezTo>
                    <a:pt x="223" y="180"/>
                    <a:pt x="223" y="169"/>
                    <a:pt x="216" y="160"/>
                  </a:cubicBezTo>
                  <a:cubicBezTo>
                    <a:pt x="198" y="133"/>
                    <a:pt x="153" y="155"/>
                    <a:pt x="146" y="180"/>
                  </a:cubicBezTo>
                  <a:cubicBezTo>
                    <a:pt x="143" y="189"/>
                    <a:pt x="143" y="197"/>
                    <a:pt x="146" y="203"/>
                  </a:cubicBezTo>
                  <a:cubicBezTo>
                    <a:pt x="132" y="192"/>
                    <a:pt x="102" y="191"/>
                    <a:pt x="87" y="197"/>
                  </a:cubicBezTo>
                  <a:cubicBezTo>
                    <a:pt x="0" y="227"/>
                    <a:pt x="33" y="334"/>
                    <a:pt x="110" y="355"/>
                  </a:cubicBezTo>
                  <a:cubicBezTo>
                    <a:pt x="166" y="371"/>
                    <a:pt x="239" y="344"/>
                    <a:pt x="270" y="294"/>
                  </a:cubicBezTo>
                  <a:cubicBezTo>
                    <a:pt x="284" y="273"/>
                    <a:pt x="287" y="250"/>
                    <a:pt x="286" y="227"/>
                  </a:cubicBezTo>
                  <a:close/>
                  <a:moveTo>
                    <a:pt x="326" y="89"/>
                  </a:moveTo>
                  <a:cubicBezTo>
                    <a:pt x="352" y="81"/>
                    <a:pt x="370" y="105"/>
                    <a:pt x="375" y="127"/>
                  </a:cubicBezTo>
                  <a:cubicBezTo>
                    <a:pt x="378" y="137"/>
                    <a:pt x="377" y="148"/>
                    <a:pt x="372" y="156"/>
                  </a:cubicBezTo>
                  <a:cubicBezTo>
                    <a:pt x="367" y="165"/>
                    <a:pt x="360" y="169"/>
                    <a:pt x="351" y="170"/>
                  </a:cubicBezTo>
                  <a:cubicBezTo>
                    <a:pt x="333" y="169"/>
                    <a:pt x="333" y="159"/>
                    <a:pt x="349" y="142"/>
                  </a:cubicBezTo>
                  <a:cubicBezTo>
                    <a:pt x="350" y="143"/>
                    <a:pt x="352" y="141"/>
                    <a:pt x="350" y="140"/>
                  </a:cubicBezTo>
                  <a:cubicBezTo>
                    <a:pt x="347" y="136"/>
                    <a:pt x="344" y="135"/>
                    <a:pt x="341" y="135"/>
                  </a:cubicBezTo>
                  <a:cubicBezTo>
                    <a:pt x="341" y="134"/>
                    <a:pt x="342" y="134"/>
                    <a:pt x="343" y="134"/>
                  </a:cubicBezTo>
                  <a:cubicBezTo>
                    <a:pt x="345" y="132"/>
                    <a:pt x="347" y="131"/>
                    <a:pt x="348" y="128"/>
                  </a:cubicBezTo>
                  <a:cubicBezTo>
                    <a:pt x="349" y="124"/>
                    <a:pt x="348" y="120"/>
                    <a:pt x="348" y="116"/>
                  </a:cubicBezTo>
                  <a:cubicBezTo>
                    <a:pt x="347" y="108"/>
                    <a:pt x="342" y="101"/>
                    <a:pt x="336" y="97"/>
                  </a:cubicBezTo>
                  <a:cubicBezTo>
                    <a:pt x="331" y="94"/>
                    <a:pt x="325" y="92"/>
                    <a:pt x="318" y="92"/>
                  </a:cubicBezTo>
                  <a:cubicBezTo>
                    <a:pt x="321" y="91"/>
                    <a:pt x="324" y="90"/>
                    <a:pt x="326" y="89"/>
                  </a:cubicBezTo>
                  <a:close/>
                  <a:moveTo>
                    <a:pt x="308" y="98"/>
                  </a:moveTo>
                  <a:cubicBezTo>
                    <a:pt x="316" y="95"/>
                    <a:pt x="323" y="93"/>
                    <a:pt x="332" y="98"/>
                  </a:cubicBezTo>
                  <a:cubicBezTo>
                    <a:pt x="343" y="104"/>
                    <a:pt x="345" y="114"/>
                    <a:pt x="344" y="125"/>
                  </a:cubicBezTo>
                  <a:cubicBezTo>
                    <a:pt x="343" y="117"/>
                    <a:pt x="336" y="112"/>
                    <a:pt x="328" y="110"/>
                  </a:cubicBezTo>
                  <a:cubicBezTo>
                    <a:pt x="326" y="110"/>
                    <a:pt x="324" y="110"/>
                    <a:pt x="322" y="110"/>
                  </a:cubicBezTo>
                  <a:cubicBezTo>
                    <a:pt x="320" y="111"/>
                    <a:pt x="319" y="112"/>
                    <a:pt x="317" y="112"/>
                  </a:cubicBezTo>
                  <a:cubicBezTo>
                    <a:pt x="313" y="113"/>
                    <a:pt x="308" y="113"/>
                    <a:pt x="304" y="111"/>
                  </a:cubicBezTo>
                  <a:cubicBezTo>
                    <a:pt x="302" y="110"/>
                    <a:pt x="301" y="110"/>
                    <a:pt x="300" y="109"/>
                  </a:cubicBezTo>
                  <a:cubicBezTo>
                    <a:pt x="299" y="109"/>
                    <a:pt x="297" y="109"/>
                    <a:pt x="296" y="109"/>
                  </a:cubicBezTo>
                  <a:cubicBezTo>
                    <a:pt x="300" y="106"/>
                    <a:pt x="303" y="102"/>
                    <a:pt x="308" y="98"/>
                  </a:cubicBezTo>
                  <a:close/>
                  <a:moveTo>
                    <a:pt x="563" y="53"/>
                  </a:moveTo>
                  <a:cubicBezTo>
                    <a:pt x="570" y="72"/>
                    <a:pt x="568" y="91"/>
                    <a:pt x="563" y="110"/>
                  </a:cubicBezTo>
                  <a:cubicBezTo>
                    <a:pt x="563" y="110"/>
                    <a:pt x="563" y="110"/>
                    <a:pt x="564" y="110"/>
                  </a:cubicBezTo>
                  <a:cubicBezTo>
                    <a:pt x="572" y="92"/>
                    <a:pt x="573" y="63"/>
                    <a:pt x="564" y="41"/>
                  </a:cubicBezTo>
                  <a:cubicBezTo>
                    <a:pt x="569" y="45"/>
                    <a:pt x="573" y="50"/>
                    <a:pt x="576" y="55"/>
                  </a:cubicBezTo>
                  <a:cubicBezTo>
                    <a:pt x="580" y="63"/>
                    <a:pt x="582" y="72"/>
                    <a:pt x="581" y="84"/>
                  </a:cubicBezTo>
                  <a:cubicBezTo>
                    <a:pt x="579" y="102"/>
                    <a:pt x="568" y="117"/>
                    <a:pt x="553" y="127"/>
                  </a:cubicBezTo>
                  <a:cubicBezTo>
                    <a:pt x="554" y="125"/>
                    <a:pt x="554" y="123"/>
                    <a:pt x="554" y="120"/>
                  </a:cubicBezTo>
                  <a:cubicBezTo>
                    <a:pt x="552" y="115"/>
                    <a:pt x="550" y="110"/>
                    <a:pt x="550" y="105"/>
                  </a:cubicBezTo>
                  <a:cubicBezTo>
                    <a:pt x="550" y="100"/>
                    <a:pt x="552" y="95"/>
                    <a:pt x="556" y="91"/>
                  </a:cubicBezTo>
                  <a:cubicBezTo>
                    <a:pt x="557" y="90"/>
                    <a:pt x="560" y="89"/>
                    <a:pt x="560" y="87"/>
                  </a:cubicBezTo>
                  <a:cubicBezTo>
                    <a:pt x="561" y="85"/>
                    <a:pt x="557" y="84"/>
                    <a:pt x="556" y="85"/>
                  </a:cubicBezTo>
                  <a:cubicBezTo>
                    <a:pt x="552" y="86"/>
                    <a:pt x="551" y="88"/>
                    <a:pt x="547" y="88"/>
                  </a:cubicBezTo>
                  <a:cubicBezTo>
                    <a:pt x="545" y="88"/>
                    <a:pt x="537" y="84"/>
                    <a:pt x="537" y="84"/>
                  </a:cubicBezTo>
                  <a:cubicBezTo>
                    <a:pt x="553" y="75"/>
                    <a:pt x="556" y="50"/>
                    <a:pt x="550" y="34"/>
                  </a:cubicBezTo>
                  <a:cubicBezTo>
                    <a:pt x="549" y="32"/>
                    <a:pt x="548" y="31"/>
                    <a:pt x="548" y="30"/>
                  </a:cubicBezTo>
                  <a:cubicBezTo>
                    <a:pt x="554" y="37"/>
                    <a:pt x="559" y="44"/>
                    <a:pt x="563" y="53"/>
                  </a:cubicBezTo>
                  <a:close/>
                  <a:moveTo>
                    <a:pt x="212" y="298"/>
                  </a:moveTo>
                  <a:cubicBezTo>
                    <a:pt x="219" y="298"/>
                    <a:pt x="227" y="298"/>
                    <a:pt x="235" y="295"/>
                  </a:cubicBezTo>
                  <a:cubicBezTo>
                    <a:pt x="234" y="295"/>
                    <a:pt x="233" y="296"/>
                    <a:pt x="233" y="296"/>
                  </a:cubicBezTo>
                  <a:cubicBezTo>
                    <a:pt x="221" y="301"/>
                    <a:pt x="208" y="302"/>
                    <a:pt x="195" y="298"/>
                  </a:cubicBezTo>
                  <a:cubicBezTo>
                    <a:pt x="184" y="294"/>
                    <a:pt x="174" y="287"/>
                    <a:pt x="168" y="276"/>
                  </a:cubicBezTo>
                  <a:cubicBezTo>
                    <a:pt x="165" y="271"/>
                    <a:pt x="164" y="265"/>
                    <a:pt x="163" y="259"/>
                  </a:cubicBezTo>
                  <a:cubicBezTo>
                    <a:pt x="163" y="256"/>
                    <a:pt x="163" y="252"/>
                    <a:pt x="164" y="249"/>
                  </a:cubicBezTo>
                  <a:cubicBezTo>
                    <a:pt x="164" y="247"/>
                    <a:pt x="165" y="246"/>
                    <a:pt x="165" y="244"/>
                  </a:cubicBezTo>
                  <a:cubicBezTo>
                    <a:pt x="165" y="243"/>
                    <a:pt x="166" y="242"/>
                    <a:pt x="166" y="242"/>
                  </a:cubicBezTo>
                  <a:cubicBezTo>
                    <a:pt x="166" y="241"/>
                    <a:pt x="166" y="240"/>
                    <a:pt x="166" y="239"/>
                  </a:cubicBezTo>
                  <a:cubicBezTo>
                    <a:pt x="183" y="249"/>
                    <a:pt x="194" y="261"/>
                    <a:pt x="197" y="281"/>
                  </a:cubicBezTo>
                  <a:cubicBezTo>
                    <a:pt x="198" y="283"/>
                    <a:pt x="200" y="283"/>
                    <a:pt x="201" y="282"/>
                  </a:cubicBezTo>
                  <a:cubicBezTo>
                    <a:pt x="208" y="268"/>
                    <a:pt x="212" y="280"/>
                    <a:pt x="222" y="284"/>
                  </a:cubicBezTo>
                  <a:cubicBezTo>
                    <a:pt x="227" y="285"/>
                    <a:pt x="232" y="286"/>
                    <a:pt x="237" y="286"/>
                  </a:cubicBezTo>
                  <a:cubicBezTo>
                    <a:pt x="231" y="290"/>
                    <a:pt x="225" y="292"/>
                    <a:pt x="217" y="292"/>
                  </a:cubicBezTo>
                  <a:cubicBezTo>
                    <a:pt x="200" y="292"/>
                    <a:pt x="185" y="282"/>
                    <a:pt x="176" y="269"/>
                  </a:cubicBezTo>
                  <a:cubicBezTo>
                    <a:pt x="176" y="269"/>
                    <a:pt x="175" y="269"/>
                    <a:pt x="175" y="269"/>
                  </a:cubicBezTo>
                  <a:cubicBezTo>
                    <a:pt x="182" y="284"/>
                    <a:pt x="195" y="295"/>
                    <a:pt x="212" y="298"/>
                  </a:cubicBezTo>
                  <a:close/>
                  <a:moveTo>
                    <a:pt x="129" y="310"/>
                  </a:moveTo>
                  <a:cubicBezTo>
                    <a:pt x="129" y="310"/>
                    <a:pt x="129" y="309"/>
                    <a:pt x="129" y="309"/>
                  </a:cubicBezTo>
                  <a:cubicBezTo>
                    <a:pt x="129" y="309"/>
                    <a:pt x="129" y="309"/>
                    <a:pt x="129" y="310"/>
                  </a:cubicBezTo>
                  <a:cubicBezTo>
                    <a:pt x="129" y="310"/>
                    <a:pt x="129" y="310"/>
                    <a:pt x="129" y="310"/>
                  </a:cubicBezTo>
                  <a:close/>
                  <a:moveTo>
                    <a:pt x="90" y="322"/>
                  </a:moveTo>
                  <a:cubicBezTo>
                    <a:pt x="79" y="310"/>
                    <a:pt x="75" y="295"/>
                    <a:pt x="78" y="280"/>
                  </a:cubicBezTo>
                  <a:cubicBezTo>
                    <a:pt x="77" y="284"/>
                    <a:pt x="82" y="287"/>
                    <a:pt x="85" y="288"/>
                  </a:cubicBezTo>
                  <a:cubicBezTo>
                    <a:pt x="88" y="289"/>
                    <a:pt x="91" y="290"/>
                    <a:pt x="93" y="291"/>
                  </a:cubicBezTo>
                  <a:cubicBezTo>
                    <a:pt x="97" y="295"/>
                    <a:pt x="96" y="300"/>
                    <a:pt x="96" y="304"/>
                  </a:cubicBezTo>
                  <a:cubicBezTo>
                    <a:pt x="96" y="316"/>
                    <a:pt x="102" y="329"/>
                    <a:pt x="111" y="337"/>
                  </a:cubicBezTo>
                  <a:cubicBezTo>
                    <a:pt x="103" y="334"/>
                    <a:pt x="96" y="330"/>
                    <a:pt x="90" y="32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27"/>
            <p:cNvSpPr/>
            <p:nvPr/>
          </p:nvSpPr>
          <p:spPr>
            <a:xfrm>
              <a:off x="6008689" y="3290888"/>
              <a:ext cx="242888" cy="150813"/>
            </a:xfrm>
            <a:custGeom>
              <a:avLst/>
              <a:gdLst/>
              <a:ahLst/>
              <a:cxnLst/>
              <a:rect l="l" t="t" r="r" b="b"/>
              <a:pathLst>
                <a:path w="184" h="114" extrusionOk="0">
                  <a:moveTo>
                    <a:pt x="125" y="76"/>
                  </a:moveTo>
                  <a:cubicBezTo>
                    <a:pt x="126" y="75"/>
                    <a:pt x="128" y="76"/>
                    <a:pt x="129" y="76"/>
                  </a:cubicBezTo>
                  <a:cubicBezTo>
                    <a:pt x="130" y="75"/>
                    <a:pt x="131" y="74"/>
                    <a:pt x="132" y="73"/>
                  </a:cubicBezTo>
                  <a:cubicBezTo>
                    <a:pt x="134" y="71"/>
                    <a:pt x="135" y="68"/>
                    <a:pt x="135" y="65"/>
                  </a:cubicBezTo>
                  <a:cubicBezTo>
                    <a:pt x="135" y="61"/>
                    <a:pt x="134" y="58"/>
                    <a:pt x="131" y="56"/>
                  </a:cubicBezTo>
                  <a:cubicBezTo>
                    <a:pt x="126" y="50"/>
                    <a:pt x="117" y="50"/>
                    <a:pt x="110" y="52"/>
                  </a:cubicBezTo>
                  <a:cubicBezTo>
                    <a:pt x="101" y="55"/>
                    <a:pt x="95" y="63"/>
                    <a:pt x="95" y="73"/>
                  </a:cubicBezTo>
                  <a:cubicBezTo>
                    <a:pt x="93" y="105"/>
                    <a:pt x="133" y="110"/>
                    <a:pt x="155" y="98"/>
                  </a:cubicBezTo>
                  <a:cubicBezTo>
                    <a:pt x="177" y="86"/>
                    <a:pt x="184" y="56"/>
                    <a:pt x="172" y="34"/>
                  </a:cubicBezTo>
                  <a:cubicBezTo>
                    <a:pt x="159" y="7"/>
                    <a:pt x="125" y="0"/>
                    <a:pt x="97" y="5"/>
                  </a:cubicBezTo>
                  <a:cubicBezTo>
                    <a:pt x="57" y="12"/>
                    <a:pt x="26" y="37"/>
                    <a:pt x="0" y="67"/>
                  </a:cubicBezTo>
                  <a:cubicBezTo>
                    <a:pt x="1" y="67"/>
                    <a:pt x="3" y="67"/>
                    <a:pt x="3" y="67"/>
                  </a:cubicBezTo>
                  <a:cubicBezTo>
                    <a:pt x="33" y="40"/>
                    <a:pt x="70" y="2"/>
                    <a:pt x="114" y="10"/>
                  </a:cubicBezTo>
                  <a:cubicBezTo>
                    <a:pt x="140" y="14"/>
                    <a:pt x="165" y="34"/>
                    <a:pt x="166" y="62"/>
                  </a:cubicBezTo>
                  <a:cubicBezTo>
                    <a:pt x="167" y="90"/>
                    <a:pt x="139" y="114"/>
                    <a:pt x="113" y="94"/>
                  </a:cubicBezTo>
                  <a:cubicBezTo>
                    <a:pt x="100" y="83"/>
                    <a:pt x="98" y="69"/>
                    <a:pt x="112" y="59"/>
                  </a:cubicBezTo>
                  <a:cubicBezTo>
                    <a:pt x="116" y="57"/>
                    <a:pt x="122" y="54"/>
                    <a:pt x="126" y="57"/>
                  </a:cubicBezTo>
                  <a:cubicBezTo>
                    <a:pt x="132" y="61"/>
                    <a:pt x="131" y="73"/>
                    <a:pt x="125" y="7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27"/>
            <p:cNvSpPr/>
            <p:nvPr/>
          </p:nvSpPr>
          <p:spPr>
            <a:xfrm>
              <a:off x="6035676" y="3343276"/>
              <a:ext cx="93663" cy="68263"/>
            </a:xfrm>
            <a:custGeom>
              <a:avLst/>
              <a:gdLst/>
              <a:ahLst/>
              <a:cxnLst/>
              <a:rect l="l" t="t" r="r" b="b"/>
              <a:pathLst>
                <a:path w="71" h="52" extrusionOk="0">
                  <a:moveTo>
                    <a:pt x="55" y="39"/>
                  </a:moveTo>
                  <a:cubicBezTo>
                    <a:pt x="48" y="43"/>
                    <a:pt x="43" y="34"/>
                    <a:pt x="40" y="29"/>
                  </a:cubicBezTo>
                  <a:cubicBezTo>
                    <a:pt x="40" y="29"/>
                    <a:pt x="37" y="31"/>
                    <a:pt x="37" y="32"/>
                  </a:cubicBezTo>
                  <a:cubicBezTo>
                    <a:pt x="32" y="46"/>
                    <a:pt x="43" y="52"/>
                    <a:pt x="54" y="46"/>
                  </a:cubicBezTo>
                  <a:cubicBezTo>
                    <a:pt x="55" y="46"/>
                    <a:pt x="56" y="45"/>
                    <a:pt x="56" y="45"/>
                  </a:cubicBezTo>
                  <a:cubicBezTo>
                    <a:pt x="63" y="39"/>
                    <a:pt x="71" y="33"/>
                    <a:pt x="68" y="23"/>
                  </a:cubicBezTo>
                  <a:cubicBezTo>
                    <a:pt x="64" y="7"/>
                    <a:pt x="45" y="0"/>
                    <a:pt x="31" y="3"/>
                  </a:cubicBezTo>
                  <a:cubicBezTo>
                    <a:pt x="19" y="6"/>
                    <a:pt x="10" y="14"/>
                    <a:pt x="1" y="21"/>
                  </a:cubicBezTo>
                  <a:cubicBezTo>
                    <a:pt x="0" y="21"/>
                    <a:pt x="0" y="22"/>
                    <a:pt x="0" y="21"/>
                  </a:cubicBezTo>
                  <a:cubicBezTo>
                    <a:pt x="4" y="19"/>
                    <a:pt x="8" y="16"/>
                    <a:pt x="12" y="14"/>
                  </a:cubicBezTo>
                  <a:cubicBezTo>
                    <a:pt x="14" y="13"/>
                    <a:pt x="18" y="12"/>
                    <a:pt x="21" y="11"/>
                  </a:cubicBezTo>
                  <a:cubicBezTo>
                    <a:pt x="28" y="9"/>
                    <a:pt x="35" y="10"/>
                    <a:pt x="43" y="12"/>
                  </a:cubicBezTo>
                  <a:cubicBezTo>
                    <a:pt x="49" y="14"/>
                    <a:pt x="54" y="19"/>
                    <a:pt x="56" y="26"/>
                  </a:cubicBezTo>
                  <a:cubicBezTo>
                    <a:pt x="58" y="30"/>
                    <a:pt x="60" y="36"/>
                    <a:pt x="55" y="3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27"/>
            <p:cNvSpPr/>
            <p:nvPr/>
          </p:nvSpPr>
          <p:spPr>
            <a:xfrm>
              <a:off x="5853114" y="3470276"/>
              <a:ext cx="106363" cy="163513"/>
            </a:xfrm>
            <a:custGeom>
              <a:avLst/>
              <a:gdLst/>
              <a:ahLst/>
              <a:cxnLst/>
              <a:rect l="l" t="t" r="r" b="b"/>
              <a:pathLst>
                <a:path w="80" h="124" extrusionOk="0">
                  <a:moveTo>
                    <a:pt x="25" y="95"/>
                  </a:moveTo>
                  <a:cubicBezTo>
                    <a:pt x="26" y="98"/>
                    <a:pt x="28" y="99"/>
                    <a:pt x="30" y="100"/>
                  </a:cubicBezTo>
                  <a:cubicBezTo>
                    <a:pt x="33" y="101"/>
                    <a:pt x="37" y="100"/>
                    <a:pt x="39" y="97"/>
                  </a:cubicBezTo>
                  <a:cubicBezTo>
                    <a:pt x="39" y="96"/>
                    <a:pt x="39" y="96"/>
                    <a:pt x="39" y="95"/>
                  </a:cubicBezTo>
                  <a:cubicBezTo>
                    <a:pt x="40" y="90"/>
                    <a:pt x="34" y="85"/>
                    <a:pt x="30" y="84"/>
                  </a:cubicBezTo>
                  <a:cubicBezTo>
                    <a:pt x="24" y="82"/>
                    <a:pt x="17" y="86"/>
                    <a:pt x="13" y="90"/>
                  </a:cubicBezTo>
                  <a:cubicBezTo>
                    <a:pt x="0" y="106"/>
                    <a:pt x="18" y="124"/>
                    <a:pt x="36" y="119"/>
                  </a:cubicBezTo>
                  <a:cubicBezTo>
                    <a:pt x="80" y="105"/>
                    <a:pt x="66" y="34"/>
                    <a:pt x="64" y="0"/>
                  </a:cubicBezTo>
                  <a:cubicBezTo>
                    <a:pt x="64" y="1"/>
                    <a:pt x="64" y="1"/>
                    <a:pt x="64" y="1"/>
                  </a:cubicBezTo>
                  <a:cubicBezTo>
                    <a:pt x="63" y="16"/>
                    <a:pt x="63" y="29"/>
                    <a:pt x="63" y="44"/>
                  </a:cubicBezTo>
                  <a:cubicBezTo>
                    <a:pt x="62" y="57"/>
                    <a:pt x="63" y="77"/>
                    <a:pt x="58" y="90"/>
                  </a:cubicBezTo>
                  <a:cubicBezTo>
                    <a:pt x="52" y="105"/>
                    <a:pt x="33" y="123"/>
                    <a:pt x="19" y="108"/>
                  </a:cubicBezTo>
                  <a:cubicBezTo>
                    <a:pt x="16" y="104"/>
                    <a:pt x="15" y="99"/>
                    <a:pt x="17" y="95"/>
                  </a:cubicBezTo>
                  <a:cubicBezTo>
                    <a:pt x="18" y="91"/>
                    <a:pt x="25" y="87"/>
                    <a:pt x="28" y="90"/>
                  </a:cubicBezTo>
                  <a:cubicBezTo>
                    <a:pt x="26" y="91"/>
                    <a:pt x="25" y="93"/>
                    <a:pt x="25" y="9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27"/>
            <p:cNvSpPr/>
            <p:nvPr/>
          </p:nvSpPr>
          <p:spPr>
            <a:xfrm>
              <a:off x="6442076" y="3275013"/>
              <a:ext cx="825501" cy="490538"/>
            </a:xfrm>
            <a:custGeom>
              <a:avLst/>
              <a:gdLst/>
              <a:ahLst/>
              <a:cxnLst/>
              <a:rect l="l" t="t" r="r" b="b"/>
              <a:pathLst>
                <a:path w="624" h="371" extrusionOk="0">
                  <a:moveTo>
                    <a:pt x="537" y="197"/>
                  </a:moveTo>
                  <a:cubicBezTo>
                    <a:pt x="522" y="191"/>
                    <a:pt x="492" y="192"/>
                    <a:pt x="478" y="203"/>
                  </a:cubicBezTo>
                  <a:cubicBezTo>
                    <a:pt x="480" y="197"/>
                    <a:pt x="481" y="189"/>
                    <a:pt x="478" y="180"/>
                  </a:cubicBezTo>
                  <a:cubicBezTo>
                    <a:pt x="471" y="155"/>
                    <a:pt x="426" y="133"/>
                    <a:pt x="407" y="160"/>
                  </a:cubicBezTo>
                  <a:cubicBezTo>
                    <a:pt x="401" y="169"/>
                    <a:pt x="401" y="180"/>
                    <a:pt x="409" y="189"/>
                  </a:cubicBezTo>
                  <a:cubicBezTo>
                    <a:pt x="416" y="196"/>
                    <a:pt x="427" y="200"/>
                    <a:pt x="437" y="197"/>
                  </a:cubicBezTo>
                  <a:cubicBezTo>
                    <a:pt x="442" y="195"/>
                    <a:pt x="448" y="191"/>
                    <a:pt x="446" y="185"/>
                  </a:cubicBezTo>
                  <a:cubicBezTo>
                    <a:pt x="444" y="180"/>
                    <a:pt x="434" y="176"/>
                    <a:pt x="431" y="182"/>
                  </a:cubicBezTo>
                  <a:cubicBezTo>
                    <a:pt x="431" y="184"/>
                    <a:pt x="431" y="186"/>
                    <a:pt x="432" y="187"/>
                  </a:cubicBezTo>
                  <a:cubicBezTo>
                    <a:pt x="433" y="188"/>
                    <a:pt x="434" y="188"/>
                    <a:pt x="434" y="189"/>
                  </a:cubicBezTo>
                  <a:cubicBezTo>
                    <a:pt x="434" y="191"/>
                    <a:pt x="432" y="191"/>
                    <a:pt x="431" y="192"/>
                  </a:cubicBezTo>
                  <a:cubicBezTo>
                    <a:pt x="427" y="192"/>
                    <a:pt x="422" y="190"/>
                    <a:pt x="419" y="188"/>
                  </a:cubicBezTo>
                  <a:cubicBezTo>
                    <a:pt x="412" y="182"/>
                    <a:pt x="413" y="171"/>
                    <a:pt x="418" y="163"/>
                  </a:cubicBezTo>
                  <a:cubicBezTo>
                    <a:pt x="431" y="145"/>
                    <a:pt x="461" y="158"/>
                    <a:pt x="467" y="176"/>
                  </a:cubicBezTo>
                  <a:cubicBezTo>
                    <a:pt x="471" y="188"/>
                    <a:pt x="466" y="205"/>
                    <a:pt x="456" y="213"/>
                  </a:cubicBezTo>
                  <a:cubicBezTo>
                    <a:pt x="430" y="233"/>
                    <a:pt x="400" y="209"/>
                    <a:pt x="388" y="186"/>
                  </a:cubicBezTo>
                  <a:cubicBezTo>
                    <a:pt x="371" y="150"/>
                    <a:pt x="374" y="108"/>
                    <a:pt x="348" y="76"/>
                  </a:cubicBezTo>
                  <a:cubicBezTo>
                    <a:pt x="329" y="53"/>
                    <a:pt x="302" y="39"/>
                    <a:pt x="276" y="25"/>
                  </a:cubicBezTo>
                  <a:cubicBezTo>
                    <a:pt x="276" y="25"/>
                    <a:pt x="275" y="25"/>
                    <a:pt x="275" y="25"/>
                  </a:cubicBezTo>
                  <a:cubicBezTo>
                    <a:pt x="319" y="50"/>
                    <a:pt x="349" y="74"/>
                    <a:pt x="361" y="125"/>
                  </a:cubicBezTo>
                  <a:cubicBezTo>
                    <a:pt x="368" y="159"/>
                    <a:pt x="373" y="198"/>
                    <a:pt x="407" y="217"/>
                  </a:cubicBezTo>
                  <a:cubicBezTo>
                    <a:pt x="426" y="228"/>
                    <a:pt x="457" y="228"/>
                    <a:pt x="472" y="214"/>
                  </a:cubicBezTo>
                  <a:cubicBezTo>
                    <a:pt x="471" y="219"/>
                    <a:pt x="472" y="226"/>
                    <a:pt x="477" y="234"/>
                  </a:cubicBezTo>
                  <a:cubicBezTo>
                    <a:pt x="484" y="245"/>
                    <a:pt x="497" y="249"/>
                    <a:pt x="510" y="249"/>
                  </a:cubicBezTo>
                  <a:cubicBezTo>
                    <a:pt x="509" y="249"/>
                    <a:pt x="506" y="246"/>
                    <a:pt x="504" y="246"/>
                  </a:cubicBezTo>
                  <a:cubicBezTo>
                    <a:pt x="479" y="246"/>
                    <a:pt x="489" y="218"/>
                    <a:pt x="498" y="208"/>
                  </a:cubicBezTo>
                  <a:cubicBezTo>
                    <a:pt x="514" y="192"/>
                    <a:pt x="537" y="197"/>
                    <a:pt x="552" y="211"/>
                  </a:cubicBezTo>
                  <a:cubicBezTo>
                    <a:pt x="572" y="230"/>
                    <a:pt x="578" y="261"/>
                    <a:pt x="569" y="286"/>
                  </a:cubicBezTo>
                  <a:cubicBezTo>
                    <a:pt x="561" y="312"/>
                    <a:pt x="544" y="329"/>
                    <a:pt x="523" y="340"/>
                  </a:cubicBezTo>
                  <a:cubicBezTo>
                    <a:pt x="543" y="325"/>
                    <a:pt x="553" y="297"/>
                    <a:pt x="546" y="273"/>
                  </a:cubicBezTo>
                  <a:cubicBezTo>
                    <a:pt x="545" y="271"/>
                    <a:pt x="545" y="269"/>
                    <a:pt x="544" y="267"/>
                  </a:cubicBezTo>
                  <a:cubicBezTo>
                    <a:pt x="544" y="267"/>
                    <a:pt x="544" y="266"/>
                    <a:pt x="544" y="266"/>
                  </a:cubicBezTo>
                  <a:cubicBezTo>
                    <a:pt x="543" y="267"/>
                    <a:pt x="543" y="267"/>
                    <a:pt x="543" y="267"/>
                  </a:cubicBezTo>
                  <a:cubicBezTo>
                    <a:pt x="544" y="272"/>
                    <a:pt x="544" y="276"/>
                    <a:pt x="539" y="279"/>
                  </a:cubicBezTo>
                  <a:cubicBezTo>
                    <a:pt x="538" y="280"/>
                    <a:pt x="535" y="281"/>
                    <a:pt x="533" y="281"/>
                  </a:cubicBezTo>
                  <a:cubicBezTo>
                    <a:pt x="531" y="282"/>
                    <a:pt x="529" y="282"/>
                    <a:pt x="528" y="284"/>
                  </a:cubicBezTo>
                  <a:cubicBezTo>
                    <a:pt x="525" y="285"/>
                    <a:pt x="524" y="288"/>
                    <a:pt x="523" y="291"/>
                  </a:cubicBezTo>
                  <a:cubicBezTo>
                    <a:pt x="522" y="294"/>
                    <a:pt x="522" y="297"/>
                    <a:pt x="522" y="300"/>
                  </a:cubicBezTo>
                  <a:cubicBezTo>
                    <a:pt x="523" y="302"/>
                    <a:pt x="523" y="304"/>
                    <a:pt x="522" y="307"/>
                  </a:cubicBezTo>
                  <a:cubicBezTo>
                    <a:pt x="522" y="313"/>
                    <a:pt x="520" y="319"/>
                    <a:pt x="517" y="324"/>
                  </a:cubicBezTo>
                  <a:cubicBezTo>
                    <a:pt x="507" y="340"/>
                    <a:pt x="492" y="343"/>
                    <a:pt x="474" y="345"/>
                  </a:cubicBezTo>
                  <a:cubicBezTo>
                    <a:pt x="473" y="345"/>
                    <a:pt x="472" y="348"/>
                    <a:pt x="474" y="348"/>
                  </a:cubicBezTo>
                  <a:cubicBezTo>
                    <a:pt x="478" y="349"/>
                    <a:pt x="489" y="351"/>
                    <a:pt x="491" y="351"/>
                  </a:cubicBezTo>
                  <a:cubicBezTo>
                    <a:pt x="453" y="357"/>
                    <a:pt x="411" y="346"/>
                    <a:pt x="384" y="318"/>
                  </a:cubicBezTo>
                  <a:cubicBezTo>
                    <a:pt x="381" y="315"/>
                    <a:pt x="378" y="312"/>
                    <a:pt x="375" y="308"/>
                  </a:cubicBezTo>
                  <a:cubicBezTo>
                    <a:pt x="395" y="330"/>
                    <a:pt x="429" y="344"/>
                    <a:pt x="455" y="344"/>
                  </a:cubicBezTo>
                  <a:cubicBezTo>
                    <a:pt x="469" y="344"/>
                    <a:pt x="486" y="339"/>
                    <a:pt x="493" y="325"/>
                  </a:cubicBezTo>
                  <a:cubicBezTo>
                    <a:pt x="495" y="321"/>
                    <a:pt x="495" y="316"/>
                    <a:pt x="495" y="311"/>
                  </a:cubicBezTo>
                  <a:cubicBezTo>
                    <a:pt x="495" y="306"/>
                    <a:pt x="494" y="301"/>
                    <a:pt x="490" y="298"/>
                  </a:cubicBezTo>
                  <a:cubicBezTo>
                    <a:pt x="487" y="295"/>
                    <a:pt x="483" y="293"/>
                    <a:pt x="479" y="293"/>
                  </a:cubicBezTo>
                  <a:cubicBezTo>
                    <a:pt x="470" y="293"/>
                    <a:pt x="463" y="300"/>
                    <a:pt x="463" y="308"/>
                  </a:cubicBezTo>
                  <a:cubicBezTo>
                    <a:pt x="463" y="317"/>
                    <a:pt x="470" y="324"/>
                    <a:pt x="479" y="324"/>
                  </a:cubicBezTo>
                  <a:cubicBezTo>
                    <a:pt x="483" y="324"/>
                    <a:pt x="487" y="323"/>
                    <a:pt x="490" y="320"/>
                  </a:cubicBezTo>
                  <a:cubicBezTo>
                    <a:pt x="491" y="326"/>
                    <a:pt x="487" y="329"/>
                    <a:pt x="483" y="332"/>
                  </a:cubicBezTo>
                  <a:cubicBezTo>
                    <a:pt x="480" y="335"/>
                    <a:pt x="476" y="337"/>
                    <a:pt x="472" y="338"/>
                  </a:cubicBezTo>
                  <a:cubicBezTo>
                    <a:pt x="463" y="341"/>
                    <a:pt x="453" y="340"/>
                    <a:pt x="444" y="339"/>
                  </a:cubicBezTo>
                  <a:cubicBezTo>
                    <a:pt x="432" y="337"/>
                    <a:pt x="421" y="333"/>
                    <a:pt x="411" y="328"/>
                  </a:cubicBezTo>
                  <a:cubicBezTo>
                    <a:pt x="393" y="318"/>
                    <a:pt x="382" y="304"/>
                    <a:pt x="370" y="289"/>
                  </a:cubicBezTo>
                  <a:cubicBezTo>
                    <a:pt x="378" y="297"/>
                    <a:pt x="389" y="303"/>
                    <a:pt x="402" y="305"/>
                  </a:cubicBezTo>
                  <a:cubicBezTo>
                    <a:pt x="415" y="307"/>
                    <a:pt x="430" y="305"/>
                    <a:pt x="441" y="297"/>
                  </a:cubicBezTo>
                  <a:cubicBezTo>
                    <a:pt x="452" y="290"/>
                    <a:pt x="460" y="279"/>
                    <a:pt x="462" y="266"/>
                  </a:cubicBezTo>
                  <a:cubicBezTo>
                    <a:pt x="463" y="261"/>
                    <a:pt x="463" y="257"/>
                    <a:pt x="462" y="252"/>
                  </a:cubicBezTo>
                  <a:cubicBezTo>
                    <a:pt x="462" y="250"/>
                    <a:pt x="461" y="248"/>
                    <a:pt x="461" y="245"/>
                  </a:cubicBezTo>
                  <a:cubicBezTo>
                    <a:pt x="460" y="244"/>
                    <a:pt x="459" y="242"/>
                    <a:pt x="459" y="240"/>
                  </a:cubicBezTo>
                  <a:cubicBezTo>
                    <a:pt x="458" y="239"/>
                    <a:pt x="459" y="237"/>
                    <a:pt x="457" y="238"/>
                  </a:cubicBezTo>
                  <a:cubicBezTo>
                    <a:pt x="454" y="239"/>
                    <a:pt x="451" y="240"/>
                    <a:pt x="448" y="242"/>
                  </a:cubicBezTo>
                  <a:cubicBezTo>
                    <a:pt x="443" y="245"/>
                    <a:pt x="438" y="249"/>
                    <a:pt x="434" y="254"/>
                  </a:cubicBezTo>
                  <a:cubicBezTo>
                    <a:pt x="430" y="258"/>
                    <a:pt x="429" y="265"/>
                    <a:pt x="425" y="269"/>
                  </a:cubicBezTo>
                  <a:cubicBezTo>
                    <a:pt x="421" y="274"/>
                    <a:pt x="426" y="279"/>
                    <a:pt x="420" y="268"/>
                  </a:cubicBezTo>
                  <a:cubicBezTo>
                    <a:pt x="419" y="267"/>
                    <a:pt x="418" y="266"/>
                    <a:pt x="417" y="267"/>
                  </a:cubicBezTo>
                  <a:cubicBezTo>
                    <a:pt x="409" y="276"/>
                    <a:pt x="398" y="282"/>
                    <a:pt x="385" y="280"/>
                  </a:cubicBezTo>
                  <a:cubicBezTo>
                    <a:pt x="370" y="278"/>
                    <a:pt x="359" y="268"/>
                    <a:pt x="355" y="254"/>
                  </a:cubicBezTo>
                  <a:cubicBezTo>
                    <a:pt x="350" y="239"/>
                    <a:pt x="352" y="224"/>
                    <a:pt x="353" y="209"/>
                  </a:cubicBezTo>
                  <a:cubicBezTo>
                    <a:pt x="353" y="189"/>
                    <a:pt x="355" y="170"/>
                    <a:pt x="353" y="150"/>
                  </a:cubicBezTo>
                  <a:cubicBezTo>
                    <a:pt x="348" y="98"/>
                    <a:pt x="311" y="58"/>
                    <a:pt x="267" y="33"/>
                  </a:cubicBezTo>
                  <a:cubicBezTo>
                    <a:pt x="252" y="25"/>
                    <a:pt x="237" y="19"/>
                    <a:pt x="221" y="13"/>
                  </a:cubicBezTo>
                  <a:cubicBezTo>
                    <a:pt x="204" y="7"/>
                    <a:pt x="187" y="3"/>
                    <a:pt x="169" y="1"/>
                  </a:cubicBezTo>
                  <a:cubicBezTo>
                    <a:pt x="160" y="0"/>
                    <a:pt x="152" y="0"/>
                    <a:pt x="143" y="0"/>
                  </a:cubicBezTo>
                  <a:cubicBezTo>
                    <a:pt x="139" y="0"/>
                    <a:pt x="134" y="0"/>
                    <a:pt x="130" y="0"/>
                  </a:cubicBezTo>
                  <a:cubicBezTo>
                    <a:pt x="117" y="2"/>
                    <a:pt x="103" y="4"/>
                    <a:pt x="91" y="10"/>
                  </a:cubicBezTo>
                  <a:cubicBezTo>
                    <a:pt x="86" y="12"/>
                    <a:pt x="80" y="14"/>
                    <a:pt x="75" y="17"/>
                  </a:cubicBezTo>
                  <a:cubicBezTo>
                    <a:pt x="69" y="20"/>
                    <a:pt x="63" y="24"/>
                    <a:pt x="57" y="29"/>
                  </a:cubicBezTo>
                  <a:cubicBezTo>
                    <a:pt x="0" y="75"/>
                    <a:pt x="11" y="166"/>
                    <a:pt x="86" y="182"/>
                  </a:cubicBezTo>
                  <a:cubicBezTo>
                    <a:pt x="115" y="188"/>
                    <a:pt x="155" y="165"/>
                    <a:pt x="150" y="138"/>
                  </a:cubicBezTo>
                  <a:cubicBezTo>
                    <a:pt x="156" y="134"/>
                    <a:pt x="163" y="130"/>
                    <a:pt x="170" y="128"/>
                  </a:cubicBezTo>
                  <a:cubicBezTo>
                    <a:pt x="193" y="123"/>
                    <a:pt x="219" y="130"/>
                    <a:pt x="223" y="154"/>
                  </a:cubicBezTo>
                  <a:cubicBezTo>
                    <a:pt x="221" y="149"/>
                    <a:pt x="216" y="145"/>
                    <a:pt x="210" y="145"/>
                  </a:cubicBezTo>
                  <a:cubicBezTo>
                    <a:pt x="202" y="145"/>
                    <a:pt x="195" y="152"/>
                    <a:pt x="195" y="160"/>
                  </a:cubicBezTo>
                  <a:cubicBezTo>
                    <a:pt x="195" y="168"/>
                    <a:pt x="202" y="174"/>
                    <a:pt x="210" y="174"/>
                  </a:cubicBezTo>
                  <a:cubicBezTo>
                    <a:pt x="217" y="174"/>
                    <a:pt x="225" y="167"/>
                    <a:pt x="227" y="160"/>
                  </a:cubicBezTo>
                  <a:cubicBezTo>
                    <a:pt x="228" y="156"/>
                    <a:pt x="227" y="152"/>
                    <a:pt x="227" y="148"/>
                  </a:cubicBezTo>
                  <a:cubicBezTo>
                    <a:pt x="225" y="142"/>
                    <a:pt x="222" y="137"/>
                    <a:pt x="218" y="134"/>
                  </a:cubicBezTo>
                  <a:cubicBezTo>
                    <a:pt x="209" y="127"/>
                    <a:pt x="197" y="124"/>
                    <a:pt x="186" y="125"/>
                  </a:cubicBezTo>
                  <a:cubicBezTo>
                    <a:pt x="179" y="125"/>
                    <a:pt x="173" y="126"/>
                    <a:pt x="167" y="127"/>
                  </a:cubicBezTo>
                  <a:cubicBezTo>
                    <a:pt x="165" y="128"/>
                    <a:pt x="149" y="133"/>
                    <a:pt x="150" y="135"/>
                  </a:cubicBezTo>
                  <a:cubicBezTo>
                    <a:pt x="148" y="129"/>
                    <a:pt x="144" y="122"/>
                    <a:pt x="137" y="116"/>
                  </a:cubicBezTo>
                  <a:cubicBezTo>
                    <a:pt x="132" y="113"/>
                    <a:pt x="127" y="110"/>
                    <a:pt x="122" y="108"/>
                  </a:cubicBezTo>
                  <a:cubicBezTo>
                    <a:pt x="116" y="106"/>
                    <a:pt x="110" y="105"/>
                    <a:pt x="105" y="108"/>
                  </a:cubicBezTo>
                  <a:cubicBezTo>
                    <a:pt x="105" y="108"/>
                    <a:pt x="109" y="109"/>
                    <a:pt x="109" y="109"/>
                  </a:cubicBezTo>
                  <a:cubicBezTo>
                    <a:pt x="112" y="109"/>
                    <a:pt x="114" y="109"/>
                    <a:pt x="116" y="109"/>
                  </a:cubicBezTo>
                  <a:cubicBezTo>
                    <a:pt x="119" y="109"/>
                    <a:pt x="121" y="110"/>
                    <a:pt x="124" y="111"/>
                  </a:cubicBezTo>
                  <a:cubicBezTo>
                    <a:pt x="128" y="112"/>
                    <a:pt x="131" y="114"/>
                    <a:pt x="133" y="118"/>
                  </a:cubicBezTo>
                  <a:cubicBezTo>
                    <a:pt x="138" y="125"/>
                    <a:pt x="137" y="134"/>
                    <a:pt x="135" y="141"/>
                  </a:cubicBezTo>
                  <a:cubicBezTo>
                    <a:pt x="131" y="155"/>
                    <a:pt x="121" y="170"/>
                    <a:pt x="107" y="175"/>
                  </a:cubicBezTo>
                  <a:cubicBezTo>
                    <a:pt x="69" y="189"/>
                    <a:pt x="37" y="152"/>
                    <a:pt x="32" y="117"/>
                  </a:cubicBezTo>
                  <a:cubicBezTo>
                    <a:pt x="31" y="111"/>
                    <a:pt x="31" y="104"/>
                    <a:pt x="31" y="99"/>
                  </a:cubicBezTo>
                  <a:cubicBezTo>
                    <a:pt x="34" y="127"/>
                    <a:pt x="53" y="156"/>
                    <a:pt x="77" y="164"/>
                  </a:cubicBezTo>
                  <a:cubicBezTo>
                    <a:pt x="100" y="170"/>
                    <a:pt x="124" y="147"/>
                    <a:pt x="105" y="127"/>
                  </a:cubicBezTo>
                  <a:cubicBezTo>
                    <a:pt x="102" y="124"/>
                    <a:pt x="94" y="120"/>
                    <a:pt x="89" y="123"/>
                  </a:cubicBezTo>
                  <a:cubicBezTo>
                    <a:pt x="86" y="124"/>
                    <a:pt x="86" y="127"/>
                    <a:pt x="87" y="130"/>
                  </a:cubicBezTo>
                  <a:cubicBezTo>
                    <a:pt x="87" y="132"/>
                    <a:pt x="88" y="134"/>
                    <a:pt x="89" y="135"/>
                  </a:cubicBezTo>
                  <a:cubicBezTo>
                    <a:pt x="90" y="136"/>
                    <a:pt x="95" y="136"/>
                    <a:pt x="95" y="137"/>
                  </a:cubicBezTo>
                  <a:cubicBezTo>
                    <a:pt x="93" y="134"/>
                    <a:pt x="94" y="129"/>
                    <a:pt x="97" y="127"/>
                  </a:cubicBezTo>
                  <a:cubicBezTo>
                    <a:pt x="100" y="126"/>
                    <a:pt x="103" y="129"/>
                    <a:pt x="104" y="131"/>
                  </a:cubicBezTo>
                  <a:cubicBezTo>
                    <a:pt x="107" y="135"/>
                    <a:pt x="103" y="143"/>
                    <a:pt x="102" y="145"/>
                  </a:cubicBezTo>
                  <a:cubicBezTo>
                    <a:pt x="95" y="157"/>
                    <a:pt x="81" y="160"/>
                    <a:pt x="69" y="156"/>
                  </a:cubicBezTo>
                  <a:cubicBezTo>
                    <a:pt x="40" y="146"/>
                    <a:pt x="37" y="105"/>
                    <a:pt x="39" y="76"/>
                  </a:cubicBezTo>
                  <a:cubicBezTo>
                    <a:pt x="41" y="97"/>
                    <a:pt x="53" y="119"/>
                    <a:pt x="71" y="129"/>
                  </a:cubicBezTo>
                  <a:cubicBezTo>
                    <a:pt x="72" y="131"/>
                    <a:pt x="74" y="132"/>
                    <a:pt x="76" y="133"/>
                  </a:cubicBezTo>
                  <a:cubicBezTo>
                    <a:pt x="77" y="133"/>
                    <a:pt x="78" y="132"/>
                    <a:pt x="77" y="131"/>
                  </a:cubicBezTo>
                  <a:cubicBezTo>
                    <a:pt x="73" y="121"/>
                    <a:pt x="82" y="112"/>
                    <a:pt x="79" y="102"/>
                  </a:cubicBezTo>
                  <a:cubicBezTo>
                    <a:pt x="78" y="98"/>
                    <a:pt x="77" y="95"/>
                    <a:pt x="74" y="92"/>
                  </a:cubicBezTo>
                  <a:cubicBezTo>
                    <a:pt x="75" y="92"/>
                    <a:pt x="75" y="92"/>
                    <a:pt x="76" y="92"/>
                  </a:cubicBezTo>
                  <a:cubicBezTo>
                    <a:pt x="80" y="92"/>
                    <a:pt x="83" y="90"/>
                    <a:pt x="85" y="88"/>
                  </a:cubicBezTo>
                  <a:cubicBezTo>
                    <a:pt x="87" y="87"/>
                    <a:pt x="91" y="86"/>
                    <a:pt x="92" y="84"/>
                  </a:cubicBezTo>
                  <a:cubicBezTo>
                    <a:pt x="92" y="83"/>
                    <a:pt x="91" y="82"/>
                    <a:pt x="90" y="81"/>
                  </a:cubicBezTo>
                  <a:cubicBezTo>
                    <a:pt x="86" y="77"/>
                    <a:pt x="83" y="73"/>
                    <a:pt x="80" y="68"/>
                  </a:cubicBezTo>
                  <a:cubicBezTo>
                    <a:pt x="78" y="63"/>
                    <a:pt x="77" y="58"/>
                    <a:pt x="76" y="53"/>
                  </a:cubicBezTo>
                  <a:cubicBezTo>
                    <a:pt x="75" y="42"/>
                    <a:pt x="79" y="31"/>
                    <a:pt x="86" y="23"/>
                  </a:cubicBezTo>
                  <a:cubicBezTo>
                    <a:pt x="87" y="23"/>
                    <a:pt x="87" y="22"/>
                    <a:pt x="88" y="21"/>
                  </a:cubicBezTo>
                  <a:cubicBezTo>
                    <a:pt x="108" y="11"/>
                    <a:pt x="131" y="5"/>
                    <a:pt x="153" y="4"/>
                  </a:cubicBezTo>
                  <a:cubicBezTo>
                    <a:pt x="220" y="2"/>
                    <a:pt x="301" y="41"/>
                    <a:pt x="330" y="105"/>
                  </a:cubicBezTo>
                  <a:cubicBezTo>
                    <a:pt x="324" y="97"/>
                    <a:pt x="315" y="91"/>
                    <a:pt x="305" y="87"/>
                  </a:cubicBezTo>
                  <a:cubicBezTo>
                    <a:pt x="273" y="73"/>
                    <a:pt x="245" y="100"/>
                    <a:pt x="241" y="132"/>
                  </a:cubicBezTo>
                  <a:cubicBezTo>
                    <a:pt x="238" y="158"/>
                    <a:pt x="264" y="191"/>
                    <a:pt x="290" y="170"/>
                  </a:cubicBezTo>
                  <a:cubicBezTo>
                    <a:pt x="303" y="159"/>
                    <a:pt x="298" y="139"/>
                    <a:pt x="287" y="135"/>
                  </a:cubicBezTo>
                  <a:cubicBezTo>
                    <a:pt x="288" y="135"/>
                    <a:pt x="289" y="135"/>
                    <a:pt x="289" y="135"/>
                  </a:cubicBezTo>
                  <a:cubicBezTo>
                    <a:pt x="295" y="133"/>
                    <a:pt x="297" y="125"/>
                    <a:pt x="290" y="124"/>
                  </a:cubicBezTo>
                  <a:cubicBezTo>
                    <a:pt x="290" y="124"/>
                    <a:pt x="290" y="124"/>
                    <a:pt x="290" y="125"/>
                  </a:cubicBezTo>
                  <a:cubicBezTo>
                    <a:pt x="295" y="126"/>
                    <a:pt x="292" y="131"/>
                    <a:pt x="289" y="132"/>
                  </a:cubicBezTo>
                  <a:cubicBezTo>
                    <a:pt x="287" y="133"/>
                    <a:pt x="285" y="132"/>
                    <a:pt x="284" y="131"/>
                  </a:cubicBezTo>
                  <a:cubicBezTo>
                    <a:pt x="283" y="131"/>
                    <a:pt x="282" y="130"/>
                    <a:pt x="281" y="129"/>
                  </a:cubicBezTo>
                  <a:cubicBezTo>
                    <a:pt x="283" y="122"/>
                    <a:pt x="286" y="115"/>
                    <a:pt x="294" y="113"/>
                  </a:cubicBezTo>
                  <a:cubicBezTo>
                    <a:pt x="301" y="112"/>
                    <a:pt x="306" y="116"/>
                    <a:pt x="311" y="119"/>
                  </a:cubicBezTo>
                  <a:cubicBezTo>
                    <a:pt x="314" y="120"/>
                    <a:pt x="316" y="121"/>
                    <a:pt x="319" y="119"/>
                  </a:cubicBezTo>
                  <a:cubicBezTo>
                    <a:pt x="321" y="118"/>
                    <a:pt x="323" y="116"/>
                    <a:pt x="326" y="116"/>
                  </a:cubicBezTo>
                  <a:cubicBezTo>
                    <a:pt x="329" y="116"/>
                    <a:pt x="333" y="117"/>
                    <a:pt x="335" y="119"/>
                  </a:cubicBezTo>
                  <a:cubicBezTo>
                    <a:pt x="336" y="121"/>
                    <a:pt x="337" y="123"/>
                    <a:pt x="337" y="125"/>
                  </a:cubicBezTo>
                  <a:cubicBezTo>
                    <a:pt x="345" y="154"/>
                    <a:pt x="340" y="184"/>
                    <a:pt x="338" y="213"/>
                  </a:cubicBezTo>
                  <a:cubicBezTo>
                    <a:pt x="337" y="207"/>
                    <a:pt x="334" y="201"/>
                    <a:pt x="327" y="195"/>
                  </a:cubicBezTo>
                  <a:cubicBezTo>
                    <a:pt x="314" y="182"/>
                    <a:pt x="280" y="172"/>
                    <a:pt x="270" y="194"/>
                  </a:cubicBezTo>
                  <a:cubicBezTo>
                    <a:pt x="263" y="212"/>
                    <a:pt x="286" y="228"/>
                    <a:pt x="302" y="222"/>
                  </a:cubicBezTo>
                  <a:cubicBezTo>
                    <a:pt x="300" y="223"/>
                    <a:pt x="296" y="219"/>
                    <a:pt x="294" y="219"/>
                  </a:cubicBezTo>
                  <a:cubicBezTo>
                    <a:pt x="278" y="220"/>
                    <a:pt x="280" y="195"/>
                    <a:pt x="290" y="191"/>
                  </a:cubicBezTo>
                  <a:cubicBezTo>
                    <a:pt x="301" y="186"/>
                    <a:pt x="321" y="197"/>
                    <a:pt x="326" y="207"/>
                  </a:cubicBezTo>
                  <a:cubicBezTo>
                    <a:pt x="332" y="220"/>
                    <a:pt x="325" y="243"/>
                    <a:pt x="309" y="246"/>
                  </a:cubicBezTo>
                  <a:cubicBezTo>
                    <a:pt x="271" y="254"/>
                    <a:pt x="248" y="202"/>
                    <a:pt x="218" y="187"/>
                  </a:cubicBezTo>
                  <a:cubicBezTo>
                    <a:pt x="186" y="171"/>
                    <a:pt x="145" y="170"/>
                    <a:pt x="117" y="195"/>
                  </a:cubicBezTo>
                  <a:cubicBezTo>
                    <a:pt x="117" y="195"/>
                    <a:pt x="118" y="196"/>
                    <a:pt x="119" y="195"/>
                  </a:cubicBezTo>
                  <a:cubicBezTo>
                    <a:pt x="139" y="185"/>
                    <a:pt x="158" y="178"/>
                    <a:pt x="180" y="179"/>
                  </a:cubicBezTo>
                  <a:cubicBezTo>
                    <a:pt x="216" y="180"/>
                    <a:pt x="230" y="199"/>
                    <a:pt x="252" y="221"/>
                  </a:cubicBezTo>
                  <a:cubicBezTo>
                    <a:pt x="263" y="233"/>
                    <a:pt x="274" y="243"/>
                    <a:pt x="290" y="248"/>
                  </a:cubicBezTo>
                  <a:cubicBezTo>
                    <a:pt x="311" y="254"/>
                    <a:pt x="332" y="243"/>
                    <a:pt x="338" y="227"/>
                  </a:cubicBezTo>
                  <a:cubicBezTo>
                    <a:pt x="337" y="250"/>
                    <a:pt x="340" y="273"/>
                    <a:pt x="354" y="294"/>
                  </a:cubicBezTo>
                  <a:cubicBezTo>
                    <a:pt x="385" y="344"/>
                    <a:pt x="458" y="371"/>
                    <a:pt x="514" y="355"/>
                  </a:cubicBezTo>
                  <a:cubicBezTo>
                    <a:pt x="591" y="334"/>
                    <a:pt x="624" y="227"/>
                    <a:pt x="537" y="197"/>
                  </a:cubicBezTo>
                  <a:close/>
                  <a:moveTo>
                    <a:pt x="495" y="309"/>
                  </a:moveTo>
                  <a:cubicBezTo>
                    <a:pt x="495" y="309"/>
                    <a:pt x="495" y="310"/>
                    <a:pt x="495" y="310"/>
                  </a:cubicBezTo>
                  <a:cubicBezTo>
                    <a:pt x="495" y="310"/>
                    <a:pt x="495" y="310"/>
                    <a:pt x="495" y="310"/>
                  </a:cubicBezTo>
                  <a:cubicBezTo>
                    <a:pt x="495" y="309"/>
                    <a:pt x="495" y="309"/>
                    <a:pt x="495" y="309"/>
                  </a:cubicBezTo>
                  <a:close/>
                  <a:moveTo>
                    <a:pt x="401" y="284"/>
                  </a:moveTo>
                  <a:cubicBezTo>
                    <a:pt x="411" y="280"/>
                    <a:pt x="416" y="268"/>
                    <a:pt x="423" y="282"/>
                  </a:cubicBezTo>
                  <a:cubicBezTo>
                    <a:pt x="423" y="283"/>
                    <a:pt x="426" y="283"/>
                    <a:pt x="427" y="281"/>
                  </a:cubicBezTo>
                  <a:cubicBezTo>
                    <a:pt x="430" y="261"/>
                    <a:pt x="441" y="249"/>
                    <a:pt x="458" y="239"/>
                  </a:cubicBezTo>
                  <a:cubicBezTo>
                    <a:pt x="458" y="240"/>
                    <a:pt x="458" y="241"/>
                    <a:pt x="458" y="242"/>
                  </a:cubicBezTo>
                  <a:cubicBezTo>
                    <a:pt x="458" y="242"/>
                    <a:pt x="459" y="243"/>
                    <a:pt x="459" y="244"/>
                  </a:cubicBezTo>
                  <a:cubicBezTo>
                    <a:pt x="459" y="246"/>
                    <a:pt x="460" y="247"/>
                    <a:pt x="460" y="249"/>
                  </a:cubicBezTo>
                  <a:cubicBezTo>
                    <a:pt x="461" y="252"/>
                    <a:pt x="461" y="256"/>
                    <a:pt x="461" y="259"/>
                  </a:cubicBezTo>
                  <a:cubicBezTo>
                    <a:pt x="460" y="265"/>
                    <a:pt x="459" y="271"/>
                    <a:pt x="456" y="276"/>
                  </a:cubicBezTo>
                  <a:cubicBezTo>
                    <a:pt x="450" y="287"/>
                    <a:pt x="440" y="294"/>
                    <a:pt x="429" y="298"/>
                  </a:cubicBezTo>
                  <a:cubicBezTo>
                    <a:pt x="416" y="302"/>
                    <a:pt x="403" y="301"/>
                    <a:pt x="391" y="296"/>
                  </a:cubicBezTo>
                  <a:cubicBezTo>
                    <a:pt x="390" y="296"/>
                    <a:pt x="390" y="295"/>
                    <a:pt x="389" y="295"/>
                  </a:cubicBezTo>
                  <a:cubicBezTo>
                    <a:pt x="397" y="298"/>
                    <a:pt x="405" y="298"/>
                    <a:pt x="412" y="298"/>
                  </a:cubicBezTo>
                  <a:cubicBezTo>
                    <a:pt x="429" y="295"/>
                    <a:pt x="442" y="284"/>
                    <a:pt x="449" y="269"/>
                  </a:cubicBezTo>
                  <a:cubicBezTo>
                    <a:pt x="449" y="269"/>
                    <a:pt x="448" y="269"/>
                    <a:pt x="448" y="269"/>
                  </a:cubicBezTo>
                  <a:cubicBezTo>
                    <a:pt x="439" y="282"/>
                    <a:pt x="424" y="292"/>
                    <a:pt x="407" y="292"/>
                  </a:cubicBezTo>
                  <a:cubicBezTo>
                    <a:pt x="399" y="292"/>
                    <a:pt x="393" y="290"/>
                    <a:pt x="387" y="286"/>
                  </a:cubicBezTo>
                  <a:cubicBezTo>
                    <a:pt x="392" y="286"/>
                    <a:pt x="397" y="285"/>
                    <a:pt x="401" y="284"/>
                  </a:cubicBezTo>
                  <a:close/>
                  <a:moveTo>
                    <a:pt x="74" y="34"/>
                  </a:moveTo>
                  <a:cubicBezTo>
                    <a:pt x="67" y="50"/>
                    <a:pt x="71" y="75"/>
                    <a:pt x="87" y="84"/>
                  </a:cubicBezTo>
                  <a:cubicBezTo>
                    <a:pt x="86" y="84"/>
                    <a:pt x="79" y="88"/>
                    <a:pt x="77" y="88"/>
                  </a:cubicBezTo>
                  <a:cubicBezTo>
                    <a:pt x="73" y="88"/>
                    <a:pt x="71" y="86"/>
                    <a:pt x="68" y="85"/>
                  </a:cubicBezTo>
                  <a:cubicBezTo>
                    <a:pt x="66" y="84"/>
                    <a:pt x="63" y="85"/>
                    <a:pt x="64" y="87"/>
                  </a:cubicBezTo>
                  <a:cubicBezTo>
                    <a:pt x="64" y="89"/>
                    <a:pt x="67" y="90"/>
                    <a:pt x="68" y="91"/>
                  </a:cubicBezTo>
                  <a:cubicBezTo>
                    <a:pt x="72" y="95"/>
                    <a:pt x="74" y="100"/>
                    <a:pt x="74" y="105"/>
                  </a:cubicBezTo>
                  <a:cubicBezTo>
                    <a:pt x="74" y="110"/>
                    <a:pt x="71" y="115"/>
                    <a:pt x="70" y="120"/>
                  </a:cubicBezTo>
                  <a:cubicBezTo>
                    <a:pt x="70" y="123"/>
                    <a:pt x="70" y="125"/>
                    <a:pt x="71" y="127"/>
                  </a:cubicBezTo>
                  <a:cubicBezTo>
                    <a:pt x="56" y="117"/>
                    <a:pt x="45" y="102"/>
                    <a:pt x="43" y="84"/>
                  </a:cubicBezTo>
                  <a:cubicBezTo>
                    <a:pt x="42" y="72"/>
                    <a:pt x="44" y="63"/>
                    <a:pt x="48" y="55"/>
                  </a:cubicBezTo>
                  <a:cubicBezTo>
                    <a:pt x="51" y="50"/>
                    <a:pt x="55" y="45"/>
                    <a:pt x="60" y="41"/>
                  </a:cubicBezTo>
                  <a:cubicBezTo>
                    <a:pt x="51" y="63"/>
                    <a:pt x="52" y="92"/>
                    <a:pt x="60" y="110"/>
                  </a:cubicBezTo>
                  <a:cubicBezTo>
                    <a:pt x="61" y="110"/>
                    <a:pt x="61" y="110"/>
                    <a:pt x="61" y="110"/>
                  </a:cubicBezTo>
                  <a:cubicBezTo>
                    <a:pt x="56" y="91"/>
                    <a:pt x="54" y="72"/>
                    <a:pt x="61" y="53"/>
                  </a:cubicBezTo>
                  <a:cubicBezTo>
                    <a:pt x="65" y="44"/>
                    <a:pt x="70" y="37"/>
                    <a:pt x="76" y="30"/>
                  </a:cubicBezTo>
                  <a:cubicBezTo>
                    <a:pt x="75" y="31"/>
                    <a:pt x="75" y="32"/>
                    <a:pt x="74" y="34"/>
                  </a:cubicBezTo>
                  <a:close/>
                  <a:moveTo>
                    <a:pt x="281" y="134"/>
                  </a:moveTo>
                  <a:cubicBezTo>
                    <a:pt x="282" y="134"/>
                    <a:pt x="283" y="134"/>
                    <a:pt x="283" y="135"/>
                  </a:cubicBezTo>
                  <a:cubicBezTo>
                    <a:pt x="280" y="135"/>
                    <a:pt x="277" y="136"/>
                    <a:pt x="274" y="140"/>
                  </a:cubicBezTo>
                  <a:cubicBezTo>
                    <a:pt x="272" y="141"/>
                    <a:pt x="274" y="143"/>
                    <a:pt x="275" y="142"/>
                  </a:cubicBezTo>
                  <a:cubicBezTo>
                    <a:pt x="291" y="159"/>
                    <a:pt x="291" y="169"/>
                    <a:pt x="273" y="170"/>
                  </a:cubicBezTo>
                  <a:cubicBezTo>
                    <a:pt x="264" y="169"/>
                    <a:pt x="257" y="165"/>
                    <a:pt x="252" y="156"/>
                  </a:cubicBezTo>
                  <a:cubicBezTo>
                    <a:pt x="247" y="148"/>
                    <a:pt x="246" y="137"/>
                    <a:pt x="249" y="127"/>
                  </a:cubicBezTo>
                  <a:cubicBezTo>
                    <a:pt x="254" y="105"/>
                    <a:pt x="272" y="81"/>
                    <a:pt x="297" y="89"/>
                  </a:cubicBezTo>
                  <a:cubicBezTo>
                    <a:pt x="300" y="90"/>
                    <a:pt x="303" y="91"/>
                    <a:pt x="305" y="92"/>
                  </a:cubicBezTo>
                  <a:cubicBezTo>
                    <a:pt x="299" y="92"/>
                    <a:pt x="293" y="94"/>
                    <a:pt x="288" y="97"/>
                  </a:cubicBezTo>
                  <a:cubicBezTo>
                    <a:pt x="282" y="101"/>
                    <a:pt x="277" y="108"/>
                    <a:pt x="276" y="116"/>
                  </a:cubicBezTo>
                  <a:cubicBezTo>
                    <a:pt x="275" y="120"/>
                    <a:pt x="275" y="124"/>
                    <a:pt x="276" y="128"/>
                  </a:cubicBezTo>
                  <a:cubicBezTo>
                    <a:pt x="277" y="131"/>
                    <a:pt x="279" y="132"/>
                    <a:pt x="281" y="134"/>
                  </a:cubicBezTo>
                  <a:close/>
                  <a:moveTo>
                    <a:pt x="324" y="109"/>
                  </a:moveTo>
                  <a:cubicBezTo>
                    <a:pt x="323" y="110"/>
                    <a:pt x="321" y="110"/>
                    <a:pt x="320" y="111"/>
                  </a:cubicBezTo>
                  <a:cubicBezTo>
                    <a:pt x="316" y="113"/>
                    <a:pt x="311" y="113"/>
                    <a:pt x="307" y="112"/>
                  </a:cubicBezTo>
                  <a:cubicBezTo>
                    <a:pt x="305" y="112"/>
                    <a:pt x="304" y="111"/>
                    <a:pt x="302" y="110"/>
                  </a:cubicBezTo>
                  <a:cubicBezTo>
                    <a:pt x="300" y="110"/>
                    <a:pt x="298" y="110"/>
                    <a:pt x="296" y="110"/>
                  </a:cubicBezTo>
                  <a:cubicBezTo>
                    <a:pt x="288" y="112"/>
                    <a:pt x="281" y="117"/>
                    <a:pt x="280" y="125"/>
                  </a:cubicBezTo>
                  <a:cubicBezTo>
                    <a:pt x="278" y="114"/>
                    <a:pt x="281" y="104"/>
                    <a:pt x="292" y="98"/>
                  </a:cubicBezTo>
                  <a:cubicBezTo>
                    <a:pt x="301" y="93"/>
                    <a:pt x="308" y="95"/>
                    <a:pt x="316" y="98"/>
                  </a:cubicBezTo>
                  <a:cubicBezTo>
                    <a:pt x="321" y="102"/>
                    <a:pt x="324" y="106"/>
                    <a:pt x="328" y="109"/>
                  </a:cubicBezTo>
                  <a:cubicBezTo>
                    <a:pt x="327" y="109"/>
                    <a:pt x="325" y="109"/>
                    <a:pt x="324" y="109"/>
                  </a:cubicBezTo>
                  <a:close/>
                  <a:moveTo>
                    <a:pt x="513" y="337"/>
                  </a:moveTo>
                  <a:cubicBezTo>
                    <a:pt x="522" y="329"/>
                    <a:pt x="528" y="316"/>
                    <a:pt x="528" y="304"/>
                  </a:cubicBezTo>
                  <a:cubicBezTo>
                    <a:pt x="528" y="300"/>
                    <a:pt x="527" y="295"/>
                    <a:pt x="531" y="291"/>
                  </a:cubicBezTo>
                  <a:cubicBezTo>
                    <a:pt x="533" y="290"/>
                    <a:pt x="536" y="289"/>
                    <a:pt x="538" y="288"/>
                  </a:cubicBezTo>
                  <a:cubicBezTo>
                    <a:pt x="542" y="287"/>
                    <a:pt x="547" y="284"/>
                    <a:pt x="546" y="280"/>
                  </a:cubicBezTo>
                  <a:cubicBezTo>
                    <a:pt x="548" y="295"/>
                    <a:pt x="544" y="310"/>
                    <a:pt x="534" y="322"/>
                  </a:cubicBezTo>
                  <a:cubicBezTo>
                    <a:pt x="528" y="330"/>
                    <a:pt x="521" y="334"/>
                    <a:pt x="513" y="3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27"/>
            <p:cNvSpPr/>
            <p:nvPr/>
          </p:nvSpPr>
          <p:spPr>
            <a:xfrm>
              <a:off x="5962651" y="3514726"/>
              <a:ext cx="933450" cy="258763"/>
            </a:xfrm>
            <a:custGeom>
              <a:avLst/>
              <a:gdLst/>
              <a:ahLst/>
              <a:cxnLst/>
              <a:rect l="l" t="t" r="r" b="b"/>
              <a:pathLst>
                <a:path w="706" h="196" extrusionOk="0">
                  <a:moveTo>
                    <a:pt x="696" y="172"/>
                  </a:moveTo>
                  <a:cubicBezTo>
                    <a:pt x="694" y="171"/>
                    <a:pt x="689" y="170"/>
                    <a:pt x="688" y="167"/>
                  </a:cubicBezTo>
                  <a:cubicBezTo>
                    <a:pt x="687" y="163"/>
                    <a:pt x="688" y="158"/>
                    <a:pt x="686" y="154"/>
                  </a:cubicBezTo>
                  <a:cubicBezTo>
                    <a:pt x="684" y="151"/>
                    <a:pt x="681" y="150"/>
                    <a:pt x="679" y="149"/>
                  </a:cubicBezTo>
                  <a:cubicBezTo>
                    <a:pt x="671" y="145"/>
                    <a:pt x="661" y="142"/>
                    <a:pt x="654" y="135"/>
                  </a:cubicBezTo>
                  <a:cubicBezTo>
                    <a:pt x="649" y="129"/>
                    <a:pt x="647" y="122"/>
                    <a:pt x="645" y="115"/>
                  </a:cubicBezTo>
                  <a:cubicBezTo>
                    <a:pt x="648" y="65"/>
                    <a:pt x="598" y="25"/>
                    <a:pt x="550" y="16"/>
                  </a:cubicBezTo>
                  <a:cubicBezTo>
                    <a:pt x="464" y="0"/>
                    <a:pt x="400" y="70"/>
                    <a:pt x="368" y="143"/>
                  </a:cubicBezTo>
                  <a:cubicBezTo>
                    <a:pt x="365" y="147"/>
                    <a:pt x="363" y="152"/>
                    <a:pt x="361" y="157"/>
                  </a:cubicBezTo>
                  <a:cubicBezTo>
                    <a:pt x="361" y="158"/>
                    <a:pt x="361" y="158"/>
                    <a:pt x="361" y="159"/>
                  </a:cubicBezTo>
                  <a:cubicBezTo>
                    <a:pt x="360" y="160"/>
                    <a:pt x="360" y="162"/>
                    <a:pt x="359" y="164"/>
                  </a:cubicBezTo>
                  <a:cubicBezTo>
                    <a:pt x="359" y="161"/>
                    <a:pt x="359" y="158"/>
                    <a:pt x="359" y="155"/>
                  </a:cubicBezTo>
                  <a:cubicBezTo>
                    <a:pt x="360" y="143"/>
                    <a:pt x="365" y="134"/>
                    <a:pt x="370" y="123"/>
                  </a:cubicBezTo>
                  <a:cubicBezTo>
                    <a:pt x="381" y="100"/>
                    <a:pt x="372" y="85"/>
                    <a:pt x="354" y="71"/>
                  </a:cubicBezTo>
                  <a:cubicBezTo>
                    <a:pt x="354" y="70"/>
                    <a:pt x="353" y="70"/>
                    <a:pt x="353" y="70"/>
                  </a:cubicBezTo>
                  <a:cubicBezTo>
                    <a:pt x="353" y="70"/>
                    <a:pt x="352" y="70"/>
                    <a:pt x="352" y="71"/>
                  </a:cubicBezTo>
                  <a:cubicBezTo>
                    <a:pt x="334" y="85"/>
                    <a:pt x="325" y="100"/>
                    <a:pt x="336" y="123"/>
                  </a:cubicBezTo>
                  <a:cubicBezTo>
                    <a:pt x="341" y="134"/>
                    <a:pt x="346" y="143"/>
                    <a:pt x="347" y="155"/>
                  </a:cubicBezTo>
                  <a:cubicBezTo>
                    <a:pt x="347" y="158"/>
                    <a:pt x="347" y="161"/>
                    <a:pt x="347" y="164"/>
                  </a:cubicBezTo>
                  <a:cubicBezTo>
                    <a:pt x="346" y="162"/>
                    <a:pt x="346" y="160"/>
                    <a:pt x="345" y="159"/>
                  </a:cubicBezTo>
                  <a:cubicBezTo>
                    <a:pt x="345" y="158"/>
                    <a:pt x="345" y="158"/>
                    <a:pt x="345" y="157"/>
                  </a:cubicBezTo>
                  <a:cubicBezTo>
                    <a:pt x="343" y="152"/>
                    <a:pt x="341" y="147"/>
                    <a:pt x="338" y="143"/>
                  </a:cubicBezTo>
                  <a:cubicBezTo>
                    <a:pt x="305" y="70"/>
                    <a:pt x="242" y="0"/>
                    <a:pt x="156" y="16"/>
                  </a:cubicBezTo>
                  <a:cubicBezTo>
                    <a:pt x="108" y="25"/>
                    <a:pt x="58" y="65"/>
                    <a:pt x="61" y="115"/>
                  </a:cubicBezTo>
                  <a:cubicBezTo>
                    <a:pt x="59" y="122"/>
                    <a:pt x="57" y="129"/>
                    <a:pt x="51" y="135"/>
                  </a:cubicBezTo>
                  <a:cubicBezTo>
                    <a:pt x="45" y="142"/>
                    <a:pt x="35" y="145"/>
                    <a:pt x="27" y="149"/>
                  </a:cubicBezTo>
                  <a:cubicBezTo>
                    <a:pt x="24" y="150"/>
                    <a:pt x="22" y="151"/>
                    <a:pt x="20" y="154"/>
                  </a:cubicBezTo>
                  <a:cubicBezTo>
                    <a:pt x="18" y="158"/>
                    <a:pt x="19" y="163"/>
                    <a:pt x="18" y="167"/>
                  </a:cubicBezTo>
                  <a:cubicBezTo>
                    <a:pt x="17" y="170"/>
                    <a:pt x="12" y="171"/>
                    <a:pt x="9" y="172"/>
                  </a:cubicBezTo>
                  <a:cubicBezTo>
                    <a:pt x="6" y="174"/>
                    <a:pt x="3" y="174"/>
                    <a:pt x="1" y="171"/>
                  </a:cubicBezTo>
                  <a:cubicBezTo>
                    <a:pt x="0" y="173"/>
                    <a:pt x="1" y="175"/>
                    <a:pt x="2" y="176"/>
                  </a:cubicBezTo>
                  <a:cubicBezTo>
                    <a:pt x="7" y="180"/>
                    <a:pt x="15" y="178"/>
                    <a:pt x="20" y="177"/>
                  </a:cubicBezTo>
                  <a:cubicBezTo>
                    <a:pt x="27" y="175"/>
                    <a:pt x="33" y="171"/>
                    <a:pt x="38" y="167"/>
                  </a:cubicBezTo>
                  <a:cubicBezTo>
                    <a:pt x="50" y="158"/>
                    <a:pt x="59" y="145"/>
                    <a:pt x="63" y="131"/>
                  </a:cubicBezTo>
                  <a:cubicBezTo>
                    <a:pt x="65" y="136"/>
                    <a:pt x="66" y="141"/>
                    <a:pt x="69" y="146"/>
                  </a:cubicBezTo>
                  <a:cubicBezTo>
                    <a:pt x="78" y="164"/>
                    <a:pt x="92" y="172"/>
                    <a:pt x="109" y="181"/>
                  </a:cubicBezTo>
                  <a:cubicBezTo>
                    <a:pt x="136" y="196"/>
                    <a:pt x="173" y="186"/>
                    <a:pt x="192" y="163"/>
                  </a:cubicBezTo>
                  <a:cubicBezTo>
                    <a:pt x="204" y="148"/>
                    <a:pt x="210" y="128"/>
                    <a:pt x="195" y="112"/>
                  </a:cubicBezTo>
                  <a:cubicBezTo>
                    <a:pt x="184" y="100"/>
                    <a:pt x="164" y="95"/>
                    <a:pt x="148" y="100"/>
                  </a:cubicBezTo>
                  <a:cubicBezTo>
                    <a:pt x="134" y="104"/>
                    <a:pt x="119" y="120"/>
                    <a:pt x="119" y="135"/>
                  </a:cubicBezTo>
                  <a:cubicBezTo>
                    <a:pt x="119" y="150"/>
                    <a:pt x="140" y="160"/>
                    <a:pt x="152" y="152"/>
                  </a:cubicBezTo>
                  <a:cubicBezTo>
                    <a:pt x="160" y="147"/>
                    <a:pt x="171" y="135"/>
                    <a:pt x="163" y="125"/>
                  </a:cubicBezTo>
                  <a:cubicBezTo>
                    <a:pt x="159" y="119"/>
                    <a:pt x="153" y="119"/>
                    <a:pt x="148" y="123"/>
                  </a:cubicBezTo>
                  <a:cubicBezTo>
                    <a:pt x="146" y="125"/>
                    <a:pt x="142" y="127"/>
                    <a:pt x="142" y="130"/>
                  </a:cubicBezTo>
                  <a:cubicBezTo>
                    <a:pt x="142" y="130"/>
                    <a:pt x="145" y="128"/>
                    <a:pt x="145" y="127"/>
                  </a:cubicBezTo>
                  <a:cubicBezTo>
                    <a:pt x="150" y="120"/>
                    <a:pt x="159" y="133"/>
                    <a:pt x="159" y="137"/>
                  </a:cubicBezTo>
                  <a:cubicBezTo>
                    <a:pt x="160" y="147"/>
                    <a:pt x="154" y="150"/>
                    <a:pt x="145" y="147"/>
                  </a:cubicBezTo>
                  <a:cubicBezTo>
                    <a:pt x="138" y="145"/>
                    <a:pt x="133" y="140"/>
                    <a:pt x="130" y="133"/>
                  </a:cubicBezTo>
                  <a:cubicBezTo>
                    <a:pt x="129" y="130"/>
                    <a:pt x="129" y="126"/>
                    <a:pt x="130" y="123"/>
                  </a:cubicBezTo>
                  <a:cubicBezTo>
                    <a:pt x="142" y="104"/>
                    <a:pt x="164" y="94"/>
                    <a:pt x="182" y="114"/>
                  </a:cubicBezTo>
                  <a:cubicBezTo>
                    <a:pt x="189" y="121"/>
                    <a:pt x="191" y="132"/>
                    <a:pt x="190" y="142"/>
                  </a:cubicBezTo>
                  <a:cubicBezTo>
                    <a:pt x="187" y="177"/>
                    <a:pt x="148" y="189"/>
                    <a:pt x="118" y="176"/>
                  </a:cubicBezTo>
                  <a:cubicBezTo>
                    <a:pt x="73" y="156"/>
                    <a:pt x="65" y="101"/>
                    <a:pt x="89" y="61"/>
                  </a:cubicBezTo>
                  <a:cubicBezTo>
                    <a:pt x="117" y="16"/>
                    <a:pt x="168" y="12"/>
                    <a:pt x="212" y="28"/>
                  </a:cubicBezTo>
                  <a:cubicBezTo>
                    <a:pt x="177" y="21"/>
                    <a:pt x="137" y="25"/>
                    <a:pt x="125" y="57"/>
                  </a:cubicBezTo>
                  <a:cubicBezTo>
                    <a:pt x="113" y="89"/>
                    <a:pt x="161" y="107"/>
                    <a:pt x="173" y="76"/>
                  </a:cubicBezTo>
                  <a:cubicBezTo>
                    <a:pt x="173" y="76"/>
                    <a:pt x="173" y="75"/>
                    <a:pt x="173" y="75"/>
                  </a:cubicBezTo>
                  <a:cubicBezTo>
                    <a:pt x="174" y="73"/>
                    <a:pt x="174" y="71"/>
                    <a:pt x="174" y="68"/>
                  </a:cubicBezTo>
                  <a:cubicBezTo>
                    <a:pt x="174" y="60"/>
                    <a:pt x="167" y="53"/>
                    <a:pt x="159" y="53"/>
                  </a:cubicBezTo>
                  <a:cubicBezTo>
                    <a:pt x="150" y="53"/>
                    <a:pt x="143" y="60"/>
                    <a:pt x="143" y="68"/>
                  </a:cubicBezTo>
                  <a:cubicBezTo>
                    <a:pt x="143" y="77"/>
                    <a:pt x="150" y="84"/>
                    <a:pt x="159" y="84"/>
                  </a:cubicBezTo>
                  <a:cubicBezTo>
                    <a:pt x="160" y="84"/>
                    <a:pt x="162" y="84"/>
                    <a:pt x="163" y="83"/>
                  </a:cubicBezTo>
                  <a:cubicBezTo>
                    <a:pt x="159" y="87"/>
                    <a:pt x="154" y="89"/>
                    <a:pt x="148" y="89"/>
                  </a:cubicBezTo>
                  <a:cubicBezTo>
                    <a:pt x="131" y="88"/>
                    <a:pt x="123" y="67"/>
                    <a:pt x="131" y="54"/>
                  </a:cubicBezTo>
                  <a:cubicBezTo>
                    <a:pt x="139" y="39"/>
                    <a:pt x="157" y="32"/>
                    <a:pt x="172" y="30"/>
                  </a:cubicBezTo>
                  <a:cubicBezTo>
                    <a:pt x="196" y="28"/>
                    <a:pt x="217" y="33"/>
                    <a:pt x="238" y="39"/>
                  </a:cubicBezTo>
                  <a:cubicBezTo>
                    <a:pt x="246" y="44"/>
                    <a:pt x="254" y="49"/>
                    <a:pt x="261" y="54"/>
                  </a:cubicBezTo>
                  <a:cubicBezTo>
                    <a:pt x="274" y="64"/>
                    <a:pt x="285" y="76"/>
                    <a:pt x="294" y="88"/>
                  </a:cubicBezTo>
                  <a:cubicBezTo>
                    <a:pt x="268" y="66"/>
                    <a:pt x="236" y="64"/>
                    <a:pt x="207" y="91"/>
                  </a:cubicBezTo>
                  <a:cubicBezTo>
                    <a:pt x="207" y="92"/>
                    <a:pt x="207" y="93"/>
                    <a:pt x="208" y="93"/>
                  </a:cubicBezTo>
                  <a:cubicBezTo>
                    <a:pt x="224" y="98"/>
                    <a:pt x="222" y="120"/>
                    <a:pt x="241" y="121"/>
                  </a:cubicBezTo>
                  <a:cubicBezTo>
                    <a:pt x="246" y="121"/>
                    <a:pt x="264" y="113"/>
                    <a:pt x="268" y="113"/>
                  </a:cubicBezTo>
                  <a:cubicBezTo>
                    <a:pt x="266" y="114"/>
                    <a:pt x="267" y="126"/>
                    <a:pt x="268" y="127"/>
                  </a:cubicBezTo>
                  <a:cubicBezTo>
                    <a:pt x="256" y="126"/>
                    <a:pt x="245" y="128"/>
                    <a:pt x="237" y="134"/>
                  </a:cubicBezTo>
                  <a:cubicBezTo>
                    <a:pt x="221" y="146"/>
                    <a:pt x="212" y="168"/>
                    <a:pt x="234" y="181"/>
                  </a:cubicBezTo>
                  <a:cubicBezTo>
                    <a:pt x="247" y="188"/>
                    <a:pt x="274" y="178"/>
                    <a:pt x="273" y="160"/>
                  </a:cubicBezTo>
                  <a:cubicBezTo>
                    <a:pt x="272" y="139"/>
                    <a:pt x="243" y="150"/>
                    <a:pt x="245" y="162"/>
                  </a:cubicBezTo>
                  <a:cubicBezTo>
                    <a:pt x="245" y="162"/>
                    <a:pt x="249" y="159"/>
                    <a:pt x="249" y="158"/>
                  </a:cubicBezTo>
                  <a:cubicBezTo>
                    <a:pt x="253" y="151"/>
                    <a:pt x="262" y="158"/>
                    <a:pt x="264" y="163"/>
                  </a:cubicBezTo>
                  <a:cubicBezTo>
                    <a:pt x="269" y="175"/>
                    <a:pt x="252" y="179"/>
                    <a:pt x="244" y="175"/>
                  </a:cubicBezTo>
                  <a:cubicBezTo>
                    <a:pt x="230" y="169"/>
                    <a:pt x="222" y="150"/>
                    <a:pt x="235" y="138"/>
                  </a:cubicBezTo>
                  <a:cubicBezTo>
                    <a:pt x="248" y="127"/>
                    <a:pt x="276" y="136"/>
                    <a:pt x="291" y="142"/>
                  </a:cubicBezTo>
                  <a:cubicBezTo>
                    <a:pt x="305" y="149"/>
                    <a:pt x="314" y="159"/>
                    <a:pt x="323" y="171"/>
                  </a:cubicBezTo>
                  <a:cubicBezTo>
                    <a:pt x="323" y="171"/>
                    <a:pt x="324" y="171"/>
                    <a:pt x="324" y="171"/>
                  </a:cubicBezTo>
                  <a:cubicBezTo>
                    <a:pt x="323" y="147"/>
                    <a:pt x="298" y="131"/>
                    <a:pt x="273" y="127"/>
                  </a:cubicBezTo>
                  <a:cubicBezTo>
                    <a:pt x="278" y="125"/>
                    <a:pt x="296" y="126"/>
                    <a:pt x="300" y="127"/>
                  </a:cubicBezTo>
                  <a:cubicBezTo>
                    <a:pt x="314" y="129"/>
                    <a:pt x="323" y="135"/>
                    <a:pt x="331" y="145"/>
                  </a:cubicBezTo>
                  <a:cubicBezTo>
                    <a:pt x="337" y="157"/>
                    <a:pt x="344" y="170"/>
                    <a:pt x="350" y="183"/>
                  </a:cubicBezTo>
                  <a:cubicBezTo>
                    <a:pt x="350" y="183"/>
                    <a:pt x="353" y="182"/>
                    <a:pt x="353" y="182"/>
                  </a:cubicBezTo>
                  <a:cubicBezTo>
                    <a:pt x="353" y="181"/>
                    <a:pt x="353" y="181"/>
                    <a:pt x="352" y="180"/>
                  </a:cubicBezTo>
                  <a:cubicBezTo>
                    <a:pt x="353" y="180"/>
                    <a:pt x="353" y="181"/>
                    <a:pt x="353" y="181"/>
                  </a:cubicBezTo>
                  <a:cubicBezTo>
                    <a:pt x="353" y="181"/>
                    <a:pt x="353" y="181"/>
                    <a:pt x="353" y="182"/>
                  </a:cubicBezTo>
                  <a:cubicBezTo>
                    <a:pt x="353" y="182"/>
                    <a:pt x="356" y="183"/>
                    <a:pt x="356" y="183"/>
                  </a:cubicBezTo>
                  <a:cubicBezTo>
                    <a:pt x="362" y="170"/>
                    <a:pt x="368" y="157"/>
                    <a:pt x="375" y="145"/>
                  </a:cubicBezTo>
                  <a:cubicBezTo>
                    <a:pt x="382" y="135"/>
                    <a:pt x="391" y="129"/>
                    <a:pt x="406" y="127"/>
                  </a:cubicBezTo>
                  <a:cubicBezTo>
                    <a:pt x="410" y="126"/>
                    <a:pt x="428" y="125"/>
                    <a:pt x="433" y="127"/>
                  </a:cubicBezTo>
                  <a:cubicBezTo>
                    <a:pt x="408" y="131"/>
                    <a:pt x="383" y="147"/>
                    <a:pt x="382" y="171"/>
                  </a:cubicBezTo>
                  <a:cubicBezTo>
                    <a:pt x="382" y="171"/>
                    <a:pt x="382" y="171"/>
                    <a:pt x="382" y="171"/>
                  </a:cubicBezTo>
                  <a:cubicBezTo>
                    <a:pt x="392" y="159"/>
                    <a:pt x="401" y="149"/>
                    <a:pt x="415" y="142"/>
                  </a:cubicBezTo>
                  <a:cubicBezTo>
                    <a:pt x="430" y="136"/>
                    <a:pt x="458" y="127"/>
                    <a:pt x="471" y="138"/>
                  </a:cubicBezTo>
                  <a:cubicBezTo>
                    <a:pt x="484" y="150"/>
                    <a:pt x="476" y="169"/>
                    <a:pt x="462" y="175"/>
                  </a:cubicBezTo>
                  <a:cubicBezTo>
                    <a:pt x="453" y="179"/>
                    <a:pt x="437" y="175"/>
                    <a:pt x="442" y="163"/>
                  </a:cubicBezTo>
                  <a:cubicBezTo>
                    <a:pt x="444" y="158"/>
                    <a:pt x="453" y="151"/>
                    <a:pt x="457" y="158"/>
                  </a:cubicBezTo>
                  <a:cubicBezTo>
                    <a:pt x="457" y="159"/>
                    <a:pt x="461" y="162"/>
                    <a:pt x="461" y="162"/>
                  </a:cubicBezTo>
                  <a:cubicBezTo>
                    <a:pt x="463" y="150"/>
                    <a:pt x="434" y="139"/>
                    <a:pt x="433" y="160"/>
                  </a:cubicBezTo>
                  <a:cubicBezTo>
                    <a:pt x="432" y="178"/>
                    <a:pt x="459" y="188"/>
                    <a:pt x="472" y="181"/>
                  </a:cubicBezTo>
                  <a:cubicBezTo>
                    <a:pt x="494" y="168"/>
                    <a:pt x="485" y="146"/>
                    <a:pt x="469" y="134"/>
                  </a:cubicBezTo>
                  <a:cubicBezTo>
                    <a:pt x="461" y="128"/>
                    <a:pt x="450" y="126"/>
                    <a:pt x="438" y="127"/>
                  </a:cubicBezTo>
                  <a:cubicBezTo>
                    <a:pt x="438" y="126"/>
                    <a:pt x="439" y="114"/>
                    <a:pt x="438" y="113"/>
                  </a:cubicBezTo>
                  <a:cubicBezTo>
                    <a:pt x="442" y="113"/>
                    <a:pt x="460" y="121"/>
                    <a:pt x="465" y="121"/>
                  </a:cubicBezTo>
                  <a:cubicBezTo>
                    <a:pt x="483" y="120"/>
                    <a:pt x="482" y="98"/>
                    <a:pt x="498" y="93"/>
                  </a:cubicBezTo>
                  <a:cubicBezTo>
                    <a:pt x="499" y="93"/>
                    <a:pt x="499" y="92"/>
                    <a:pt x="498" y="91"/>
                  </a:cubicBezTo>
                  <a:cubicBezTo>
                    <a:pt x="470" y="64"/>
                    <a:pt x="438" y="66"/>
                    <a:pt x="411" y="88"/>
                  </a:cubicBezTo>
                  <a:cubicBezTo>
                    <a:pt x="421" y="76"/>
                    <a:pt x="432" y="64"/>
                    <a:pt x="445" y="54"/>
                  </a:cubicBezTo>
                  <a:cubicBezTo>
                    <a:pt x="452" y="49"/>
                    <a:pt x="459" y="44"/>
                    <a:pt x="468" y="39"/>
                  </a:cubicBezTo>
                  <a:cubicBezTo>
                    <a:pt x="489" y="33"/>
                    <a:pt x="510" y="28"/>
                    <a:pt x="533" y="30"/>
                  </a:cubicBezTo>
                  <a:cubicBezTo>
                    <a:pt x="549" y="32"/>
                    <a:pt x="567" y="39"/>
                    <a:pt x="575" y="54"/>
                  </a:cubicBezTo>
                  <a:cubicBezTo>
                    <a:pt x="583" y="67"/>
                    <a:pt x="575" y="88"/>
                    <a:pt x="558" y="89"/>
                  </a:cubicBezTo>
                  <a:cubicBezTo>
                    <a:pt x="552" y="89"/>
                    <a:pt x="547" y="87"/>
                    <a:pt x="542" y="83"/>
                  </a:cubicBezTo>
                  <a:cubicBezTo>
                    <a:pt x="544" y="84"/>
                    <a:pt x="545" y="84"/>
                    <a:pt x="547" y="84"/>
                  </a:cubicBezTo>
                  <a:cubicBezTo>
                    <a:pt x="556" y="84"/>
                    <a:pt x="563" y="77"/>
                    <a:pt x="563" y="68"/>
                  </a:cubicBezTo>
                  <a:cubicBezTo>
                    <a:pt x="563" y="60"/>
                    <a:pt x="556" y="53"/>
                    <a:pt x="547" y="53"/>
                  </a:cubicBezTo>
                  <a:cubicBezTo>
                    <a:pt x="538" y="53"/>
                    <a:pt x="531" y="60"/>
                    <a:pt x="531" y="68"/>
                  </a:cubicBezTo>
                  <a:cubicBezTo>
                    <a:pt x="531" y="71"/>
                    <a:pt x="532" y="73"/>
                    <a:pt x="533" y="75"/>
                  </a:cubicBezTo>
                  <a:cubicBezTo>
                    <a:pt x="533" y="75"/>
                    <a:pt x="533" y="76"/>
                    <a:pt x="533" y="76"/>
                  </a:cubicBezTo>
                  <a:cubicBezTo>
                    <a:pt x="545" y="107"/>
                    <a:pt x="593" y="89"/>
                    <a:pt x="581" y="57"/>
                  </a:cubicBezTo>
                  <a:cubicBezTo>
                    <a:pt x="569" y="25"/>
                    <a:pt x="529" y="21"/>
                    <a:pt x="493" y="28"/>
                  </a:cubicBezTo>
                  <a:cubicBezTo>
                    <a:pt x="538" y="12"/>
                    <a:pt x="589" y="16"/>
                    <a:pt x="617" y="61"/>
                  </a:cubicBezTo>
                  <a:cubicBezTo>
                    <a:pt x="641" y="101"/>
                    <a:pt x="633" y="156"/>
                    <a:pt x="587" y="176"/>
                  </a:cubicBezTo>
                  <a:cubicBezTo>
                    <a:pt x="558" y="189"/>
                    <a:pt x="519" y="177"/>
                    <a:pt x="516" y="142"/>
                  </a:cubicBezTo>
                  <a:cubicBezTo>
                    <a:pt x="515" y="132"/>
                    <a:pt x="517" y="121"/>
                    <a:pt x="524" y="114"/>
                  </a:cubicBezTo>
                  <a:cubicBezTo>
                    <a:pt x="542" y="94"/>
                    <a:pt x="563" y="104"/>
                    <a:pt x="576" y="123"/>
                  </a:cubicBezTo>
                  <a:cubicBezTo>
                    <a:pt x="577" y="126"/>
                    <a:pt x="577" y="130"/>
                    <a:pt x="576" y="133"/>
                  </a:cubicBezTo>
                  <a:cubicBezTo>
                    <a:pt x="573" y="140"/>
                    <a:pt x="568" y="145"/>
                    <a:pt x="561" y="147"/>
                  </a:cubicBezTo>
                  <a:cubicBezTo>
                    <a:pt x="552" y="150"/>
                    <a:pt x="546" y="147"/>
                    <a:pt x="547" y="137"/>
                  </a:cubicBezTo>
                  <a:cubicBezTo>
                    <a:pt x="547" y="133"/>
                    <a:pt x="556" y="120"/>
                    <a:pt x="560" y="127"/>
                  </a:cubicBezTo>
                  <a:cubicBezTo>
                    <a:pt x="561" y="128"/>
                    <a:pt x="564" y="130"/>
                    <a:pt x="564" y="130"/>
                  </a:cubicBezTo>
                  <a:cubicBezTo>
                    <a:pt x="564" y="127"/>
                    <a:pt x="560" y="125"/>
                    <a:pt x="558" y="123"/>
                  </a:cubicBezTo>
                  <a:cubicBezTo>
                    <a:pt x="553" y="119"/>
                    <a:pt x="547" y="119"/>
                    <a:pt x="542" y="125"/>
                  </a:cubicBezTo>
                  <a:cubicBezTo>
                    <a:pt x="535" y="135"/>
                    <a:pt x="545" y="147"/>
                    <a:pt x="554" y="152"/>
                  </a:cubicBezTo>
                  <a:cubicBezTo>
                    <a:pt x="566" y="160"/>
                    <a:pt x="587" y="150"/>
                    <a:pt x="587" y="135"/>
                  </a:cubicBezTo>
                  <a:cubicBezTo>
                    <a:pt x="587" y="120"/>
                    <a:pt x="572" y="104"/>
                    <a:pt x="558" y="100"/>
                  </a:cubicBezTo>
                  <a:cubicBezTo>
                    <a:pt x="542" y="95"/>
                    <a:pt x="522" y="100"/>
                    <a:pt x="511" y="112"/>
                  </a:cubicBezTo>
                  <a:cubicBezTo>
                    <a:pt x="496" y="128"/>
                    <a:pt x="502" y="148"/>
                    <a:pt x="514" y="163"/>
                  </a:cubicBezTo>
                  <a:cubicBezTo>
                    <a:pt x="533" y="186"/>
                    <a:pt x="570" y="196"/>
                    <a:pt x="597" y="181"/>
                  </a:cubicBezTo>
                  <a:cubicBezTo>
                    <a:pt x="614" y="172"/>
                    <a:pt x="628" y="164"/>
                    <a:pt x="637" y="146"/>
                  </a:cubicBezTo>
                  <a:cubicBezTo>
                    <a:pt x="639" y="141"/>
                    <a:pt x="641" y="136"/>
                    <a:pt x="643" y="131"/>
                  </a:cubicBezTo>
                  <a:cubicBezTo>
                    <a:pt x="647" y="145"/>
                    <a:pt x="656" y="158"/>
                    <a:pt x="668" y="167"/>
                  </a:cubicBezTo>
                  <a:cubicBezTo>
                    <a:pt x="673" y="171"/>
                    <a:pt x="679" y="175"/>
                    <a:pt x="686" y="177"/>
                  </a:cubicBezTo>
                  <a:cubicBezTo>
                    <a:pt x="690" y="178"/>
                    <a:pt x="699" y="180"/>
                    <a:pt x="704" y="176"/>
                  </a:cubicBezTo>
                  <a:cubicBezTo>
                    <a:pt x="705" y="175"/>
                    <a:pt x="706" y="173"/>
                    <a:pt x="705" y="171"/>
                  </a:cubicBezTo>
                  <a:cubicBezTo>
                    <a:pt x="702" y="174"/>
                    <a:pt x="700" y="174"/>
                    <a:pt x="696" y="172"/>
                  </a:cubicBezTo>
                  <a:close/>
                  <a:moveTo>
                    <a:pt x="48" y="152"/>
                  </a:moveTo>
                  <a:cubicBezTo>
                    <a:pt x="41" y="160"/>
                    <a:pt x="31" y="168"/>
                    <a:pt x="20" y="172"/>
                  </a:cubicBezTo>
                  <a:cubicBezTo>
                    <a:pt x="22" y="170"/>
                    <a:pt x="23" y="168"/>
                    <a:pt x="25" y="166"/>
                  </a:cubicBezTo>
                  <a:cubicBezTo>
                    <a:pt x="25" y="165"/>
                    <a:pt x="25" y="164"/>
                    <a:pt x="24" y="163"/>
                  </a:cubicBezTo>
                  <a:cubicBezTo>
                    <a:pt x="18" y="157"/>
                    <a:pt x="43" y="149"/>
                    <a:pt x="47" y="147"/>
                  </a:cubicBezTo>
                  <a:cubicBezTo>
                    <a:pt x="51" y="145"/>
                    <a:pt x="54" y="141"/>
                    <a:pt x="57" y="138"/>
                  </a:cubicBezTo>
                  <a:cubicBezTo>
                    <a:pt x="55" y="143"/>
                    <a:pt x="52" y="147"/>
                    <a:pt x="48" y="152"/>
                  </a:cubicBezTo>
                  <a:close/>
                  <a:moveTo>
                    <a:pt x="307" y="121"/>
                  </a:moveTo>
                  <a:cubicBezTo>
                    <a:pt x="300" y="120"/>
                    <a:pt x="290" y="121"/>
                    <a:pt x="282" y="121"/>
                  </a:cubicBezTo>
                  <a:cubicBezTo>
                    <a:pt x="272" y="122"/>
                    <a:pt x="263" y="127"/>
                    <a:pt x="278" y="113"/>
                  </a:cubicBezTo>
                  <a:cubicBezTo>
                    <a:pt x="280" y="111"/>
                    <a:pt x="279" y="108"/>
                    <a:pt x="276" y="108"/>
                  </a:cubicBezTo>
                  <a:cubicBezTo>
                    <a:pt x="256" y="103"/>
                    <a:pt x="235" y="125"/>
                    <a:pt x="220" y="97"/>
                  </a:cubicBezTo>
                  <a:cubicBezTo>
                    <a:pt x="219" y="96"/>
                    <a:pt x="214" y="93"/>
                    <a:pt x="214" y="92"/>
                  </a:cubicBezTo>
                  <a:cubicBezTo>
                    <a:pt x="214" y="86"/>
                    <a:pt x="225" y="83"/>
                    <a:pt x="229" y="81"/>
                  </a:cubicBezTo>
                  <a:cubicBezTo>
                    <a:pt x="252" y="70"/>
                    <a:pt x="282" y="76"/>
                    <a:pt x="299" y="94"/>
                  </a:cubicBezTo>
                  <a:cubicBezTo>
                    <a:pt x="304" y="100"/>
                    <a:pt x="308" y="106"/>
                    <a:pt x="311" y="112"/>
                  </a:cubicBezTo>
                  <a:cubicBezTo>
                    <a:pt x="292" y="96"/>
                    <a:pt x="266" y="89"/>
                    <a:pt x="242" y="88"/>
                  </a:cubicBezTo>
                  <a:cubicBezTo>
                    <a:pt x="241" y="88"/>
                    <a:pt x="241" y="89"/>
                    <a:pt x="242" y="89"/>
                  </a:cubicBezTo>
                  <a:cubicBezTo>
                    <a:pt x="272" y="93"/>
                    <a:pt x="295" y="107"/>
                    <a:pt x="319" y="124"/>
                  </a:cubicBezTo>
                  <a:cubicBezTo>
                    <a:pt x="319" y="125"/>
                    <a:pt x="320" y="125"/>
                    <a:pt x="320" y="126"/>
                  </a:cubicBezTo>
                  <a:cubicBezTo>
                    <a:pt x="316" y="124"/>
                    <a:pt x="312" y="122"/>
                    <a:pt x="307" y="121"/>
                  </a:cubicBezTo>
                  <a:close/>
                  <a:moveTo>
                    <a:pt x="341" y="93"/>
                  </a:moveTo>
                  <a:cubicBezTo>
                    <a:pt x="342" y="84"/>
                    <a:pt x="349" y="78"/>
                    <a:pt x="353" y="70"/>
                  </a:cubicBezTo>
                  <a:cubicBezTo>
                    <a:pt x="357" y="78"/>
                    <a:pt x="363" y="84"/>
                    <a:pt x="365" y="93"/>
                  </a:cubicBezTo>
                  <a:cubicBezTo>
                    <a:pt x="367" y="101"/>
                    <a:pt x="364" y="108"/>
                    <a:pt x="361" y="115"/>
                  </a:cubicBezTo>
                  <a:cubicBezTo>
                    <a:pt x="361" y="98"/>
                    <a:pt x="358" y="90"/>
                    <a:pt x="353" y="90"/>
                  </a:cubicBezTo>
                  <a:cubicBezTo>
                    <a:pt x="348" y="90"/>
                    <a:pt x="345" y="98"/>
                    <a:pt x="345" y="115"/>
                  </a:cubicBezTo>
                  <a:cubicBezTo>
                    <a:pt x="342" y="108"/>
                    <a:pt x="339" y="101"/>
                    <a:pt x="341" y="93"/>
                  </a:cubicBezTo>
                  <a:close/>
                  <a:moveTo>
                    <a:pt x="477" y="81"/>
                  </a:moveTo>
                  <a:cubicBezTo>
                    <a:pt x="481" y="83"/>
                    <a:pt x="492" y="86"/>
                    <a:pt x="492" y="92"/>
                  </a:cubicBezTo>
                  <a:cubicBezTo>
                    <a:pt x="492" y="93"/>
                    <a:pt x="486" y="96"/>
                    <a:pt x="486" y="97"/>
                  </a:cubicBezTo>
                  <a:cubicBezTo>
                    <a:pt x="471" y="125"/>
                    <a:pt x="450" y="103"/>
                    <a:pt x="430" y="108"/>
                  </a:cubicBezTo>
                  <a:cubicBezTo>
                    <a:pt x="427" y="108"/>
                    <a:pt x="426" y="111"/>
                    <a:pt x="428" y="113"/>
                  </a:cubicBezTo>
                  <a:cubicBezTo>
                    <a:pt x="443" y="127"/>
                    <a:pt x="434" y="122"/>
                    <a:pt x="424" y="121"/>
                  </a:cubicBezTo>
                  <a:cubicBezTo>
                    <a:pt x="416" y="121"/>
                    <a:pt x="406" y="120"/>
                    <a:pt x="398" y="121"/>
                  </a:cubicBezTo>
                  <a:cubicBezTo>
                    <a:pt x="394" y="122"/>
                    <a:pt x="390" y="124"/>
                    <a:pt x="386" y="126"/>
                  </a:cubicBezTo>
                  <a:cubicBezTo>
                    <a:pt x="386" y="125"/>
                    <a:pt x="386" y="125"/>
                    <a:pt x="387" y="124"/>
                  </a:cubicBezTo>
                  <a:cubicBezTo>
                    <a:pt x="411" y="107"/>
                    <a:pt x="434" y="93"/>
                    <a:pt x="464" y="89"/>
                  </a:cubicBezTo>
                  <a:cubicBezTo>
                    <a:pt x="465" y="89"/>
                    <a:pt x="465" y="88"/>
                    <a:pt x="464" y="88"/>
                  </a:cubicBezTo>
                  <a:cubicBezTo>
                    <a:pt x="440" y="89"/>
                    <a:pt x="414" y="96"/>
                    <a:pt x="394" y="112"/>
                  </a:cubicBezTo>
                  <a:cubicBezTo>
                    <a:pt x="398" y="106"/>
                    <a:pt x="402" y="100"/>
                    <a:pt x="407" y="94"/>
                  </a:cubicBezTo>
                  <a:cubicBezTo>
                    <a:pt x="424" y="76"/>
                    <a:pt x="454" y="70"/>
                    <a:pt x="477" y="81"/>
                  </a:cubicBezTo>
                  <a:close/>
                  <a:moveTo>
                    <a:pt x="657" y="152"/>
                  </a:moveTo>
                  <a:cubicBezTo>
                    <a:pt x="654" y="147"/>
                    <a:pt x="651" y="143"/>
                    <a:pt x="649" y="138"/>
                  </a:cubicBezTo>
                  <a:cubicBezTo>
                    <a:pt x="652" y="141"/>
                    <a:pt x="655" y="145"/>
                    <a:pt x="659" y="147"/>
                  </a:cubicBezTo>
                  <a:cubicBezTo>
                    <a:pt x="663" y="149"/>
                    <a:pt x="688" y="157"/>
                    <a:pt x="681" y="163"/>
                  </a:cubicBezTo>
                  <a:cubicBezTo>
                    <a:pt x="681" y="164"/>
                    <a:pt x="680" y="165"/>
                    <a:pt x="681" y="166"/>
                  </a:cubicBezTo>
                  <a:cubicBezTo>
                    <a:pt x="683" y="168"/>
                    <a:pt x="684" y="170"/>
                    <a:pt x="686" y="172"/>
                  </a:cubicBezTo>
                  <a:cubicBezTo>
                    <a:pt x="675" y="168"/>
                    <a:pt x="664" y="160"/>
                    <a:pt x="657" y="15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27"/>
            <p:cNvSpPr/>
            <p:nvPr/>
          </p:nvSpPr>
          <p:spPr>
            <a:xfrm>
              <a:off x="6605589" y="3290888"/>
              <a:ext cx="244475" cy="150813"/>
            </a:xfrm>
            <a:custGeom>
              <a:avLst/>
              <a:gdLst/>
              <a:ahLst/>
              <a:cxnLst/>
              <a:rect l="l" t="t" r="r" b="b"/>
              <a:pathLst>
                <a:path w="184" h="114" extrusionOk="0">
                  <a:moveTo>
                    <a:pt x="70" y="10"/>
                  </a:moveTo>
                  <a:cubicBezTo>
                    <a:pt x="114" y="2"/>
                    <a:pt x="150" y="40"/>
                    <a:pt x="181" y="67"/>
                  </a:cubicBezTo>
                  <a:cubicBezTo>
                    <a:pt x="181" y="67"/>
                    <a:pt x="183" y="67"/>
                    <a:pt x="184" y="67"/>
                  </a:cubicBezTo>
                  <a:cubicBezTo>
                    <a:pt x="158" y="37"/>
                    <a:pt x="127" y="12"/>
                    <a:pt x="86" y="5"/>
                  </a:cubicBezTo>
                  <a:cubicBezTo>
                    <a:pt x="59" y="0"/>
                    <a:pt x="25" y="7"/>
                    <a:pt x="11" y="34"/>
                  </a:cubicBezTo>
                  <a:cubicBezTo>
                    <a:pt x="0" y="56"/>
                    <a:pt x="7" y="86"/>
                    <a:pt x="29" y="98"/>
                  </a:cubicBezTo>
                  <a:cubicBezTo>
                    <a:pt x="51" y="110"/>
                    <a:pt x="91" y="105"/>
                    <a:pt x="89" y="73"/>
                  </a:cubicBezTo>
                  <a:cubicBezTo>
                    <a:pt x="89" y="63"/>
                    <a:pt x="83" y="55"/>
                    <a:pt x="74" y="52"/>
                  </a:cubicBezTo>
                  <a:cubicBezTo>
                    <a:pt x="67" y="50"/>
                    <a:pt x="58" y="50"/>
                    <a:pt x="52" y="56"/>
                  </a:cubicBezTo>
                  <a:cubicBezTo>
                    <a:pt x="50" y="58"/>
                    <a:pt x="49" y="61"/>
                    <a:pt x="49" y="65"/>
                  </a:cubicBezTo>
                  <a:cubicBezTo>
                    <a:pt x="49" y="68"/>
                    <a:pt x="50" y="71"/>
                    <a:pt x="52" y="73"/>
                  </a:cubicBezTo>
                  <a:cubicBezTo>
                    <a:pt x="53" y="74"/>
                    <a:pt x="53" y="75"/>
                    <a:pt x="55" y="76"/>
                  </a:cubicBezTo>
                  <a:cubicBezTo>
                    <a:pt x="56" y="76"/>
                    <a:pt x="58" y="75"/>
                    <a:pt x="59" y="76"/>
                  </a:cubicBezTo>
                  <a:cubicBezTo>
                    <a:pt x="52" y="73"/>
                    <a:pt x="51" y="61"/>
                    <a:pt x="57" y="57"/>
                  </a:cubicBezTo>
                  <a:cubicBezTo>
                    <a:pt x="62" y="54"/>
                    <a:pt x="68" y="57"/>
                    <a:pt x="72" y="59"/>
                  </a:cubicBezTo>
                  <a:cubicBezTo>
                    <a:pt x="86" y="69"/>
                    <a:pt x="84" y="83"/>
                    <a:pt x="70" y="94"/>
                  </a:cubicBezTo>
                  <a:cubicBezTo>
                    <a:pt x="45" y="114"/>
                    <a:pt x="16" y="90"/>
                    <a:pt x="18" y="62"/>
                  </a:cubicBezTo>
                  <a:cubicBezTo>
                    <a:pt x="19" y="34"/>
                    <a:pt x="44" y="14"/>
                    <a:pt x="70" y="1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27"/>
            <p:cNvSpPr/>
            <p:nvPr/>
          </p:nvSpPr>
          <p:spPr>
            <a:xfrm>
              <a:off x="6729414" y="3343276"/>
              <a:ext cx="93663" cy="68263"/>
            </a:xfrm>
            <a:custGeom>
              <a:avLst/>
              <a:gdLst/>
              <a:ahLst/>
              <a:cxnLst/>
              <a:rect l="l" t="t" r="r" b="b"/>
              <a:pathLst>
                <a:path w="71" h="52" extrusionOk="0">
                  <a:moveTo>
                    <a:pt x="14" y="45"/>
                  </a:moveTo>
                  <a:cubicBezTo>
                    <a:pt x="15" y="45"/>
                    <a:pt x="16" y="46"/>
                    <a:pt x="17" y="46"/>
                  </a:cubicBezTo>
                  <a:cubicBezTo>
                    <a:pt x="27" y="52"/>
                    <a:pt x="39" y="46"/>
                    <a:pt x="34" y="32"/>
                  </a:cubicBezTo>
                  <a:cubicBezTo>
                    <a:pt x="34" y="31"/>
                    <a:pt x="30" y="29"/>
                    <a:pt x="30" y="29"/>
                  </a:cubicBezTo>
                  <a:cubicBezTo>
                    <a:pt x="28" y="34"/>
                    <a:pt x="23" y="43"/>
                    <a:pt x="15" y="39"/>
                  </a:cubicBezTo>
                  <a:cubicBezTo>
                    <a:pt x="11" y="36"/>
                    <a:pt x="13" y="30"/>
                    <a:pt x="15" y="26"/>
                  </a:cubicBezTo>
                  <a:cubicBezTo>
                    <a:pt x="17" y="19"/>
                    <a:pt x="22" y="14"/>
                    <a:pt x="28" y="12"/>
                  </a:cubicBezTo>
                  <a:cubicBezTo>
                    <a:pt x="35" y="10"/>
                    <a:pt x="43" y="9"/>
                    <a:pt x="50" y="11"/>
                  </a:cubicBezTo>
                  <a:cubicBezTo>
                    <a:pt x="53" y="12"/>
                    <a:pt x="56" y="13"/>
                    <a:pt x="59" y="14"/>
                  </a:cubicBezTo>
                  <a:cubicBezTo>
                    <a:pt x="63" y="16"/>
                    <a:pt x="67" y="19"/>
                    <a:pt x="71" y="21"/>
                  </a:cubicBezTo>
                  <a:cubicBezTo>
                    <a:pt x="71" y="22"/>
                    <a:pt x="70" y="21"/>
                    <a:pt x="70" y="21"/>
                  </a:cubicBezTo>
                  <a:cubicBezTo>
                    <a:pt x="61" y="14"/>
                    <a:pt x="52" y="6"/>
                    <a:pt x="40" y="3"/>
                  </a:cubicBezTo>
                  <a:cubicBezTo>
                    <a:pt x="25" y="0"/>
                    <a:pt x="7" y="7"/>
                    <a:pt x="3" y="23"/>
                  </a:cubicBezTo>
                  <a:cubicBezTo>
                    <a:pt x="0" y="33"/>
                    <a:pt x="8" y="39"/>
                    <a:pt x="14" y="4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27"/>
            <p:cNvSpPr/>
            <p:nvPr/>
          </p:nvSpPr>
          <p:spPr>
            <a:xfrm>
              <a:off x="6899276" y="3470276"/>
              <a:ext cx="106363" cy="163513"/>
            </a:xfrm>
            <a:custGeom>
              <a:avLst/>
              <a:gdLst/>
              <a:ahLst/>
              <a:cxnLst/>
              <a:rect l="l" t="t" r="r" b="b"/>
              <a:pathLst>
                <a:path w="80" h="124" extrusionOk="0">
                  <a:moveTo>
                    <a:pt x="22" y="90"/>
                  </a:moveTo>
                  <a:cubicBezTo>
                    <a:pt x="17" y="77"/>
                    <a:pt x="18" y="57"/>
                    <a:pt x="17" y="44"/>
                  </a:cubicBezTo>
                  <a:cubicBezTo>
                    <a:pt x="17" y="29"/>
                    <a:pt x="17" y="16"/>
                    <a:pt x="16" y="1"/>
                  </a:cubicBezTo>
                  <a:cubicBezTo>
                    <a:pt x="16" y="1"/>
                    <a:pt x="15" y="1"/>
                    <a:pt x="15" y="0"/>
                  </a:cubicBezTo>
                  <a:cubicBezTo>
                    <a:pt x="14" y="34"/>
                    <a:pt x="0" y="105"/>
                    <a:pt x="44" y="119"/>
                  </a:cubicBezTo>
                  <a:cubicBezTo>
                    <a:pt x="62" y="124"/>
                    <a:pt x="80" y="106"/>
                    <a:pt x="66" y="90"/>
                  </a:cubicBezTo>
                  <a:cubicBezTo>
                    <a:pt x="62" y="86"/>
                    <a:pt x="56" y="82"/>
                    <a:pt x="50" y="84"/>
                  </a:cubicBezTo>
                  <a:cubicBezTo>
                    <a:pt x="46" y="85"/>
                    <a:pt x="40" y="90"/>
                    <a:pt x="41" y="95"/>
                  </a:cubicBezTo>
                  <a:cubicBezTo>
                    <a:pt x="41" y="96"/>
                    <a:pt x="41" y="96"/>
                    <a:pt x="41" y="97"/>
                  </a:cubicBezTo>
                  <a:cubicBezTo>
                    <a:pt x="43" y="100"/>
                    <a:pt x="47" y="101"/>
                    <a:pt x="50" y="100"/>
                  </a:cubicBezTo>
                  <a:cubicBezTo>
                    <a:pt x="52" y="99"/>
                    <a:pt x="54" y="98"/>
                    <a:pt x="54" y="95"/>
                  </a:cubicBezTo>
                  <a:cubicBezTo>
                    <a:pt x="55" y="93"/>
                    <a:pt x="54" y="91"/>
                    <a:pt x="51" y="90"/>
                  </a:cubicBezTo>
                  <a:cubicBezTo>
                    <a:pt x="55" y="87"/>
                    <a:pt x="62" y="91"/>
                    <a:pt x="63" y="95"/>
                  </a:cubicBezTo>
                  <a:cubicBezTo>
                    <a:pt x="65" y="99"/>
                    <a:pt x="64" y="104"/>
                    <a:pt x="61" y="108"/>
                  </a:cubicBezTo>
                  <a:cubicBezTo>
                    <a:pt x="47" y="123"/>
                    <a:pt x="28" y="105"/>
                    <a:pt x="22" y="9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27"/>
            <p:cNvSpPr/>
            <p:nvPr/>
          </p:nvSpPr>
          <p:spPr>
            <a:xfrm>
              <a:off x="6221413" y="3267075"/>
              <a:ext cx="415925" cy="327025"/>
            </a:xfrm>
            <a:custGeom>
              <a:avLst/>
              <a:gdLst/>
              <a:ahLst/>
              <a:cxnLst/>
              <a:rect l="l" t="t" r="r" b="b"/>
              <a:pathLst>
                <a:path w="314" h="247" extrusionOk="0">
                  <a:moveTo>
                    <a:pt x="153" y="80"/>
                  </a:moveTo>
                  <a:cubicBezTo>
                    <a:pt x="152" y="81"/>
                    <a:pt x="151" y="82"/>
                    <a:pt x="150" y="83"/>
                  </a:cubicBezTo>
                  <a:cubicBezTo>
                    <a:pt x="126" y="120"/>
                    <a:pt x="106" y="208"/>
                    <a:pt x="150" y="237"/>
                  </a:cubicBezTo>
                  <a:cubicBezTo>
                    <a:pt x="147" y="239"/>
                    <a:pt x="144" y="240"/>
                    <a:pt x="140" y="241"/>
                  </a:cubicBezTo>
                  <a:cubicBezTo>
                    <a:pt x="126" y="243"/>
                    <a:pt x="110" y="235"/>
                    <a:pt x="107" y="221"/>
                  </a:cubicBezTo>
                  <a:cubicBezTo>
                    <a:pt x="106" y="215"/>
                    <a:pt x="107" y="209"/>
                    <a:pt x="110" y="204"/>
                  </a:cubicBezTo>
                  <a:cubicBezTo>
                    <a:pt x="113" y="200"/>
                    <a:pt x="119" y="197"/>
                    <a:pt x="125" y="197"/>
                  </a:cubicBezTo>
                  <a:cubicBezTo>
                    <a:pt x="115" y="192"/>
                    <a:pt x="102" y="198"/>
                    <a:pt x="98" y="208"/>
                  </a:cubicBezTo>
                  <a:cubicBezTo>
                    <a:pt x="94" y="218"/>
                    <a:pt x="98" y="230"/>
                    <a:pt x="106" y="238"/>
                  </a:cubicBezTo>
                  <a:cubicBezTo>
                    <a:pt x="114" y="245"/>
                    <a:pt x="126" y="247"/>
                    <a:pt x="136" y="246"/>
                  </a:cubicBezTo>
                  <a:cubicBezTo>
                    <a:pt x="144" y="245"/>
                    <a:pt x="151" y="244"/>
                    <a:pt x="157" y="241"/>
                  </a:cubicBezTo>
                  <a:cubicBezTo>
                    <a:pt x="163" y="244"/>
                    <a:pt x="170" y="245"/>
                    <a:pt x="178" y="246"/>
                  </a:cubicBezTo>
                  <a:cubicBezTo>
                    <a:pt x="188" y="247"/>
                    <a:pt x="200" y="245"/>
                    <a:pt x="208" y="238"/>
                  </a:cubicBezTo>
                  <a:cubicBezTo>
                    <a:pt x="216" y="230"/>
                    <a:pt x="220" y="218"/>
                    <a:pt x="215" y="208"/>
                  </a:cubicBezTo>
                  <a:cubicBezTo>
                    <a:pt x="211" y="198"/>
                    <a:pt x="199" y="192"/>
                    <a:pt x="189" y="197"/>
                  </a:cubicBezTo>
                  <a:cubicBezTo>
                    <a:pt x="195" y="197"/>
                    <a:pt x="201" y="200"/>
                    <a:pt x="204" y="204"/>
                  </a:cubicBezTo>
                  <a:cubicBezTo>
                    <a:pt x="207" y="209"/>
                    <a:pt x="208" y="215"/>
                    <a:pt x="207" y="221"/>
                  </a:cubicBezTo>
                  <a:cubicBezTo>
                    <a:pt x="204" y="235"/>
                    <a:pt x="188" y="243"/>
                    <a:pt x="174" y="241"/>
                  </a:cubicBezTo>
                  <a:cubicBezTo>
                    <a:pt x="170" y="240"/>
                    <a:pt x="167" y="239"/>
                    <a:pt x="163" y="237"/>
                  </a:cubicBezTo>
                  <a:cubicBezTo>
                    <a:pt x="208" y="208"/>
                    <a:pt x="188" y="120"/>
                    <a:pt x="164" y="83"/>
                  </a:cubicBezTo>
                  <a:cubicBezTo>
                    <a:pt x="163" y="82"/>
                    <a:pt x="162" y="81"/>
                    <a:pt x="161" y="80"/>
                  </a:cubicBezTo>
                  <a:cubicBezTo>
                    <a:pt x="196" y="31"/>
                    <a:pt x="254" y="4"/>
                    <a:pt x="314" y="0"/>
                  </a:cubicBezTo>
                  <a:cubicBezTo>
                    <a:pt x="314" y="0"/>
                    <a:pt x="313" y="0"/>
                    <a:pt x="313" y="0"/>
                  </a:cubicBezTo>
                  <a:cubicBezTo>
                    <a:pt x="253" y="0"/>
                    <a:pt x="194" y="25"/>
                    <a:pt x="157" y="73"/>
                  </a:cubicBezTo>
                  <a:cubicBezTo>
                    <a:pt x="120" y="25"/>
                    <a:pt x="61" y="0"/>
                    <a:pt x="1" y="0"/>
                  </a:cubicBezTo>
                  <a:cubicBezTo>
                    <a:pt x="1" y="0"/>
                    <a:pt x="0" y="0"/>
                    <a:pt x="0" y="0"/>
                  </a:cubicBezTo>
                  <a:cubicBezTo>
                    <a:pt x="60" y="4"/>
                    <a:pt x="118" y="31"/>
                    <a:pt x="153" y="80"/>
                  </a:cubicBezTo>
                  <a:close/>
                  <a:moveTo>
                    <a:pt x="167" y="105"/>
                  </a:moveTo>
                  <a:cubicBezTo>
                    <a:pt x="183" y="138"/>
                    <a:pt x="189" y="181"/>
                    <a:pt x="172" y="215"/>
                  </a:cubicBezTo>
                  <a:cubicBezTo>
                    <a:pt x="168" y="222"/>
                    <a:pt x="163" y="228"/>
                    <a:pt x="157" y="233"/>
                  </a:cubicBezTo>
                  <a:cubicBezTo>
                    <a:pt x="151" y="228"/>
                    <a:pt x="146" y="222"/>
                    <a:pt x="142" y="215"/>
                  </a:cubicBezTo>
                  <a:cubicBezTo>
                    <a:pt x="125" y="181"/>
                    <a:pt x="131" y="138"/>
                    <a:pt x="146" y="105"/>
                  </a:cubicBezTo>
                  <a:cubicBezTo>
                    <a:pt x="150" y="98"/>
                    <a:pt x="153" y="92"/>
                    <a:pt x="157" y="86"/>
                  </a:cubicBezTo>
                  <a:cubicBezTo>
                    <a:pt x="161" y="92"/>
                    <a:pt x="164" y="98"/>
                    <a:pt x="167" y="10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27"/>
            <p:cNvSpPr/>
            <p:nvPr/>
          </p:nvSpPr>
          <p:spPr>
            <a:xfrm>
              <a:off x="6403976" y="3417888"/>
              <a:ext cx="49213" cy="122238"/>
            </a:xfrm>
            <a:custGeom>
              <a:avLst/>
              <a:gdLst/>
              <a:ahLst/>
              <a:cxnLst/>
              <a:rect l="l" t="t" r="r" b="b"/>
              <a:pathLst>
                <a:path w="37" h="92" extrusionOk="0">
                  <a:moveTo>
                    <a:pt x="19" y="92"/>
                  </a:moveTo>
                  <a:cubicBezTo>
                    <a:pt x="29" y="92"/>
                    <a:pt x="37" y="76"/>
                    <a:pt x="37" y="49"/>
                  </a:cubicBezTo>
                  <a:cubicBezTo>
                    <a:pt x="37" y="22"/>
                    <a:pt x="19" y="0"/>
                    <a:pt x="19" y="0"/>
                  </a:cubicBezTo>
                  <a:cubicBezTo>
                    <a:pt x="19" y="0"/>
                    <a:pt x="0" y="22"/>
                    <a:pt x="0" y="49"/>
                  </a:cubicBezTo>
                  <a:cubicBezTo>
                    <a:pt x="0" y="76"/>
                    <a:pt x="9" y="92"/>
                    <a:pt x="19" y="9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27"/>
            <p:cNvSpPr/>
            <p:nvPr/>
          </p:nvSpPr>
          <p:spPr>
            <a:xfrm>
              <a:off x="6421438" y="3319463"/>
              <a:ext cx="15875" cy="33338"/>
            </a:xfrm>
            <a:custGeom>
              <a:avLst/>
              <a:gdLst/>
              <a:ahLst/>
              <a:cxnLst/>
              <a:rect l="l" t="t" r="r" b="b"/>
              <a:pathLst>
                <a:path w="12" h="26" extrusionOk="0">
                  <a:moveTo>
                    <a:pt x="6" y="26"/>
                  </a:moveTo>
                  <a:cubicBezTo>
                    <a:pt x="11" y="24"/>
                    <a:pt x="12" y="15"/>
                    <a:pt x="12" y="11"/>
                  </a:cubicBezTo>
                  <a:cubicBezTo>
                    <a:pt x="11" y="6"/>
                    <a:pt x="9" y="3"/>
                    <a:pt x="6" y="0"/>
                  </a:cubicBezTo>
                  <a:cubicBezTo>
                    <a:pt x="3" y="3"/>
                    <a:pt x="1" y="6"/>
                    <a:pt x="0" y="11"/>
                  </a:cubicBezTo>
                  <a:cubicBezTo>
                    <a:pt x="0" y="15"/>
                    <a:pt x="1" y="24"/>
                    <a:pt x="6" y="2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27"/>
            <p:cNvSpPr/>
            <p:nvPr/>
          </p:nvSpPr>
          <p:spPr>
            <a:xfrm>
              <a:off x="6435726" y="3281363"/>
              <a:ext cx="90488" cy="65088"/>
            </a:xfrm>
            <a:custGeom>
              <a:avLst/>
              <a:gdLst/>
              <a:ahLst/>
              <a:cxnLst/>
              <a:rect l="l" t="t" r="r" b="b"/>
              <a:pathLst>
                <a:path w="68" h="50" extrusionOk="0">
                  <a:moveTo>
                    <a:pt x="3" y="49"/>
                  </a:moveTo>
                  <a:cubicBezTo>
                    <a:pt x="11" y="42"/>
                    <a:pt x="17" y="32"/>
                    <a:pt x="25" y="24"/>
                  </a:cubicBezTo>
                  <a:cubicBezTo>
                    <a:pt x="37" y="13"/>
                    <a:pt x="49" y="6"/>
                    <a:pt x="65" y="1"/>
                  </a:cubicBezTo>
                  <a:cubicBezTo>
                    <a:pt x="65" y="1"/>
                    <a:pt x="68" y="0"/>
                    <a:pt x="67" y="0"/>
                  </a:cubicBezTo>
                  <a:cubicBezTo>
                    <a:pt x="57" y="3"/>
                    <a:pt x="47" y="7"/>
                    <a:pt x="38" y="12"/>
                  </a:cubicBezTo>
                  <a:cubicBezTo>
                    <a:pt x="29" y="16"/>
                    <a:pt x="20" y="22"/>
                    <a:pt x="13" y="30"/>
                  </a:cubicBezTo>
                  <a:cubicBezTo>
                    <a:pt x="9" y="34"/>
                    <a:pt x="0" y="43"/>
                    <a:pt x="1" y="50"/>
                  </a:cubicBezTo>
                  <a:cubicBezTo>
                    <a:pt x="1" y="50"/>
                    <a:pt x="3" y="49"/>
                    <a:pt x="3" y="4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 name="Google Shape;203;p27"/>
            <p:cNvSpPr/>
            <p:nvPr/>
          </p:nvSpPr>
          <p:spPr>
            <a:xfrm>
              <a:off x="6332538" y="3281363"/>
              <a:ext cx="90488" cy="65088"/>
            </a:xfrm>
            <a:custGeom>
              <a:avLst/>
              <a:gdLst/>
              <a:ahLst/>
              <a:cxnLst/>
              <a:rect l="l" t="t" r="r" b="b"/>
              <a:pathLst>
                <a:path w="68" h="50" extrusionOk="0">
                  <a:moveTo>
                    <a:pt x="43" y="24"/>
                  </a:moveTo>
                  <a:cubicBezTo>
                    <a:pt x="51" y="32"/>
                    <a:pt x="57" y="42"/>
                    <a:pt x="65" y="49"/>
                  </a:cubicBezTo>
                  <a:cubicBezTo>
                    <a:pt x="65" y="49"/>
                    <a:pt x="66" y="50"/>
                    <a:pt x="66" y="50"/>
                  </a:cubicBezTo>
                  <a:cubicBezTo>
                    <a:pt x="68" y="43"/>
                    <a:pt x="59" y="34"/>
                    <a:pt x="55" y="30"/>
                  </a:cubicBezTo>
                  <a:cubicBezTo>
                    <a:pt x="48" y="22"/>
                    <a:pt x="39" y="16"/>
                    <a:pt x="30" y="12"/>
                  </a:cubicBezTo>
                  <a:cubicBezTo>
                    <a:pt x="20" y="7"/>
                    <a:pt x="11" y="3"/>
                    <a:pt x="0" y="0"/>
                  </a:cubicBezTo>
                  <a:cubicBezTo>
                    <a:pt x="0" y="0"/>
                    <a:pt x="2" y="1"/>
                    <a:pt x="3" y="1"/>
                  </a:cubicBezTo>
                  <a:cubicBezTo>
                    <a:pt x="19" y="6"/>
                    <a:pt x="31" y="13"/>
                    <a:pt x="43" y="2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 name="Google Shape;204;p27"/>
            <p:cNvSpPr/>
            <p:nvPr/>
          </p:nvSpPr>
          <p:spPr>
            <a:xfrm>
              <a:off x="6403976" y="3249613"/>
              <a:ext cx="50800" cy="87313"/>
            </a:xfrm>
            <a:custGeom>
              <a:avLst/>
              <a:gdLst/>
              <a:ahLst/>
              <a:cxnLst/>
              <a:rect l="l" t="t" r="r" b="b"/>
              <a:pathLst>
                <a:path w="38" h="66" extrusionOk="0">
                  <a:moveTo>
                    <a:pt x="33" y="34"/>
                  </a:moveTo>
                  <a:cubicBezTo>
                    <a:pt x="31" y="28"/>
                    <a:pt x="28" y="23"/>
                    <a:pt x="25" y="17"/>
                  </a:cubicBezTo>
                  <a:cubicBezTo>
                    <a:pt x="22" y="12"/>
                    <a:pt x="21" y="6"/>
                    <a:pt x="19" y="0"/>
                  </a:cubicBezTo>
                  <a:cubicBezTo>
                    <a:pt x="17" y="6"/>
                    <a:pt x="16" y="12"/>
                    <a:pt x="13" y="17"/>
                  </a:cubicBezTo>
                  <a:cubicBezTo>
                    <a:pt x="10" y="23"/>
                    <a:pt x="7" y="28"/>
                    <a:pt x="4" y="34"/>
                  </a:cubicBezTo>
                  <a:cubicBezTo>
                    <a:pt x="0" y="47"/>
                    <a:pt x="2" y="61"/>
                    <a:pt x="16" y="65"/>
                  </a:cubicBezTo>
                  <a:cubicBezTo>
                    <a:pt x="17" y="66"/>
                    <a:pt x="18" y="65"/>
                    <a:pt x="19" y="64"/>
                  </a:cubicBezTo>
                  <a:cubicBezTo>
                    <a:pt x="20" y="65"/>
                    <a:pt x="21" y="66"/>
                    <a:pt x="22" y="65"/>
                  </a:cubicBezTo>
                  <a:cubicBezTo>
                    <a:pt x="36" y="61"/>
                    <a:pt x="38" y="47"/>
                    <a:pt x="33" y="34"/>
                  </a:cubicBezTo>
                  <a:close/>
                  <a:moveTo>
                    <a:pt x="19" y="64"/>
                  </a:moveTo>
                  <a:cubicBezTo>
                    <a:pt x="9" y="55"/>
                    <a:pt x="7" y="44"/>
                    <a:pt x="12" y="32"/>
                  </a:cubicBezTo>
                  <a:cubicBezTo>
                    <a:pt x="14" y="28"/>
                    <a:pt x="16" y="24"/>
                    <a:pt x="19" y="19"/>
                  </a:cubicBezTo>
                  <a:cubicBezTo>
                    <a:pt x="21" y="24"/>
                    <a:pt x="24" y="28"/>
                    <a:pt x="26" y="32"/>
                  </a:cubicBezTo>
                  <a:cubicBezTo>
                    <a:pt x="31" y="44"/>
                    <a:pt x="29" y="55"/>
                    <a:pt x="19" y="6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27"/>
            <p:cNvSpPr/>
            <p:nvPr/>
          </p:nvSpPr>
          <p:spPr>
            <a:xfrm>
              <a:off x="5489576" y="3756025"/>
              <a:ext cx="1879600" cy="12700"/>
            </a:xfrm>
            <a:custGeom>
              <a:avLst/>
              <a:gdLst/>
              <a:ahLst/>
              <a:cxnLst/>
              <a:rect l="l" t="t" r="r" b="b"/>
              <a:pathLst>
                <a:path w="1422" h="10" extrusionOk="0">
                  <a:moveTo>
                    <a:pt x="1417" y="10"/>
                  </a:moveTo>
                  <a:cubicBezTo>
                    <a:pt x="5" y="10"/>
                    <a:pt x="5" y="10"/>
                    <a:pt x="5" y="10"/>
                  </a:cubicBezTo>
                  <a:cubicBezTo>
                    <a:pt x="2" y="10"/>
                    <a:pt x="0" y="8"/>
                    <a:pt x="0" y="5"/>
                  </a:cubicBezTo>
                  <a:cubicBezTo>
                    <a:pt x="0" y="2"/>
                    <a:pt x="2" y="0"/>
                    <a:pt x="5" y="0"/>
                  </a:cubicBezTo>
                  <a:cubicBezTo>
                    <a:pt x="1417" y="0"/>
                    <a:pt x="1417" y="0"/>
                    <a:pt x="1417" y="0"/>
                  </a:cubicBezTo>
                  <a:cubicBezTo>
                    <a:pt x="1420" y="0"/>
                    <a:pt x="1422" y="2"/>
                    <a:pt x="1422" y="5"/>
                  </a:cubicBezTo>
                  <a:cubicBezTo>
                    <a:pt x="1422" y="8"/>
                    <a:pt x="1420" y="10"/>
                    <a:pt x="1417" y="1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6" name="Google Shape;206;p27"/>
          <p:cNvGrpSpPr/>
          <p:nvPr/>
        </p:nvGrpSpPr>
        <p:grpSpPr>
          <a:xfrm rot="-5400000">
            <a:off x="-414468" y="2283032"/>
            <a:ext cx="1879600" cy="523876"/>
            <a:chOff x="5489576" y="4064000"/>
            <a:chExt cx="1879600" cy="523876"/>
          </a:xfrm>
        </p:grpSpPr>
        <p:sp>
          <p:nvSpPr>
            <p:cNvPr id="207" name="Google Shape;207;p27"/>
            <p:cNvSpPr/>
            <p:nvPr/>
          </p:nvSpPr>
          <p:spPr>
            <a:xfrm>
              <a:off x="6442076" y="4070350"/>
              <a:ext cx="825501" cy="492125"/>
            </a:xfrm>
            <a:custGeom>
              <a:avLst/>
              <a:gdLst/>
              <a:ahLst/>
              <a:cxnLst/>
              <a:rect l="l" t="t" r="r" b="b"/>
              <a:pathLst>
                <a:path w="624" h="372" extrusionOk="0">
                  <a:moveTo>
                    <a:pt x="338" y="144"/>
                  </a:moveTo>
                  <a:cubicBezTo>
                    <a:pt x="332" y="128"/>
                    <a:pt x="311" y="117"/>
                    <a:pt x="290" y="124"/>
                  </a:cubicBezTo>
                  <a:cubicBezTo>
                    <a:pt x="274" y="129"/>
                    <a:pt x="263" y="139"/>
                    <a:pt x="252" y="150"/>
                  </a:cubicBezTo>
                  <a:cubicBezTo>
                    <a:pt x="230" y="173"/>
                    <a:pt x="216" y="192"/>
                    <a:pt x="180" y="193"/>
                  </a:cubicBezTo>
                  <a:cubicBezTo>
                    <a:pt x="158" y="193"/>
                    <a:pt x="139" y="186"/>
                    <a:pt x="119" y="176"/>
                  </a:cubicBezTo>
                  <a:cubicBezTo>
                    <a:pt x="119" y="176"/>
                    <a:pt x="117" y="177"/>
                    <a:pt x="117" y="177"/>
                  </a:cubicBezTo>
                  <a:cubicBezTo>
                    <a:pt x="145" y="201"/>
                    <a:pt x="186" y="200"/>
                    <a:pt x="218" y="184"/>
                  </a:cubicBezTo>
                  <a:cubicBezTo>
                    <a:pt x="248" y="169"/>
                    <a:pt x="271" y="118"/>
                    <a:pt x="309" y="125"/>
                  </a:cubicBezTo>
                  <a:cubicBezTo>
                    <a:pt x="325" y="128"/>
                    <a:pt x="332" y="151"/>
                    <a:pt x="326" y="165"/>
                  </a:cubicBezTo>
                  <a:cubicBezTo>
                    <a:pt x="321" y="175"/>
                    <a:pt x="301" y="185"/>
                    <a:pt x="290" y="181"/>
                  </a:cubicBezTo>
                  <a:cubicBezTo>
                    <a:pt x="280" y="177"/>
                    <a:pt x="278" y="152"/>
                    <a:pt x="294" y="152"/>
                  </a:cubicBezTo>
                  <a:cubicBezTo>
                    <a:pt x="296" y="152"/>
                    <a:pt x="300" y="149"/>
                    <a:pt x="302" y="149"/>
                  </a:cubicBezTo>
                  <a:cubicBezTo>
                    <a:pt x="286" y="144"/>
                    <a:pt x="263" y="159"/>
                    <a:pt x="270" y="177"/>
                  </a:cubicBezTo>
                  <a:cubicBezTo>
                    <a:pt x="280" y="199"/>
                    <a:pt x="314" y="190"/>
                    <a:pt x="327" y="177"/>
                  </a:cubicBezTo>
                  <a:cubicBezTo>
                    <a:pt x="334" y="171"/>
                    <a:pt x="337" y="164"/>
                    <a:pt x="338" y="158"/>
                  </a:cubicBezTo>
                  <a:cubicBezTo>
                    <a:pt x="340" y="188"/>
                    <a:pt x="345" y="217"/>
                    <a:pt x="337" y="247"/>
                  </a:cubicBezTo>
                  <a:cubicBezTo>
                    <a:pt x="337" y="249"/>
                    <a:pt x="336" y="250"/>
                    <a:pt x="335" y="252"/>
                  </a:cubicBezTo>
                  <a:cubicBezTo>
                    <a:pt x="333" y="254"/>
                    <a:pt x="329" y="256"/>
                    <a:pt x="326" y="255"/>
                  </a:cubicBezTo>
                  <a:cubicBezTo>
                    <a:pt x="323" y="255"/>
                    <a:pt x="321" y="254"/>
                    <a:pt x="319" y="252"/>
                  </a:cubicBezTo>
                  <a:cubicBezTo>
                    <a:pt x="316" y="250"/>
                    <a:pt x="314" y="251"/>
                    <a:pt x="311" y="253"/>
                  </a:cubicBezTo>
                  <a:cubicBezTo>
                    <a:pt x="306" y="256"/>
                    <a:pt x="301" y="259"/>
                    <a:pt x="294" y="258"/>
                  </a:cubicBezTo>
                  <a:cubicBezTo>
                    <a:pt x="286" y="257"/>
                    <a:pt x="283" y="249"/>
                    <a:pt x="281" y="243"/>
                  </a:cubicBezTo>
                  <a:cubicBezTo>
                    <a:pt x="282" y="242"/>
                    <a:pt x="283" y="241"/>
                    <a:pt x="284" y="240"/>
                  </a:cubicBezTo>
                  <a:cubicBezTo>
                    <a:pt x="285" y="239"/>
                    <a:pt x="287" y="239"/>
                    <a:pt x="289" y="239"/>
                  </a:cubicBezTo>
                  <a:cubicBezTo>
                    <a:pt x="292" y="240"/>
                    <a:pt x="295" y="245"/>
                    <a:pt x="290" y="247"/>
                  </a:cubicBezTo>
                  <a:cubicBezTo>
                    <a:pt x="290" y="247"/>
                    <a:pt x="290" y="248"/>
                    <a:pt x="290" y="248"/>
                  </a:cubicBezTo>
                  <a:cubicBezTo>
                    <a:pt x="297" y="246"/>
                    <a:pt x="295" y="238"/>
                    <a:pt x="289" y="236"/>
                  </a:cubicBezTo>
                  <a:cubicBezTo>
                    <a:pt x="289" y="236"/>
                    <a:pt x="288" y="236"/>
                    <a:pt x="287" y="236"/>
                  </a:cubicBezTo>
                  <a:cubicBezTo>
                    <a:pt x="298" y="232"/>
                    <a:pt x="303" y="212"/>
                    <a:pt x="290" y="202"/>
                  </a:cubicBezTo>
                  <a:cubicBezTo>
                    <a:pt x="264" y="180"/>
                    <a:pt x="238" y="214"/>
                    <a:pt x="241" y="239"/>
                  </a:cubicBezTo>
                  <a:cubicBezTo>
                    <a:pt x="245" y="271"/>
                    <a:pt x="273" y="299"/>
                    <a:pt x="305" y="285"/>
                  </a:cubicBezTo>
                  <a:cubicBezTo>
                    <a:pt x="315" y="280"/>
                    <a:pt x="324" y="274"/>
                    <a:pt x="330" y="266"/>
                  </a:cubicBezTo>
                  <a:cubicBezTo>
                    <a:pt x="301" y="331"/>
                    <a:pt x="220" y="370"/>
                    <a:pt x="153" y="367"/>
                  </a:cubicBezTo>
                  <a:cubicBezTo>
                    <a:pt x="131" y="367"/>
                    <a:pt x="108" y="361"/>
                    <a:pt x="88" y="350"/>
                  </a:cubicBezTo>
                  <a:cubicBezTo>
                    <a:pt x="87" y="349"/>
                    <a:pt x="87" y="349"/>
                    <a:pt x="86" y="348"/>
                  </a:cubicBezTo>
                  <a:cubicBezTo>
                    <a:pt x="79" y="340"/>
                    <a:pt x="75" y="330"/>
                    <a:pt x="76" y="319"/>
                  </a:cubicBezTo>
                  <a:cubicBezTo>
                    <a:pt x="77" y="314"/>
                    <a:pt x="78" y="309"/>
                    <a:pt x="80" y="304"/>
                  </a:cubicBezTo>
                  <a:cubicBezTo>
                    <a:pt x="83" y="298"/>
                    <a:pt x="86" y="295"/>
                    <a:pt x="90" y="290"/>
                  </a:cubicBezTo>
                  <a:cubicBezTo>
                    <a:pt x="91" y="289"/>
                    <a:pt x="92" y="288"/>
                    <a:pt x="92" y="287"/>
                  </a:cubicBezTo>
                  <a:cubicBezTo>
                    <a:pt x="91" y="285"/>
                    <a:pt x="87" y="285"/>
                    <a:pt x="85" y="283"/>
                  </a:cubicBezTo>
                  <a:cubicBezTo>
                    <a:pt x="83" y="281"/>
                    <a:pt x="80" y="279"/>
                    <a:pt x="76" y="280"/>
                  </a:cubicBezTo>
                  <a:cubicBezTo>
                    <a:pt x="75" y="280"/>
                    <a:pt x="75" y="280"/>
                    <a:pt x="74" y="280"/>
                  </a:cubicBezTo>
                  <a:cubicBezTo>
                    <a:pt x="77" y="277"/>
                    <a:pt x="78" y="273"/>
                    <a:pt x="79" y="270"/>
                  </a:cubicBezTo>
                  <a:cubicBezTo>
                    <a:pt x="82" y="260"/>
                    <a:pt x="73" y="250"/>
                    <a:pt x="77" y="240"/>
                  </a:cubicBezTo>
                  <a:cubicBezTo>
                    <a:pt x="78" y="240"/>
                    <a:pt x="77" y="239"/>
                    <a:pt x="76" y="239"/>
                  </a:cubicBezTo>
                  <a:cubicBezTo>
                    <a:pt x="74" y="239"/>
                    <a:pt x="72" y="240"/>
                    <a:pt x="71" y="242"/>
                  </a:cubicBezTo>
                  <a:cubicBezTo>
                    <a:pt x="53" y="252"/>
                    <a:pt x="41" y="274"/>
                    <a:pt x="39" y="296"/>
                  </a:cubicBezTo>
                  <a:cubicBezTo>
                    <a:pt x="37" y="266"/>
                    <a:pt x="40" y="226"/>
                    <a:pt x="69" y="216"/>
                  </a:cubicBezTo>
                  <a:cubicBezTo>
                    <a:pt x="81" y="211"/>
                    <a:pt x="95" y="214"/>
                    <a:pt x="102" y="226"/>
                  </a:cubicBezTo>
                  <a:cubicBezTo>
                    <a:pt x="103" y="229"/>
                    <a:pt x="107" y="237"/>
                    <a:pt x="104" y="240"/>
                  </a:cubicBezTo>
                  <a:cubicBezTo>
                    <a:pt x="103" y="243"/>
                    <a:pt x="100" y="246"/>
                    <a:pt x="97" y="244"/>
                  </a:cubicBezTo>
                  <a:cubicBezTo>
                    <a:pt x="94" y="242"/>
                    <a:pt x="93" y="238"/>
                    <a:pt x="95" y="235"/>
                  </a:cubicBezTo>
                  <a:cubicBezTo>
                    <a:pt x="95" y="235"/>
                    <a:pt x="90" y="235"/>
                    <a:pt x="89" y="236"/>
                  </a:cubicBezTo>
                  <a:cubicBezTo>
                    <a:pt x="88" y="238"/>
                    <a:pt x="87" y="240"/>
                    <a:pt x="87" y="242"/>
                  </a:cubicBezTo>
                  <a:cubicBezTo>
                    <a:pt x="86" y="244"/>
                    <a:pt x="86" y="247"/>
                    <a:pt x="89" y="249"/>
                  </a:cubicBezTo>
                  <a:cubicBezTo>
                    <a:pt x="94" y="252"/>
                    <a:pt x="102" y="248"/>
                    <a:pt x="105" y="244"/>
                  </a:cubicBezTo>
                  <a:cubicBezTo>
                    <a:pt x="124" y="225"/>
                    <a:pt x="100" y="201"/>
                    <a:pt x="77" y="208"/>
                  </a:cubicBezTo>
                  <a:cubicBezTo>
                    <a:pt x="53" y="215"/>
                    <a:pt x="34" y="245"/>
                    <a:pt x="31" y="273"/>
                  </a:cubicBezTo>
                  <a:cubicBezTo>
                    <a:pt x="31" y="267"/>
                    <a:pt x="31" y="261"/>
                    <a:pt x="32" y="255"/>
                  </a:cubicBezTo>
                  <a:cubicBezTo>
                    <a:pt x="37" y="220"/>
                    <a:pt x="69" y="182"/>
                    <a:pt x="107" y="196"/>
                  </a:cubicBezTo>
                  <a:cubicBezTo>
                    <a:pt x="121" y="201"/>
                    <a:pt x="131" y="217"/>
                    <a:pt x="135" y="230"/>
                  </a:cubicBezTo>
                  <a:cubicBezTo>
                    <a:pt x="137" y="238"/>
                    <a:pt x="138" y="247"/>
                    <a:pt x="133" y="254"/>
                  </a:cubicBezTo>
                  <a:cubicBezTo>
                    <a:pt x="131" y="257"/>
                    <a:pt x="128" y="259"/>
                    <a:pt x="124" y="261"/>
                  </a:cubicBezTo>
                  <a:cubicBezTo>
                    <a:pt x="121" y="262"/>
                    <a:pt x="119" y="262"/>
                    <a:pt x="116" y="263"/>
                  </a:cubicBezTo>
                  <a:cubicBezTo>
                    <a:pt x="114" y="263"/>
                    <a:pt x="112" y="263"/>
                    <a:pt x="109" y="263"/>
                  </a:cubicBezTo>
                  <a:cubicBezTo>
                    <a:pt x="109" y="263"/>
                    <a:pt x="105" y="263"/>
                    <a:pt x="105" y="263"/>
                  </a:cubicBezTo>
                  <a:cubicBezTo>
                    <a:pt x="110" y="266"/>
                    <a:pt x="116" y="265"/>
                    <a:pt x="122" y="263"/>
                  </a:cubicBezTo>
                  <a:cubicBezTo>
                    <a:pt x="127" y="262"/>
                    <a:pt x="132" y="259"/>
                    <a:pt x="137" y="255"/>
                  </a:cubicBezTo>
                  <a:cubicBezTo>
                    <a:pt x="144" y="249"/>
                    <a:pt x="148" y="243"/>
                    <a:pt x="150" y="237"/>
                  </a:cubicBezTo>
                  <a:cubicBezTo>
                    <a:pt x="149" y="238"/>
                    <a:pt x="165" y="244"/>
                    <a:pt x="167" y="244"/>
                  </a:cubicBezTo>
                  <a:cubicBezTo>
                    <a:pt x="173" y="246"/>
                    <a:pt x="179" y="247"/>
                    <a:pt x="186" y="247"/>
                  </a:cubicBezTo>
                  <a:cubicBezTo>
                    <a:pt x="197" y="247"/>
                    <a:pt x="209" y="245"/>
                    <a:pt x="218" y="238"/>
                  </a:cubicBezTo>
                  <a:cubicBezTo>
                    <a:pt x="222" y="234"/>
                    <a:pt x="225" y="229"/>
                    <a:pt x="227" y="223"/>
                  </a:cubicBezTo>
                  <a:cubicBezTo>
                    <a:pt x="227" y="220"/>
                    <a:pt x="228" y="216"/>
                    <a:pt x="227" y="212"/>
                  </a:cubicBezTo>
                  <a:cubicBezTo>
                    <a:pt x="225" y="205"/>
                    <a:pt x="217" y="197"/>
                    <a:pt x="210" y="197"/>
                  </a:cubicBezTo>
                  <a:cubicBezTo>
                    <a:pt x="202" y="197"/>
                    <a:pt x="195" y="204"/>
                    <a:pt x="195" y="212"/>
                  </a:cubicBezTo>
                  <a:cubicBezTo>
                    <a:pt x="195" y="220"/>
                    <a:pt x="202" y="226"/>
                    <a:pt x="210" y="226"/>
                  </a:cubicBezTo>
                  <a:cubicBezTo>
                    <a:pt x="216" y="226"/>
                    <a:pt x="221" y="223"/>
                    <a:pt x="223" y="217"/>
                  </a:cubicBezTo>
                  <a:cubicBezTo>
                    <a:pt x="219" y="241"/>
                    <a:pt x="193" y="249"/>
                    <a:pt x="170" y="243"/>
                  </a:cubicBezTo>
                  <a:cubicBezTo>
                    <a:pt x="163" y="241"/>
                    <a:pt x="156" y="238"/>
                    <a:pt x="150" y="234"/>
                  </a:cubicBezTo>
                  <a:cubicBezTo>
                    <a:pt x="155" y="207"/>
                    <a:pt x="115" y="184"/>
                    <a:pt x="86" y="190"/>
                  </a:cubicBezTo>
                  <a:cubicBezTo>
                    <a:pt x="11" y="205"/>
                    <a:pt x="0" y="297"/>
                    <a:pt x="57" y="343"/>
                  </a:cubicBezTo>
                  <a:cubicBezTo>
                    <a:pt x="63" y="347"/>
                    <a:pt x="69" y="351"/>
                    <a:pt x="75" y="355"/>
                  </a:cubicBezTo>
                  <a:cubicBezTo>
                    <a:pt x="80" y="357"/>
                    <a:pt x="86" y="359"/>
                    <a:pt x="91" y="362"/>
                  </a:cubicBezTo>
                  <a:cubicBezTo>
                    <a:pt x="103" y="367"/>
                    <a:pt x="117" y="370"/>
                    <a:pt x="130" y="371"/>
                  </a:cubicBezTo>
                  <a:cubicBezTo>
                    <a:pt x="134" y="371"/>
                    <a:pt x="139" y="372"/>
                    <a:pt x="143" y="372"/>
                  </a:cubicBezTo>
                  <a:cubicBezTo>
                    <a:pt x="152" y="372"/>
                    <a:pt x="160" y="371"/>
                    <a:pt x="169" y="370"/>
                  </a:cubicBezTo>
                  <a:cubicBezTo>
                    <a:pt x="187" y="368"/>
                    <a:pt x="204" y="364"/>
                    <a:pt x="221" y="358"/>
                  </a:cubicBezTo>
                  <a:cubicBezTo>
                    <a:pt x="237" y="353"/>
                    <a:pt x="252" y="346"/>
                    <a:pt x="267" y="338"/>
                  </a:cubicBezTo>
                  <a:cubicBezTo>
                    <a:pt x="311" y="313"/>
                    <a:pt x="348" y="273"/>
                    <a:pt x="353" y="221"/>
                  </a:cubicBezTo>
                  <a:cubicBezTo>
                    <a:pt x="355" y="202"/>
                    <a:pt x="353" y="182"/>
                    <a:pt x="353" y="163"/>
                  </a:cubicBezTo>
                  <a:cubicBezTo>
                    <a:pt x="352" y="148"/>
                    <a:pt x="350" y="132"/>
                    <a:pt x="355" y="118"/>
                  </a:cubicBezTo>
                  <a:cubicBezTo>
                    <a:pt x="359" y="103"/>
                    <a:pt x="370" y="93"/>
                    <a:pt x="385" y="91"/>
                  </a:cubicBezTo>
                  <a:cubicBezTo>
                    <a:pt x="398" y="89"/>
                    <a:pt x="409" y="95"/>
                    <a:pt x="417" y="104"/>
                  </a:cubicBezTo>
                  <a:cubicBezTo>
                    <a:pt x="418" y="105"/>
                    <a:pt x="419" y="105"/>
                    <a:pt x="420" y="104"/>
                  </a:cubicBezTo>
                  <a:cubicBezTo>
                    <a:pt x="426" y="93"/>
                    <a:pt x="421" y="98"/>
                    <a:pt x="425" y="103"/>
                  </a:cubicBezTo>
                  <a:cubicBezTo>
                    <a:pt x="429" y="107"/>
                    <a:pt x="430" y="113"/>
                    <a:pt x="434" y="118"/>
                  </a:cubicBezTo>
                  <a:cubicBezTo>
                    <a:pt x="438" y="123"/>
                    <a:pt x="443" y="127"/>
                    <a:pt x="448" y="130"/>
                  </a:cubicBezTo>
                  <a:cubicBezTo>
                    <a:pt x="451" y="131"/>
                    <a:pt x="454" y="133"/>
                    <a:pt x="457" y="134"/>
                  </a:cubicBezTo>
                  <a:cubicBezTo>
                    <a:pt x="459" y="134"/>
                    <a:pt x="458" y="133"/>
                    <a:pt x="459" y="131"/>
                  </a:cubicBezTo>
                  <a:cubicBezTo>
                    <a:pt x="460" y="129"/>
                    <a:pt x="460" y="128"/>
                    <a:pt x="461" y="126"/>
                  </a:cubicBezTo>
                  <a:cubicBezTo>
                    <a:pt x="461" y="124"/>
                    <a:pt x="462" y="121"/>
                    <a:pt x="462" y="119"/>
                  </a:cubicBezTo>
                  <a:cubicBezTo>
                    <a:pt x="463" y="115"/>
                    <a:pt x="463" y="110"/>
                    <a:pt x="462" y="106"/>
                  </a:cubicBezTo>
                  <a:cubicBezTo>
                    <a:pt x="460" y="93"/>
                    <a:pt x="452" y="82"/>
                    <a:pt x="441" y="74"/>
                  </a:cubicBezTo>
                  <a:cubicBezTo>
                    <a:pt x="430" y="67"/>
                    <a:pt x="415" y="64"/>
                    <a:pt x="402" y="66"/>
                  </a:cubicBezTo>
                  <a:cubicBezTo>
                    <a:pt x="389" y="69"/>
                    <a:pt x="378" y="74"/>
                    <a:pt x="370" y="82"/>
                  </a:cubicBezTo>
                  <a:cubicBezTo>
                    <a:pt x="382" y="67"/>
                    <a:pt x="393" y="54"/>
                    <a:pt x="411" y="44"/>
                  </a:cubicBezTo>
                  <a:cubicBezTo>
                    <a:pt x="421" y="38"/>
                    <a:pt x="432" y="35"/>
                    <a:pt x="444" y="33"/>
                  </a:cubicBezTo>
                  <a:cubicBezTo>
                    <a:pt x="453" y="31"/>
                    <a:pt x="463" y="30"/>
                    <a:pt x="472" y="33"/>
                  </a:cubicBezTo>
                  <a:cubicBezTo>
                    <a:pt x="476" y="35"/>
                    <a:pt x="480" y="37"/>
                    <a:pt x="483" y="39"/>
                  </a:cubicBezTo>
                  <a:cubicBezTo>
                    <a:pt x="487" y="43"/>
                    <a:pt x="491" y="46"/>
                    <a:pt x="490" y="51"/>
                  </a:cubicBezTo>
                  <a:cubicBezTo>
                    <a:pt x="487" y="49"/>
                    <a:pt x="483" y="47"/>
                    <a:pt x="479" y="47"/>
                  </a:cubicBezTo>
                  <a:cubicBezTo>
                    <a:pt x="470" y="47"/>
                    <a:pt x="463" y="54"/>
                    <a:pt x="463" y="63"/>
                  </a:cubicBezTo>
                  <a:cubicBezTo>
                    <a:pt x="463" y="72"/>
                    <a:pt x="470" y="79"/>
                    <a:pt x="479" y="79"/>
                  </a:cubicBezTo>
                  <a:cubicBezTo>
                    <a:pt x="483" y="79"/>
                    <a:pt x="487" y="77"/>
                    <a:pt x="490" y="74"/>
                  </a:cubicBezTo>
                  <a:cubicBezTo>
                    <a:pt x="494" y="70"/>
                    <a:pt x="495" y="65"/>
                    <a:pt x="495" y="60"/>
                  </a:cubicBezTo>
                  <a:cubicBezTo>
                    <a:pt x="495" y="55"/>
                    <a:pt x="495" y="51"/>
                    <a:pt x="493" y="46"/>
                  </a:cubicBezTo>
                  <a:cubicBezTo>
                    <a:pt x="486" y="32"/>
                    <a:pt x="469" y="27"/>
                    <a:pt x="455" y="27"/>
                  </a:cubicBezTo>
                  <a:cubicBezTo>
                    <a:pt x="429" y="28"/>
                    <a:pt x="395" y="41"/>
                    <a:pt x="375" y="63"/>
                  </a:cubicBezTo>
                  <a:cubicBezTo>
                    <a:pt x="378" y="60"/>
                    <a:pt x="381" y="56"/>
                    <a:pt x="384" y="53"/>
                  </a:cubicBezTo>
                  <a:cubicBezTo>
                    <a:pt x="411" y="26"/>
                    <a:pt x="453" y="14"/>
                    <a:pt x="491" y="21"/>
                  </a:cubicBezTo>
                  <a:cubicBezTo>
                    <a:pt x="489" y="21"/>
                    <a:pt x="478" y="22"/>
                    <a:pt x="474" y="23"/>
                  </a:cubicBezTo>
                  <a:cubicBezTo>
                    <a:pt x="472" y="24"/>
                    <a:pt x="473" y="26"/>
                    <a:pt x="474" y="26"/>
                  </a:cubicBezTo>
                  <a:cubicBezTo>
                    <a:pt x="492" y="28"/>
                    <a:pt x="507" y="31"/>
                    <a:pt x="517" y="47"/>
                  </a:cubicBezTo>
                  <a:cubicBezTo>
                    <a:pt x="520" y="53"/>
                    <a:pt x="522" y="58"/>
                    <a:pt x="522" y="64"/>
                  </a:cubicBezTo>
                  <a:cubicBezTo>
                    <a:pt x="523" y="67"/>
                    <a:pt x="523" y="69"/>
                    <a:pt x="522" y="72"/>
                  </a:cubicBezTo>
                  <a:cubicBezTo>
                    <a:pt x="522" y="75"/>
                    <a:pt x="522" y="78"/>
                    <a:pt x="523" y="80"/>
                  </a:cubicBezTo>
                  <a:cubicBezTo>
                    <a:pt x="524" y="83"/>
                    <a:pt x="525" y="86"/>
                    <a:pt x="528" y="88"/>
                  </a:cubicBezTo>
                  <a:cubicBezTo>
                    <a:pt x="529" y="89"/>
                    <a:pt x="531" y="90"/>
                    <a:pt x="533" y="90"/>
                  </a:cubicBezTo>
                  <a:cubicBezTo>
                    <a:pt x="535" y="91"/>
                    <a:pt x="538" y="91"/>
                    <a:pt x="539" y="92"/>
                  </a:cubicBezTo>
                  <a:cubicBezTo>
                    <a:pt x="544" y="95"/>
                    <a:pt x="544" y="100"/>
                    <a:pt x="543" y="104"/>
                  </a:cubicBezTo>
                  <a:cubicBezTo>
                    <a:pt x="543" y="105"/>
                    <a:pt x="543" y="105"/>
                    <a:pt x="544" y="105"/>
                  </a:cubicBezTo>
                  <a:cubicBezTo>
                    <a:pt x="544" y="105"/>
                    <a:pt x="544" y="105"/>
                    <a:pt x="544" y="104"/>
                  </a:cubicBezTo>
                  <a:cubicBezTo>
                    <a:pt x="545" y="102"/>
                    <a:pt x="545" y="101"/>
                    <a:pt x="546" y="99"/>
                  </a:cubicBezTo>
                  <a:cubicBezTo>
                    <a:pt x="553" y="75"/>
                    <a:pt x="543" y="46"/>
                    <a:pt x="523" y="31"/>
                  </a:cubicBezTo>
                  <a:cubicBezTo>
                    <a:pt x="544" y="42"/>
                    <a:pt x="561" y="60"/>
                    <a:pt x="569" y="85"/>
                  </a:cubicBezTo>
                  <a:cubicBezTo>
                    <a:pt x="578" y="111"/>
                    <a:pt x="572" y="141"/>
                    <a:pt x="552" y="160"/>
                  </a:cubicBezTo>
                  <a:cubicBezTo>
                    <a:pt x="537" y="175"/>
                    <a:pt x="514" y="180"/>
                    <a:pt x="498" y="163"/>
                  </a:cubicBezTo>
                  <a:cubicBezTo>
                    <a:pt x="489" y="154"/>
                    <a:pt x="479" y="125"/>
                    <a:pt x="504" y="125"/>
                  </a:cubicBezTo>
                  <a:cubicBezTo>
                    <a:pt x="506" y="125"/>
                    <a:pt x="509" y="123"/>
                    <a:pt x="510" y="123"/>
                  </a:cubicBezTo>
                  <a:cubicBezTo>
                    <a:pt x="497" y="122"/>
                    <a:pt x="484" y="126"/>
                    <a:pt x="477" y="138"/>
                  </a:cubicBezTo>
                  <a:cubicBezTo>
                    <a:pt x="472" y="146"/>
                    <a:pt x="471" y="152"/>
                    <a:pt x="472" y="158"/>
                  </a:cubicBezTo>
                  <a:cubicBezTo>
                    <a:pt x="457" y="143"/>
                    <a:pt x="426" y="144"/>
                    <a:pt x="407" y="155"/>
                  </a:cubicBezTo>
                  <a:cubicBezTo>
                    <a:pt x="373" y="173"/>
                    <a:pt x="368" y="213"/>
                    <a:pt x="361" y="246"/>
                  </a:cubicBezTo>
                  <a:cubicBezTo>
                    <a:pt x="349" y="297"/>
                    <a:pt x="319" y="322"/>
                    <a:pt x="275" y="347"/>
                  </a:cubicBezTo>
                  <a:cubicBezTo>
                    <a:pt x="275" y="346"/>
                    <a:pt x="276" y="346"/>
                    <a:pt x="276" y="346"/>
                  </a:cubicBezTo>
                  <a:cubicBezTo>
                    <a:pt x="302" y="333"/>
                    <a:pt x="329" y="319"/>
                    <a:pt x="348" y="296"/>
                  </a:cubicBezTo>
                  <a:cubicBezTo>
                    <a:pt x="374" y="263"/>
                    <a:pt x="371" y="221"/>
                    <a:pt x="388" y="186"/>
                  </a:cubicBezTo>
                  <a:cubicBezTo>
                    <a:pt x="400" y="162"/>
                    <a:pt x="430" y="138"/>
                    <a:pt x="456" y="158"/>
                  </a:cubicBezTo>
                  <a:cubicBezTo>
                    <a:pt x="466" y="166"/>
                    <a:pt x="471" y="183"/>
                    <a:pt x="467" y="196"/>
                  </a:cubicBezTo>
                  <a:cubicBezTo>
                    <a:pt x="461" y="213"/>
                    <a:pt x="431" y="227"/>
                    <a:pt x="418" y="208"/>
                  </a:cubicBezTo>
                  <a:cubicBezTo>
                    <a:pt x="413" y="201"/>
                    <a:pt x="412" y="190"/>
                    <a:pt x="419" y="184"/>
                  </a:cubicBezTo>
                  <a:cubicBezTo>
                    <a:pt x="422" y="182"/>
                    <a:pt x="427" y="179"/>
                    <a:pt x="431" y="180"/>
                  </a:cubicBezTo>
                  <a:cubicBezTo>
                    <a:pt x="432" y="180"/>
                    <a:pt x="434" y="181"/>
                    <a:pt x="434" y="182"/>
                  </a:cubicBezTo>
                  <a:cubicBezTo>
                    <a:pt x="434" y="183"/>
                    <a:pt x="433" y="184"/>
                    <a:pt x="432" y="184"/>
                  </a:cubicBezTo>
                  <a:cubicBezTo>
                    <a:pt x="431" y="186"/>
                    <a:pt x="431" y="188"/>
                    <a:pt x="431" y="189"/>
                  </a:cubicBezTo>
                  <a:cubicBezTo>
                    <a:pt x="434" y="196"/>
                    <a:pt x="444" y="192"/>
                    <a:pt x="446" y="186"/>
                  </a:cubicBezTo>
                  <a:cubicBezTo>
                    <a:pt x="448" y="180"/>
                    <a:pt x="442" y="176"/>
                    <a:pt x="437" y="175"/>
                  </a:cubicBezTo>
                  <a:cubicBezTo>
                    <a:pt x="427" y="172"/>
                    <a:pt x="416" y="176"/>
                    <a:pt x="409" y="183"/>
                  </a:cubicBezTo>
                  <a:cubicBezTo>
                    <a:pt x="401" y="191"/>
                    <a:pt x="401" y="202"/>
                    <a:pt x="407" y="212"/>
                  </a:cubicBezTo>
                  <a:cubicBezTo>
                    <a:pt x="426" y="238"/>
                    <a:pt x="471" y="216"/>
                    <a:pt x="478" y="192"/>
                  </a:cubicBezTo>
                  <a:cubicBezTo>
                    <a:pt x="481" y="182"/>
                    <a:pt x="480" y="175"/>
                    <a:pt x="478" y="168"/>
                  </a:cubicBezTo>
                  <a:cubicBezTo>
                    <a:pt x="492" y="180"/>
                    <a:pt x="522" y="180"/>
                    <a:pt x="537" y="175"/>
                  </a:cubicBezTo>
                  <a:cubicBezTo>
                    <a:pt x="624" y="144"/>
                    <a:pt x="591" y="38"/>
                    <a:pt x="514" y="16"/>
                  </a:cubicBezTo>
                  <a:cubicBezTo>
                    <a:pt x="458" y="0"/>
                    <a:pt x="385" y="28"/>
                    <a:pt x="354" y="77"/>
                  </a:cubicBezTo>
                  <a:cubicBezTo>
                    <a:pt x="340" y="99"/>
                    <a:pt x="337" y="121"/>
                    <a:pt x="338" y="144"/>
                  </a:cubicBezTo>
                  <a:close/>
                  <a:moveTo>
                    <a:pt x="297" y="282"/>
                  </a:moveTo>
                  <a:cubicBezTo>
                    <a:pt x="272" y="290"/>
                    <a:pt x="254" y="266"/>
                    <a:pt x="249" y="244"/>
                  </a:cubicBezTo>
                  <a:cubicBezTo>
                    <a:pt x="246" y="234"/>
                    <a:pt x="247" y="224"/>
                    <a:pt x="252" y="215"/>
                  </a:cubicBezTo>
                  <a:cubicBezTo>
                    <a:pt x="257" y="207"/>
                    <a:pt x="264" y="202"/>
                    <a:pt x="273" y="202"/>
                  </a:cubicBezTo>
                  <a:cubicBezTo>
                    <a:pt x="291" y="203"/>
                    <a:pt x="291" y="212"/>
                    <a:pt x="275" y="229"/>
                  </a:cubicBezTo>
                  <a:cubicBezTo>
                    <a:pt x="274" y="229"/>
                    <a:pt x="272" y="231"/>
                    <a:pt x="274" y="232"/>
                  </a:cubicBezTo>
                  <a:cubicBezTo>
                    <a:pt x="277" y="235"/>
                    <a:pt x="280" y="237"/>
                    <a:pt x="283" y="237"/>
                  </a:cubicBezTo>
                  <a:cubicBezTo>
                    <a:pt x="283" y="237"/>
                    <a:pt x="282" y="237"/>
                    <a:pt x="281" y="238"/>
                  </a:cubicBezTo>
                  <a:cubicBezTo>
                    <a:pt x="279" y="239"/>
                    <a:pt x="277" y="241"/>
                    <a:pt x="276" y="243"/>
                  </a:cubicBezTo>
                  <a:cubicBezTo>
                    <a:pt x="275" y="247"/>
                    <a:pt x="275" y="252"/>
                    <a:pt x="276" y="256"/>
                  </a:cubicBezTo>
                  <a:cubicBezTo>
                    <a:pt x="277" y="263"/>
                    <a:pt x="282" y="271"/>
                    <a:pt x="288" y="275"/>
                  </a:cubicBezTo>
                  <a:cubicBezTo>
                    <a:pt x="293" y="278"/>
                    <a:pt x="299" y="279"/>
                    <a:pt x="305" y="279"/>
                  </a:cubicBezTo>
                  <a:cubicBezTo>
                    <a:pt x="303" y="280"/>
                    <a:pt x="300" y="281"/>
                    <a:pt x="297" y="282"/>
                  </a:cubicBezTo>
                  <a:close/>
                  <a:moveTo>
                    <a:pt x="316" y="273"/>
                  </a:moveTo>
                  <a:cubicBezTo>
                    <a:pt x="308" y="276"/>
                    <a:pt x="301" y="278"/>
                    <a:pt x="292" y="273"/>
                  </a:cubicBezTo>
                  <a:cubicBezTo>
                    <a:pt x="281" y="268"/>
                    <a:pt x="278" y="257"/>
                    <a:pt x="280" y="246"/>
                  </a:cubicBezTo>
                  <a:cubicBezTo>
                    <a:pt x="281" y="254"/>
                    <a:pt x="288" y="260"/>
                    <a:pt x="296" y="261"/>
                  </a:cubicBezTo>
                  <a:cubicBezTo>
                    <a:pt x="298" y="261"/>
                    <a:pt x="300" y="262"/>
                    <a:pt x="302" y="261"/>
                  </a:cubicBezTo>
                  <a:cubicBezTo>
                    <a:pt x="304" y="261"/>
                    <a:pt x="305" y="260"/>
                    <a:pt x="307" y="259"/>
                  </a:cubicBezTo>
                  <a:cubicBezTo>
                    <a:pt x="311" y="258"/>
                    <a:pt x="316" y="259"/>
                    <a:pt x="320" y="260"/>
                  </a:cubicBezTo>
                  <a:cubicBezTo>
                    <a:pt x="321" y="261"/>
                    <a:pt x="323" y="262"/>
                    <a:pt x="324" y="262"/>
                  </a:cubicBezTo>
                  <a:cubicBezTo>
                    <a:pt x="325" y="263"/>
                    <a:pt x="327" y="263"/>
                    <a:pt x="328" y="262"/>
                  </a:cubicBezTo>
                  <a:cubicBezTo>
                    <a:pt x="324" y="266"/>
                    <a:pt x="321" y="270"/>
                    <a:pt x="316" y="273"/>
                  </a:cubicBezTo>
                  <a:close/>
                  <a:moveTo>
                    <a:pt x="61" y="318"/>
                  </a:moveTo>
                  <a:cubicBezTo>
                    <a:pt x="54" y="300"/>
                    <a:pt x="56" y="281"/>
                    <a:pt x="61" y="262"/>
                  </a:cubicBezTo>
                  <a:cubicBezTo>
                    <a:pt x="61" y="261"/>
                    <a:pt x="61" y="261"/>
                    <a:pt x="60" y="261"/>
                  </a:cubicBezTo>
                  <a:cubicBezTo>
                    <a:pt x="52" y="280"/>
                    <a:pt x="51" y="308"/>
                    <a:pt x="60" y="330"/>
                  </a:cubicBezTo>
                  <a:cubicBezTo>
                    <a:pt x="55" y="326"/>
                    <a:pt x="51" y="321"/>
                    <a:pt x="48" y="317"/>
                  </a:cubicBezTo>
                  <a:cubicBezTo>
                    <a:pt x="44" y="308"/>
                    <a:pt x="42" y="299"/>
                    <a:pt x="43" y="288"/>
                  </a:cubicBezTo>
                  <a:cubicBezTo>
                    <a:pt x="45" y="269"/>
                    <a:pt x="56" y="255"/>
                    <a:pt x="71" y="244"/>
                  </a:cubicBezTo>
                  <a:cubicBezTo>
                    <a:pt x="70" y="246"/>
                    <a:pt x="70" y="249"/>
                    <a:pt x="70" y="251"/>
                  </a:cubicBezTo>
                  <a:cubicBezTo>
                    <a:pt x="71" y="257"/>
                    <a:pt x="74" y="261"/>
                    <a:pt x="74" y="267"/>
                  </a:cubicBezTo>
                  <a:cubicBezTo>
                    <a:pt x="74" y="272"/>
                    <a:pt x="72" y="277"/>
                    <a:pt x="68" y="280"/>
                  </a:cubicBezTo>
                  <a:cubicBezTo>
                    <a:pt x="67" y="281"/>
                    <a:pt x="64" y="283"/>
                    <a:pt x="64" y="284"/>
                  </a:cubicBezTo>
                  <a:cubicBezTo>
                    <a:pt x="63" y="287"/>
                    <a:pt x="66" y="288"/>
                    <a:pt x="68" y="287"/>
                  </a:cubicBezTo>
                  <a:cubicBezTo>
                    <a:pt x="71" y="285"/>
                    <a:pt x="73" y="283"/>
                    <a:pt x="77" y="283"/>
                  </a:cubicBezTo>
                  <a:cubicBezTo>
                    <a:pt x="79" y="283"/>
                    <a:pt x="86" y="288"/>
                    <a:pt x="87" y="287"/>
                  </a:cubicBezTo>
                  <a:cubicBezTo>
                    <a:pt x="71" y="297"/>
                    <a:pt x="67" y="321"/>
                    <a:pt x="74" y="338"/>
                  </a:cubicBezTo>
                  <a:cubicBezTo>
                    <a:pt x="75" y="339"/>
                    <a:pt x="75" y="340"/>
                    <a:pt x="76" y="342"/>
                  </a:cubicBezTo>
                  <a:cubicBezTo>
                    <a:pt x="70" y="335"/>
                    <a:pt x="65" y="328"/>
                    <a:pt x="61" y="318"/>
                  </a:cubicBezTo>
                  <a:close/>
                  <a:moveTo>
                    <a:pt x="412" y="74"/>
                  </a:moveTo>
                  <a:cubicBezTo>
                    <a:pt x="405" y="73"/>
                    <a:pt x="397" y="74"/>
                    <a:pt x="389" y="76"/>
                  </a:cubicBezTo>
                  <a:cubicBezTo>
                    <a:pt x="390" y="76"/>
                    <a:pt x="390" y="76"/>
                    <a:pt x="391" y="75"/>
                  </a:cubicBezTo>
                  <a:cubicBezTo>
                    <a:pt x="403" y="70"/>
                    <a:pt x="416" y="69"/>
                    <a:pt x="429" y="73"/>
                  </a:cubicBezTo>
                  <a:cubicBezTo>
                    <a:pt x="440" y="77"/>
                    <a:pt x="450" y="85"/>
                    <a:pt x="456" y="95"/>
                  </a:cubicBezTo>
                  <a:cubicBezTo>
                    <a:pt x="459" y="101"/>
                    <a:pt x="460" y="107"/>
                    <a:pt x="461" y="113"/>
                  </a:cubicBezTo>
                  <a:cubicBezTo>
                    <a:pt x="461" y="116"/>
                    <a:pt x="461" y="119"/>
                    <a:pt x="460" y="122"/>
                  </a:cubicBezTo>
                  <a:cubicBezTo>
                    <a:pt x="460" y="124"/>
                    <a:pt x="459" y="126"/>
                    <a:pt x="459" y="128"/>
                  </a:cubicBezTo>
                  <a:cubicBezTo>
                    <a:pt x="459" y="128"/>
                    <a:pt x="458" y="129"/>
                    <a:pt x="458" y="130"/>
                  </a:cubicBezTo>
                  <a:cubicBezTo>
                    <a:pt x="458" y="130"/>
                    <a:pt x="458" y="131"/>
                    <a:pt x="458" y="132"/>
                  </a:cubicBezTo>
                  <a:cubicBezTo>
                    <a:pt x="441" y="122"/>
                    <a:pt x="430" y="110"/>
                    <a:pt x="427" y="90"/>
                  </a:cubicBezTo>
                  <a:cubicBezTo>
                    <a:pt x="426" y="89"/>
                    <a:pt x="423" y="88"/>
                    <a:pt x="423" y="90"/>
                  </a:cubicBezTo>
                  <a:cubicBezTo>
                    <a:pt x="416" y="103"/>
                    <a:pt x="411" y="92"/>
                    <a:pt x="401" y="88"/>
                  </a:cubicBezTo>
                  <a:cubicBezTo>
                    <a:pt x="397" y="86"/>
                    <a:pt x="392" y="85"/>
                    <a:pt x="387" y="85"/>
                  </a:cubicBezTo>
                  <a:cubicBezTo>
                    <a:pt x="393" y="82"/>
                    <a:pt x="399" y="80"/>
                    <a:pt x="407" y="79"/>
                  </a:cubicBezTo>
                  <a:cubicBezTo>
                    <a:pt x="424" y="79"/>
                    <a:pt x="439" y="89"/>
                    <a:pt x="448" y="103"/>
                  </a:cubicBezTo>
                  <a:cubicBezTo>
                    <a:pt x="448" y="103"/>
                    <a:pt x="449" y="103"/>
                    <a:pt x="449" y="102"/>
                  </a:cubicBezTo>
                  <a:cubicBezTo>
                    <a:pt x="442" y="87"/>
                    <a:pt x="429" y="76"/>
                    <a:pt x="412" y="74"/>
                  </a:cubicBezTo>
                  <a:close/>
                  <a:moveTo>
                    <a:pt x="495" y="62"/>
                  </a:moveTo>
                  <a:cubicBezTo>
                    <a:pt x="495" y="62"/>
                    <a:pt x="495" y="62"/>
                    <a:pt x="495" y="62"/>
                  </a:cubicBezTo>
                  <a:cubicBezTo>
                    <a:pt x="495" y="62"/>
                    <a:pt x="495" y="62"/>
                    <a:pt x="495" y="62"/>
                  </a:cubicBezTo>
                  <a:cubicBezTo>
                    <a:pt x="495" y="62"/>
                    <a:pt x="495" y="62"/>
                    <a:pt x="495" y="62"/>
                  </a:cubicBezTo>
                  <a:close/>
                  <a:moveTo>
                    <a:pt x="534" y="49"/>
                  </a:moveTo>
                  <a:cubicBezTo>
                    <a:pt x="544" y="61"/>
                    <a:pt x="548" y="77"/>
                    <a:pt x="546" y="91"/>
                  </a:cubicBezTo>
                  <a:cubicBezTo>
                    <a:pt x="547" y="87"/>
                    <a:pt x="542" y="84"/>
                    <a:pt x="538" y="83"/>
                  </a:cubicBezTo>
                  <a:cubicBezTo>
                    <a:pt x="536" y="83"/>
                    <a:pt x="533" y="82"/>
                    <a:pt x="531" y="80"/>
                  </a:cubicBezTo>
                  <a:cubicBezTo>
                    <a:pt x="527" y="77"/>
                    <a:pt x="528" y="72"/>
                    <a:pt x="528" y="67"/>
                  </a:cubicBezTo>
                  <a:cubicBezTo>
                    <a:pt x="528" y="55"/>
                    <a:pt x="522" y="43"/>
                    <a:pt x="513" y="34"/>
                  </a:cubicBezTo>
                  <a:cubicBezTo>
                    <a:pt x="521" y="38"/>
                    <a:pt x="528" y="42"/>
                    <a:pt x="534" y="4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27"/>
            <p:cNvSpPr/>
            <p:nvPr/>
          </p:nvSpPr>
          <p:spPr>
            <a:xfrm>
              <a:off x="6605588" y="4395788"/>
              <a:ext cx="244475" cy="150813"/>
            </a:xfrm>
            <a:custGeom>
              <a:avLst/>
              <a:gdLst/>
              <a:ahLst/>
              <a:cxnLst/>
              <a:rect l="l" t="t" r="r" b="b"/>
              <a:pathLst>
                <a:path w="184" h="114" extrusionOk="0">
                  <a:moveTo>
                    <a:pt x="59" y="38"/>
                  </a:moveTo>
                  <a:cubicBezTo>
                    <a:pt x="58" y="38"/>
                    <a:pt x="56" y="37"/>
                    <a:pt x="55" y="38"/>
                  </a:cubicBezTo>
                  <a:cubicBezTo>
                    <a:pt x="53" y="38"/>
                    <a:pt x="53" y="39"/>
                    <a:pt x="52" y="40"/>
                  </a:cubicBezTo>
                  <a:cubicBezTo>
                    <a:pt x="50" y="43"/>
                    <a:pt x="49" y="45"/>
                    <a:pt x="49" y="49"/>
                  </a:cubicBezTo>
                  <a:cubicBezTo>
                    <a:pt x="49" y="52"/>
                    <a:pt x="50" y="55"/>
                    <a:pt x="52" y="58"/>
                  </a:cubicBezTo>
                  <a:cubicBezTo>
                    <a:pt x="58" y="63"/>
                    <a:pt x="67" y="64"/>
                    <a:pt x="74" y="61"/>
                  </a:cubicBezTo>
                  <a:cubicBezTo>
                    <a:pt x="83" y="58"/>
                    <a:pt x="89" y="50"/>
                    <a:pt x="89" y="41"/>
                  </a:cubicBezTo>
                  <a:cubicBezTo>
                    <a:pt x="91" y="8"/>
                    <a:pt x="51" y="4"/>
                    <a:pt x="29" y="16"/>
                  </a:cubicBezTo>
                  <a:cubicBezTo>
                    <a:pt x="7" y="28"/>
                    <a:pt x="0" y="58"/>
                    <a:pt x="11" y="79"/>
                  </a:cubicBezTo>
                  <a:cubicBezTo>
                    <a:pt x="25" y="106"/>
                    <a:pt x="59" y="114"/>
                    <a:pt x="86" y="109"/>
                  </a:cubicBezTo>
                  <a:cubicBezTo>
                    <a:pt x="127" y="101"/>
                    <a:pt x="158" y="77"/>
                    <a:pt x="184" y="46"/>
                  </a:cubicBezTo>
                  <a:cubicBezTo>
                    <a:pt x="183" y="46"/>
                    <a:pt x="181" y="46"/>
                    <a:pt x="181" y="47"/>
                  </a:cubicBezTo>
                  <a:cubicBezTo>
                    <a:pt x="150" y="74"/>
                    <a:pt x="114" y="112"/>
                    <a:pt x="70" y="104"/>
                  </a:cubicBezTo>
                  <a:cubicBezTo>
                    <a:pt x="44" y="99"/>
                    <a:pt x="19" y="80"/>
                    <a:pt x="18" y="52"/>
                  </a:cubicBezTo>
                  <a:cubicBezTo>
                    <a:pt x="16" y="23"/>
                    <a:pt x="45" y="0"/>
                    <a:pt x="70" y="20"/>
                  </a:cubicBezTo>
                  <a:cubicBezTo>
                    <a:pt x="84" y="30"/>
                    <a:pt x="86" y="45"/>
                    <a:pt x="72" y="54"/>
                  </a:cubicBezTo>
                  <a:cubicBezTo>
                    <a:pt x="68" y="57"/>
                    <a:pt x="62" y="60"/>
                    <a:pt x="57" y="56"/>
                  </a:cubicBezTo>
                  <a:cubicBezTo>
                    <a:pt x="51" y="52"/>
                    <a:pt x="52" y="41"/>
                    <a:pt x="59" y="3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27"/>
            <p:cNvSpPr/>
            <p:nvPr/>
          </p:nvSpPr>
          <p:spPr>
            <a:xfrm>
              <a:off x="6729413" y="4425950"/>
              <a:ext cx="93663" cy="66675"/>
            </a:xfrm>
            <a:custGeom>
              <a:avLst/>
              <a:gdLst/>
              <a:ahLst/>
              <a:cxnLst/>
              <a:rect l="l" t="t" r="r" b="b"/>
              <a:pathLst>
                <a:path w="71" h="51" extrusionOk="0">
                  <a:moveTo>
                    <a:pt x="15" y="13"/>
                  </a:moveTo>
                  <a:cubicBezTo>
                    <a:pt x="23" y="8"/>
                    <a:pt x="28" y="17"/>
                    <a:pt x="30" y="23"/>
                  </a:cubicBezTo>
                  <a:cubicBezTo>
                    <a:pt x="30" y="23"/>
                    <a:pt x="34" y="20"/>
                    <a:pt x="34" y="20"/>
                  </a:cubicBezTo>
                  <a:cubicBezTo>
                    <a:pt x="39" y="6"/>
                    <a:pt x="27" y="0"/>
                    <a:pt x="17" y="5"/>
                  </a:cubicBezTo>
                  <a:cubicBezTo>
                    <a:pt x="16" y="6"/>
                    <a:pt x="15" y="6"/>
                    <a:pt x="14" y="7"/>
                  </a:cubicBezTo>
                  <a:cubicBezTo>
                    <a:pt x="8" y="12"/>
                    <a:pt x="0" y="19"/>
                    <a:pt x="3" y="28"/>
                  </a:cubicBezTo>
                  <a:cubicBezTo>
                    <a:pt x="7" y="44"/>
                    <a:pt x="25" y="51"/>
                    <a:pt x="40" y="48"/>
                  </a:cubicBezTo>
                  <a:cubicBezTo>
                    <a:pt x="52" y="46"/>
                    <a:pt x="61" y="38"/>
                    <a:pt x="70" y="30"/>
                  </a:cubicBezTo>
                  <a:cubicBezTo>
                    <a:pt x="70" y="30"/>
                    <a:pt x="71" y="30"/>
                    <a:pt x="71" y="30"/>
                  </a:cubicBezTo>
                  <a:cubicBezTo>
                    <a:pt x="67" y="32"/>
                    <a:pt x="63" y="35"/>
                    <a:pt x="59" y="37"/>
                  </a:cubicBezTo>
                  <a:cubicBezTo>
                    <a:pt x="56" y="39"/>
                    <a:pt x="53" y="39"/>
                    <a:pt x="50" y="40"/>
                  </a:cubicBezTo>
                  <a:cubicBezTo>
                    <a:pt x="43" y="42"/>
                    <a:pt x="35" y="41"/>
                    <a:pt x="28" y="39"/>
                  </a:cubicBezTo>
                  <a:cubicBezTo>
                    <a:pt x="22" y="37"/>
                    <a:pt x="17" y="32"/>
                    <a:pt x="15" y="26"/>
                  </a:cubicBezTo>
                  <a:cubicBezTo>
                    <a:pt x="13" y="22"/>
                    <a:pt x="11" y="15"/>
                    <a:pt x="15" y="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27"/>
            <p:cNvSpPr/>
            <p:nvPr/>
          </p:nvSpPr>
          <p:spPr>
            <a:xfrm>
              <a:off x="6899276" y="4202113"/>
              <a:ext cx="106363" cy="163513"/>
            </a:xfrm>
            <a:custGeom>
              <a:avLst/>
              <a:gdLst/>
              <a:ahLst/>
              <a:cxnLst/>
              <a:rect l="l" t="t" r="r" b="b"/>
              <a:pathLst>
                <a:path w="80" h="124" extrusionOk="0">
                  <a:moveTo>
                    <a:pt x="54" y="29"/>
                  </a:moveTo>
                  <a:cubicBezTo>
                    <a:pt x="54" y="27"/>
                    <a:pt x="52" y="25"/>
                    <a:pt x="50" y="24"/>
                  </a:cubicBezTo>
                  <a:cubicBezTo>
                    <a:pt x="47" y="24"/>
                    <a:pt x="43" y="24"/>
                    <a:pt x="41" y="27"/>
                  </a:cubicBezTo>
                  <a:cubicBezTo>
                    <a:pt x="41" y="28"/>
                    <a:pt x="41" y="29"/>
                    <a:pt x="41" y="30"/>
                  </a:cubicBezTo>
                  <a:cubicBezTo>
                    <a:pt x="40" y="35"/>
                    <a:pt x="46" y="39"/>
                    <a:pt x="50" y="41"/>
                  </a:cubicBezTo>
                  <a:cubicBezTo>
                    <a:pt x="56" y="42"/>
                    <a:pt x="62" y="39"/>
                    <a:pt x="66" y="34"/>
                  </a:cubicBezTo>
                  <a:cubicBezTo>
                    <a:pt x="80" y="18"/>
                    <a:pt x="62" y="0"/>
                    <a:pt x="44" y="6"/>
                  </a:cubicBezTo>
                  <a:cubicBezTo>
                    <a:pt x="0" y="20"/>
                    <a:pt x="14" y="91"/>
                    <a:pt x="15" y="124"/>
                  </a:cubicBezTo>
                  <a:cubicBezTo>
                    <a:pt x="15" y="124"/>
                    <a:pt x="16" y="124"/>
                    <a:pt x="16" y="123"/>
                  </a:cubicBezTo>
                  <a:cubicBezTo>
                    <a:pt x="17" y="109"/>
                    <a:pt x="17" y="96"/>
                    <a:pt x="17" y="81"/>
                  </a:cubicBezTo>
                  <a:cubicBezTo>
                    <a:pt x="18" y="67"/>
                    <a:pt x="17" y="47"/>
                    <a:pt x="22" y="34"/>
                  </a:cubicBezTo>
                  <a:cubicBezTo>
                    <a:pt x="28" y="20"/>
                    <a:pt x="47" y="1"/>
                    <a:pt x="61" y="17"/>
                  </a:cubicBezTo>
                  <a:cubicBezTo>
                    <a:pt x="64" y="20"/>
                    <a:pt x="65" y="26"/>
                    <a:pt x="63" y="30"/>
                  </a:cubicBezTo>
                  <a:cubicBezTo>
                    <a:pt x="62" y="33"/>
                    <a:pt x="55" y="38"/>
                    <a:pt x="51" y="35"/>
                  </a:cubicBezTo>
                  <a:cubicBezTo>
                    <a:pt x="54" y="34"/>
                    <a:pt x="55" y="31"/>
                    <a:pt x="54" y="2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27"/>
            <p:cNvSpPr/>
            <p:nvPr/>
          </p:nvSpPr>
          <p:spPr>
            <a:xfrm>
              <a:off x="5591176" y="4070350"/>
              <a:ext cx="825501" cy="492125"/>
            </a:xfrm>
            <a:custGeom>
              <a:avLst/>
              <a:gdLst/>
              <a:ahLst/>
              <a:cxnLst/>
              <a:rect l="l" t="t" r="r" b="b"/>
              <a:pathLst>
                <a:path w="624" h="372" extrusionOk="0">
                  <a:moveTo>
                    <a:pt x="87" y="175"/>
                  </a:moveTo>
                  <a:cubicBezTo>
                    <a:pt x="102" y="180"/>
                    <a:pt x="132" y="180"/>
                    <a:pt x="146" y="168"/>
                  </a:cubicBezTo>
                  <a:cubicBezTo>
                    <a:pt x="143" y="175"/>
                    <a:pt x="143" y="182"/>
                    <a:pt x="146" y="192"/>
                  </a:cubicBezTo>
                  <a:cubicBezTo>
                    <a:pt x="153" y="216"/>
                    <a:pt x="198" y="238"/>
                    <a:pt x="216" y="212"/>
                  </a:cubicBezTo>
                  <a:cubicBezTo>
                    <a:pt x="223" y="202"/>
                    <a:pt x="223" y="191"/>
                    <a:pt x="214" y="183"/>
                  </a:cubicBezTo>
                  <a:cubicBezTo>
                    <a:pt x="208" y="176"/>
                    <a:pt x="196" y="172"/>
                    <a:pt x="187" y="175"/>
                  </a:cubicBezTo>
                  <a:cubicBezTo>
                    <a:pt x="182" y="176"/>
                    <a:pt x="176" y="180"/>
                    <a:pt x="178" y="186"/>
                  </a:cubicBezTo>
                  <a:cubicBezTo>
                    <a:pt x="180" y="192"/>
                    <a:pt x="189" y="196"/>
                    <a:pt x="193" y="189"/>
                  </a:cubicBezTo>
                  <a:cubicBezTo>
                    <a:pt x="193" y="188"/>
                    <a:pt x="193" y="186"/>
                    <a:pt x="192" y="184"/>
                  </a:cubicBezTo>
                  <a:cubicBezTo>
                    <a:pt x="191" y="184"/>
                    <a:pt x="190" y="183"/>
                    <a:pt x="190" y="182"/>
                  </a:cubicBezTo>
                  <a:cubicBezTo>
                    <a:pt x="190" y="181"/>
                    <a:pt x="192" y="180"/>
                    <a:pt x="193" y="180"/>
                  </a:cubicBezTo>
                  <a:cubicBezTo>
                    <a:pt x="197" y="179"/>
                    <a:pt x="201" y="182"/>
                    <a:pt x="204" y="184"/>
                  </a:cubicBezTo>
                  <a:cubicBezTo>
                    <a:pt x="212" y="190"/>
                    <a:pt x="211" y="201"/>
                    <a:pt x="206" y="208"/>
                  </a:cubicBezTo>
                  <a:cubicBezTo>
                    <a:pt x="193" y="227"/>
                    <a:pt x="163" y="213"/>
                    <a:pt x="157" y="196"/>
                  </a:cubicBezTo>
                  <a:cubicBezTo>
                    <a:pt x="153" y="183"/>
                    <a:pt x="158" y="166"/>
                    <a:pt x="168" y="158"/>
                  </a:cubicBezTo>
                  <a:cubicBezTo>
                    <a:pt x="194" y="138"/>
                    <a:pt x="224" y="162"/>
                    <a:pt x="236" y="186"/>
                  </a:cubicBezTo>
                  <a:cubicBezTo>
                    <a:pt x="253" y="221"/>
                    <a:pt x="250" y="263"/>
                    <a:pt x="276" y="296"/>
                  </a:cubicBezTo>
                  <a:cubicBezTo>
                    <a:pt x="295" y="319"/>
                    <a:pt x="322" y="333"/>
                    <a:pt x="348" y="346"/>
                  </a:cubicBezTo>
                  <a:cubicBezTo>
                    <a:pt x="348" y="346"/>
                    <a:pt x="349" y="346"/>
                    <a:pt x="349" y="347"/>
                  </a:cubicBezTo>
                  <a:cubicBezTo>
                    <a:pt x="305" y="322"/>
                    <a:pt x="275" y="297"/>
                    <a:pt x="263" y="246"/>
                  </a:cubicBezTo>
                  <a:cubicBezTo>
                    <a:pt x="256" y="213"/>
                    <a:pt x="251" y="173"/>
                    <a:pt x="217" y="155"/>
                  </a:cubicBezTo>
                  <a:cubicBezTo>
                    <a:pt x="198" y="144"/>
                    <a:pt x="167" y="143"/>
                    <a:pt x="152" y="158"/>
                  </a:cubicBezTo>
                  <a:cubicBezTo>
                    <a:pt x="153" y="152"/>
                    <a:pt x="152" y="146"/>
                    <a:pt x="147" y="138"/>
                  </a:cubicBezTo>
                  <a:cubicBezTo>
                    <a:pt x="139" y="126"/>
                    <a:pt x="127" y="122"/>
                    <a:pt x="114" y="123"/>
                  </a:cubicBezTo>
                  <a:cubicBezTo>
                    <a:pt x="115" y="123"/>
                    <a:pt x="118" y="125"/>
                    <a:pt x="120" y="125"/>
                  </a:cubicBezTo>
                  <a:cubicBezTo>
                    <a:pt x="145" y="125"/>
                    <a:pt x="135" y="154"/>
                    <a:pt x="126" y="163"/>
                  </a:cubicBezTo>
                  <a:cubicBezTo>
                    <a:pt x="110" y="180"/>
                    <a:pt x="87" y="175"/>
                    <a:pt x="72" y="160"/>
                  </a:cubicBezTo>
                  <a:cubicBezTo>
                    <a:pt x="52" y="141"/>
                    <a:pt x="46" y="111"/>
                    <a:pt x="54" y="85"/>
                  </a:cubicBezTo>
                  <a:cubicBezTo>
                    <a:pt x="63" y="60"/>
                    <a:pt x="80" y="42"/>
                    <a:pt x="100" y="31"/>
                  </a:cubicBezTo>
                  <a:cubicBezTo>
                    <a:pt x="81" y="46"/>
                    <a:pt x="70" y="75"/>
                    <a:pt x="78" y="99"/>
                  </a:cubicBezTo>
                  <a:cubicBezTo>
                    <a:pt x="78" y="101"/>
                    <a:pt x="79" y="102"/>
                    <a:pt x="79" y="104"/>
                  </a:cubicBezTo>
                  <a:cubicBezTo>
                    <a:pt x="80" y="105"/>
                    <a:pt x="80" y="105"/>
                    <a:pt x="80" y="105"/>
                  </a:cubicBezTo>
                  <a:cubicBezTo>
                    <a:pt x="81" y="105"/>
                    <a:pt x="81" y="105"/>
                    <a:pt x="81" y="104"/>
                  </a:cubicBezTo>
                  <a:cubicBezTo>
                    <a:pt x="80" y="100"/>
                    <a:pt x="80" y="95"/>
                    <a:pt x="84" y="92"/>
                  </a:cubicBezTo>
                  <a:cubicBezTo>
                    <a:pt x="86" y="91"/>
                    <a:pt x="88" y="91"/>
                    <a:pt x="90" y="90"/>
                  </a:cubicBezTo>
                  <a:cubicBezTo>
                    <a:pt x="92" y="90"/>
                    <a:pt x="95" y="89"/>
                    <a:pt x="96" y="88"/>
                  </a:cubicBezTo>
                  <a:cubicBezTo>
                    <a:pt x="99" y="86"/>
                    <a:pt x="100" y="83"/>
                    <a:pt x="101" y="80"/>
                  </a:cubicBezTo>
                  <a:cubicBezTo>
                    <a:pt x="102" y="78"/>
                    <a:pt x="102" y="75"/>
                    <a:pt x="102" y="72"/>
                  </a:cubicBezTo>
                  <a:cubicBezTo>
                    <a:pt x="101" y="69"/>
                    <a:pt x="101" y="67"/>
                    <a:pt x="102" y="64"/>
                  </a:cubicBezTo>
                  <a:cubicBezTo>
                    <a:pt x="102" y="58"/>
                    <a:pt x="104" y="53"/>
                    <a:pt x="107" y="47"/>
                  </a:cubicBezTo>
                  <a:cubicBezTo>
                    <a:pt x="117" y="31"/>
                    <a:pt x="132" y="28"/>
                    <a:pt x="150" y="26"/>
                  </a:cubicBezTo>
                  <a:cubicBezTo>
                    <a:pt x="151" y="26"/>
                    <a:pt x="152" y="24"/>
                    <a:pt x="150" y="23"/>
                  </a:cubicBezTo>
                  <a:cubicBezTo>
                    <a:pt x="146" y="22"/>
                    <a:pt x="135" y="21"/>
                    <a:pt x="133" y="21"/>
                  </a:cubicBezTo>
                  <a:cubicBezTo>
                    <a:pt x="171" y="14"/>
                    <a:pt x="213" y="26"/>
                    <a:pt x="240" y="53"/>
                  </a:cubicBezTo>
                  <a:cubicBezTo>
                    <a:pt x="243" y="56"/>
                    <a:pt x="246" y="60"/>
                    <a:pt x="249" y="63"/>
                  </a:cubicBezTo>
                  <a:cubicBezTo>
                    <a:pt x="228" y="41"/>
                    <a:pt x="195" y="28"/>
                    <a:pt x="169" y="27"/>
                  </a:cubicBezTo>
                  <a:cubicBezTo>
                    <a:pt x="154" y="27"/>
                    <a:pt x="138" y="32"/>
                    <a:pt x="131" y="46"/>
                  </a:cubicBezTo>
                  <a:cubicBezTo>
                    <a:pt x="129" y="51"/>
                    <a:pt x="129" y="55"/>
                    <a:pt x="129" y="60"/>
                  </a:cubicBezTo>
                  <a:cubicBezTo>
                    <a:pt x="129" y="65"/>
                    <a:pt x="130" y="70"/>
                    <a:pt x="134" y="74"/>
                  </a:cubicBezTo>
                  <a:cubicBezTo>
                    <a:pt x="136" y="77"/>
                    <a:pt x="141" y="79"/>
                    <a:pt x="145" y="79"/>
                  </a:cubicBezTo>
                  <a:cubicBezTo>
                    <a:pt x="153" y="79"/>
                    <a:pt x="160" y="72"/>
                    <a:pt x="160" y="63"/>
                  </a:cubicBezTo>
                  <a:cubicBezTo>
                    <a:pt x="160" y="54"/>
                    <a:pt x="153" y="47"/>
                    <a:pt x="145" y="47"/>
                  </a:cubicBezTo>
                  <a:cubicBezTo>
                    <a:pt x="141" y="47"/>
                    <a:pt x="137" y="49"/>
                    <a:pt x="134" y="51"/>
                  </a:cubicBezTo>
                  <a:cubicBezTo>
                    <a:pt x="133" y="46"/>
                    <a:pt x="137" y="43"/>
                    <a:pt x="141" y="39"/>
                  </a:cubicBezTo>
                  <a:cubicBezTo>
                    <a:pt x="144" y="37"/>
                    <a:pt x="148" y="35"/>
                    <a:pt x="152" y="33"/>
                  </a:cubicBezTo>
                  <a:cubicBezTo>
                    <a:pt x="161" y="30"/>
                    <a:pt x="171" y="31"/>
                    <a:pt x="180" y="33"/>
                  </a:cubicBezTo>
                  <a:cubicBezTo>
                    <a:pt x="191" y="35"/>
                    <a:pt x="202" y="38"/>
                    <a:pt x="212" y="44"/>
                  </a:cubicBezTo>
                  <a:cubicBezTo>
                    <a:pt x="231" y="54"/>
                    <a:pt x="242" y="67"/>
                    <a:pt x="254" y="82"/>
                  </a:cubicBezTo>
                  <a:cubicBezTo>
                    <a:pt x="246" y="74"/>
                    <a:pt x="235" y="69"/>
                    <a:pt x="222" y="66"/>
                  </a:cubicBezTo>
                  <a:cubicBezTo>
                    <a:pt x="209" y="64"/>
                    <a:pt x="194" y="67"/>
                    <a:pt x="183" y="74"/>
                  </a:cubicBezTo>
                  <a:cubicBezTo>
                    <a:pt x="172" y="82"/>
                    <a:pt x="164" y="93"/>
                    <a:pt x="162" y="106"/>
                  </a:cubicBezTo>
                  <a:cubicBezTo>
                    <a:pt x="161" y="110"/>
                    <a:pt x="161" y="115"/>
                    <a:pt x="162" y="119"/>
                  </a:cubicBezTo>
                  <a:cubicBezTo>
                    <a:pt x="162" y="121"/>
                    <a:pt x="163" y="124"/>
                    <a:pt x="163" y="126"/>
                  </a:cubicBezTo>
                  <a:cubicBezTo>
                    <a:pt x="164" y="128"/>
                    <a:pt x="164" y="129"/>
                    <a:pt x="165" y="131"/>
                  </a:cubicBezTo>
                  <a:cubicBezTo>
                    <a:pt x="165" y="133"/>
                    <a:pt x="165" y="134"/>
                    <a:pt x="167" y="134"/>
                  </a:cubicBezTo>
                  <a:cubicBezTo>
                    <a:pt x="170" y="133"/>
                    <a:pt x="173" y="131"/>
                    <a:pt x="176" y="130"/>
                  </a:cubicBezTo>
                  <a:cubicBezTo>
                    <a:pt x="181" y="127"/>
                    <a:pt x="186" y="123"/>
                    <a:pt x="190" y="118"/>
                  </a:cubicBezTo>
                  <a:cubicBezTo>
                    <a:pt x="193" y="113"/>
                    <a:pt x="195" y="107"/>
                    <a:pt x="199" y="103"/>
                  </a:cubicBezTo>
                  <a:cubicBezTo>
                    <a:pt x="203" y="98"/>
                    <a:pt x="198" y="93"/>
                    <a:pt x="204" y="104"/>
                  </a:cubicBezTo>
                  <a:cubicBezTo>
                    <a:pt x="205" y="105"/>
                    <a:pt x="206" y="105"/>
                    <a:pt x="207" y="104"/>
                  </a:cubicBezTo>
                  <a:cubicBezTo>
                    <a:pt x="215" y="95"/>
                    <a:pt x="226" y="89"/>
                    <a:pt x="238" y="91"/>
                  </a:cubicBezTo>
                  <a:cubicBezTo>
                    <a:pt x="254" y="93"/>
                    <a:pt x="265" y="103"/>
                    <a:pt x="269" y="118"/>
                  </a:cubicBezTo>
                  <a:cubicBezTo>
                    <a:pt x="274" y="132"/>
                    <a:pt x="272" y="148"/>
                    <a:pt x="271" y="163"/>
                  </a:cubicBezTo>
                  <a:cubicBezTo>
                    <a:pt x="270" y="182"/>
                    <a:pt x="269" y="202"/>
                    <a:pt x="271" y="221"/>
                  </a:cubicBezTo>
                  <a:cubicBezTo>
                    <a:pt x="276" y="273"/>
                    <a:pt x="313" y="313"/>
                    <a:pt x="357" y="338"/>
                  </a:cubicBezTo>
                  <a:cubicBezTo>
                    <a:pt x="372" y="346"/>
                    <a:pt x="387" y="353"/>
                    <a:pt x="403" y="358"/>
                  </a:cubicBezTo>
                  <a:cubicBezTo>
                    <a:pt x="420" y="364"/>
                    <a:pt x="437" y="368"/>
                    <a:pt x="455" y="370"/>
                  </a:cubicBezTo>
                  <a:cubicBezTo>
                    <a:pt x="463" y="371"/>
                    <a:pt x="472" y="372"/>
                    <a:pt x="481" y="372"/>
                  </a:cubicBezTo>
                  <a:cubicBezTo>
                    <a:pt x="485" y="372"/>
                    <a:pt x="490" y="371"/>
                    <a:pt x="494" y="371"/>
                  </a:cubicBezTo>
                  <a:cubicBezTo>
                    <a:pt x="507" y="370"/>
                    <a:pt x="521" y="367"/>
                    <a:pt x="533" y="362"/>
                  </a:cubicBezTo>
                  <a:cubicBezTo>
                    <a:pt x="538" y="359"/>
                    <a:pt x="544" y="357"/>
                    <a:pt x="549" y="355"/>
                  </a:cubicBezTo>
                  <a:cubicBezTo>
                    <a:pt x="555" y="351"/>
                    <a:pt x="561" y="347"/>
                    <a:pt x="567" y="343"/>
                  </a:cubicBezTo>
                  <a:cubicBezTo>
                    <a:pt x="624" y="297"/>
                    <a:pt x="612" y="205"/>
                    <a:pt x="538" y="190"/>
                  </a:cubicBezTo>
                  <a:cubicBezTo>
                    <a:pt x="509" y="184"/>
                    <a:pt x="469" y="207"/>
                    <a:pt x="473" y="234"/>
                  </a:cubicBezTo>
                  <a:cubicBezTo>
                    <a:pt x="468" y="238"/>
                    <a:pt x="461" y="241"/>
                    <a:pt x="453" y="243"/>
                  </a:cubicBezTo>
                  <a:cubicBezTo>
                    <a:pt x="431" y="249"/>
                    <a:pt x="405" y="241"/>
                    <a:pt x="401" y="217"/>
                  </a:cubicBezTo>
                  <a:cubicBezTo>
                    <a:pt x="403" y="223"/>
                    <a:pt x="408" y="226"/>
                    <a:pt x="414" y="226"/>
                  </a:cubicBezTo>
                  <a:cubicBezTo>
                    <a:pt x="422" y="226"/>
                    <a:pt x="428" y="220"/>
                    <a:pt x="428" y="212"/>
                  </a:cubicBezTo>
                  <a:cubicBezTo>
                    <a:pt x="428" y="204"/>
                    <a:pt x="422" y="197"/>
                    <a:pt x="414" y="197"/>
                  </a:cubicBezTo>
                  <a:cubicBezTo>
                    <a:pt x="407" y="197"/>
                    <a:pt x="399" y="205"/>
                    <a:pt x="397" y="212"/>
                  </a:cubicBezTo>
                  <a:cubicBezTo>
                    <a:pt x="396" y="216"/>
                    <a:pt x="397" y="220"/>
                    <a:pt x="397" y="223"/>
                  </a:cubicBezTo>
                  <a:cubicBezTo>
                    <a:pt x="398" y="229"/>
                    <a:pt x="402" y="234"/>
                    <a:pt x="406" y="238"/>
                  </a:cubicBezTo>
                  <a:cubicBezTo>
                    <a:pt x="415" y="245"/>
                    <a:pt x="427" y="247"/>
                    <a:pt x="438" y="247"/>
                  </a:cubicBezTo>
                  <a:cubicBezTo>
                    <a:pt x="445" y="247"/>
                    <a:pt x="451" y="246"/>
                    <a:pt x="457" y="244"/>
                  </a:cubicBezTo>
                  <a:cubicBezTo>
                    <a:pt x="459" y="244"/>
                    <a:pt x="475" y="238"/>
                    <a:pt x="474" y="237"/>
                  </a:cubicBezTo>
                  <a:cubicBezTo>
                    <a:pt x="476" y="243"/>
                    <a:pt x="480" y="249"/>
                    <a:pt x="487" y="255"/>
                  </a:cubicBezTo>
                  <a:cubicBezTo>
                    <a:pt x="492" y="259"/>
                    <a:pt x="497" y="262"/>
                    <a:pt x="502" y="263"/>
                  </a:cubicBezTo>
                  <a:cubicBezTo>
                    <a:pt x="507" y="265"/>
                    <a:pt x="514" y="266"/>
                    <a:pt x="519" y="263"/>
                  </a:cubicBezTo>
                  <a:cubicBezTo>
                    <a:pt x="519" y="263"/>
                    <a:pt x="515" y="263"/>
                    <a:pt x="515" y="263"/>
                  </a:cubicBezTo>
                  <a:cubicBezTo>
                    <a:pt x="512" y="263"/>
                    <a:pt x="510" y="263"/>
                    <a:pt x="508" y="263"/>
                  </a:cubicBezTo>
                  <a:cubicBezTo>
                    <a:pt x="505" y="262"/>
                    <a:pt x="503" y="262"/>
                    <a:pt x="500" y="261"/>
                  </a:cubicBezTo>
                  <a:cubicBezTo>
                    <a:pt x="496" y="259"/>
                    <a:pt x="493" y="257"/>
                    <a:pt x="491" y="254"/>
                  </a:cubicBezTo>
                  <a:cubicBezTo>
                    <a:pt x="486" y="247"/>
                    <a:pt x="486" y="238"/>
                    <a:pt x="489" y="230"/>
                  </a:cubicBezTo>
                  <a:cubicBezTo>
                    <a:pt x="493" y="217"/>
                    <a:pt x="503" y="201"/>
                    <a:pt x="517" y="196"/>
                  </a:cubicBezTo>
                  <a:cubicBezTo>
                    <a:pt x="555" y="182"/>
                    <a:pt x="587" y="220"/>
                    <a:pt x="592" y="255"/>
                  </a:cubicBezTo>
                  <a:cubicBezTo>
                    <a:pt x="593" y="261"/>
                    <a:pt x="593" y="267"/>
                    <a:pt x="593" y="273"/>
                  </a:cubicBezTo>
                  <a:cubicBezTo>
                    <a:pt x="589" y="245"/>
                    <a:pt x="571" y="215"/>
                    <a:pt x="546" y="208"/>
                  </a:cubicBezTo>
                  <a:cubicBezTo>
                    <a:pt x="524" y="201"/>
                    <a:pt x="500" y="225"/>
                    <a:pt x="519" y="244"/>
                  </a:cubicBezTo>
                  <a:cubicBezTo>
                    <a:pt x="522" y="248"/>
                    <a:pt x="530" y="252"/>
                    <a:pt x="535" y="249"/>
                  </a:cubicBezTo>
                  <a:cubicBezTo>
                    <a:pt x="538" y="247"/>
                    <a:pt x="538" y="244"/>
                    <a:pt x="537" y="242"/>
                  </a:cubicBezTo>
                  <a:cubicBezTo>
                    <a:pt x="537" y="240"/>
                    <a:pt x="536" y="238"/>
                    <a:pt x="535" y="236"/>
                  </a:cubicBezTo>
                  <a:cubicBezTo>
                    <a:pt x="533" y="235"/>
                    <a:pt x="529" y="235"/>
                    <a:pt x="529" y="235"/>
                  </a:cubicBezTo>
                  <a:cubicBezTo>
                    <a:pt x="531" y="238"/>
                    <a:pt x="530" y="242"/>
                    <a:pt x="527" y="244"/>
                  </a:cubicBezTo>
                  <a:cubicBezTo>
                    <a:pt x="524" y="246"/>
                    <a:pt x="521" y="243"/>
                    <a:pt x="519" y="240"/>
                  </a:cubicBezTo>
                  <a:cubicBezTo>
                    <a:pt x="517" y="237"/>
                    <a:pt x="521" y="229"/>
                    <a:pt x="522" y="226"/>
                  </a:cubicBezTo>
                  <a:cubicBezTo>
                    <a:pt x="529" y="214"/>
                    <a:pt x="543" y="211"/>
                    <a:pt x="555" y="216"/>
                  </a:cubicBezTo>
                  <a:cubicBezTo>
                    <a:pt x="584" y="226"/>
                    <a:pt x="587" y="266"/>
                    <a:pt x="585" y="296"/>
                  </a:cubicBezTo>
                  <a:cubicBezTo>
                    <a:pt x="583" y="274"/>
                    <a:pt x="571" y="252"/>
                    <a:pt x="552" y="242"/>
                  </a:cubicBezTo>
                  <a:cubicBezTo>
                    <a:pt x="551" y="240"/>
                    <a:pt x="550" y="239"/>
                    <a:pt x="548" y="239"/>
                  </a:cubicBezTo>
                  <a:cubicBezTo>
                    <a:pt x="547" y="239"/>
                    <a:pt x="546" y="240"/>
                    <a:pt x="546" y="240"/>
                  </a:cubicBezTo>
                  <a:cubicBezTo>
                    <a:pt x="551" y="250"/>
                    <a:pt x="542" y="260"/>
                    <a:pt x="545" y="270"/>
                  </a:cubicBezTo>
                  <a:cubicBezTo>
                    <a:pt x="546" y="273"/>
                    <a:pt x="547" y="277"/>
                    <a:pt x="550" y="280"/>
                  </a:cubicBezTo>
                  <a:cubicBezTo>
                    <a:pt x="549" y="280"/>
                    <a:pt x="549" y="280"/>
                    <a:pt x="548" y="280"/>
                  </a:cubicBezTo>
                  <a:cubicBezTo>
                    <a:pt x="544" y="279"/>
                    <a:pt x="541" y="281"/>
                    <a:pt x="538" y="283"/>
                  </a:cubicBezTo>
                  <a:cubicBezTo>
                    <a:pt x="537" y="285"/>
                    <a:pt x="532" y="285"/>
                    <a:pt x="532" y="287"/>
                  </a:cubicBezTo>
                  <a:cubicBezTo>
                    <a:pt x="532" y="288"/>
                    <a:pt x="533" y="289"/>
                    <a:pt x="534" y="290"/>
                  </a:cubicBezTo>
                  <a:cubicBezTo>
                    <a:pt x="538" y="295"/>
                    <a:pt x="541" y="298"/>
                    <a:pt x="544" y="304"/>
                  </a:cubicBezTo>
                  <a:cubicBezTo>
                    <a:pt x="546" y="309"/>
                    <a:pt x="547" y="314"/>
                    <a:pt x="548" y="319"/>
                  </a:cubicBezTo>
                  <a:cubicBezTo>
                    <a:pt x="549" y="330"/>
                    <a:pt x="545" y="340"/>
                    <a:pt x="538" y="348"/>
                  </a:cubicBezTo>
                  <a:cubicBezTo>
                    <a:pt x="537" y="349"/>
                    <a:pt x="537" y="349"/>
                    <a:pt x="536" y="350"/>
                  </a:cubicBezTo>
                  <a:cubicBezTo>
                    <a:pt x="516" y="361"/>
                    <a:pt x="493" y="367"/>
                    <a:pt x="471" y="367"/>
                  </a:cubicBezTo>
                  <a:cubicBezTo>
                    <a:pt x="404" y="370"/>
                    <a:pt x="323" y="331"/>
                    <a:pt x="294" y="266"/>
                  </a:cubicBezTo>
                  <a:cubicBezTo>
                    <a:pt x="300" y="274"/>
                    <a:pt x="309" y="280"/>
                    <a:pt x="319" y="285"/>
                  </a:cubicBezTo>
                  <a:cubicBezTo>
                    <a:pt x="351" y="299"/>
                    <a:pt x="379" y="271"/>
                    <a:pt x="383" y="239"/>
                  </a:cubicBezTo>
                  <a:cubicBezTo>
                    <a:pt x="386" y="214"/>
                    <a:pt x="360" y="180"/>
                    <a:pt x="334" y="202"/>
                  </a:cubicBezTo>
                  <a:cubicBezTo>
                    <a:pt x="321" y="212"/>
                    <a:pt x="326" y="232"/>
                    <a:pt x="337" y="236"/>
                  </a:cubicBezTo>
                  <a:cubicBezTo>
                    <a:pt x="336" y="236"/>
                    <a:pt x="335" y="236"/>
                    <a:pt x="334" y="236"/>
                  </a:cubicBezTo>
                  <a:cubicBezTo>
                    <a:pt x="329" y="238"/>
                    <a:pt x="326" y="246"/>
                    <a:pt x="333" y="248"/>
                  </a:cubicBezTo>
                  <a:cubicBezTo>
                    <a:pt x="334" y="248"/>
                    <a:pt x="334" y="247"/>
                    <a:pt x="334" y="247"/>
                  </a:cubicBezTo>
                  <a:cubicBezTo>
                    <a:pt x="329" y="245"/>
                    <a:pt x="332" y="240"/>
                    <a:pt x="335" y="239"/>
                  </a:cubicBezTo>
                  <a:cubicBezTo>
                    <a:pt x="337" y="239"/>
                    <a:pt x="339" y="239"/>
                    <a:pt x="340" y="240"/>
                  </a:cubicBezTo>
                  <a:cubicBezTo>
                    <a:pt x="341" y="241"/>
                    <a:pt x="342" y="242"/>
                    <a:pt x="343" y="243"/>
                  </a:cubicBezTo>
                  <a:cubicBezTo>
                    <a:pt x="341" y="249"/>
                    <a:pt x="338" y="257"/>
                    <a:pt x="330" y="258"/>
                  </a:cubicBezTo>
                  <a:cubicBezTo>
                    <a:pt x="323" y="259"/>
                    <a:pt x="318" y="256"/>
                    <a:pt x="312" y="253"/>
                  </a:cubicBezTo>
                  <a:cubicBezTo>
                    <a:pt x="310" y="251"/>
                    <a:pt x="308" y="250"/>
                    <a:pt x="305" y="252"/>
                  </a:cubicBezTo>
                  <a:cubicBezTo>
                    <a:pt x="303" y="254"/>
                    <a:pt x="301" y="255"/>
                    <a:pt x="298" y="255"/>
                  </a:cubicBezTo>
                  <a:cubicBezTo>
                    <a:pt x="295" y="256"/>
                    <a:pt x="291" y="254"/>
                    <a:pt x="289" y="252"/>
                  </a:cubicBezTo>
                  <a:cubicBezTo>
                    <a:pt x="288" y="250"/>
                    <a:pt x="287" y="249"/>
                    <a:pt x="286" y="247"/>
                  </a:cubicBezTo>
                  <a:cubicBezTo>
                    <a:pt x="279" y="217"/>
                    <a:pt x="284" y="188"/>
                    <a:pt x="285" y="158"/>
                  </a:cubicBezTo>
                  <a:cubicBezTo>
                    <a:pt x="287" y="164"/>
                    <a:pt x="290" y="171"/>
                    <a:pt x="297" y="177"/>
                  </a:cubicBezTo>
                  <a:cubicBezTo>
                    <a:pt x="310" y="190"/>
                    <a:pt x="344" y="199"/>
                    <a:pt x="354" y="177"/>
                  </a:cubicBezTo>
                  <a:cubicBezTo>
                    <a:pt x="361" y="159"/>
                    <a:pt x="338" y="144"/>
                    <a:pt x="322" y="149"/>
                  </a:cubicBezTo>
                  <a:cubicBezTo>
                    <a:pt x="324" y="149"/>
                    <a:pt x="328" y="152"/>
                    <a:pt x="330" y="152"/>
                  </a:cubicBezTo>
                  <a:cubicBezTo>
                    <a:pt x="346" y="152"/>
                    <a:pt x="344" y="177"/>
                    <a:pt x="334" y="181"/>
                  </a:cubicBezTo>
                  <a:cubicBezTo>
                    <a:pt x="323" y="185"/>
                    <a:pt x="303" y="175"/>
                    <a:pt x="298" y="165"/>
                  </a:cubicBezTo>
                  <a:cubicBezTo>
                    <a:pt x="292" y="151"/>
                    <a:pt x="299" y="128"/>
                    <a:pt x="315" y="125"/>
                  </a:cubicBezTo>
                  <a:cubicBezTo>
                    <a:pt x="353" y="118"/>
                    <a:pt x="376" y="169"/>
                    <a:pt x="406" y="184"/>
                  </a:cubicBezTo>
                  <a:cubicBezTo>
                    <a:pt x="438" y="200"/>
                    <a:pt x="479" y="201"/>
                    <a:pt x="507" y="177"/>
                  </a:cubicBezTo>
                  <a:cubicBezTo>
                    <a:pt x="507" y="177"/>
                    <a:pt x="505" y="176"/>
                    <a:pt x="505" y="176"/>
                  </a:cubicBezTo>
                  <a:cubicBezTo>
                    <a:pt x="485" y="186"/>
                    <a:pt x="466" y="193"/>
                    <a:pt x="444" y="193"/>
                  </a:cubicBezTo>
                  <a:cubicBezTo>
                    <a:pt x="408" y="192"/>
                    <a:pt x="394" y="173"/>
                    <a:pt x="372" y="150"/>
                  </a:cubicBezTo>
                  <a:cubicBezTo>
                    <a:pt x="361" y="139"/>
                    <a:pt x="349" y="129"/>
                    <a:pt x="334" y="124"/>
                  </a:cubicBezTo>
                  <a:cubicBezTo>
                    <a:pt x="312" y="117"/>
                    <a:pt x="292" y="128"/>
                    <a:pt x="286" y="144"/>
                  </a:cubicBezTo>
                  <a:cubicBezTo>
                    <a:pt x="287" y="121"/>
                    <a:pt x="284" y="99"/>
                    <a:pt x="270" y="77"/>
                  </a:cubicBezTo>
                  <a:cubicBezTo>
                    <a:pt x="239" y="28"/>
                    <a:pt x="166" y="0"/>
                    <a:pt x="110" y="16"/>
                  </a:cubicBezTo>
                  <a:cubicBezTo>
                    <a:pt x="33" y="38"/>
                    <a:pt x="0" y="144"/>
                    <a:pt x="87" y="175"/>
                  </a:cubicBezTo>
                  <a:close/>
                  <a:moveTo>
                    <a:pt x="129" y="62"/>
                  </a:moveTo>
                  <a:cubicBezTo>
                    <a:pt x="129" y="62"/>
                    <a:pt x="129" y="62"/>
                    <a:pt x="129" y="62"/>
                  </a:cubicBezTo>
                  <a:cubicBezTo>
                    <a:pt x="129" y="62"/>
                    <a:pt x="129" y="62"/>
                    <a:pt x="129" y="62"/>
                  </a:cubicBezTo>
                  <a:cubicBezTo>
                    <a:pt x="129" y="62"/>
                    <a:pt x="129" y="62"/>
                    <a:pt x="129" y="62"/>
                  </a:cubicBezTo>
                  <a:close/>
                  <a:moveTo>
                    <a:pt x="222" y="88"/>
                  </a:moveTo>
                  <a:cubicBezTo>
                    <a:pt x="212" y="92"/>
                    <a:pt x="208" y="103"/>
                    <a:pt x="201" y="90"/>
                  </a:cubicBezTo>
                  <a:cubicBezTo>
                    <a:pt x="200" y="88"/>
                    <a:pt x="198" y="89"/>
                    <a:pt x="197" y="90"/>
                  </a:cubicBezTo>
                  <a:cubicBezTo>
                    <a:pt x="194" y="110"/>
                    <a:pt x="183" y="122"/>
                    <a:pt x="166" y="132"/>
                  </a:cubicBezTo>
                  <a:cubicBezTo>
                    <a:pt x="166" y="131"/>
                    <a:pt x="166" y="130"/>
                    <a:pt x="166" y="130"/>
                  </a:cubicBezTo>
                  <a:cubicBezTo>
                    <a:pt x="166" y="129"/>
                    <a:pt x="165" y="128"/>
                    <a:pt x="165" y="128"/>
                  </a:cubicBezTo>
                  <a:cubicBezTo>
                    <a:pt x="165" y="126"/>
                    <a:pt x="164" y="124"/>
                    <a:pt x="164" y="122"/>
                  </a:cubicBezTo>
                  <a:cubicBezTo>
                    <a:pt x="163" y="119"/>
                    <a:pt x="163" y="116"/>
                    <a:pt x="163" y="113"/>
                  </a:cubicBezTo>
                  <a:cubicBezTo>
                    <a:pt x="164" y="107"/>
                    <a:pt x="165" y="101"/>
                    <a:pt x="168" y="95"/>
                  </a:cubicBezTo>
                  <a:cubicBezTo>
                    <a:pt x="174" y="85"/>
                    <a:pt x="184" y="77"/>
                    <a:pt x="195" y="73"/>
                  </a:cubicBezTo>
                  <a:cubicBezTo>
                    <a:pt x="208" y="69"/>
                    <a:pt x="221" y="70"/>
                    <a:pt x="233" y="75"/>
                  </a:cubicBezTo>
                  <a:cubicBezTo>
                    <a:pt x="233" y="76"/>
                    <a:pt x="234" y="76"/>
                    <a:pt x="235" y="76"/>
                  </a:cubicBezTo>
                  <a:cubicBezTo>
                    <a:pt x="227" y="74"/>
                    <a:pt x="219" y="73"/>
                    <a:pt x="212" y="74"/>
                  </a:cubicBezTo>
                  <a:cubicBezTo>
                    <a:pt x="195" y="76"/>
                    <a:pt x="182" y="87"/>
                    <a:pt x="175" y="102"/>
                  </a:cubicBezTo>
                  <a:cubicBezTo>
                    <a:pt x="175" y="103"/>
                    <a:pt x="176" y="103"/>
                    <a:pt x="176" y="103"/>
                  </a:cubicBezTo>
                  <a:cubicBezTo>
                    <a:pt x="185" y="89"/>
                    <a:pt x="200" y="79"/>
                    <a:pt x="217" y="79"/>
                  </a:cubicBezTo>
                  <a:cubicBezTo>
                    <a:pt x="225" y="80"/>
                    <a:pt x="231" y="82"/>
                    <a:pt x="237" y="85"/>
                  </a:cubicBezTo>
                  <a:cubicBezTo>
                    <a:pt x="232" y="85"/>
                    <a:pt x="227" y="86"/>
                    <a:pt x="222" y="88"/>
                  </a:cubicBezTo>
                  <a:close/>
                  <a:moveTo>
                    <a:pt x="550" y="338"/>
                  </a:moveTo>
                  <a:cubicBezTo>
                    <a:pt x="556" y="321"/>
                    <a:pt x="553" y="297"/>
                    <a:pt x="537" y="287"/>
                  </a:cubicBezTo>
                  <a:cubicBezTo>
                    <a:pt x="537" y="288"/>
                    <a:pt x="545" y="283"/>
                    <a:pt x="547" y="283"/>
                  </a:cubicBezTo>
                  <a:cubicBezTo>
                    <a:pt x="551" y="283"/>
                    <a:pt x="552" y="285"/>
                    <a:pt x="556" y="287"/>
                  </a:cubicBezTo>
                  <a:cubicBezTo>
                    <a:pt x="557" y="288"/>
                    <a:pt x="561" y="287"/>
                    <a:pt x="560" y="284"/>
                  </a:cubicBezTo>
                  <a:cubicBezTo>
                    <a:pt x="560" y="283"/>
                    <a:pt x="557" y="281"/>
                    <a:pt x="556" y="280"/>
                  </a:cubicBezTo>
                  <a:cubicBezTo>
                    <a:pt x="552" y="277"/>
                    <a:pt x="550" y="272"/>
                    <a:pt x="550" y="267"/>
                  </a:cubicBezTo>
                  <a:cubicBezTo>
                    <a:pt x="550" y="261"/>
                    <a:pt x="552" y="257"/>
                    <a:pt x="554" y="251"/>
                  </a:cubicBezTo>
                  <a:cubicBezTo>
                    <a:pt x="554" y="249"/>
                    <a:pt x="554" y="246"/>
                    <a:pt x="553" y="244"/>
                  </a:cubicBezTo>
                  <a:cubicBezTo>
                    <a:pt x="568" y="255"/>
                    <a:pt x="579" y="269"/>
                    <a:pt x="581" y="288"/>
                  </a:cubicBezTo>
                  <a:cubicBezTo>
                    <a:pt x="582" y="299"/>
                    <a:pt x="580" y="308"/>
                    <a:pt x="576" y="317"/>
                  </a:cubicBezTo>
                  <a:cubicBezTo>
                    <a:pt x="573" y="321"/>
                    <a:pt x="569" y="326"/>
                    <a:pt x="564" y="330"/>
                  </a:cubicBezTo>
                  <a:cubicBezTo>
                    <a:pt x="573" y="308"/>
                    <a:pt x="572" y="280"/>
                    <a:pt x="564" y="261"/>
                  </a:cubicBezTo>
                  <a:cubicBezTo>
                    <a:pt x="563" y="261"/>
                    <a:pt x="563" y="261"/>
                    <a:pt x="563" y="262"/>
                  </a:cubicBezTo>
                  <a:cubicBezTo>
                    <a:pt x="568" y="281"/>
                    <a:pt x="570" y="300"/>
                    <a:pt x="563" y="318"/>
                  </a:cubicBezTo>
                  <a:cubicBezTo>
                    <a:pt x="559" y="328"/>
                    <a:pt x="554" y="335"/>
                    <a:pt x="548" y="342"/>
                  </a:cubicBezTo>
                  <a:cubicBezTo>
                    <a:pt x="548" y="340"/>
                    <a:pt x="549" y="339"/>
                    <a:pt x="550" y="338"/>
                  </a:cubicBezTo>
                  <a:close/>
                  <a:moveTo>
                    <a:pt x="343" y="238"/>
                  </a:moveTo>
                  <a:cubicBezTo>
                    <a:pt x="342" y="237"/>
                    <a:pt x="341" y="237"/>
                    <a:pt x="341" y="237"/>
                  </a:cubicBezTo>
                  <a:cubicBezTo>
                    <a:pt x="344" y="237"/>
                    <a:pt x="347" y="235"/>
                    <a:pt x="350" y="232"/>
                  </a:cubicBezTo>
                  <a:cubicBezTo>
                    <a:pt x="352" y="231"/>
                    <a:pt x="350" y="229"/>
                    <a:pt x="349" y="229"/>
                  </a:cubicBezTo>
                  <a:cubicBezTo>
                    <a:pt x="333" y="212"/>
                    <a:pt x="333" y="203"/>
                    <a:pt x="351" y="202"/>
                  </a:cubicBezTo>
                  <a:cubicBezTo>
                    <a:pt x="360" y="202"/>
                    <a:pt x="367" y="207"/>
                    <a:pt x="372" y="215"/>
                  </a:cubicBezTo>
                  <a:cubicBezTo>
                    <a:pt x="377" y="224"/>
                    <a:pt x="378" y="234"/>
                    <a:pt x="375" y="244"/>
                  </a:cubicBezTo>
                  <a:cubicBezTo>
                    <a:pt x="370" y="266"/>
                    <a:pt x="352" y="290"/>
                    <a:pt x="326" y="282"/>
                  </a:cubicBezTo>
                  <a:cubicBezTo>
                    <a:pt x="324" y="281"/>
                    <a:pt x="321" y="280"/>
                    <a:pt x="318" y="279"/>
                  </a:cubicBezTo>
                  <a:cubicBezTo>
                    <a:pt x="325" y="279"/>
                    <a:pt x="331" y="278"/>
                    <a:pt x="336" y="275"/>
                  </a:cubicBezTo>
                  <a:cubicBezTo>
                    <a:pt x="342" y="271"/>
                    <a:pt x="347" y="263"/>
                    <a:pt x="348" y="256"/>
                  </a:cubicBezTo>
                  <a:cubicBezTo>
                    <a:pt x="348" y="252"/>
                    <a:pt x="349" y="247"/>
                    <a:pt x="348" y="243"/>
                  </a:cubicBezTo>
                  <a:cubicBezTo>
                    <a:pt x="347" y="241"/>
                    <a:pt x="345" y="239"/>
                    <a:pt x="343" y="238"/>
                  </a:cubicBezTo>
                  <a:close/>
                  <a:moveTo>
                    <a:pt x="300" y="262"/>
                  </a:moveTo>
                  <a:cubicBezTo>
                    <a:pt x="301" y="262"/>
                    <a:pt x="302" y="261"/>
                    <a:pt x="304" y="260"/>
                  </a:cubicBezTo>
                  <a:cubicBezTo>
                    <a:pt x="308" y="259"/>
                    <a:pt x="313" y="258"/>
                    <a:pt x="317" y="259"/>
                  </a:cubicBezTo>
                  <a:cubicBezTo>
                    <a:pt x="319" y="260"/>
                    <a:pt x="320" y="261"/>
                    <a:pt x="322" y="261"/>
                  </a:cubicBezTo>
                  <a:cubicBezTo>
                    <a:pt x="324" y="262"/>
                    <a:pt x="326" y="261"/>
                    <a:pt x="328" y="261"/>
                  </a:cubicBezTo>
                  <a:cubicBezTo>
                    <a:pt x="336" y="260"/>
                    <a:pt x="343" y="254"/>
                    <a:pt x="344" y="246"/>
                  </a:cubicBezTo>
                  <a:cubicBezTo>
                    <a:pt x="345" y="257"/>
                    <a:pt x="343" y="268"/>
                    <a:pt x="332" y="273"/>
                  </a:cubicBezTo>
                  <a:cubicBezTo>
                    <a:pt x="323" y="278"/>
                    <a:pt x="316" y="276"/>
                    <a:pt x="308" y="273"/>
                  </a:cubicBezTo>
                  <a:cubicBezTo>
                    <a:pt x="303" y="270"/>
                    <a:pt x="300" y="266"/>
                    <a:pt x="296" y="262"/>
                  </a:cubicBezTo>
                  <a:cubicBezTo>
                    <a:pt x="297" y="263"/>
                    <a:pt x="299" y="263"/>
                    <a:pt x="300" y="262"/>
                  </a:cubicBezTo>
                  <a:close/>
                  <a:moveTo>
                    <a:pt x="111" y="34"/>
                  </a:moveTo>
                  <a:cubicBezTo>
                    <a:pt x="102" y="43"/>
                    <a:pt x="96" y="55"/>
                    <a:pt x="96" y="67"/>
                  </a:cubicBezTo>
                  <a:cubicBezTo>
                    <a:pt x="96" y="72"/>
                    <a:pt x="97" y="77"/>
                    <a:pt x="93" y="80"/>
                  </a:cubicBezTo>
                  <a:cubicBezTo>
                    <a:pt x="91" y="82"/>
                    <a:pt x="88" y="83"/>
                    <a:pt x="85" y="83"/>
                  </a:cubicBezTo>
                  <a:cubicBezTo>
                    <a:pt x="82" y="84"/>
                    <a:pt x="77" y="87"/>
                    <a:pt x="78" y="91"/>
                  </a:cubicBezTo>
                  <a:cubicBezTo>
                    <a:pt x="75" y="77"/>
                    <a:pt x="79" y="61"/>
                    <a:pt x="90" y="49"/>
                  </a:cubicBezTo>
                  <a:cubicBezTo>
                    <a:pt x="96" y="42"/>
                    <a:pt x="103" y="38"/>
                    <a:pt x="111" y="3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27"/>
            <p:cNvSpPr/>
            <p:nvPr/>
          </p:nvSpPr>
          <p:spPr>
            <a:xfrm>
              <a:off x="5962651" y="4064000"/>
              <a:ext cx="933450" cy="257175"/>
            </a:xfrm>
            <a:custGeom>
              <a:avLst/>
              <a:gdLst/>
              <a:ahLst/>
              <a:cxnLst/>
              <a:rect l="l" t="t" r="r" b="b"/>
              <a:pathLst>
                <a:path w="706" h="195" extrusionOk="0">
                  <a:moveTo>
                    <a:pt x="9" y="23"/>
                  </a:moveTo>
                  <a:cubicBezTo>
                    <a:pt x="12" y="24"/>
                    <a:pt x="17" y="25"/>
                    <a:pt x="18" y="28"/>
                  </a:cubicBezTo>
                  <a:cubicBezTo>
                    <a:pt x="19" y="32"/>
                    <a:pt x="18" y="38"/>
                    <a:pt x="20" y="42"/>
                  </a:cubicBezTo>
                  <a:cubicBezTo>
                    <a:pt x="22" y="44"/>
                    <a:pt x="24" y="45"/>
                    <a:pt x="27" y="46"/>
                  </a:cubicBezTo>
                  <a:cubicBezTo>
                    <a:pt x="35" y="50"/>
                    <a:pt x="45" y="53"/>
                    <a:pt x="51" y="60"/>
                  </a:cubicBezTo>
                  <a:cubicBezTo>
                    <a:pt x="57" y="67"/>
                    <a:pt x="59" y="73"/>
                    <a:pt x="61" y="80"/>
                  </a:cubicBezTo>
                  <a:cubicBezTo>
                    <a:pt x="58" y="130"/>
                    <a:pt x="108" y="170"/>
                    <a:pt x="156" y="179"/>
                  </a:cubicBezTo>
                  <a:cubicBezTo>
                    <a:pt x="242" y="195"/>
                    <a:pt x="305" y="126"/>
                    <a:pt x="338" y="53"/>
                  </a:cubicBezTo>
                  <a:cubicBezTo>
                    <a:pt x="341" y="48"/>
                    <a:pt x="343" y="43"/>
                    <a:pt x="345" y="38"/>
                  </a:cubicBezTo>
                  <a:cubicBezTo>
                    <a:pt x="345" y="38"/>
                    <a:pt x="345" y="37"/>
                    <a:pt x="345" y="37"/>
                  </a:cubicBezTo>
                  <a:cubicBezTo>
                    <a:pt x="346" y="35"/>
                    <a:pt x="346" y="33"/>
                    <a:pt x="347" y="32"/>
                  </a:cubicBezTo>
                  <a:cubicBezTo>
                    <a:pt x="347" y="35"/>
                    <a:pt x="347" y="37"/>
                    <a:pt x="347" y="40"/>
                  </a:cubicBezTo>
                  <a:cubicBezTo>
                    <a:pt x="346" y="53"/>
                    <a:pt x="341" y="62"/>
                    <a:pt x="336" y="73"/>
                  </a:cubicBezTo>
                  <a:cubicBezTo>
                    <a:pt x="325" y="95"/>
                    <a:pt x="334" y="111"/>
                    <a:pt x="352" y="125"/>
                  </a:cubicBezTo>
                  <a:cubicBezTo>
                    <a:pt x="352" y="125"/>
                    <a:pt x="353" y="125"/>
                    <a:pt x="353" y="125"/>
                  </a:cubicBezTo>
                  <a:cubicBezTo>
                    <a:pt x="353" y="125"/>
                    <a:pt x="354" y="125"/>
                    <a:pt x="354" y="125"/>
                  </a:cubicBezTo>
                  <a:cubicBezTo>
                    <a:pt x="372" y="111"/>
                    <a:pt x="381" y="95"/>
                    <a:pt x="370" y="73"/>
                  </a:cubicBezTo>
                  <a:cubicBezTo>
                    <a:pt x="365" y="62"/>
                    <a:pt x="360" y="53"/>
                    <a:pt x="359" y="40"/>
                  </a:cubicBezTo>
                  <a:cubicBezTo>
                    <a:pt x="359" y="37"/>
                    <a:pt x="359" y="35"/>
                    <a:pt x="359" y="32"/>
                  </a:cubicBezTo>
                  <a:cubicBezTo>
                    <a:pt x="360" y="33"/>
                    <a:pt x="360" y="35"/>
                    <a:pt x="361" y="37"/>
                  </a:cubicBezTo>
                  <a:cubicBezTo>
                    <a:pt x="361" y="37"/>
                    <a:pt x="361" y="38"/>
                    <a:pt x="361" y="38"/>
                  </a:cubicBezTo>
                  <a:cubicBezTo>
                    <a:pt x="363" y="43"/>
                    <a:pt x="365" y="48"/>
                    <a:pt x="368" y="53"/>
                  </a:cubicBezTo>
                  <a:cubicBezTo>
                    <a:pt x="400" y="126"/>
                    <a:pt x="464" y="195"/>
                    <a:pt x="550" y="179"/>
                  </a:cubicBezTo>
                  <a:cubicBezTo>
                    <a:pt x="598" y="170"/>
                    <a:pt x="648" y="130"/>
                    <a:pt x="645" y="80"/>
                  </a:cubicBezTo>
                  <a:cubicBezTo>
                    <a:pt x="647" y="73"/>
                    <a:pt x="649" y="67"/>
                    <a:pt x="654" y="60"/>
                  </a:cubicBezTo>
                  <a:cubicBezTo>
                    <a:pt x="661" y="53"/>
                    <a:pt x="671" y="50"/>
                    <a:pt x="679" y="46"/>
                  </a:cubicBezTo>
                  <a:cubicBezTo>
                    <a:pt x="681" y="45"/>
                    <a:pt x="684" y="44"/>
                    <a:pt x="686" y="42"/>
                  </a:cubicBezTo>
                  <a:cubicBezTo>
                    <a:pt x="688" y="38"/>
                    <a:pt x="687" y="32"/>
                    <a:pt x="688" y="28"/>
                  </a:cubicBezTo>
                  <a:cubicBezTo>
                    <a:pt x="689" y="25"/>
                    <a:pt x="694" y="24"/>
                    <a:pt x="696" y="23"/>
                  </a:cubicBezTo>
                  <a:cubicBezTo>
                    <a:pt x="700" y="22"/>
                    <a:pt x="702" y="21"/>
                    <a:pt x="705" y="24"/>
                  </a:cubicBezTo>
                  <a:cubicBezTo>
                    <a:pt x="706" y="22"/>
                    <a:pt x="705" y="20"/>
                    <a:pt x="704" y="19"/>
                  </a:cubicBezTo>
                  <a:cubicBezTo>
                    <a:pt x="699" y="16"/>
                    <a:pt x="690" y="17"/>
                    <a:pt x="686" y="19"/>
                  </a:cubicBezTo>
                  <a:cubicBezTo>
                    <a:pt x="679" y="20"/>
                    <a:pt x="673" y="24"/>
                    <a:pt x="668" y="28"/>
                  </a:cubicBezTo>
                  <a:cubicBezTo>
                    <a:pt x="656" y="37"/>
                    <a:pt x="647" y="51"/>
                    <a:pt x="643" y="65"/>
                  </a:cubicBezTo>
                  <a:cubicBezTo>
                    <a:pt x="641" y="60"/>
                    <a:pt x="639" y="54"/>
                    <a:pt x="637" y="49"/>
                  </a:cubicBezTo>
                  <a:cubicBezTo>
                    <a:pt x="628" y="31"/>
                    <a:pt x="614" y="23"/>
                    <a:pt x="597" y="14"/>
                  </a:cubicBezTo>
                  <a:cubicBezTo>
                    <a:pt x="570" y="0"/>
                    <a:pt x="533" y="10"/>
                    <a:pt x="514" y="32"/>
                  </a:cubicBezTo>
                  <a:cubicBezTo>
                    <a:pt x="502" y="47"/>
                    <a:pt x="496" y="68"/>
                    <a:pt x="511" y="83"/>
                  </a:cubicBezTo>
                  <a:cubicBezTo>
                    <a:pt x="522" y="95"/>
                    <a:pt x="542" y="100"/>
                    <a:pt x="558" y="96"/>
                  </a:cubicBezTo>
                  <a:cubicBezTo>
                    <a:pt x="572" y="92"/>
                    <a:pt x="587" y="76"/>
                    <a:pt x="587" y="60"/>
                  </a:cubicBezTo>
                  <a:cubicBezTo>
                    <a:pt x="587" y="45"/>
                    <a:pt x="566" y="36"/>
                    <a:pt x="554" y="43"/>
                  </a:cubicBezTo>
                  <a:cubicBezTo>
                    <a:pt x="545" y="49"/>
                    <a:pt x="535" y="60"/>
                    <a:pt x="542" y="71"/>
                  </a:cubicBezTo>
                  <a:cubicBezTo>
                    <a:pt x="547" y="77"/>
                    <a:pt x="553" y="76"/>
                    <a:pt x="558" y="72"/>
                  </a:cubicBezTo>
                  <a:cubicBezTo>
                    <a:pt x="560" y="71"/>
                    <a:pt x="564" y="68"/>
                    <a:pt x="564" y="65"/>
                  </a:cubicBezTo>
                  <a:cubicBezTo>
                    <a:pt x="564" y="66"/>
                    <a:pt x="561" y="68"/>
                    <a:pt x="560" y="68"/>
                  </a:cubicBezTo>
                  <a:cubicBezTo>
                    <a:pt x="556" y="76"/>
                    <a:pt x="547" y="62"/>
                    <a:pt x="547" y="58"/>
                  </a:cubicBezTo>
                  <a:cubicBezTo>
                    <a:pt x="546" y="48"/>
                    <a:pt x="552" y="46"/>
                    <a:pt x="561" y="48"/>
                  </a:cubicBezTo>
                  <a:cubicBezTo>
                    <a:pt x="568" y="50"/>
                    <a:pt x="573" y="56"/>
                    <a:pt x="576" y="62"/>
                  </a:cubicBezTo>
                  <a:cubicBezTo>
                    <a:pt x="577" y="66"/>
                    <a:pt x="577" y="69"/>
                    <a:pt x="576" y="72"/>
                  </a:cubicBezTo>
                  <a:cubicBezTo>
                    <a:pt x="564" y="91"/>
                    <a:pt x="542" y="102"/>
                    <a:pt x="524" y="82"/>
                  </a:cubicBezTo>
                  <a:cubicBezTo>
                    <a:pt x="517" y="74"/>
                    <a:pt x="515" y="64"/>
                    <a:pt x="516" y="54"/>
                  </a:cubicBezTo>
                  <a:cubicBezTo>
                    <a:pt x="519" y="18"/>
                    <a:pt x="558" y="6"/>
                    <a:pt x="587" y="19"/>
                  </a:cubicBezTo>
                  <a:cubicBezTo>
                    <a:pt x="633" y="39"/>
                    <a:pt x="641" y="95"/>
                    <a:pt x="617" y="134"/>
                  </a:cubicBezTo>
                  <a:cubicBezTo>
                    <a:pt x="589" y="180"/>
                    <a:pt x="538" y="183"/>
                    <a:pt x="493" y="168"/>
                  </a:cubicBezTo>
                  <a:cubicBezTo>
                    <a:pt x="529" y="175"/>
                    <a:pt x="569" y="171"/>
                    <a:pt x="581" y="139"/>
                  </a:cubicBezTo>
                  <a:cubicBezTo>
                    <a:pt x="593" y="107"/>
                    <a:pt x="545" y="89"/>
                    <a:pt x="533" y="119"/>
                  </a:cubicBezTo>
                  <a:cubicBezTo>
                    <a:pt x="533" y="120"/>
                    <a:pt x="533" y="120"/>
                    <a:pt x="533" y="120"/>
                  </a:cubicBezTo>
                  <a:cubicBezTo>
                    <a:pt x="532" y="122"/>
                    <a:pt x="531" y="125"/>
                    <a:pt x="531" y="127"/>
                  </a:cubicBezTo>
                  <a:cubicBezTo>
                    <a:pt x="531" y="136"/>
                    <a:pt x="538" y="143"/>
                    <a:pt x="547" y="143"/>
                  </a:cubicBezTo>
                  <a:cubicBezTo>
                    <a:pt x="556" y="143"/>
                    <a:pt x="563" y="136"/>
                    <a:pt x="563" y="127"/>
                  </a:cubicBezTo>
                  <a:cubicBezTo>
                    <a:pt x="563" y="118"/>
                    <a:pt x="556" y="111"/>
                    <a:pt x="547" y="111"/>
                  </a:cubicBezTo>
                  <a:cubicBezTo>
                    <a:pt x="545" y="111"/>
                    <a:pt x="544" y="112"/>
                    <a:pt x="542" y="112"/>
                  </a:cubicBezTo>
                  <a:cubicBezTo>
                    <a:pt x="547" y="109"/>
                    <a:pt x="552" y="107"/>
                    <a:pt x="558" y="107"/>
                  </a:cubicBezTo>
                  <a:cubicBezTo>
                    <a:pt x="575" y="107"/>
                    <a:pt x="583" y="129"/>
                    <a:pt x="575" y="142"/>
                  </a:cubicBezTo>
                  <a:cubicBezTo>
                    <a:pt x="567" y="157"/>
                    <a:pt x="549" y="163"/>
                    <a:pt x="533" y="165"/>
                  </a:cubicBezTo>
                  <a:cubicBezTo>
                    <a:pt x="510" y="168"/>
                    <a:pt x="489" y="163"/>
                    <a:pt x="468" y="156"/>
                  </a:cubicBezTo>
                  <a:cubicBezTo>
                    <a:pt x="459" y="152"/>
                    <a:pt x="452" y="147"/>
                    <a:pt x="445" y="141"/>
                  </a:cubicBezTo>
                  <a:cubicBezTo>
                    <a:pt x="432" y="131"/>
                    <a:pt x="421" y="120"/>
                    <a:pt x="411" y="108"/>
                  </a:cubicBezTo>
                  <a:cubicBezTo>
                    <a:pt x="438" y="129"/>
                    <a:pt x="470" y="132"/>
                    <a:pt x="498" y="105"/>
                  </a:cubicBezTo>
                  <a:cubicBezTo>
                    <a:pt x="499" y="104"/>
                    <a:pt x="499" y="102"/>
                    <a:pt x="498" y="102"/>
                  </a:cubicBezTo>
                  <a:cubicBezTo>
                    <a:pt x="482" y="97"/>
                    <a:pt x="483" y="76"/>
                    <a:pt x="465" y="75"/>
                  </a:cubicBezTo>
                  <a:cubicBezTo>
                    <a:pt x="460" y="74"/>
                    <a:pt x="442" y="82"/>
                    <a:pt x="438" y="83"/>
                  </a:cubicBezTo>
                  <a:cubicBezTo>
                    <a:pt x="439" y="81"/>
                    <a:pt x="438" y="69"/>
                    <a:pt x="438" y="69"/>
                  </a:cubicBezTo>
                  <a:cubicBezTo>
                    <a:pt x="450" y="69"/>
                    <a:pt x="461" y="67"/>
                    <a:pt x="469" y="61"/>
                  </a:cubicBezTo>
                  <a:cubicBezTo>
                    <a:pt x="485" y="50"/>
                    <a:pt x="494" y="27"/>
                    <a:pt x="472" y="15"/>
                  </a:cubicBezTo>
                  <a:cubicBezTo>
                    <a:pt x="459" y="7"/>
                    <a:pt x="432" y="17"/>
                    <a:pt x="433" y="36"/>
                  </a:cubicBezTo>
                  <a:cubicBezTo>
                    <a:pt x="434" y="56"/>
                    <a:pt x="463" y="46"/>
                    <a:pt x="461" y="33"/>
                  </a:cubicBezTo>
                  <a:cubicBezTo>
                    <a:pt x="461" y="34"/>
                    <a:pt x="457" y="36"/>
                    <a:pt x="457" y="37"/>
                  </a:cubicBezTo>
                  <a:cubicBezTo>
                    <a:pt x="453" y="45"/>
                    <a:pt x="444" y="38"/>
                    <a:pt x="442" y="33"/>
                  </a:cubicBezTo>
                  <a:cubicBezTo>
                    <a:pt x="437" y="20"/>
                    <a:pt x="453" y="17"/>
                    <a:pt x="462" y="20"/>
                  </a:cubicBezTo>
                  <a:cubicBezTo>
                    <a:pt x="476" y="26"/>
                    <a:pt x="484" y="46"/>
                    <a:pt x="471" y="57"/>
                  </a:cubicBezTo>
                  <a:cubicBezTo>
                    <a:pt x="458" y="69"/>
                    <a:pt x="430" y="60"/>
                    <a:pt x="415" y="53"/>
                  </a:cubicBezTo>
                  <a:cubicBezTo>
                    <a:pt x="401" y="47"/>
                    <a:pt x="392" y="36"/>
                    <a:pt x="382" y="24"/>
                  </a:cubicBezTo>
                  <a:cubicBezTo>
                    <a:pt x="382" y="24"/>
                    <a:pt x="382" y="25"/>
                    <a:pt x="382" y="25"/>
                  </a:cubicBezTo>
                  <a:cubicBezTo>
                    <a:pt x="383" y="48"/>
                    <a:pt x="408" y="65"/>
                    <a:pt x="433" y="68"/>
                  </a:cubicBezTo>
                  <a:cubicBezTo>
                    <a:pt x="428" y="71"/>
                    <a:pt x="410" y="69"/>
                    <a:pt x="406" y="68"/>
                  </a:cubicBezTo>
                  <a:cubicBezTo>
                    <a:pt x="391" y="67"/>
                    <a:pt x="382" y="60"/>
                    <a:pt x="375" y="50"/>
                  </a:cubicBezTo>
                  <a:cubicBezTo>
                    <a:pt x="368" y="38"/>
                    <a:pt x="362" y="25"/>
                    <a:pt x="356" y="13"/>
                  </a:cubicBezTo>
                  <a:cubicBezTo>
                    <a:pt x="356" y="13"/>
                    <a:pt x="353" y="14"/>
                    <a:pt x="353" y="14"/>
                  </a:cubicBezTo>
                  <a:cubicBezTo>
                    <a:pt x="353" y="14"/>
                    <a:pt x="353" y="15"/>
                    <a:pt x="353" y="15"/>
                  </a:cubicBezTo>
                  <a:cubicBezTo>
                    <a:pt x="353" y="15"/>
                    <a:pt x="353" y="15"/>
                    <a:pt x="353" y="15"/>
                  </a:cubicBezTo>
                  <a:cubicBezTo>
                    <a:pt x="353" y="14"/>
                    <a:pt x="353" y="14"/>
                    <a:pt x="353" y="14"/>
                  </a:cubicBezTo>
                  <a:cubicBezTo>
                    <a:pt x="353" y="14"/>
                    <a:pt x="350" y="13"/>
                    <a:pt x="350" y="13"/>
                  </a:cubicBezTo>
                  <a:cubicBezTo>
                    <a:pt x="344" y="25"/>
                    <a:pt x="337" y="38"/>
                    <a:pt x="331" y="50"/>
                  </a:cubicBezTo>
                  <a:cubicBezTo>
                    <a:pt x="323" y="60"/>
                    <a:pt x="314" y="67"/>
                    <a:pt x="300" y="68"/>
                  </a:cubicBezTo>
                  <a:cubicBezTo>
                    <a:pt x="296" y="69"/>
                    <a:pt x="278" y="71"/>
                    <a:pt x="273" y="68"/>
                  </a:cubicBezTo>
                  <a:cubicBezTo>
                    <a:pt x="298" y="65"/>
                    <a:pt x="323" y="48"/>
                    <a:pt x="324" y="25"/>
                  </a:cubicBezTo>
                  <a:cubicBezTo>
                    <a:pt x="324" y="25"/>
                    <a:pt x="323" y="24"/>
                    <a:pt x="323" y="24"/>
                  </a:cubicBezTo>
                  <a:cubicBezTo>
                    <a:pt x="314" y="36"/>
                    <a:pt x="305" y="47"/>
                    <a:pt x="291" y="53"/>
                  </a:cubicBezTo>
                  <a:cubicBezTo>
                    <a:pt x="276" y="60"/>
                    <a:pt x="248" y="69"/>
                    <a:pt x="235" y="57"/>
                  </a:cubicBezTo>
                  <a:cubicBezTo>
                    <a:pt x="222" y="46"/>
                    <a:pt x="230" y="26"/>
                    <a:pt x="244" y="20"/>
                  </a:cubicBezTo>
                  <a:cubicBezTo>
                    <a:pt x="252" y="17"/>
                    <a:pt x="269" y="20"/>
                    <a:pt x="264" y="33"/>
                  </a:cubicBezTo>
                  <a:cubicBezTo>
                    <a:pt x="262" y="38"/>
                    <a:pt x="253" y="45"/>
                    <a:pt x="249" y="37"/>
                  </a:cubicBezTo>
                  <a:cubicBezTo>
                    <a:pt x="249" y="36"/>
                    <a:pt x="245" y="34"/>
                    <a:pt x="245" y="33"/>
                  </a:cubicBezTo>
                  <a:cubicBezTo>
                    <a:pt x="243" y="46"/>
                    <a:pt x="272" y="56"/>
                    <a:pt x="273" y="36"/>
                  </a:cubicBezTo>
                  <a:cubicBezTo>
                    <a:pt x="274" y="17"/>
                    <a:pt x="247" y="7"/>
                    <a:pt x="234" y="15"/>
                  </a:cubicBezTo>
                  <a:cubicBezTo>
                    <a:pt x="212" y="27"/>
                    <a:pt x="221" y="50"/>
                    <a:pt x="237" y="61"/>
                  </a:cubicBezTo>
                  <a:cubicBezTo>
                    <a:pt x="245" y="67"/>
                    <a:pt x="256" y="69"/>
                    <a:pt x="268" y="69"/>
                  </a:cubicBezTo>
                  <a:cubicBezTo>
                    <a:pt x="268" y="69"/>
                    <a:pt x="266" y="81"/>
                    <a:pt x="268" y="83"/>
                  </a:cubicBezTo>
                  <a:cubicBezTo>
                    <a:pt x="264" y="82"/>
                    <a:pt x="246" y="74"/>
                    <a:pt x="241" y="75"/>
                  </a:cubicBezTo>
                  <a:cubicBezTo>
                    <a:pt x="222" y="76"/>
                    <a:pt x="224" y="97"/>
                    <a:pt x="208" y="102"/>
                  </a:cubicBezTo>
                  <a:cubicBezTo>
                    <a:pt x="207" y="102"/>
                    <a:pt x="207" y="104"/>
                    <a:pt x="207" y="105"/>
                  </a:cubicBezTo>
                  <a:cubicBezTo>
                    <a:pt x="236" y="132"/>
                    <a:pt x="268" y="129"/>
                    <a:pt x="294" y="108"/>
                  </a:cubicBezTo>
                  <a:cubicBezTo>
                    <a:pt x="285" y="120"/>
                    <a:pt x="274" y="131"/>
                    <a:pt x="261" y="141"/>
                  </a:cubicBezTo>
                  <a:cubicBezTo>
                    <a:pt x="254" y="147"/>
                    <a:pt x="246" y="152"/>
                    <a:pt x="238" y="156"/>
                  </a:cubicBezTo>
                  <a:cubicBezTo>
                    <a:pt x="217" y="163"/>
                    <a:pt x="196" y="168"/>
                    <a:pt x="172" y="165"/>
                  </a:cubicBezTo>
                  <a:cubicBezTo>
                    <a:pt x="157" y="163"/>
                    <a:pt x="139" y="157"/>
                    <a:pt x="131" y="142"/>
                  </a:cubicBezTo>
                  <a:cubicBezTo>
                    <a:pt x="123" y="129"/>
                    <a:pt x="131" y="107"/>
                    <a:pt x="148" y="107"/>
                  </a:cubicBezTo>
                  <a:cubicBezTo>
                    <a:pt x="154" y="107"/>
                    <a:pt x="159" y="109"/>
                    <a:pt x="163" y="112"/>
                  </a:cubicBezTo>
                  <a:cubicBezTo>
                    <a:pt x="162" y="112"/>
                    <a:pt x="160" y="111"/>
                    <a:pt x="159" y="111"/>
                  </a:cubicBezTo>
                  <a:cubicBezTo>
                    <a:pt x="150" y="111"/>
                    <a:pt x="143" y="118"/>
                    <a:pt x="143" y="127"/>
                  </a:cubicBezTo>
                  <a:cubicBezTo>
                    <a:pt x="143" y="136"/>
                    <a:pt x="150" y="143"/>
                    <a:pt x="159" y="143"/>
                  </a:cubicBezTo>
                  <a:cubicBezTo>
                    <a:pt x="167" y="143"/>
                    <a:pt x="174" y="136"/>
                    <a:pt x="174" y="127"/>
                  </a:cubicBezTo>
                  <a:cubicBezTo>
                    <a:pt x="174" y="125"/>
                    <a:pt x="174" y="122"/>
                    <a:pt x="173" y="120"/>
                  </a:cubicBezTo>
                  <a:cubicBezTo>
                    <a:pt x="173" y="120"/>
                    <a:pt x="173" y="120"/>
                    <a:pt x="173" y="119"/>
                  </a:cubicBezTo>
                  <a:cubicBezTo>
                    <a:pt x="161" y="89"/>
                    <a:pt x="113" y="107"/>
                    <a:pt x="125" y="139"/>
                  </a:cubicBezTo>
                  <a:cubicBezTo>
                    <a:pt x="137" y="171"/>
                    <a:pt x="177" y="175"/>
                    <a:pt x="212" y="168"/>
                  </a:cubicBezTo>
                  <a:cubicBezTo>
                    <a:pt x="168" y="183"/>
                    <a:pt x="117" y="180"/>
                    <a:pt x="89" y="134"/>
                  </a:cubicBezTo>
                  <a:cubicBezTo>
                    <a:pt x="65" y="95"/>
                    <a:pt x="73" y="39"/>
                    <a:pt x="118" y="19"/>
                  </a:cubicBezTo>
                  <a:cubicBezTo>
                    <a:pt x="148" y="6"/>
                    <a:pt x="187" y="18"/>
                    <a:pt x="190" y="54"/>
                  </a:cubicBezTo>
                  <a:cubicBezTo>
                    <a:pt x="191" y="64"/>
                    <a:pt x="189" y="74"/>
                    <a:pt x="182" y="82"/>
                  </a:cubicBezTo>
                  <a:cubicBezTo>
                    <a:pt x="164" y="102"/>
                    <a:pt x="142" y="91"/>
                    <a:pt x="130" y="72"/>
                  </a:cubicBezTo>
                  <a:cubicBezTo>
                    <a:pt x="129" y="69"/>
                    <a:pt x="129" y="66"/>
                    <a:pt x="130" y="62"/>
                  </a:cubicBezTo>
                  <a:cubicBezTo>
                    <a:pt x="133" y="56"/>
                    <a:pt x="138" y="50"/>
                    <a:pt x="145" y="48"/>
                  </a:cubicBezTo>
                  <a:cubicBezTo>
                    <a:pt x="154" y="46"/>
                    <a:pt x="160" y="48"/>
                    <a:pt x="159" y="58"/>
                  </a:cubicBezTo>
                  <a:cubicBezTo>
                    <a:pt x="159" y="62"/>
                    <a:pt x="150" y="76"/>
                    <a:pt x="145" y="68"/>
                  </a:cubicBezTo>
                  <a:cubicBezTo>
                    <a:pt x="145" y="68"/>
                    <a:pt x="142" y="66"/>
                    <a:pt x="142" y="65"/>
                  </a:cubicBezTo>
                  <a:cubicBezTo>
                    <a:pt x="142" y="68"/>
                    <a:pt x="146" y="71"/>
                    <a:pt x="148" y="72"/>
                  </a:cubicBezTo>
                  <a:cubicBezTo>
                    <a:pt x="153" y="76"/>
                    <a:pt x="159" y="77"/>
                    <a:pt x="163" y="71"/>
                  </a:cubicBezTo>
                  <a:cubicBezTo>
                    <a:pt x="171" y="60"/>
                    <a:pt x="160" y="49"/>
                    <a:pt x="152" y="43"/>
                  </a:cubicBezTo>
                  <a:cubicBezTo>
                    <a:pt x="140" y="36"/>
                    <a:pt x="119" y="45"/>
                    <a:pt x="119" y="60"/>
                  </a:cubicBezTo>
                  <a:cubicBezTo>
                    <a:pt x="119" y="76"/>
                    <a:pt x="134" y="92"/>
                    <a:pt x="148" y="96"/>
                  </a:cubicBezTo>
                  <a:cubicBezTo>
                    <a:pt x="164" y="100"/>
                    <a:pt x="184" y="95"/>
                    <a:pt x="195" y="83"/>
                  </a:cubicBezTo>
                  <a:cubicBezTo>
                    <a:pt x="210" y="68"/>
                    <a:pt x="204" y="47"/>
                    <a:pt x="192" y="32"/>
                  </a:cubicBezTo>
                  <a:cubicBezTo>
                    <a:pt x="173" y="10"/>
                    <a:pt x="136" y="0"/>
                    <a:pt x="109" y="14"/>
                  </a:cubicBezTo>
                  <a:cubicBezTo>
                    <a:pt x="92" y="23"/>
                    <a:pt x="78" y="31"/>
                    <a:pt x="69" y="49"/>
                  </a:cubicBezTo>
                  <a:cubicBezTo>
                    <a:pt x="66" y="54"/>
                    <a:pt x="65" y="60"/>
                    <a:pt x="63" y="65"/>
                  </a:cubicBezTo>
                  <a:cubicBezTo>
                    <a:pt x="59" y="51"/>
                    <a:pt x="50" y="37"/>
                    <a:pt x="38" y="28"/>
                  </a:cubicBezTo>
                  <a:cubicBezTo>
                    <a:pt x="33" y="24"/>
                    <a:pt x="27" y="20"/>
                    <a:pt x="20" y="19"/>
                  </a:cubicBezTo>
                  <a:cubicBezTo>
                    <a:pt x="15" y="17"/>
                    <a:pt x="7" y="16"/>
                    <a:pt x="2" y="19"/>
                  </a:cubicBezTo>
                  <a:cubicBezTo>
                    <a:pt x="1" y="20"/>
                    <a:pt x="0" y="22"/>
                    <a:pt x="1" y="24"/>
                  </a:cubicBezTo>
                  <a:cubicBezTo>
                    <a:pt x="3" y="21"/>
                    <a:pt x="6" y="22"/>
                    <a:pt x="9" y="23"/>
                  </a:cubicBezTo>
                  <a:close/>
                  <a:moveTo>
                    <a:pt x="657" y="44"/>
                  </a:moveTo>
                  <a:cubicBezTo>
                    <a:pt x="664" y="35"/>
                    <a:pt x="675" y="27"/>
                    <a:pt x="686" y="24"/>
                  </a:cubicBezTo>
                  <a:cubicBezTo>
                    <a:pt x="684" y="25"/>
                    <a:pt x="683" y="27"/>
                    <a:pt x="681" y="29"/>
                  </a:cubicBezTo>
                  <a:cubicBezTo>
                    <a:pt x="680" y="30"/>
                    <a:pt x="681" y="31"/>
                    <a:pt x="681" y="32"/>
                  </a:cubicBezTo>
                  <a:cubicBezTo>
                    <a:pt x="688" y="39"/>
                    <a:pt x="663" y="46"/>
                    <a:pt x="659" y="48"/>
                  </a:cubicBezTo>
                  <a:cubicBezTo>
                    <a:pt x="655" y="51"/>
                    <a:pt x="652" y="54"/>
                    <a:pt x="649" y="58"/>
                  </a:cubicBezTo>
                  <a:cubicBezTo>
                    <a:pt x="651" y="53"/>
                    <a:pt x="654" y="48"/>
                    <a:pt x="657" y="44"/>
                  </a:cubicBezTo>
                  <a:close/>
                  <a:moveTo>
                    <a:pt x="398" y="74"/>
                  </a:moveTo>
                  <a:cubicBezTo>
                    <a:pt x="406" y="75"/>
                    <a:pt x="416" y="74"/>
                    <a:pt x="424" y="74"/>
                  </a:cubicBezTo>
                  <a:cubicBezTo>
                    <a:pt x="434" y="73"/>
                    <a:pt x="443" y="68"/>
                    <a:pt x="428" y="82"/>
                  </a:cubicBezTo>
                  <a:cubicBezTo>
                    <a:pt x="426" y="84"/>
                    <a:pt x="427" y="87"/>
                    <a:pt x="430" y="88"/>
                  </a:cubicBezTo>
                  <a:cubicBezTo>
                    <a:pt x="450" y="93"/>
                    <a:pt x="471" y="70"/>
                    <a:pt x="486" y="98"/>
                  </a:cubicBezTo>
                  <a:cubicBezTo>
                    <a:pt x="486" y="100"/>
                    <a:pt x="492" y="102"/>
                    <a:pt x="492" y="103"/>
                  </a:cubicBezTo>
                  <a:cubicBezTo>
                    <a:pt x="492" y="109"/>
                    <a:pt x="481" y="113"/>
                    <a:pt x="477" y="115"/>
                  </a:cubicBezTo>
                  <a:cubicBezTo>
                    <a:pt x="454" y="126"/>
                    <a:pt x="424" y="120"/>
                    <a:pt x="407" y="101"/>
                  </a:cubicBezTo>
                  <a:cubicBezTo>
                    <a:pt x="402" y="96"/>
                    <a:pt x="398" y="90"/>
                    <a:pt x="394" y="84"/>
                  </a:cubicBezTo>
                  <a:cubicBezTo>
                    <a:pt x="414" y="99"/>
                    <a:pt x="440" y="106"/>
                    <a:pt x="464" y="107"/>
                  </a:cubicBezTo>
                  <a:cubicBezTo>
                    <a:pt x="465" y="107"/>
                    <a:pt x="465" y="107"/>
                    <a:pt x="464" y="107"/>
                  </a:cubicBezTo>
                  <a:cubicBezTo>
                    <a:pt x="434" y="103"/>
                    <a:pt x="411" y="89"/>
                    <a:pt x="387" y="71"/>
                  </a:cubicBezTo>
                  <a:cubicBezTo>
                    <a:pt x="386" y="71"/>
                    <a:pt x="386" y="70"/>
                    <a:pt x="386" y="70"/>
                  </a:cubicBezTo>
                  <a:cubicBezTo>
                    <a:pt x="390" y="72"/>
                    <a:pt x="394" y="73"/>
                    <a:pt x="398" y="74"/>
                  </a:cubicBezTo>
                  <a:close/>
                  <a:moveTo>
                    <a:pt x="365" y="103"/>
                  </a:moveTo>
                  <a:cubicBezTo>
                    <a:pt x="363" y="111"/>
                    <a:pt x="357" y="117"/>
                    <a:pt x="353" y="125"/>
                  </a:cubicBezTo>
                  <a:cubicBezTo>
                    <a:pt x="349" y="117"/>
                    <a:pt x="342" y="111"/>
                    <a:pt x="341" y="103"/>
                  </a:cubicBezTo>
                  <a:cubicBezTo>
                    <a:pt x="339" y="95"/>
                    <a:pt x="342" y="88"/>
                    <a:pt x="345" y="80"/>
                  </a:cubicBezTo>
                  <a:cubicBezTo>
                    <a:pt x="345" y="97"/>
                    <a:pt x="348" y="106"/>
                    <a:pt x="353" y="106"/>
                  </a:cubicBezTo>
                  <a:cubicBezTo>
                    <a:pt x="358" y="106"/>
                    <a:pt x="361" y="97"/>
                    <a:pt x="361" y="80"/>
                  </a:cubicBezTo>
                  <a:cubicBezTo>
                    <a:pt x="364" y="88"/>
                    <a:pt x="367" y="95"/>
                    <a:pt x="365" y="103"/>
                  </a:cubicBezTo>
                  <a:close/>
                  <a:moveTo>
                    <a:pt x="229" y="115"/>
                  </a:moveTo>
                  <a:cubicBezTo>
                    <a:pt x="225" y="113"/>
                    <a:pt x="214" y="109"/>
                    <a:pt x="214" y="103"/>
                  </a:cubicBezTo>
                  <a:cubicBezTo>
                    <a:pt x="214" y="102"/>
                    <a:pt x="219" y="100"/>
                    <a:pt x="220" y="98"/>
                  </a:cubicBezTo>
                  <a:cubicBezTo>
                    <a:pt x="235" y="70"/>
                    <a:pt x="256" y="93"/>
                    <a:pt x="276" y="88"/>
                  </a:cubicBezTo>
                  <a:cubicBezTo>
                    <a:pt x="279" y="87"/>
                    <a:pt x="280" y="84"/>
                    <a:pt x="278" y="82"/>
                  </a:cubicBezTo>
                  <a:cubicBezTo>
                    <a:pt x="263" y="68"/>
                    <a:pt x="272" y="73"/>
                    <a:pt x="282" y="74"/>
                  </a:cubicBezTo>
                  <a:cubicBezTo>
                    <a:pt x="290" y="74"/>
                    <a:pt x="300" y="75"/>
                    <a:pt x="307" y="74"/>
                  </a:cubicBezTo>
                  <a:cubicBezTo>
                    <a:pt x="312" y="73"/>
                    <a:pt x="316" y="72"/>
                    <a:pt x="320" y="70"/>
                  </a:cubicBezTo>
                  <a:cubicBezTo>
                    <a:pt x="320" y="70"/>
                    <a:pt x="319" y="71"/>
                    <a:pt x="319" y="71"/>
                  </a:cubicBezTo>
                  <a:cubicBezTo>
                    <a:pt x="295" y="89"/>
                    <a:pt x="272" y="103"/>
                    <a:pt x="242" y="107"/>
                  </a:cubicBezTo>
                  <a:cubicBezTo>
                    <a:pt x="241" y="107"/>
                    <a:pt x="241" y="107"/>
                    <a:pt x="242" y="107"/>
                  </a:cubicBezTo>
                  <a:cubicBezTo>
                    <a:pt x="266" y="106"/>
                    <a:pt x="292" y="99"/>
                    <a:pt x="311" y="84"/>
                  </a:cubicBezTo>
                  <a:cubicBezTo>
                    <a:pt x="308" y="90"/>
                    <a:pt x="304" y="96"/>
                    <a:pt x="299" y="101"/>
                  </a:cubicBezTo>
                  <a:cubicBezTo>
                    <a:pt x="282" y="120"/>
                    <a:pt x="252" y="126"/>
                    <a:pt x="229" y="115"/>
                  </a:cubicBezTo>
                  <a:close/>
                  <a:moveTo>
                    <a:pt x="48" y="44"/>
                  </a:moveTo>
                  <a:cubicBezTo>
                    <a:pt x="52" y="48"/>
                    <a:pt x="55" y="53"/>
                    <a:pt x="57" y="58"/>
                  </a:cubicBezTo>
                  <a:cubicBezTo>
                    <a:pt x="54" y="54"/>
                    <a:pt x="51" y="51"/>
                    <a:pt x="47" y="48"/>
                  </a:cubicBezTo>
                  <a:cubicBezTo>
                    <a:pt x="43" y="46"/>
                    <a:pt x="18" y="39"/>
                    <a:pt x="24" y="32"/>
                  </a:cubicBezTo>
                  <a:cubicBezTo>
                    <a:pt x="25" y="31"/>
                    <a:pt x="25" y="30"/>
                    <a:pt x="25" y="29"/>
                  </a:cubicBezTo>
                  <a:cubicBezTo>
                    <a:pt x="23" y="27"/>
                    <a:pt x="22" y="25"/>
                    <a:pt x="20" y="24"/>
                  </a:cubicBezTo>
                  <a:cubicBezTo>
                    <a:pt x="31" y="27"/>
                    <a:pt x="41" y="35"/>
                    <a:pt x="48" y="4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 name="Google Shape;213;p27"/>
            <p:cNvSpPr/>
            <p:nvPr/>
          </p:nvSpPr>
          <p:spPr>
            <a:xfrm>
              <a:off x="6008688" y="4395788"/>
              <a:ext cx="242888" cy="150813"/>
            </a:xfrm>
            <a:custGeom>
              <a:avLst/>
              <a:gdLst/>
              <a:ahLst/>
              <a:cxnLst/>
              <a:rect l="l" t="t" r="r" b="b"/>
              <a:pathLst>
                <a:path w="184" h="114" extrusionOk="0">
                  <a:moveTo>
                    <a:pt x="114" y="104"/>
                  </a:moveTo>
                  <a:cubicBezTo>
                    <a:pt x="70" y="112"/>
                    <a:pt x="33" y="74"/>
                    <a:pt x="3" y="47"/>
                  </a:cubicBezTo>
                  <a:cubicBezTo>
                    <a:pt x="3" y="46"/>
                    <a:pt x="1" y="46"/>
                    <a:pt x="0" y="46"/>
                  </a:cubicBezTo>
                  <a:cubicBezTo>
                    <a:pt x="26" y="77"/>
                    <a:pt x="57" y="101"/>
                    <a:pt x="97" y="109"/>
                  </a:cubicBezTo>
                  <a:cubicBezTo>
                    <a:pt x="125" y="114"/>
                    <a:pt x="159" y="106"/>
                    <a:pt x="172" y="79"/>
                  </a:cubicBezTo>
                  <a:cubicBezTo>
                    <a:pt x="184" y="58"/>
                    <a:pt x="177" y="28"/>
                    <a:pt x="155" y="16"/>
                  </a:cubicBezTo>
                  <a:cubicBezTo>
                    <a:pt x="133" y="4"/>
                    <a:pt x="93" y="8"/>
                    <a:pt x="95" y="41"/>
                  </a:cubicBezTo>
                  <a:cubicBezTo>
                    <a:pt x="95" y="50"/>
                    <a:pt x="101" y="58"/>
                    <a:pt x="110" y="61"/>
                  </a:cubicBezTo>
                  <a:cubicBezTo>
                    <a:pt x="117" y="64"/>
                    <a:pt x="126" y="63"/>
                    <a:pt x="131" y="58"/>
                  </a:cubicBezTo>
                  <a:cubicBezTo>
                    <a:pt x="134" y="55"/>
                    <a:pt x="135" y="52"/>
                    <a:pt x="135" y="49"/>
                  </a:cubicBezTo>
                  <a:cubicBezTo>
                    <a:pt x="135" y="45"/>
                    <a:pt x="134" y="43"/>
                    <a:pt x="132" y="40"/>
                  </a:cubicBezTo>
                  <a:cubicBezTo>
                    <a:pt x="131" y="39"/>
                    <a:pt x="130" y="38"/>
                    <a:pt x="129" y="38"/>
                  </a:cubicBezTo>
                  <a:cubicBezTo>
                    <a:pt x="128" y="37"/>
                    <a:pt x="126" y="38"/>
                    <a:pt x="125" y="38"/>
                  </a:cubicBezTo>
                  <a:cubicBezTo>
                    <a:pt x="131" y="41"/>
                    <a:pt x="132" y="52"/>
                    <a:pt x="126" y="56"/>
                  </a:cubicBezTo>
                  <a:cubicBezTo>
                    <a:pt x="122" y="60"/>
                    <a:pt x="116" y="57"/>
                    <a:pt x="112" y="54"/>
                  </a:cubicBezTo>
                  <a:cubicBezTo>
                    <a:pt x="98" y="45"/>
                    <a:pt x="100" y="30"/>
                    <a:pt x="113" y="20"/>
                  </a:cubicBezTo>
                  <a:cubicBezTo>
                    <a:pt x="139" y="0"/>
                    <a:pt x="167" y="23"/>
                    <a:pt x="166" y="52"/>
                  </a:cubicBezTo>
                  <a:cubicBezTo>
                    <a:pt x="165" y="80"/>
                    <a:pt x="140" y="99"/>
                    <a:pt x="114" y="10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 name="Google Shape;214;p27"/>
            <p:cNvSpPr/>
            <p:nvPr/>
          </p:nvSpPr>
          <p:spPr>
            <a:xfrm>
              <a:off x="6035676" y="4425950"/>
              <a:ext cx="93663" cy="66675"/>
            </a:xfrm>
            <a:custGeom>
              <a:avLst/>
              <a:gdLst/>
              <a:ahLst/>
              <a:cxnLst/>
              <a:rect l="l" t="t" r="r" b="b"/>
              <a:pathLst>
                <a:path w="71" h="51" extrusionOk="0">
                  <a:moveTo>
                    <a:pt x="56" y="7"/>
                  </a:moveTo>
                  <a:cubicBezTo>
                    <a:pt x="56" y="6"/>
                    <a:pt x="55" y="6"/>
                    <a:pt x="54" y="5"/>
                  </a:cubicBezTo>
                  <a:cubicBezTo>
                    <a:pt x="43" y="0"/>
                    <a:pt x="32" y="6"/>
                    <a:pt x="37" y="20"/>
                  </a:cubicBezTo>
                  <a:cubicBezTo>
                    <a:pt x="37" y="20"/>
                    <a:pt x="40" y="23"/>
                    <a:pt x="40" y="23"/>
                  </a:cubicBezTo>
                  <a:cubicBezTo>
                    <a:pt x="43" y="17"/>
                    <a:pt x="48" y="8"/>
                    <a:pt x="55" y="13"/>
                  </a:cubicBezTo>
                  <a:cubicBezTo>
                    <a:pt x="60" y="15"/>
                    <a:pt x="58" y="22"/>
                    <a:pt x="56" y="26"/>
                  </a:cubicBezTo>
                  <a:cubicBezTo>
                    <a:pt x="54" y="32"/>
                    <a:pt x="49" y="37"/>
                    <a:pt x="43" y="39"/>
                  </a:cubicBezTo>
                  <a:cubicBezTo>
                    <a:pt x="35" y="41"/>
                    <a:pt x="28" y="42"/>
                    <a:pt x="21" y="40"/>
                  </a:cubicBezTo>
                  <a:cubicBezTo>
                    <a:pt x="18" y="39"/>
                    <a:pt x="14" y="39"/>
                    <a:pt x="12" y="37"/>
                  </a:cubicBezTo>
                  <a:cubicBezTo>
                    <a:pt x="8" y="35"/>
                    <a:pt x="4" y="32"/>
                    <a:pt x="0" y="30"/>
                  </a:cubicBezTo>
                  <a:cubicBezTo>
                    <a:pt x="0" y="30"/>
                    <a:pt x="0" y="30"/>
                    <a:pt x="1" y="30"/>
                  </a:cubicBezTo>
                  <a:cubicBezTo>
                    <a:pt x="10" y="38"/>
                    <a:pt x="19" y="46"/>
                    <a:pt x="31" y="48"/>
                  </a:cubicBezTo>
                  <a:cubicBezTo>
                    <a:pt x="45" y="51"/>
                    <a:pt x="64" y="44"/>
                    <a:pt x="68" y="28"/>
                  </a:cubicBezTo>
                  <a:cubicBezTo>
                    <a:pt x="71" y="19"/>
                    <a:pt x="63" y="12"/>
                    <a:pt x="56"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27"/>
            <p:cNvSpPr/>
            <p:nvPr/>
          </p:nvSpPr>
          <p:spPr>
            <a:xfrm>
              <a:off x="5853113" y="4202113"/>
              <a:ext cx="106363" cy="163513"/>
            </a:xfrm>
            <a:custGeom>
              <a:avLst/>
              <a:gdLst/>
              <a:ahLst/>
              <a:cxnLst/>
              <a:rect l="l" t="t" r="r" b="b"/>
              <a:pathLst>
                <a:path w="80" h="124" extrusionOk="0">
                  <a:moveTo>
                    <a:pt x="58" y="34"/>
                  </a:moveTo>
                  <a:cubicBezTo>
                    <a:pt x="63" y="47"/>
                    <a:pt x="62" y="67"/>
                    <a:pt x="63" y="81"/>
                  </a:cubicBezTo>
                  <a:cubicBezTo>
                    <a:pt x="63" y="96"/>
                    <a:pt x="63" y="109"/>
                    <a:pt x="64" y="123"/>
                  </a:cubicBezTo>
                  <a:cubicBezTo>
                    <a:pt x="64" y="124"/>
                    <a:pt x="64" y="124"/>
                    <a:pt x="64" y="124"/>
                  </a:cubicBezTo>
                  <a:cubicBezTo>
                    <a:pt x="66" y="91"/>
                    <a:pt x="80" y="20"/>
                    <a:pt x="36" y="6"/>
                  </a:cubicBezTo>
                  <a:cubicBezTo>
                    <a:pt x="18" y="0"/>
                    <a:pt x="0" y="18"/>
                    <a:pt x="13" y="34"/>
                  </a:cubicBezTo>
                  <a:cubicBezTo>
                    <a:pt x="17" y="39"/>
                    <a:pt x="24" y="42"/>
                    <a:pt x="30" y="41"/>
                  </a:cubicBezTo>
                  <a:cubicBezTo>
                    <a:pt x="34" y="39"/>
                    <a:pt x="40" y="35"/>
                    <a:pt x="39" y="30"/>
                  </a:cubicBezTo>
                  <a:cubicBezTo>
                    <a:pt x="39" y="29"/>
                    <a:pt x="39" y="28"/>
                    <a:pt x="39" y="27"/>
                  </a:cubicBezTo>
                  <a:cubicBezTo>
                    <a:pt x="37" y="24"/>
                    <a:pt x="33" y="24"/>
                    <a:pt x="30" y="24"/>
                  </a:cubicBezTo>
                  <a:cubicBezTo>
                    <a:pt x="28" y="25"/>
                    <a:pt x="26" y="27"/>
                    <a:pt x="25" y="29"/>
                  </a:cubicBezTo>
                  <a:cubicBezTo>
                    <a:pt x="25" y="31"/>
                    <a:pt x="26" y="34"/>
                    <a:pt x="28" y="35"/>
                  </a:cubicBezTo>
                  <a:cubicBezTo>
                    <a:pt x="25" y="38"/>
                    <a:pt x="18" y="33"/>
                    <a:pt x="17" y="30"/>
                  </a:cubicBezTo>
                  <a:cubicBezTo>
                    <a:pt x="15" y="26"/>
                    <a:pt x="16" y="20"/>
                    <a:pt x="19" y="17"/>
                  </a:cubicBezTo>
                  <a:cubicBezTo>
                    <a:pt x="33" y="1"/>
                    <a:pt x="52" y="20"/>
                    <a:pt x="58" y="3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27"/>
            <p:cNvSpPr/>
            <p:nvPr/>
          </p:nvSpPr>
          <p:spPr>
            <a:xfrm>
              <a:off x="6221413" y="4241800"/>
              <a:ext cx="415925" cy="327025"/>
            </a:xfrm>
            <a:custGeom>
              <a:avLst/>
              <a:gdLst/>
              <a:ahLst/>
              <a:cxnLst/>
              <a:rect l="l" t="t" r="r" b="b"/>
              <a:pathLst>
                <a:path w="314" h="247" extrusionOk="0">
                  <a:moveTo>
                    <a:pt x="161" y="168"/>
                  </a:moveTo>
                  <a:cubicBezTo>
                    <a:pt x="162" y="167"/>
                    <a:pt x="163" y="166"/>
                    <a:pt x="164" y="165"/>
                  </a:cubicBezTo>
                  <a:cubicBezTo>
                    <a:pt x="188" y="127"/>
                    <a:pt x="208" y="39"/>
                    <a:pt x="163" y="10"/>
                  </a:cubicBezTo>
                  <a:cubicBezTo>
                    <a:pt x="167" y="9"/>
                    <a:pt x="170" y="7"/>
                    <a:pt x="174" y="7"/>
                  </a:cubicBezTo>
                  <a:cubicBezTo>
                    <a:pt x="188" y="4"/>
                    <a:pt x="204" y="13"/>
                    <a:pt x="207" y="26"/>
                  </a:cubicBezTo>
                  <a:cubicBezTo>
                    <a:pt x="208" y="32"/>
                    <a:pt x="207" y="38"/>
                    <a:pt x="204" y="43"/>
                  </a:cubicBezTo>
                  <a:cubicBezTo>
                    <a:pt x="201" y="48"/>
                    <a:pt x="195" y="51"/>
                    <a:pt x="189" y="50"/>
                  </a:cubicBezTo>
                  <a:cubicBezTo>
                    <a:pt x="199" y="55"/>
                    <a:pt x="211" y="49"/>
                    <a:pt x="215" y="39"/>
                  </a:cubicBezTo>
                  <a:cubicBezTo>
                    <a:pt x="220" y="29"/>
                    <a:pt x="216" y="17"/>
                    <a:pt x="208" y="10"/>
                  </a:cubicBezTo>
                  <a:cubicBezTo>
                    <a:pt x="200" y="3"/>
                    <a:pt x="188" y="0"/>
                    <a:pt x="178" y="1"/>
                  </a:cubicBezTo>
                  <a:cubicBezTo>
                    <a:pt x="170" y="2"/>
                    <a:pt x="163" y="4"/>
                    <a:pt x="157" y="7"/>
                  </a:cubicBezTo>
                  <a:cubicBezTo>
                    <a:pt x="151" y="4"/>
                    <a:pt x="144" y="2"/>
                    <a:pt x="136" y="1"/>
                  </a:cubicBezTo>
                  <a:cubicBezTo>
                    <a:pt x="126" y="0"/>
                    <a:pt x="114" y="3"/>
                    <a:pt x="106" y="10"/>
                  </a:cubicBezTo>
                  <a:cubicBezTo>
                    <a:pt x="98" y="17"/>
                    <a:pt x="94" y="29"/>
                    <a:pt x="98" y="39"/>
                  </a:cubicBezTo>
                  <a:cubicBezTo>
                    <a:pt x="102" y="49"/>
                    <a:pt x="115" y="55"/>
                    <a:pt x="125" y="50"/>
                  </a:cubicBezTo>
                  <a:cubicBezTo>
                    <a:pt x="119" y="51"/>
                    <a:pt x="113" y="48"/>
                    <a:pt x="110" y="43"/>
                  </a:cubicBezTo>
                  <a:cubicBezTo>
                    <a:pt x="107" y="38"/>
                    <a:pt x="106" y="32"/>
                    <a:pt x="107" y="26"/>
                  </a:cubicBezTo>
                  <a:cubicBezTo>
                    <a:pt x="110" y="13"/>
                    <a:pt x="126" y="4"/>
                    <a:pt x="140" y="7"/>
                  </a:cubicBezTo>
                  <a:cubicBezTo>
                    <a:pt x="144" y="7"/>
                    <a:pt x="147" y="9"/>
                    <a:pt x="150" y="10"/>
                  </a:cubicBezTo>
                  <a:cubicBezTo>
                    <a:pt x="106" y="39"/>
                    <a:pt x="126" y="127"/>
                    <a:pt x="150" y="165"/>
                  </a:cubicBezTo>
                  <a:cubicBezTo>
                    <a:pt x="151" y="166"/>
                    <a:pt x="152" y="167"/>
                    <a:pt x="153" y="168"/>
                  </a:cubicBezTo>
                  <a:cubicBezTo>
                    <a:pt x="118" y="216"/>
                    <a:pt x="60" y="243"/>
                    <a:pt x="0" y="247"/>
                  </a:cubicBezTo>
                  <a:cubicBezTo>
                    <a:pt x="0" y="247"/>
                    <a:pt x="1" y="247"/>
                    <a:pt x="1" y="247"/>
                  </a:cubicBezTo>
                  <a:cubicBezTo>
                    <a:pt x="61" y="247"/>
                    <a:pt x="120" y="223"/>
                    <a:pt x="157" y="174"/>
                  </a:cubicBezTo>
                  <a:cubicBezTo>
                    <a:pt x="194" y="223"/>
                    <a:pt x="253" y="247"/>
                    <a:pt x="313" y="247"/>
                  </a:cubicBezTo>
                  <a:cubicBezTo>
                    <a:pt x="313" y="247"/>
                    <a:pt x="314" y="247"/>
                    <a:pt x="314" y="247"/>
                  </a:cubicBezTo>
                  <a:cubicBezTo>
                    <a:pt x="254" y="243"/>
                    <a:pt x="196" y="216"/>
                    <a:pt x="161" y="168"/>
                  </a:cubicBezTo>
                  <a:close/>
                  <a:moveTo>
                    <a:pt x="146" y="142"/>
                  </a:moveTo>
                  <a:cubicBezTo>
                    <a:pt x="131" y="109"/>
                    <a:pt x="125" y="67"/>
                    <a:pt x="142" y="33"/>
                  </a:cubicBezTo>
                  <a:cubicBezTo>
                    <a:pt x="146" y="26"/>
                    <a:pt x="151" y="19"/>
                    <a:pt x="157" y="15"/>
                  </a:cubicBezTo>
                  <a:cubicBezTo>
                    <a:pt x="163" y="19"/>
                    <a:pt x="168" y="26"/>
                    <a:pt x="172" y="33"/>
                  </a:cubicBezTo>
                  <a:cubicBezTo>
                    <a:pt x="189" y="67"/>
                    <a:pt x="183" y="109"/>
                    <a:pt x="167" y="142"/>
                  </a:cubicBezTo>
                  <a:cubicBezTo>
                    <a:pt x="164" y="149"/>
                    <a:pt x="161" y="155"/>
                    <a:pt x="157" y="161"/>
                  </a:cubicBezTo>
                  <a:cubicBezTo>
                    <a:pt x="153" y="155"/>
                    <a:pt x="150" y="149"/>
                    <a:pt x="146" y="14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27"/>
            <p:cNvSpPr/>
            <p:nvPr/>
          </p:nvSpPr>
          <p:spPr>
            <a:xfrm>
              <a:off x="6403976" y="4295775"/>
              <a:ext cx="49213" cy="123825"/>
            </a:xfrm>
            <a:custGeom>
              <a:avLst/>
              <a:gdLst/>
              <a:ahLst/>
              <a:cxnLst/>
              <a:rect l="l" t="t" r="r" b="b"/>
              <a:pathLst>
                <a:path w="37" h="93" extrusionOk="0">
                  <a:moveTo>
                    <a:pt x="19" y="0"/>
                  </a:moveTo>
                  <a:cubicBezTo>
                    <a:pt x="9" y="0"/>
                    <a:pt x="0" y="16"/>
                    <a:pt x="0" y="44"/>
                  </a:cubicBezTo>
                  <a:cubicBezTo>
                    <a:pt x="0" y="71"/>
                    <a:pt x="19" y="93"/>
                    <a:pt x="19" y="93"/>
                  </a:cubicBezTo>
                  <a:cubicBezTo>
                    <a:pt x="19" y="93"/>
                    <a:pt x="37" y="71"/>
                    <a:pt x="37" y="44"/>
                  </a:cubicBezTo>
                  <a:cubicBezTo>
                    <a:pt x="37" y="16"/>
                    <a:pt x="29" y="0"/>
                    <a:pt x="1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 name="Google Shape;218;p27"/>
            <p:cNvSpPr/>
            <p:nvPr/>
          </p:nvSpPr>
          <p:spPr>
            <a:xfrm>
              <a:off x="6421438" y="4484688"/>
              <a:ext cx="15875" cy="31750"/>
            </a:xfrm>
            <a:custGeom>
              <a:avLst/>
              <a:gdLst/>
              <a:ahLst/>
              <a:cxnLst/>
              <a:rect l="l" t="t" r="r" b="b"/>
              <a:pathLst>
                <a:path w="12" h="25" extrusionOk="0">
                  <a:moveTo>
                    <a:pt x="6" y="0"/>
                  </a:moveTo>
                  <a:cubicBezTo>
                    <a:pt x="1" y="2"/>
                    <a:pt x="0" y="11"/>
                    <a:pt x="0" y="15"/>
                  </a:cubicBezTo>
                  <a:cubicBezTo>
                    <a:pt x="1" y="19"/>
                    <a:pt x="3" y="22"/>
                    <a:pt x="6" y="25"/>
                  </a:cubicBezTo>
                  <a:cubicBezTo>
                    <a:pt x="9" y="22"/>
                    <a:pt x="11" y="19"/>
                    <a:pt x="12" y="15"/>
                  </a:cubicBezTo>
                  <a:cubicBezTo>
                    <a:pt x="12" y="11"/>
                    <a:pt x="11" y="2"/>
                    <a:pt x="6"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 name="Google Shape;219;p27"/>
            <p:cNvSpPr/>
            <p:nvPr/>
          </p:nvSpPr>
          <p:spPr>
            <a:xfrm>
              <a:off x="6332538" y="4491038"/>
              <a:ext cx="90488" cy="65088"/>
            </a:xfrm>
            <a:custGeom>
              <a:avLst/>
              <a:gdLst/>
              <a:ahLst/>
              <a:cxnLst/>
              <a:rect l="l" t="t" r="r" b="b"/>
              <a:pathLst>
                <a:path w="68" h="49" extrusionOk="0">
                  <a:moveTo>
                    <a:pt x="65" y="0"/>
                  </a:moveTo>
                  <a:cubicBezTo>
                    <a:pt x="57" y="8"/>
                    <a:pt x="51" y="17"/>
                    <a:pt x="43" y="25"/>
                  </a:cubicBezTo>
                  <a:cubicBezTo>
                    <a:pt x="31" y="36"/>
                    <a:pt x="19" y="44"/>
                    <a:pt x="3" y="48"/>
                  </a:cubicBezTo>
                  <a:cubicBezTo>
                    <a:pt x="2" y="48"/>
                    <a:pt x="0" y="49"/>
                    <a:pt x="0" y="49"/>
                  </a:cubicBezTo>
                  <a:cubicBezTo>
                    <a:pt x="11" y="47"/>
                    <a:pt x="20" y="43"/>
                    <a:pt x="30" y="38"/>
                  </a:cubicBezTo>
                  <a:cubicBezTo>
                    <a:pt x="39" y="33"/>
                    <a:pt x="48" y="27"/>
                    <a:pt x="55" y="19"/>
                  </a:cubicBezTo>
                  <a:cubicBezTo>
                    <a:pt x="59" y="15"/>
                    <a:pt x="68" y="7"/>
                    <a:pt x="66" y="0"/>
                  </a:cubicBezTo>
                  <a:cubicBezTo>
                    <a:pt x="66" y="0"/>
                    <a:pt x="65" y="0"/>
                    <a:pt x="65"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 name="Google Shape;220;p27"/>
            <p:cNvSpPr/>
            <p:nvPr/>
          </p:nvSpPr>
          <p:spPr>
            <a:xfrm>
              <a:off x="6435726" y="4491038"/>
              <a:ext cx="90488" cy="65088"/>
            </a:xfrm>
            <a:custGeom>
              <a:avLst/>
              <a:gdLst/>
              <a:ahLst/>
              <a:cxnLst/>
              <a:rect l="l" t="t" r="r" b="b"/>
              <a:pathLst>
                <a:path w="68" h="49" extrusionOk="0">
                  <a:moveTo>
                    <a:pt x="25" y="25"/>
                  </a:moveTo>
                  <a:cubicBezTo>
                    <a:pt x="17" y="17"/>
                    <a:pt x="11" y="8"/>
                    <a:pt x="3" y="0"/>
                  </a:cubicBezTo>
                  <a:cubicBezTo>
                    <a:pt x="3" y="0"/>
                    <a:pt x="1" y="0"/>
                    <a:pt x="1" y="0"/>
                  </a:cubicBezTo>
                  <a:cubicBezTo>
                    <a:pt x="0" y="7"/>
                    <a:pt x="9" y="15"/>
                    <a:pt x="13" y="19"/>
                  </a:cubicBezTo>
                  <a:cubicBezTo>
                    <a:pt x="20" y="27"/>
                    <a:pt x="29" y="33"/>
                    <a:pt x="38" y="38"/>
                  </a:cubicBezTo>
                  <a:cubicBezTo>
                    <a:pt x="47" y="43"/>
                    <a:pt x="57" y="47"/>
                    <a:pt x="67" y="49"/>
                  </a:cubicBezTo>
                  <a:cubicBezTo>
                    <a:pt x="68" y="49"/>
                    <a:pt x="65" y="48"/>
                    <a:pt x="65" y="48"/>
                  </a:cubicBezTo>
                  <a:cubicBezTo>
                    <a:pt x="49" y="44"/>
                    <a:pt x="37" y="36"/>
                    <a:pt x="25" y="2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 name="Google Shape;221;p27"/>
            <p:cNvSpPr/>
            <p:nvPr/>
          </p:nvSpPr>
          <p:spPr>
            <a:xfrm>
              <a:off x="6403976" y="4500563"/>
              <a:ext cx="50800" cy="87313"/>
            </a:xfrm>
            <a:custGeom>
              <a:avLst/>
              <a:gdLst/>
              <a:ahLst/>
              <a:cxnLst/>
              <a:rect l="l" t="t" r="r" b="b"/>
              <a:pathLst>
                <a:path w="38" h="65" extrusionOk="0">
                  <a:moveTo>
                    <a:pt x="4" y="31"/>
                  </a:moveTo>
                  <a:cubicBezTo>
                    <a:pt x="7" y="37"/>
                    <a:pt x="10" y="43"/>
                    <a:pt x="13" y="49"/>
                  </a:cubicBezTo>
                  <a:cubicBezTo>
                    <a:pt x="16" y="54"/>
                    <a:pt x="17" y="59"/>
                    <a:pt x="19" y="65"/>
                  </a:cubicBezTo>
                  <a:cubicBezTo>
                    <a:pt x="21" y="59"/>
                    <a:pt x="22" y="54"/>
                    <a:pt x="25" y="49"/>
                  </a:cubicBezTo>
                  <a:cubicBezTo>
                    <a:pt x="28" y="43"/>
                    <a:pt x="31" y="37"/>
                    <a:pt x="33" y="31"/>
                  </a:cubicBezTo>
                  <a:cubicBezTo>
                    <a:pt x="38" y="19"/>
                    <a:pt x="36" y="4"/>
                    <a:pt x="22" y="0"/>
                  </a:cubicBezTo>
                  <a:cubicBezTo>
                    <a:pt x="21" y="0"/>
                    <a:pt x="20" y="1"/>
                    <a:pt x="19" y="1"/>
                  </a:cubicBezTo>
                  <a:cubicBezTo>
                    <a:pt x="18" y="1"/>
                    <a:pt x="17" y="0"/>
                    <a:pt x="16" y="0"/>
                  </a:cubicBezTo>
                  <a:cubicBezTo>
                    <a:pt x="2" y="4"/>
                    <a:pt x="0" y="19"/>
                    <a:pt x="4" y="31"/>
                  </a:cubicBezTo>
                  <a:close/>
                  <a:moveTo>
                    <a:pt x="19" y="2"/>
                  </a:moveTo>
                  <a:cubicBezTo>
                    <a:pt x="29" y="10"/>
                    <a:pt x="31" y="22"/>
                    <a:pt x="26" y="34"/>
                  </a:cubicBezTo>
                  <a:cubicBezTo>
                    <a:pt x="24" y="38"/>
                    <a:pt x="21" y="42"/>
                    <a:pt x="19" y="46"/>
                  </a:cubicBezTo>
                  <a:cubicBezTo>
                    <a:pt x="16" y="42"/>
                    <a:pt x="14" y="38"/>
                    <a:pt x="12" y="34"/>
                  </a:cubicBezTo>
                  <a:cubicBezTo>
                    <a:pt x="7" y="22"/>
                    <a:pt x="9" y="10"/>
                    <a:pt x="19"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 name="Google Shape;222;p27"/>
            <p:cNvSpPr/>
            <p:nvPr/>
          </p:nvSpPr>
          <p:spPr>
            <a:xfrm>
              <a:off x="5489576" y="4068763"/>
              <a:ext cx="1879600" cy="12700"/>
            </a:xfrm>
            <a:custGeom>
              <a:avLst/>
              <a:gdLst/>
              <a:ahLst/>
              <a:cxnLst/>
              <a:rect l="l" t="t" r="r" b="b"/>
              <a:pathLst>
                <a:path w="1422" h="9" extrusionOk="0">
                  <a:moveTo>
                    <a:pt x="1417" y="9"/>
                  </a:moveTo>
                  <a:cubicBezTo>
                    <a:pt x="5" y="9"/>
                    <a:pt x="5" y="9"/>
                    <a:pt x="5" y="9"/>
                  </a:cubicBezTo>
                  <a:cubicBezTo>
                    <a:pt x="2" y="9"/>
                    <a:pt x="0" y="7"/>
                    <a:pt x="0" y="4"/>
                  </a:cubicBezTo>
                  <a:cubicBezTo>
                    <a:pt x="0" y="2"/>
                    <a:pt x="2" y="0"/>
                    <a:pt x="5" y="0"/>
                  </a:cubicBezTo>
                  <a:cubicBezTo>
                    <a:pt x="1417" y="0"/>
                    <a:pt x="1417" y="0"/>
                    <a:pt x="1417" y="0"/>
                  </a:cubicBezTo>
                  <a:cubicBezTo>
                    <a:pt x="1420" y="0"/>
                    <a:pt x="1422" y="2"/>
                    <a:pt x="1422" y="4"/>
                  </a:cubicBezTo>
                  <a:cubicBezTo>
                    <a:pt x="1422" y="7"/>
                    <a:pt x="1420" y="9"/>
                    <a:pt x="1417" y="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3"/>
        <p:cNvGrpSpPr/>
        <p:nvPr/>
      </p:nvGrpSpPr>
      <p:grpSpPr>
        <a:xfrm>
          <a:off x="0" y="0"/>
          <a:ext cx="0" cy="0"/>
          <a:chOff x="0" y="0"/>
          <a:chExt cx="0" cy="0"/>
        </a:xfrm>
      </p:grpSpPr>
      <p:pic>
        <p:nvPicPr>
          <p:cNvPr id="224" name="Google Shape;224;p28"/>
          <p:cNvPicPr preferRelativeResize="0"/>
          <p:nvPr/>
        </p:nvPicPr>
        <p:blipFill>
          <a:blip r:embed="rId2">
            <a:alphaModFix amt="45000"/>
          </a:blip>
          <a:stretch>
            <a:fillRect/>
          </a:stretch>
        </p:blipFill>
        <p:spPr>
          <a:xfrm>
            <a:off x="0" y="0"/>
            <a:ext cx="9144003" cy="5143501"/>
          </a:xfrm>
          <a:prstGeom prst="rect">
            <a:avLst/>
          </a:prstGeom>
          <a:noFill/>
          <a:ln>
            <a:noFill/>
          </a:ln>
        </p:spPr>
      </p:pic>
      <p:sp>
        <p:nvSpPr>
          <p:cNvPr id="225" name="Google Shape;225;p28"/>
          <p:cNvSpPr/>
          <p:nvPr/>
        </p:nvSpPr>
        <p:spPr>
          <a:xfrm>
            <a:off x="263400" y="263400"/>
            <a:ext cx="8617200" cy="4616700"/>
          </a:xfrm>
          <a:prstGeom prst="plaque">
            <a:avLst>
              <a:gd name="adj" fmla="val 4095"/>
            </a:avLst>
          </a:prstGeom>
          <a:noFill/>
          <a:ln w="38100" cap="flat" cmpd="thinThick">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226" name="Google Shape;226;p28"/>
          <p:cNvGrpSpPr/>
          <p:nvPr/>
        </p:nvGrpSpPr>
        <p:grpSpPr>
          <a:xfrm>
            <a:off x="3566499" y="263409"/>
            <a:ext cx="2011006" cy="349257"/>
            <a:chOff x="3800476" y="2886076"/>
            <a:chExt cx="1435100" cy="249238"/>
          </a:xfrm>
        </p:grpSpPr>
        <p:sp>
          <p:nvSpPr>
            <p:cNvPr id="227" name="Google Shape;227;p28"/>
            <p:cNvSpPr/>
            <p:nvPr/>
          </p:nvSpPr>
          <p:spPr>
            <a:xfrm>
              <a:off x="3800476" y="2886076"/>
              <a:ext cx="725488" cy="249238"/>
            </a:xfrm>
            <a:custGeom>
              <a:avLst/>
              <a:gdLst/>
              <a:ahLst/>
              <a:cxnLst/>
              <a:rect l="l" t="t" r="r" b="b"/>
              <a:pathLst>
                <a:path w="549" h="189" extrusionOk="0">
                  <a:moveTo>
                    <a:pt x="428" y="22"/>
                  </a:moveTo>
                  <a:cubicBezTo>
                    <a:pt x="413" y="28"/>
                    <a:pt x="400" y="37"/>
                    <a:pt x="392" y="50"/>
                  </a:cubicBezTo>
                  <a:cubicBezTo>
                    <a:pt x="381" y="68"/>
                    <a:pt x="382" y="97"/>
                    <a:pt x="404" y="107"/>
                  </a:cubicBezTo>
                  <a:cubicBezTo>
                    <a:pt x="420" y="114"/>
                    <a:pt x="444" y="104"/>
                    <a:pt x="450" y="88"/>
                  </a:cubicBezTo>
                  <a:cubicBezTo>
                    <a:pt x="450" y="90"/>
                    <a:pt x="442" y="89"/>
                    <a:pt x="441" y="91"/>
                  </a:cubicBezTo>
                  <a:cubicBezTo>
                    <a:pt x="429" y="119"/>
                    <a:pt x="400" y="100"/>
                    <a:pt x="395" y="78"/>
                  </a:cubicBezTo>
                  <a:cubicBezTo>
                    <a:pt x="392" y="59"/>
                    <a:pt x="404" y="38"/>
                    <a:pt x="420" y="28"/>
                  </a:cubicBezTo>
                  <a:cubicBezTo>
                    <a:pt x="451" y="9"/>
                    <a:pt x="493" y="19"/>
                    <a:pt x="516" y="45"/>
                  </a:cubicBezTo>
                  <a:cubicBezTo>
                    <a:pt x="506" y="40"/>
                    <a:pt x="493" y="39"/>
                    <a:pt x="478" y="45"/>
                  </a:cubicBezTo>
                  <a:cubicBezTo>
                    <a:pt x="458" y="54"/>
                    <a:pt x="443" y="77"/>
                    <a:pt x="464" y="95"/>
                  </a:cubicBezTo>
                  <a:cubicBezTo>
                    <a:pt x="477" y="107"/>
                    <a:pt x="491" y="103"/>
                    <a:pt x="505" y="96"/>
                  </a:cubicBezTo>
                  <a:cubicBezTo>
                    <a:pt x="506" y="96"/>
                    <a:pt x="498" y="98"/>
                    <a:pt x="496" y="99"/>
                  </a:cubicBezTo>
                  <a:cubicBezTo>
                    <a:pt x="484" y="104"/>
                    <a:pt x="467" y="83"/>
                    <a:pt x="466" y="72"/>
                  </a:cubicBezTo>
                  <a:cubicBezTo>
                    <a:pt x="465" y="49"/>
                    <a:pt x="489" y="39"/>
                    <a:pt x="507" y="50"/>
                  </a:cubicBezTo>
                  <a:cubicBezTo>
                    <a:pt x="544" y="73"/>
                    <a:pt x="525" y="123"/>
                    <a:pt x="495" y="142"/>
                  </a:cubicBezTo>
                  <a:cubicBezTo>
                    <a:pt x="454" y="167"/>
                    <a:pt x="388" y="155"/>
                    <a:pt x="342" y="144"/>
                  </a:cubicBezTo>
                  <a:cubicBezTo>
                    <a:pt x="308" y="130"/>
                    <a:pt x="275" y="114"/>
                    <a:pt x="243" y="97"/>
                  </a:cubicBezTo>
                  <a:cubicBezTo>
                    <a:pt x="206" y="76"/>
                    <a:pt x="170" y="49"/>
                    <a:pt x="127" y="41"/>
                  </a:cubicBezTo>
                  <a:cubicBezTo>
                    <a:pt x="82" y="32"/>
                    <a:pt x="18" y="49"/>
                    <a:pt x="10" y="103"/>
                  </a:cubicBezTo>
                  <a:cubicBezTo>
                    <a:pt x="0" y="173"/>
                    <a:pt x="100" y="184"/>
                    <a:pt x="121" y="125"/>
                  </a:cubicBezTo>
                  <a:cubicBezTo>
                    <a:pt x="121" y="126"/>
                    <a:pt x="116" y="125"/>
                    <a:pt x="116" y="127"/>
                  </a:cubicBezTo>
                  <a:cubicBezTo>
                    <a:pt x="104" y="156"/>
                    <a:pt x="71" y="172"/>
                    <a:pt x="43" y="154"/>
                  </a:cubicBezTo>
                  <a:cubicBezTo>
                    <a:pt x="25" y="142"/>
                    <a:pt x="15" y="122"/>
                    <a:pt x="19" y="100"/>
                  </a:cubicBezTo>
                  <a:cubicBezTo>
                    <a:pt x="29" y="36"/>
                    <a:pt x="104" y="34"/>
                    <a:pt x="152" y="55"/>
                  </a:cubicBezTo>
                  <a:cubicBezTo>
                    <a:pt x="200" y="75"/>
                    <a:pt x="243" y="106"/>
                    <a:pt x="290" y="129"/>
                  </a:cubicBezTo>
                  <a:cubicBezTo>
                    <a:pt x="292" y="129"/>
                    <a:pt x="294" y="130"/>
                    <a:pt x="296" y="131"/>
                  </a:cubicBezTo>
                  <a:cubicBezTo>
                    <a:pt x="264" y="121"/>
                    <a:pt x="233" y="110"/>
                    <a:pt x="202" y="98"/>
                  </a:cubicBezTo>
                  <a:cubicBezTo>
                    <a:pt x="168" y="85"/>
                    <a:pt x="125" y="61"/>
                    <a:pt x="88" y="70"/>
                  </a:cubicBezTo>
                  <a:cubicBezTo>
                    <a:pt x="72" y="75"/>
                    <a:pt x="52" y="83"/>
                    <a:pt x="47" y="100"/>
                  </a:cubicBezTo>
                  <a:cubicBezTo>
                    <a:pt x="33" y="153"/>
                    <a:pt x="140" y="145"/>
                    <a:pt x="110" y="90"/>
                  </a:cubicBezTo>
                  <a:cubicBezTo>
                    <a:pt x="110" y="89"/>
                    <a:pt x="104" y="92"/>
                    <a:pt x="104" y="92"/>
                  </a:cubicBezTo>
                  <a:cubicBezTo>
                    <a:pt x="109" y="104"/>
                    <a:pt x="108" y="125"/>
                    <a:pt x="94" y="132"/>
                  </a:cubicBezTo>
                  <a:cubicBezTo>
                    <a:pt x="80" y="139"/>
                    <a:pt x="62" y="122"/>
                    <a:pt x="60" y="108"/>
                  </a:cubicBezTo>
                  <a:cubicBezTo>
                    <a:pt x="56" y="85"/>
                    <a:pt x="79" y="73"/>
                    <a:pt x="99" y="74"/>
                  </a:cubicBezTo>
                  <a:cubicBezTo>
                    <a:pt x="121" y="75"/>
                    <a:pt x="145" y="86"/>
                    <a:pt x="166" y="93"/>
                  </a:cubicBezTo>
                  <a:cubicBezTo>
                    <a:pt x="222" y="113"/>
                    <a:pt x="277" y="137"/>
                    <a:pt x="335" y="149"/>
                  </a:cubicBezTo>
                  <a:cubicBezTo>
                    <a:pt x="363" y="161"/>
                    <a:pt x="392" y="171"/>
                    <a:pt x="421" y="176"/>
                  </a:cubicBezTo>
                  <a:cubicBezTo>
                    <a:pt x="475" y="184"/>
                    <a:pt x="537" y="162"/>
                    <a:pt x="543" y="100"/>
                  </a:cubicBezTo>
                  <a:cubicBezTo>
                    <a:pt x="549" y="35"/>
                    <a:pt x="483" y="0"/>
                    <a:pt x="428" y="22"/>
                  </a:cubicBezTo>
                  <a:close/>
                  <a:moveTo>
                    <a:pt x="511" y="152"/>
                  </a:moveTo>
                  <a:cubicBezTo>
                    <a:pt x="475" y="189"/>
                    <a:pt x="416" y="172"/>
                    <a:pt x="374" y="157"/>
                  </a:cubicBezTo>
                  <a:cubicBezTo>
                    <a:pt x="374" y="156"/>
                    <a:pt x="373" y="156"/>
                    <a:pt x="373" y="156"/>
                  </a:cubicBezTo>
                  <a:cubicBezTo>
                    <a:pt x="376" y="156"/>
                    <a:pt x="379" y="157"/>
                    <a:pt x="383" y="157"/>
                  </a:cubicBezTo>
                  <a:cubicBezTo>
                    <a:pt x="428" y="162"/>
                    <a:pt x="490" y="161"/>
                    <a:pt x="524" y="124"/>
                  </a:cubicBezTo>
                  <a:cubicBezTo>
                    <a:pt x="527" y="120"/>
                    <a:pt x="530" y="116"/>
                    <a:pt x="532" y="112"/>
                  </a:cubicBezTo>
                  <a:cubicBezTo>
                    <a:pt x="529" y="127"/>
                    <a:pt x="522" y="141"/>
                    <a:pt x="511" y="15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 name="Google Shape;228;p28"/>
            <p:cNvSpPr/>
            <p:nvPr/>
          </p:nvSpPr>
          <p:spPr>
            <a:xfrm>
              <a:off x="4511676" y="2886076"/>
              <a:ext cx="723900" cy="249238"/>
            </a:xfrm>
            <a:custGeom>
              <a:avLst/>
              <a:gdLst/>
              <a:ahLst/>
              <a:cxnLst/>
              <a:rect l="l" t="t" r="r" b="b"/>
              <a:pathLst>
                <a:path w="549" h="189" extrusionOk="0">
                  <a:moveTo>
                    <a:pt x="539" y="103"/>
                  </a:moveTo>
                  <a:cubicBezTo>
                    <a:pt x="531" y="49"/>
                    <a:pt x="467" y="32"/>
                    <a:pt x="422" y="41"/>
                  </a:cubicBezTo>
                  <a:cubicBezTo>
                    <a:pt x="379" y="49"/>
                    <a:pt x="343" y="76"/>
                    <a:pt x="306" y="97"/>
                  </a:cubicBezTo>
                  <a:cubicBezTo>
                    <a:pt x="274" y="114"/>
                    <a:pt x="241" y="130"/>
                    <a:pt x="207" y="144"/>
                  </a:cubicBezTo>
                  <a:cubicBezTo>
                    <a:pt x="161" y="155"/>
                    <a:pt x="95" y="167"/>
                    <a:pt x="54" y="142"/>
                  </a:cubicBezTo>
                  <a:cubicBezTo>
                    <a:pt x="24" y="123"/>
                    <a:pt x="5" y="73"/>
                    <a:pt x="42" y="50"/>
                  </a:cubicBezTo>
                  <a:cubicBezTo>
                    <a:pt x="60" y="39"/>
                    <a:pt x="84" y="49"/>
                    <a:pt x="83" y="72"/>
                  </a:cubicBezTo>
                  <a:cubicBezTo>
                    <a:pt x="82" y="83"/>
                    <a:pt x="65" y="104"/>
                    <a:pt x="53" y="99"/>
                  </a:cubicBezTo>
                  <a:cubicBezTo>
                    <a:pt x="51" y="98"/>
                    <a:pt x="43" y="96"/>
                    <a:pt x="44" y="96"/>
                  </a:cubicBezTo>
                  <a:cubicBezTo>
                    <a:pt x="58" y="103"/>
                    <a:pt x="72" y="107"/>
                    <a:pt x="85" y="95"/>
                  </a:cubicBezTo>
                  <a:cubicBezTo>
                    <a:pt x="106" y="77"/>
                    <a:pt x="91" y="54"/>
                    <a:pt x="71" y="45"/>
                  </a:cubicBezTo>
                  <a:cubicBezTo>
                    <a:pt x="56" y="39"/>
                    <a:pt x="43" y="40"/>
                    <a:pt x="33" y="45"/>
                  </a:cubicBezTo>
                  <a:cubicBezTo>
                    <a:pt x="56" y="19"/>
                    <a:pt x="98" y="9"/>
                    <a:pt x="129" y="28"/>
                  </a:cubicBezTo>
                  <a:cubicBezTo>
                    <a:pt x="145" y="38"/>
                    <a:pt x="157" y="59"/>
                    <a:pt x="154" y="78"/>
                  </a:cubicBezTo>
                  <a:cubicBezTo>
                    <a:pt x="149" y="100"/>
                    <a:pt x="120" y="119"/>
                    <a:pt x="108" y="91"/>
                  </a:cubicBezTo>
                  <a:cubicBezTo>
                    <a:pt x="107" y="89"/>
                    <a:pt x="99" y="90"/>
                    <a:pt x="99" y="88"/>
                  </a:cubicBezTo>
                  <a:cubicBezTo>
                    <a:pt x="105" y="104"/>
                    <a:pt x="129" y="114"/>
                    <a:pt x="145" y="107"/>
                  </a:cubicBezTo>
                  <a:cubicBezTo>
                    <a:pt x="167" y="97"/>
                    <a:pt x="168" y="68"/>
                    <a:pt x="157" y="50"/>
                  </a:cubicBezTo>
                  <a:cubicBezTo>
                    <a:pt x="149" y="37"/>
                    <a:pt x="136" y="28"/>
                    <a:pt x="121" y="22"/>
                  </a:cubicBezTo>
                  <a:cubicBezTo>
                    <a:pt x="66" y="0"/>
                    <a:pt x="0" y="35"/>
                    <a:pt x="6" y="100"/>
                  </a:cubicBezTo>
                  <a:cubicBezTo>
                    <a:pt x="11" y="162"/>
                    <a:pt x="74" y="184"/>
                    <a:pt x="128" y="176"/>
                  </a:cubicBezTo>
                  <a:cubicBezTo>
                    <a:pt x="157" y="171"/>
                    <a:pt x="186" y="161"/>
                    <a:pt x="214" y="149"/>
                  </a:cubicBezTo>
                  <a:cubicBezTo>
                    <a:pt x="272" y="137"/>
                    <a:pt x="327" y="113"/>
                    <a:pt x="383" y="93"/>
                  </a:cubicBezTo>
                  <a:cubicBezTo>
                    <a:pt x="404" y="86"/>
                    <a:pt x="428" y="75"/>
                    <a:pt x="450" y="74"/>
                  </a:cubicBezTo>
                  <a:cubicBezTo>
                    <a:pt x="470" y="73"/>
                    <a:pt x="493" y="85"/>
                    <a:pt x="489" y="108"/>
                  </a:cubicBezTo>
                  <a:cubicBezTo>
                    <a:pt x="487" y="122"/>
                    <a:pt x="469" y="139"/>
                    <a:pt x="455" y="132"/>
                  </a:cubicBezTo>
                  <a:cubicBezTo>
                    <a:pt x="441" y="125"/>
                    <a:pt x="440" y="104"/>
                    <a:pt x="445" y="92"/>
                  </a:cubicBezTo>
                  <a:cubicBezTo>
                    <a:pt x="445" y="92"/>
                    <a:pt x="439" y="89"/>
                    <a:pt x="439" y="90"/>
                  </a:cubicBezTo>
                  <a:cubicBezTo>
                    <a:pt x="409" y="145"/>
                    <a:pt x="516" y="153"/>
                    <a:pt x="502" y="100"/>
                  </a:cubicBezTo>
                  <a:cubicBezTo>
                    <a:pt x="497" y="83"/>
                    <a:pt x="477" y="75"/>
                    <a:pt x="461" y="70"/>
                  </a:cubicBezTo>
                  <a:cubicBezTo>
                    <a:pt x="424" y="61"/>
                    <a:pt x="381" y="85"/>
                    <a:pt x="347" y="98"/>
                  </a:cubicBezTo>
                  <a:cubicBezTo>
                    <a:pt x="316" y="110"/>
                    <a:pt x="285" y="121"/>
                    <a:pt x="253" y="131"/>
                  </a:cubicBezTo>
                  <a:cubicBezTo>
                    <a:pt x="255" y="130"/>
                    <a:pt x="257" y="129"/>
                    <a:pt x="259" y="129"/>
                  </a:cubicBezTo>
                  <a:cubicBezTo>
                    <a:pt x="306" y="106"/>
                    <a:pt x="349" y="75"/>
                    <a:pt x="397" y="55"/>
                  </a:cubicBezTo>
                  <a:cubicBezTo>
                    <a:pt x="445" y="34"/>
                    <a:pt x="520" y="36"/>
                    <a:pt x="530" y="100"/>
                  </a:cubicBezTo>
                  <a:cubicBezTo>
                    <a:pt x="534" y="122"/>
                    <a:pt x="524" y="142"/>
                    <a:pt x="506" y="154"/>
                  </a:cubicBezTo>
                  <a:cubicBezTo>
                    <a:pt x="478" y="172"/>
                    <a:pt x="445" y="156"/>
                    <a:pt x="433" y="127"/>
                  </a:cubicBezTo>
                  <a:cubicBezTo>
                    <a:pt x="433" y="125"/>
                    <a:pt x="428" y="126"/>
                    <a:pt x="428" y="125"/>
                  </a:cubicBezTo>
                  <a:cubicBezTo>
                    <a:pt x="449" y="184"/>
                    <a:pt x="549" y="173"/>
                    <a:pt x="539" y="103"/>
                  </a:cubicBezTo>
                  <a:close/>
                  <a:moveTo>
                    <a:pt x="175" y="157"/>
                  </a:moveTo>
                  <a:cubicBezTo>
                    <a:pt x="133" y="172"/>
                    <a:pt x="74" y="189"/>
                    <a:pt x="38" y="152"/>
                  </a:cubicBezTo>
                  <a:cubicBezTo>
                    <a:pt x="27" y="141"/>
                    <a:pt x="20" y="127"/>
                    <a:pt x="17" y="112"/>
                  </a:cubicBezTo>
                  <a:cubicBezTo>
                    <a:pt x="19" y="116"/>
                    <a:pt x="22" y="120"/>
                    <a:pt x="25" y="124"/>
                  </a:cubicBezTo>
                  <a:cubicBezTo>
                    <a:pt x="59" y="161"/>
                    <a:pt x="121" y="162"/>
                    <a:pt x="166" y="157"/>
                  </a:cubicBezTo>
                  <a:cubicBezTo>
                    <a:pt x="170" y="157"/>
                    <a:pt x="173" y="156"/>
                    <a:pt x="176" y="156"/>
                  </a:cubicBezTo>
                  <a:cubicBezTo>
                    <a:pt x="176" y="156"/>
                    <a:pt x="175" y="156"/>
                    <a:pt x="175" y="15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9" name="Google Shape;229;p28"/>
          <p:cNvGrpSpPr/>
          <p:nvPr/>
        </p:nvGrpSpPr>
        <p:grpSpPr>
          <a:xfrm>
            <a:off x="3566499" y="4530835"/>
            <a:ext cx="2011006" cy="349257"/>
            <a:chOff x="3800476" y="3476626"/>
            <a:chExt cx="1435100" cy="249238"/>
          </a:xfrm>
        </p:grpSpPr>
        <p:sp>
          <p:nvSpPr>
            <p:cNvPr id="230" name="Google Shape;230;p28"/>
            <p:cNvSpPr/>
            <p:nvPr/>
          </p:nvSpPr>
          <p:spPr>
            <a:xfrm>
              <a:off x="3800476" y="3476626"/>
              <a:ext cx="725488" cy="249238"/>
            </a:xfrm>
            <a:custGeom>
              <a:avLst/>
              <a:gdLst/>
              <a:ahLst/>
              <a:cxnLst/>
              <a:rect l="l" t="t" r="r" b="b"/>
              <a:pathLst>
                <a:path w="549" h="189" extrusionOk="0">
                  <a:moveTo>
                    <a:pt x="428" y="167"/>
                  </a:moveTo>
                  <a:cubicBezTo>
                    <a:pt x="413" y="161"/>
                    <a:pt x="400" y="152"/>
                    <a:pt x="392" y="139"/>
                  </a:cubicBezTo>
                  <a:cubicBezTo>
                    <a:pt x="381" y="121"/>
                    <a:pt x="382" y="92"/>
                    <a:pt x="404" y="83"/>
                  </a:cubicBezTo>
                  <a:cubicBezTo>
                    <a:pt x="420" y="75"/>
                    <a:pt x="444" y="85"/>
                    <a:pt x="450" y="101"/>
                  </a:cubicBezTo>
                  <a:cubicBezTo>
                    <a:pt x="450" y="100"/>
                    <a:pt x="442" y="100"/>
                    <a:pt x="441" y="98"/>
                  </a:cubicBezTo>
                  <a:cubicBezTo>
                    <a:pt x="429" y="71"/>
                    <a:pt x="400" y="90"/>
                    <a:pt x="395" y="111"/>
                  </a:cubicBezTo>
                  <a:cubicBezTo>
                    <a:pt x="392" y="130"/>
                    <a:pt x="404" y="151"/>
                    <a:pt x="420" y="161"/>
                  </a:cubicBezTo>
                  <a:cubicBezTo>
                    <a:pt x="451" y="180"/>
                    <a:pt x="493" y="171"/>
                    <a:pt x="516" y="144"/>
                  </a:cubicBezTo>
                  <a:cubicBezTo>
                    <a:pt x="506" y="149"/>
                    <a:pt x="493" y="150"/>
                    <a:pt x="478" y="144"/>
                  </a:cubicBezTo>
                  <a:cubicBezTo>
                    <a:pt x="458" y="136"/>
                    <a:pt x="443" y="112"/>
                    <a:pt x="464" y="94"/>
                  </a:cubicBezTo>
                  <a:cubicBezTo>
                    <a:pt x="477" y="82"/>
                    <a:pt x="491" y="87"/>
                    <a:pt x="505" y="93"/>
                  </a:cubicBezTo>
                  <a:cubicBezTo>
                    <a:pt x="506" y="93"/>
                    <a:pt x="498" y="91"/>
                    <a:pt x="496" y="90"/>
                  </a:cubicBezTo>
                  <a:cubicBezTo>
                    <a:pt x="484" y="85"/>
                    <a:pt x="467" y="107"/>
                    <a:pt x="466" y="117"/>
                  </a:cubicBezTo>
                  <a:cubicBezTo>
                    <a:pt x="465" y="140"/>
                    <a:pt x="489" y="151"/>
                    <a:pt x="507" y="140"/>
                  </a:cubicBezTo>
                  <a:cubicBezTo>
                    <a:pt x="544" y="116"/>
                    <a:pt x="525" y="66"/>
                    <a:pt x="495" y="48"/>
                  </a:cubicBezTo>
                  <a:cubicBezTo>
                    <a:pt x="454" y="23"/>
                    <a:pt x="388" y="34"/>
                    <a:pt x="342" y="46"/>
                  </a:cubicBezTo>
                  <a:cubicBezTo>
                    <a:pt x="308" y="59"/>
                    <a:pt x="275" y="75"/>
                    <a:pt x="243" y="93"/>
                  </a:cubicBezTo>
                  <a:cubicBezTo>
                    <a:pt x="206" y="114"/>
                    <a:pt x="170" y="140"/>
                    <a:pt x="127" y="149"/>
                  </a:cubicBezTo>
                  <a:cubicBezTo>
                    <a:pt x="82" y="158"/>
                    <a:pt x="18" y="141"/>
                    <a:pt x="10" y="86"/>
                  </a:cubicBezTo>
                  <a:cubicBezTo>
                    <a:pt x="0" y="17"/>
                    <a:pt x="100" y="6"/>
                    <a:pt x="121" y="65"/>
                  </a:cubicBezTo>
                  <a:cubicBezTo>
                    <a:pt x="121" y="64"/>
                    <a:pt x="116" y="64"/>
                    <a:pt x="116" y="63"/>
                  </a:cubicBezTo>
                  <a:cubicBezTo>
                    <a:pt x="104" y="34"/>
                    <a:pt x="71" y="18"/>
                    <a:pt x="43" y="36"/>
                  </a:cubicBezTo>
                  <a:cubicBezTo>
                    <a:pt x="25" y="47"/>
                    <a:pt x="15" y="68"/>
                    <a:pt x="19" y="89"/>
                  </a:cubicBezTo>
                  <a:cubicBezTo>
                    <a:pt x="29" y="154"/>
                    <a:pt x="104" y="155"/>
                    <a:pt x="152" y="135"/>
                  </a:cubicBezTo>
                  <a:cubicBezTo>
                    <a:pt x="200" y="114"/>
                    <a:pt x="243" y="83"/>
                    <a:pt x="290" y="61"/>
                  </a:cubicBezTo>
                  <a:cubicBezTo>
                    <a:pt x="292" y="60"/>
                    <a:pt x="294" y="59"/>
                    <a:pt x="296" y="58"/>
                  </a:cubicBezTo>
                  <a:cubicBezTo>
                    <a:pt x="264" y="68"/>
                    <a:pt x="233" y="80"/>
                    <a:pt x="202" y="91"/>
                  </a:cubicBezTo>
                  <a:cubicBezTo>
                    <a:pt x="168" y="104"/>
                    <a:pt x="125" y="129"/>
                    <a:pt x="88" y="119"/>
                  </a:cubicBezTo>
                  <a:cubicBezTo>
                    <a:pt x="72" y="115"/>
                    <a:pt x="52" y="107"/>
                    <a:pt x="47" y="89"/>
                  </a:cubicBezTo>
                  <a:cubicBezTo>
                    <a:pt x="33" y="36"/>
                    <a:pt x="140" y="44"/>
                    <a:pt x="110" y="100"/>
                  </a:cubicBezTo>
                  <a:cubicBezTo>
                    <a:pt x="110" y="100"/>
                    <a:pt x="104" y="98"/>
                    <a:pt x="104" y="98"/>
                  </a:cubicBezTo>
                  <a:cubicBezTo>
                    <a:pt x="109" y="86"/>
                    <a:pt x="108" y="65"/>
                    <a:pt x="94" y="58"/>
                  </a:cubicBezTo>
                  <a:cubicBezTo>
                    <a:pt x="80" y="50"/>
                    <a:pt x="62" y="67"/>
                    <a:pt x="60" y="81"/>
                  </a:cubicBezTo>
                  <a:cubicBezTo>
                    <a:pt x="56" y="105"/>
                    <a:pt x="79" y="117"/>
                    <a:pt x="99" y="116"/>
                  </a:cubicBezTo>
                  <a:cubicBezTo>
                    <a:pt x="121" y="115"/>
                    <a:pt x="145" y="104"/>
                    <a:pt x="166" y="96"/>
                  </a:cubicBezTo>
                  <a:cubicBezTo>
                    <a:pt x="222" y="76"/>
                    <a:pt x="277" y="53"/>
                    <a:pt x="335" y="40"/>
                  </a:cubicBezTo>
                  <a:cubicBezTo>
                    <a:pt x="363" y="28"/>
                    <a:pt x="392" y="18"/>
                    <a:pt x="421" y="14"/>
                  </a:cubicBezTo>
                  <a:cubicBezTo>
                    <a:pt x="475" y="6"/>
                    <a:pt x="537" y="28"/>
                    <a:pt x="543" y="90"/>
                  </a:cubicBezTo>
                  <a:cubicBezTo>
                    <a:pt x="549" y="155"/>
                    <a:pt x="483" y="189"/>
                    <a:pt x="428" y="167"/>
                  </a:cubicBezTo>
                  <a:close/>
                  <a:moveTo>
                    <a:pt x="511" y="37"/>
                  </a:moveTo>
                  <a:cubicBezTo>
                    <a:pt x="475" y="0"/>
                    <a:pt x="416" y="18"/>
                    <a:pt x="374" y="33"/>
                  </a:cubicBezTo>
                  <a:cubicBezTo>
                    <a:pt x="374" y="33"/>
                    <a:pt x="373" y="33"/>
                    <a:pt x="373" y="34"/>
                  </a:cubicBezTo>
                  <a:cubicBezTo>
                    <a:pt x="376" y="33"/>
                    <a:pt x="379" y="33"/>
                    <a:pt x="383" y="32"/>
                  </a:cubicBezTo>
                  <a:cubicBezTo>
                    <a:pt x="428" y="28"/>
                    <a:pt x="490" y="29"/>
                    <a:pt x="524" y="65"/>
                  </a:cubicBezTo>
                  <a:cubicBezTo>
                    <a:pt x="527" y="69"/>
                    <a:pt x="530" y="73"/>
                    <a:pt x="532" y="77"/>
                  </a:cubicBezTo>
                  <a:cubicBezTo>
                    <a:pt x="529" y="62"/>
                    <a:pt x="522" y="48"/>
                    <a:pt x="511" y="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 name="Google Shape;231;p28"/>
            <p:cNvSpPr/>
            <p:nvPr/>
          </p:nvSpPr>
          <p:spPr>
            <a:xfrm>
              <a:off x="4511676" y="3476626"/>
              <a:ext cx="723900" cy="249238"/>
            </a:xfrm>
            <a:custGeom>
              <a:avLst/>
              <a:gdLst/>
              <a:ahLst/>
              <a:cxnLst/>
              <a:rect l="l" t="t" r="r" b="b"/>
              <a:pathLst>
                <a:path w="549" h="189" extrusionOk="0">
                  <a:moveTo>
                    <a:pt x="539" y="86"/>
                  </a:moveTo>
                  <a:cubicBezTo>
                    <a:pt x="531" y="141"/>
                    <a:pt x="467" y="158"/>
                    <a:pt x="422" y="149"/>
                  </a:cubicBezTo>
                  <a:cubicBezTo>
                    <a:pt x="379" y="140"/>
                    <a:pt x="343" y="114"/>
                    <a:pt x="306" y="93"/>
                  </a:cubicBezTo>
                  <a:cubicBezTo>
                    <a:pt x="274" y="75"/>
                    <a:pt x="241" y="59"/>
                    <a:pt x="207" y="46"/>
                  </a:cubicBezTo>
                  <a:cubicBezTo>
                    <a:pt x="161" y="34"/>
                    <a:pt x="95" y="23"/>
                    <a:pt x="54" y="48"/>
                  </a:cubicBezTo>
                  <a:cubicBezTo>
                    <a:pt x="24" y="66"/>
                    <a:pt x="5" y="116"/>
                    <a:pt x="42" y="140"/>
                  </a:cubicBezTo>
                  <a:cubicBezTo>
                    <a:pt x="60" y="151"/>
                    <a:pt x="84" y="140"/>
                    <a:pt x="83" y="117"/>
                  </a:cubicBezTo>
                  <a:cubicBezTo>
                    <a:pt x="82" y="107"/>
                    <a:pt x="65" y="85"/>
                    <a:pt x="53" y="90"/>
                  </a:cubicBezTo>
                  <a:cubicBezTo>
                    <a:pt x="51" y="91"/>
                    <a:pt x="43" y="93"/>
                    <a:pt x="44" y="93"/>
                  </a:cubicBezTo>
                  <a:cubicBezTo>
                    <a:pt x="58" y="87"/>
                    <a:pt x="72" y="82"/>
                    <a:pt x="85" y="94"/>
                  </a:cubicBezTo>
                  <a:cubicBezTo>
                    <a:pt x="106" y="112"/>
                    <a:pt x="91" y="136"/>
                    <a:pt x="71" y="144"/>
                  </a:cubicBezTo>
                  <a:cubicBezTo>
                    <a:pt x="56" y="150"/>
                    <a:pt x="43" y="149"/>
                    <a:pt x="33" y="144"/>
                  </a:cubicBezTo>
                  <a:cubicBezTo>
                    <a:pt x="56" y="171"/>
                    <a:pt x="98" y="180"/>
                    <a:pt x="129" y="161"/>
                  </a:cubicBezTo>
                  <a:cubicBezTo>
                    <a:pt x="145" y="151"/>
                    <a:pt x="157" y="130"/>
                    <a:pt x="154" y="111"/>
                  </a:cubicBezTo>
                  <a:cubicBezTo>
                    <a:pt x="149" y="90"/>
                    <a:pt x="120" y="71"/>
                    <a:pt x="108" y="98"/>
                  </a:cubicBezTo>
                  <a:cubicBezTo>
                    <a:pt x="107" y="100"/>
                    <a:pt x="99" y="100"/>
                    <a:pt x="99" y="101"/>
                  </a:cubicBezTo>
                  <a:cubicBezTo>
                    <a:pt x="105" y="85"/>
                    <a:pt x="129" y="75"/>
                    <a:pt x="145" y="83"/>
                  </a:cubicBezTo>
                  <a:cubicBezTo>
                    <a:pt x="167" y="92"/>
                    <a:pt x="168" y="121"/>
                    <a:pt x="157" y="139"/>
                  </a:cubicBezTo>
                  <a:cubicBezTo>
                    <a:pt x="149" y="152"/>
                    <a:pt x="136" y="161"/>
                    <a:pt x="121" y="167"/>
                  </a:cubicBezTo>
                  <a:cubicBezTo>
                    <a:pt x="66" y="189"/>
                    <a:pt x="0" y="155"/>
                    <a:pt x="6" y="90"/>
                  </a:cubicBezTo>
                  <a:cubicBezTo>
                    <a:pt x="11" y="28"/>
                    <a:pt x="74" y="6"/>
                    <a:pt x="128" y="14"/>
                  </a:cubicBezTo>
                  <a:cubicBezTo>
                    <a:pt x="157" y="18"/>
                    <a:pt x="186" y="28"/>
                    <a:pt x="214" y="40"/>
                  </a:cubicBezTo>
                  <a:cubicBezTo>
                    <a:pt x="272" y="53"/>
                    <a:pt x="327" y="76"/>
                    <a:pt x="383" y="96"/>
                  </a:cubicBezTo>
                  <a:cubicBezTo>
                    <a:pt x="404" y="104"/>
                    <a:pt x="428" y="115"/>
                    <a:pt x="450" y="116"/>
                  </a:cubicBezTo>
                  <a:cubicBezTo>
                    <a:pt x="470" y="117"/>
                    <a:pt x="493" y="105"/>
                    <a:pt x="489" y="81"/>
                  </a:cubicBezTo>
                  <a:cubicBezTo>
                    <a:pt x="487" y="67"/>
                    <a:pt x="469" y="50"/>
                    <a:pt x="455" y="58"/>
                  </a:cubicBezTo>
                  <a:cubicBezTo>
                    <a:pt x="441" y="65"/>
                    <a:pt x="440" y="86"/>
                    <a:pt x="445" y="98"/>
                  </a:cubicBezTo>
                  <a:cubicBezTo>
                    <a:pt x="445" y="98"/>
                    <a:pt x="439" y="100"/>
                    <a:pt x="439" y="100"/>
                  </a:cubicBezTo>
                  <a:cubicBezTo>
                    <a:pt x="409" y="44"/>
                    <a:pt x="516" y="36"/>
                    <a:pt x="502" y="89"/>
                  </a:cubicBezTo>
                  <a:cubicBezTo>
                    <a:pt x="497" y="107"/>
                    <a:pt x="477" y="115"/>
                    <a:pt x="461" y="119"/>
                  </a:cubicBezTo>
                  <a:cubicBezTo>
                    <a:pt x="424" y="129"/>
                    <a:pt x="381" y="104"/>
                    <a:pt x="347" y="91"/>
                  </a:cubicBezTo>
                  <a:cubicBezTo>
                    <a:pt x="316" y="80"/>
                    <a:pt x="285" y="68"/>
                    <a:pt x="253" y="58"/>
                  </a:cubicBezTo>
                  <a:cubicBezTo>
                    <a:pt x="255" y="59"/>
                    <a:pt x="257" y="60"/>
                    <a:pt x="259" y="61"/>
                  </a:cubicBezTo>
                  <a:cubicBezTo>
                    <a:pt x="306" y="83"/>
                    <a:pt x="349" y="114"/>
                    <a:pt x="397" y="135"/>
                  </a:cubicBezTo>
                  <a:cubicBezTo>
                    <a:pt x="445" y="155"/>
                    <a:pt x="520" y="154"/>
                    <a:pt x="530" y="89"/>
                  </a:cubicBezTo>
                  <a:cubicBezTo>
                    <a:pt x="534" y="68"/>
                    <a:pt x="524" y="47"/>
                    <a:pt x="506" y="36"/>
                  </a:cubicBezTo>
                  <a:cubicBezTo>
                    <a:pt x="478" y="18"/>
                    <a:pt x="445" y="34"/>
                    <a:pt x="433" y="63"/>
                  </a:cubicBezTo>
                  <a:cubicBezTo>
                    <a:pt x="433" y="64"/>
                    <a:pt x="428" y="64"/>
                    <a:pt x="428" y="65"/>
                  </a:cubicBezTo>
                  <a:cubicBezTo>
                    <a:pt x="449" y="6"/>
                    <a:pt x="549" y="17"/>
                    <a:pt x="539" y="86"/>
                  </a:cubicBezTo>
                  <a:close/>
                  <a:moveTo>
                    <a:pt x="175" y="33"/>
                  </a:moveTo>
                  <a:cubicBezTo>
                    <a:pt x="133" y="18"/>
                    <a:pt x="74" y="0"/>
                    <a:pt x="38" y="37"/>
                  </a:cubicBezTo>
                  <a:cubicBezTo>
                    <a:pt x="27" y="48"/>
                    <a:pt x="20" y="62"/>
                    <a:pt x="17" y="77"/>
                  </a:cubicBezTo>
                  <a:cubicBezTo>
                    <a:pt x="19" y="73"/>
                    <a:pt x="22" y="69"/>
                    <a:pt x="25" y="65"/>
                  </a:cubicBezTo>
                  <a:cubicBezTo>
                    <a:pt x="59" y="29"/>
                    <a:pt x="121" y="28"/>
                    <a:pt x="166" y="32"/>
                  </a:cubicBezTo>
                  <a:cubicBezTo>
                    <a:pt x="170" y="33"/>
                    <a:pt x="173" y="33"/>
                    <a:pt x="176" y="34"/>
                  </a:cubicBezTo>
                  <a:cubicBezTo>
                    <a:pt x="176" y="33"/>
                    <a:pt x="175" y="33"/>
                    <a:pt x="175" y="3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974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600"/>
              <a:buFont typeface="Prata"/>
              <a:buNone/>
              <a:defRPr sz="2600">
                <a:solidFill>
                  <a:schemeClr val="dk1"/>
                </a:solidFill>
                <a:latin typeface="Prata"/>
                <a:ea typeface="Prata"/>
                <a:cs typeface="Prata"/>
                <a:sym typeface="Prata"/>
              </a:defRPr>
            </a:lvl1pPr>
            <a:lvl2pPr lvl="1" algn="ctr" rtl="0">
              <a:spcBef>
                <a:spcPts val="0"/>
              </a:spcBef>
              <a:spcAft>
                <a:spcPts val="0"/>
              </a:spcAft>
              <a:buClr>
                <a:schemeClr val="dk1"/>
              </a:buClr>
              <a:buSzPts val="2800"/>
              <a:buFont typeface="Prata"/>
              <a:buNone/>
              <a:defRPr sz="2800">
                <a:solidFill>
                  <a:schemeClr val="dk1"/>
                </a:solidFill>
                <a:latin typeface="Prata"/>
                <a:ea typeface="Prata"/>
                <a:cs typeface="Prata"/>
                <a:sym typeface="Prata"/>
              </a:defRPr>
            </a:lvl2pPr>
            <a:lvl3pPr lvl="2" algn="ctr" rtl="0">
              <a:spcBef>
                <a:spcPts val="0"/>
              </a:spcBef>
              <a:spcAft>
                <a:spcPts val="0"/>
              </a:spcAft>
              <a:buClr>
                <a:schemeClr val="dk1"/>
              </a:buClr>
              <a:buSzPts val="2800"/>
              <a:buFont typeface="Prata"/>
              <a:buNone/>
              <a:defRPr sz="2800">
                <a:solidFill>
                  <a:schemeClr val="dk1"/>
                </a:solidFill>
                <a:latin typeface="Prata"/>
                <a:ea typeface="Prata"/>
                <a:cs typeface="Prata"/>
                <a:sym typeface="Prata"/>
              </a:defRPr>
            </a:lvl3pPr>
            <a:lvl4pPr lvl="3" algn="ctr" rtl="0">
              <a:spcBef>
                <a:spcPts val="0"/>
              </a:spcBef>
              <a:spcAft>
                <a:spcPts val="0"/>
              </a:spcAft>
              <a:buClr>
                <a:schemeClr val="dk1"/>
              </a:buClr>
              <a:buSzPts val="2800"/>
              <a:buFont typeface="Prata"/>
              <a:buNone/>
              <a:defRPr sz="2800">
                <a:solidFill>
                  <a:schemeClr val="dk1"/>
                </a:solidFill>
                <a:latin typeface="Prata"/>
                <a:ea typeface="Prata"/>
                <a:cs typeface="Prata"/>
                <a:sym typeface="Prata"/>
              </a:defRPr>
            </a:lvl4pPr>
            <a:lvl5pPr lvl="4" algn="ctr" rtl="0">
              <a:spcBef>
                <a:spcPts val="0"/>
              </a:spcBef>
              <a:spcAft>
                <a:spcPts val="0"/>
              </a:spcAft>
              <a:buClr>
                <a:schemeClr val="dk1"/>
              </a:buClr>
              <a:buSzPts val="2800"/>
              <a:buFont typeface="Prata"/>
              <a:buNone/>
              <a:defRPr sz="2800">
                <a:solidFill>
                  <a:schemeClr val="dk1"/>
                </a:solidFill>
                <a:latin typeface="Prata"/>
                <a:ea typeface="Prata"/>
                <a:cs typeface="Prata"/>
                <a:sym typeface="Prata"/>
              </a:defRPr>
            </a:lvl5pPr>
            <a:lvl6pPr lvl="5" algn="ctr" rtl="0">
              <a:spcBef>
                <a:spcPts val="0"/>
              </a:spcBef>
              <a:spcAft>
                <a:spcPts val="0"/>
              </a:spcAft>
              <a:buClr>
                <a:schemeClr val="dk1"/>
              </a:buClr>
              <a:buSzPts val="2800"/>
              <a:buFont typeface="Prata"/>
              <a:buNone/>
              <a:defRPr sz="2800">
                <a:solidFill>
                  <a:schemeClr val="dk1"/>
                </a:solidFill>
                <a:latin typeface="Prata"/>
                <a:ea typeface="Prata"/>
                <a:cs typeface="Prata"/>
                <a:sym typeface="Prata"/>
              </a:defRPr>
            </a:lvl6pPr>
            <a:lvl7pPr lvl="6" algn="ctr" rtl="0">
              <a:spcBef>
                <a:spcPts val="0"/>
              </a:spcBef>
              <a:spcAft>
                <a:spcPts val="0"/>
              </a:spcAft>
              <a:buClr>
                <a:schemeClr val="dk1"/>
              </a:buClr>
              <a:buSzPts val="2800"/>
              <a:buFont typeface="Prata"/>
              <a:buNone/>
              <a:defRPr sz="2800">
                <a:solidFill>
                  <a:schemeClr val="dk1"/>
                </a:solidFill>
                <a:latin typeface="Prata"/>
                <a:ea typeface="Prata"/>
                <a:cs typeface="Prata"/>
                <a:sym typeface="Prata"/>
              </a:defRPr>
            </a:lvl7pPr>
            <a:lvl8pPr lvl="7" algn="ctr" rtl="0">
              <a:spcBef>
                <a:spcPts val="0"/>
              </a:spcBef>
              <a:spcAft>
                <a:spcPts val="0"/>
              </a:spcAft>
              <a:buClr>
                <a:schemeClr val="dk1"/>
              </a:buClr>
              <a:buSzPts val="2800"/>
              <a:buFont typeface="Prata"/>
              <a:buNone/>
              <a:defRPr sz="2800">
                <a:solidFill>
                  <a:schemeClr val="dk1"/>
                </a:solidFill>
                <a:latin typeface="Prata"/>
                <a:ea typeface="Prata"/>
                <a:cs typeface="Prata"/>
                <a:sym typeface="Prata"/>
              </a:defRPr>
            </a:lvl8pPr>
            <a:lvl9pPr lvl="8" algn="ctr" rtl="0">
              <a:spcBef>
                <a:spcPts val="0"/>
              </a:spcBef>
              <a:spcAft>
                <a:spcPts val="0"/>
              </a:spcAft>
              <a:buClr>
                <a:schemeClr val="dk1"/>
              </a:buClr>
              <a:buSzPts val="2800"/>
              <a:buFont typeface="Prata"/>
              <a:buNone/>
              <a:defRPr sz="2800">
                <a:solidFill>
                  <a:schemeClr val="dk1"/>
                </a:solidFill>
                <a:latin typeface="Prata"/>
                <a:ea typeface="Prata"/>
                <a:cs typeface="Prata"/>
                <a:sym typeface="Prat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1pPr>
            <a:lvl2pPr marL="914400" lvl="1"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8" r:id="rId16"/>
    <p:sldLayoutId id="2147483669" r:id="rId17"/>
    <p:sldLayoutId id="2147483670" r:id="rId18"/>
    <p:sldLayoutId id="2147483671" r:id="rId19"/>
    <p:sldLayoutId id="2147483672" r:id="rId20"/>
    <p:sldLayoutId id="2147483673" r:id="rId21"/>
    <p:sldLayoutId id="2147483674"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9.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hyperlink" Target="https://docs.google.com/spreadsheets/d/1VjKfuX0-hR5822HZB7VrBgii6CzKHW6dLbQqAzZreQE/copy"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2"/>
          <p:cNvSpPr txBox="1">
            <a:spLocks noGrp="1"/>
          </p:cNvSpPr>
          <p:nvPr>
            <p:ph type="ctrTitle"/>
          </p:nvPr>
        </p:nvSpPr>
        <p:spPr>
          <a:xfrm>
            <a:off x="713225" y="1595950"/>
            <a:ext cx="4095900" cy="138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1700's: </a:t>
            </a:r>
            <a:r>
              <a:rPr lang="en" i="1"/>
              <a:t>Napoleon Bonaparte</a:t>
            </a:r>
            <a:endParaRPr i="1"/>
          </a:p>
        </p:txBody>
      </p:sp>
      <p:sp>
        <p:nvSpPr>
          <p:cNvPr id="243" name="Google Shape;243;p32"/>
          <p:cNvSpPr txBox="1">
            <a:spLocks noGrp="1"/>
          </p:cNvSpPr>
          <p:nvPr>
            <p:ph type="subTitle" idx="1"/>
          </p:nvPr>
        </p:nvSpPr>
        <p:spPr>
          <a:xfrm>
            <a:off x="713225" y="3310850"/>
            <a:ext cx="4095900" cy="420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grpSp>
        <p:nvGrpSpPr>
          <p:cNvPr id="244" name="Google Shape;244;p32"/>
          <p:cNvGrpSpPr/>
          <p:nvPr/>
        </p:nvGrpSpPr>
        <p:grpSpPr>
          <a:xfrm>
            <a:off x="1755774" y="912984"/>
            <a:ext cx="2011006" cy="349257"/>
            <a:chOff x="3800476" y="2886076"/>
            <a:chExt cx="1435100" cy="249238"/>
          </a:xfrm>
        </p:grpSpPr>
        <p:sp>
          <p:nvSpPr>
            <p:cNvPr id="245" name="Google Shape;245;p32"/>
            <p:cNvSpPr/>
            <p:nvPr/>
          </p:nvSpPr>
          <p:spPr>
            <a:xfrm>
              <a:off x="3800476" y="2886076"/>
              <a:ext cx="725488" cy="249238"/>
            </a:xfrm>
            <a:custGeom>
              <a:avLst/>
              <a:gdLst/>
              <a:ahLst/>
              <a:cxnLst/>
              <a:rect l="l" t="t" r="r" b="b"/>
              <a:pathLst>
                <a:path w="549" h="189" extrusionOk="0">
                  <a:moveTo>
                    <a:pt x="428" y="22"/>
                  </a:moveTo>
                  <a:cubicBezTo>
                    <a:pt x="413" y="28"/>
                    <a:pt x="400" y="37"/>
                    <a:pt x="392" y="50"/>
                  </a:cubicBezTo>
                  <a:cubicBezTo>
                    <a:pt x="381" y="68"/>
                    <a:pt x="382" y="97"/>
                    <a:pt x="404" y="107"/>
                  </a:cubicBezTo>
                  <a:cubicBezTo>
                    <a:pt x="420" y="114"/>
                    <a:pt x="444" y="104"/>
                    <a:pt x="450" y="88"/>
                  </a:cubicBezTo>
                  <a:cubicBezTo>
                    <a:pt x="450" y="90"/>
                    <a:pt x="442" y="89"/>
                    <a:pt x="441" y="91"/>
                  </a:cubicBezTo>
                  <a:cubicBezTo>
                    <a:pt x="429" y="119"/>
                    <a:pt x="400" y="100"/>
                    <a:pt x="395" y="78"/>
                  </a:cubicBezTo>
                  <a:cubicBezTo>
                    <a:pt x="392" y="59"/>
                    <a:pt x="404" y="38"/>
                    <a:pt x="420" y="28"/>
                  </a:cubicBezTo>
                  <a:cubicBezTo>
                    <a:pt x="451" y="9"/>
                    <a:pt x="493" y="19"/>
                    <a:pt x="516" y="45"/>
                  </a:cubicBezTo>
                  <a:cubicBezTo>
                    <a:pt x="506" y="40"/>
                    <a:pt x="493" y="39"/>
                    <a:pt x="478" y="45"/>
                  </a:cubicBezTo>
                  <a:cubicBezTo>
                    <a:pt x="458" y="54"/>
                    <a:pt x="443" y="77"/>
                    <a:pt x="464" y="95"/>
                  </a:cubicBezTo>
                  <a:cubicBezTo>
                    <a:pt x="477" y="107"/>
                    <a:pt x="491" y="103"/>
                    <a:pt x="505" y="96"/>
                  </a:cubicBezTo>
                  <a:cubicBezTo>
                    <a:pt x="506" y="96"/>
                    <a:pt x="498" y="98"/>
                    <a:pt x="496" y="99"/>
                  </a:cubicBezTo>
                  <a:cubicBezTo>
                    <a:pt x="484" y="104"/>
                    <a:pt x="467" y="83"/>
                    <a:pt x="466" y="72"/>
                  </a:cubicBezTo>
                  <a:cubicBezTo>
                    <a:pt x="465" y="49"/>
                    <a:pt x="489" y="39"/>
                    <a:pt x="507" y="50"/>
                  </a:cubicBezTo>
                  <a:cubicBezTo>
                    <a:pt x="544" y="73"/>
                    <a:pt x="525" y="123"/>
                    <a:pt x="495" y="142"/>
                  </a:cubicBezTo>
                  <a:cubicBezTo>
                    <a:pt x="454" y="167"/>
                    <a:pt x="388" y="155"/>
                    <a:pt x="342" y="144"/>
                  </a:cubicBezTo>
                  <a:cubicBezTo>
                    <a:pt x="308" y="130"/>
                    <a:pt x="275" y="114"/>
                    <a:pt x="243" y="97"/>
                  </a:cubicBezTo>
                  <a:cubicBezTo>
                    <a:pt x="206" y="76"/>
                    <a:pt x="170" y="49"/>
                    <a:pt x="127" y="41"/>
                  </a:cubicBezTo>
                  <a:cubicBezTo>
                    <a:pt x="82" y="32"/>
                    <a:pt x="18" y="49"/>
                    <a:pt x="10" y="103"/>
                  </a:cubicBezTo>
                  <a:cubicBezTo>
                    <a:pt x="0" y="173"/>
                    <a:pt x="100" y="184"/>
                    <a:pt x="121" y="125"/>
                  </a:cubicBezTo>
                  <a:cubicBezTo>
                    <a:pt x="121" y="126"/>
                    <a:pt x="116" y="125"/>
                    <a:pt x="116" y="127"/>
                  </a:cubicBezTo>
                  <a:cubicBezTo>
                    <a:pt x="104" y="156"/>
                    <a:pt x="71" y="172"/>
                    <a:pt x="43" y="154"/>
                  </a:cubicBezTo>
                  <a:cubicBezTo>
                    <a:pt x="25" y="142"/>
                    <a:pt x="15" y="122"/>
                    <a:pt x="19" y="100"/>
                  </a:cubicBezTo>
                  <a:cubicBezTo>
                    <a:pt x="29" y="36"/>
                    <a:pt x="104" y="34"/>
                    <a:pt x="152" y="55"/>
                  </a:cubicBezTo>
                  <a:cubicBezTo>
                    <a:pt x="200" y="75"/>
                    <a:pt x="243" y="106"/>
                    <a:pt x="290" y="129"/>
                  </a:cubicBezTo>
                  <a:cubicBezTo>
                    <a:pt x="292" y="129"/>
                    <a:pt x="294" y="130"/>
                    <a:pt x="296" y="131"/>
                  </a:cubicBezTo>
                  <a:cubicBezTo>
                    <a:pt x="264" y="121"/>
                    <a:pt x="233" y="110"/>
                    <a:pt x="202" y="98"/>
                  </a:cubicBezTo>
                  <a:cubicBezTo>
                    <a:pt x="168" y="85"/>
                    <a:pt x="125" y="61"/>
                    <a:pt x="88" y="70"/>
                  </a:cubicBezTo>
                  <a:cubicBezTo>
                    <a:pt x="72" y="75"/>
                    <a:pt x="52" y="83"/>
                    <a:pt x="47" y="100"/>
                  </a:cubicBezTo>
                  <a:cubicBezTo>
                    <a:pt x="33" y="153"/>
                    <a:pt x="140" y="145"/>
                    <a:pt x="110" y="90"/>
                  </a:cubicBezTo>
                  <a:cubicBezTo>
                    <a:pt x="110" y="89"/>
                    <a:pt x="104" y="92"/>
                    <a:pt x="104" y="92"/>
                  </a:cubicBezTo>
                  <a:cubicBezTo>
                    <a:pt x="109" y="104"/>
                    <a:pt x="108" y="125"/>
                    <a:pt x="94" y="132"/>
                  </a:cubicBezTo>
                  <a:cubicBezTo>
                    <a:pt x="80" y="139"/>
                    <a:pt x="62" y="122"/>
                    <a:pt x="60" y="108"/>
                  </a:cubicBezTo>
                  <a:cubicBezTo>
                    <a:pt x="56" y="85"/>
                    <a:pt x="79" y="73"/>
                    <a:pt x="99" y="74"/>
                  </a:cubicBezTo>
                  <a:cubicBezTo>
                    <a:pt x="121" y="75"/>
                    <a:pt x="145" y="86"/>
                    <a:pt x="166" y="93"/>
                  </a:cubicBezTo>
                  <a:cubicBezTo>
                    <a:pt x="222" y="113"/>
                    <a:pt x="277" y="137"/>
                    <a:pt x="335" y="149"/>
                  </a:cubicBezTo>
                  <a:cubicBezTo>
                    <a:pt x="363" y="161"/>
                    <a:pt x="392" y="171"/>
                    <a:pt x="421" y="176"/>
                  </a:cubicBezTo>
                  <a:cubicBezTo>
                    <a:pt x="475" y="184"/>
                    <a:pt x="537" y="162"/>
                    <a:pt x="543" y="100"/>
                  </a:cubicBezTo>
                  <a:cubicBezTo>
                    <a:pt x="549" y="35"/>
                    <a:pt x="483" y="0"/>
                    <a:pt x="428" y="22"/>
                  </a:cubicBezTo>
                  <a:close/>
                  <a:moveTo>
                    <a:pt x="511" y="152"/>
                  </a:moveTo>
                  <a:cubicBezTo>
                    <a:pt x="475" y="189"/>
                    <a:pt x="416" y="172"/>
                    <a:pt x="374" y="157"/>
                  </a:cubicBezTo>
                  <a:cubicBezTo>
                    <a:pt x="374" y="156"/>
                    <a:pt x="373" y="156"/>
                    <a:pt x="373" y="156"/>
                  </a:cubicBezTo>
                  <a:cubicBezTo>
                    <a:pt x="376" y="156"/>
                    <a:pt x="379" y="157"/>
                    <a:pt x="383" y="157"/>
                  </a:cubicBezTo>
                  <a:cubicBezTo>
                    <a:pt x="428" y="162"/>
                    <a:pt x="490" y="161"/>
                    <a:pt x="524" y="124"/>
                  </a:cubicBezTo>
                  <a:cubicBezTo>
                    <a:pt x="527" y="120"/>
                    <a:pt x="530" y="116"/>
                    <a:pt x="532" y="112"/>
                  </a:cubicBezTo>
                  <a:cubicBezTo>
                    <a:pt x="529" y="127"/>
                    <a:pt x="522" y="141"/>
                    <a:pt x="511" y="15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 name="Google Shape;246;p32"/>
            <p:cNvSpPr/>
            <p:nvPr/>
          </p:nvSpPr>
          <p:spPr>
            <a:xfrm>
              <a:off x="4511676" y="2886076"/>
              <a:ext cx="723900" cy="249238"/>
            </a:xfrm>
            <a:custGeom>
              <a:avLst/>
              <a:gdLst/>
              <a:ahLst/>
              <a:cxnLst/>
              <a:rect l="l" t="t" r="r" b="b"/>
              <a:pathLst>
                <a:path w="549" h="189" extrusionOk="0">
                  <a:moveTo>
                    <a:pt x="539" y="103"/>
                  </a:moveTo>
                  <a:cubicBezTo>
                    <a:pt x="531" y="49"/>
                    <a:pt x="467" y="32"/>
                    <a:pt x="422" y="41"/>
                  </a:cubicBezTo>
                  <a:cubicBezTo>
                    <a:pt x="379" y="49"/>
                    <a:pt x="343" y="76"/>
                    <a:pt x="306" y="97"/>
                  </a:cubicBezTo>
                  <a:cubicBezTo>
                    <a:pt x="274" y="114"/>
                    <a:pt x="241" y="130"/>
                    <a:pt x="207" y="144"/>
                  </a:cubicBezTo>
                  <a:cubicBezTo>
                    <a:pt x="161" y="155"/>
                    <a:pt x="95" y="167"/>
                    <a:pt x="54" y="142"/>
                  </a:cubicBezTo>
                  <a:cubicBezTo>
                    <a:pt x="24" y="123"/>
                    <a:pt x="5" y="73"/>
                    <a:pt x="42" y="50"/>
                  </a:cubicBezTo>
                  <a:cubicBezTo>
                    <a:pt x="60" y="39"/>
                    <a:pt x="84" y="49"/>
                    <a:pt x="83" y="72"/>
                  </a:cubicBezTo>
                  <a:cubicBezTo>
                    <a:pt x="82" y="83"/>
                    <a:pt x="65" y="104"/>
                    <a:pt x="53" y="99"/>
                  </a:cubicBezTo>
                  <a:cubicBezTo>
                    <a:pt x="51" y="98"/>
                    <a:pt x="43" y="96"/>
                    <a:pt x="44" y="96"/>
                  </a:cubicBezTo>
                  <a:cubicBezTo>
                    <a:pt x="58" y="103"/>
                    <a:pt x="72" y="107"/>
                    <a:pt x="85" y="95"/>
                  </a:cubicBezTo>
                  <a:cubicBezTo>
                    <a:pt x="106" y="77"/>
                    <a:pt x="91" y="54"/>
                    <a:pt x="71" y="45"/>
                  </a:cubicBezTo>
                  <a:cubicBezTo>
                    <a:pt x="56" y="39"/>
                    <a:pt x="43" y="40"/>
                    <a:pt x="33" y="45"/>
                  </a:cubicBezTo>
                  <a:cubicBezTo>
                    <a:pt x="56" y="19"/>
                    <a:pt x="98" y="9"/>
                    <a:pt x="129" y="28"/>
                  </a:cubicBezTo>
                  <a:cubicBezTo>
                    <a:pt x="145" y="38"/>
                    <a:pt x="157" y="59"/>
                    <a:pt x="154" y="78"/>
                  </a:cubicBezTo>
                  <a:cubicBezTo>
                    <a:pt x="149" y="100"/>
                    <a:pt x="120" y="119"/>
                    <a:pt x="108" y="91"/>
                  </a:cubicBezTo>
                  <a:cubicBezTo>
                    <a:pt x="107" y="89"/>
                    <a:pt x="99" y="90"/>
                    <a:pt x="99" y="88"/>
                  </a:cubicBezTo>
                  <a:cubicBezTo>
                    <a:pt x="105" y="104"/>
                    <a:pt x="129" y="114"/>
                    <a:pt x="145" y="107"/>
                  </a:cubicBezTo>
                  <a:cubicBezTo>
                    <a:pt x="167" y="97"/>
                    <a:pt x="168" y="68"/>
                    <a:pt x="157" y="50"/>
                  </a:cubicBezTo>
                  <a:cubicBezTo>
                    <a:pt x="149" y="37"/>
                    <a:pt x="136" y="28"/>
                    <a:pt x="121" y="22"/>
                  </a:cubicBezTo>
                  <a:cubicBezTo>
                    <a:pt x="66" y="0"/>
                    <a:pt x="0" y="35"/>
                    <a:pt x="6" y="100"/>
                  </a:cubicBezTo>
                  <a:cubicBezTo>
                    <a:pt x="11" y="162"/>
                    <a:pt x="74" y="184"/>
                    <a:pt x="128" y="176"/>
                  </a:cubicBezTo>
                  <a:cubicBezTo>
                    <a:pt x="157" y="171"/>
                    <a:pt x="186" y="161"/>
                    <a:pt x="214" y="149"/>
                  </a:cubicBezTo>
                  <a:cubicBezTo>
                    <a:pt x="272" y="137"/>
                    <a:pt x="327" y="113"/>
                    <a:pt x="383" y="93"/>
                  </a:cubicBezTo>
                  <a:cubicBezTo>
                    <a:pt x="404" y="86"/>
                    <a:pt x="428" y="75"/>
                    <a:pt x="450" y="74"/>
                  </a:cubicBezTo>
                  <a:cubicBezTo>
                    <a:pt x="470" y="73"/>
                    <a:pt x="493" y="85"/>
                    <a:pt x="489" y="108"/>
                  </a:cubicBezTo>
                  <a:cubicBezTo>
                    <a:pt x="487" y="122"/>
                    <a:pt x="469" y="139"/>
                    <a:pt x="455" y="132"/>
                  </a:cubicBezTo>
                  <a:cubicBezTo>
                    <a:pt x="441" y="125"/>
                    <a:pt x="440" y="104"/>
                    <a:pt x="445" y="92"/>
                  </a:cubicBezTo>
                  <a:cubicBezTo>
                    <a:pt x="445" y="92"/>
                    <a:pt x="439" y="89"/>
                    <a:pt x="439" y="90"/>
                  </a:cubicBezTo>
                  <a:cubicBezTo>
                    <a:pt x="409" y="145"/>
                    <a:pt x="516" y="153"/>
                    <a:pt x="502" y="100"/>
                  </a:cubicBezTo>
                  <a:cubicBezTo>
                    <a:pt x="497" y="83"/>
                    <a:pt x="477" y="75"/>
                    <a:pt x="461" y="70"/>
                  </a:cubicBezTo>
                  <a:cubicBezTo>
                    <a:pt x="424" y="61"/>
                    <a:pt x="381" y="85"/>
                    <a:pt x="347" y="98"/>
                  </a:cubicBezTo>
                  <a:cubicBezTo>
                    <a:pt x="316" y="110"/>
                    <a:pt x="285" y="121"/>
                    <a:pt x="253" y="131"/>
                  </a:cubicBezTo>
                  <a:cubicBezTo>
                    <a:pt x="255" y="130"/>
                    <a:pt x="257" y="129"/>
                    <a:pt x="259" y="129"/>
                  </a:cubicBezTo>
                  <a:cubicBezTo>
                    <a:pt x="306" y="106"/>
                    <a:pt x="349" y="75"/>
                    <a:pt x="397" y="55"/>
                  </a:cubicBezTo>
                  <a:cubicBezTo>
                    <a:pt x="445" y="34"/>
                    <a:pt x="520" y="36"/>
                    <a:pt x="530" y="100"/>
                  </a:cubicBezTo>
                  <a:cubicBezTo>
                    <a:pt x="534" y="122"/>
                    <a:pt x="524" y="142"/>
                    <a:pt x="506" y="154"/>
                  </a:cubicBezTo>
                  <a:cubicBezTo>
                    <a:pt x="478" y="172"/>
                    <a:pt x="445" y="156"/>
                    <a:pt x="433" y="127"/>
                  </a:cubicBezTo>
                  <a:cubicBezTo>
                    <a:pt x="433" y="125"/>
                    <a:pt x="428" y="126"/>
                    <a:pt x="428" y="125"/>
                  </a:cubicBezTo>
                  <a:cubicBezTo>
                    <a:pt x="449" y="184"/>
                    <a:pt x="549" y="173"/>
                    <a:pt x="539" y="103"/>
                  </a:cubicBezTo>
                  <a:close/>
                  <a:moveTo>
                    <a:pt x="175" y="157"/>
                  </a:moveTo>
                  <a:cubicBezTo>
                    <a:pt x="133" y="172"/>
                    <a:pt x="74" y="189"/>
                    <a:pt x="38" y="152"/>
                  </a:cubicBezTo>
                  <a:cubicBezTo>
                    <a:pt x="27" y="141"/>
                    <a:pt x="20" y="127"/>
                    <a:pt x="17" y="112"/>
                  </a:cubicBezTo>
                  <a:cubicBezTo>
                    <a:pt x="19" y="116"/>
                    <a:pt x="22" y="120"/>
                    <a:pt x="25" y="124"/>
                  </a:cubicBezTo>
                  <a:cubicBezTo>
                    <a:pt x="59" y="161"/>
                    <a:pt x="121" y="162"/>
                    <a:pt x="166" y="157"/>
                  </a:cubicBezTo>
                  <a:cubicBezTo>
                    <a:pt x="170" y="157"/>
                    <a:pt x="173" y="156"/>
                    <a:pt x="176" y="156"/>
                  </a:cubicBezTo>
                  <a:cubicBezTo>
                    <a:pt x="176" y="156"/>
                    <a:pt x="175" y="156"/>
                    <a:pt x="175" y="15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47" name="Google Shape;247;p32"/>
          <p:cNvGrpSpPr/>
          <p:nvPr/>
        </p:nvGrpSpPr>
        <p:grpSpPr>
          <a:xfrm>
            <a:off x="1755774" y="3988210"/>
            <a:ext cx="2011006" cy="349257"/>
            <a:chOff x="3800476" y="3476626"/>
            <a:chExt cx="1435100" cy="249238"/>
          </a:xfrm>
        </p:grpSpPr>
        <p:sp>
          <p:nvSpPr>
            <p:cNvPr id="248" name="Google Shape;248;p32"/>
            <p:cNvSpPr/>
            <p:nvPr/>
          </p:nvSpPr>
          <p:spPr>
            <a:xfrm>
              <a:off x="3800476" y="3476626"/>
              <a:ext cx="725488" cy="249238"/>
            </a:xfrm>
            <a:custGeom>
              <a:avLst/>
              <a:gdLst/>
              <a:ahLst/>
              <a:cxnLst/>
              <a:rect l="l" t="t" r="r" b="b"/>
              <a:pathLst>
                <a:path w="549" h="189" extrusionOk="0">
                  <a:moveTo>
                    <a:pt x="428" y="167"/>
                  </a:moveTo>
                  <a:cubicBezTo>
                    <a:pt x="413" y="161"/>
                    <a:pt x="400" y="152"/>
                    <a:pt x="392" y="139"/>
                  </a:cubicBezTo>
                  <a:cubicBezTo>
                    <a:pt x="381" y="121"/>
                    <a:pt x="382" y="92"/>
                    <a:pt x="404" y="83"/>
                  </a:cubicBezTo>
                  <a:cubicBezTo>
                    <a:pt x="420" y="75"/>
                    <a:pt x="444" y="85"/>
                    <a:pt x="450" y="101"/>
                  </a:cubicBezTo>
                  <a:cubicBezTo>
                    <a:pt x="450" y="100"/>
                    <a:pt x="442" y="100"/>
                    <a:pt x="441" y="98"/>
                  </a:cubicBezTo>
                  <a:cubicBezTo>
                    <a:pt x="429" y="71"/>
                    <a:pt x="400" y="90"/>
                    <a:pt x="395" y="111"/>
                  </a:cubicBezTo>
                  <a:cubicBezTo>
                    <a:pt x="392" y="130"/>
                    <a:pt x="404" y="151"/>
                    <a:pt x="420" y="161"/>
                  </a:cubicBezTo>
                  <a:cubicBezTo>
                    <a:pt x="451" y="180"/>
                    <a:pt x="493" y="171"/>
                    <a:pt x="516" y="144"/>
                  </a:cubicBezTo>
                  <a:cubicBezTo>
                    <a:pt x="506" y="149"/>
                    <a:pt x="493" y="150"/>
                    <a:pt x="478" y="144"/>
                  </a:cubicBezTo>
                  <a:cubicBezTo>
                    <a:pt x="458" y="136"/>
                    <a:pt x="443" y="112"/>
                    <a:pt x="464" y="94"/>
                  </a:cubicBezTo>
                  <a:cubicBezTo>
                    <a:pt x="477" y="82"/>
                    <a:pt x="491" y="87"/>
                    <a:pt x="505" y="93"/>
                  </a:cubicBezTo>
                  <a:cubicBezTo>
                    <a:pt x="506" y="93"/>
                    <a:pt x="498" y="91"/>
                    <a:pt x="496" y="90"/>
                  </a:cubicBezTo>
                  <a:cubicBezTo>
                    <a:pt x="484" y="85"/>
                    <a:pt x="467" y="107"/>
                    <a:pt x="466" y="117"/>
                  </a:cubicBezTo>
                  <a:cubicBezTo>
                    <a:pt x="465" y="140"/>
                    <a:pt x="489" y="151"/>
                    <a:pt x="507" y="140"/>
                  </a:cubicBezTo>
                  <a:cubicBezTo>
                    <a:pt x="544" y="116"/>
                    <a:pt x="525" y="66"/>
                    <a:pt x="495" y="48"/>
                  </a:cubicBezTo>
                  <a:cubicBezTo>
                    <a:pt x="454" y="23"/>
                    <a:pt x="388" y="34"/>
                    <a:pt x="342" y="46"/>
                  </a:cubicBezTo>
                  <a:cubicBezTo>
                    <a:pt x="308" y="59"/>
                    <a:pt x="275" y="75"/>
                    <a:pt x="243" y="93"/>
                  </a:cubicBezTo>
                  <a:cubicBezTo>
                    <a:pt x="206" y="114"/>
                    <a:pt x="170" y="140"/>
                    <a:pt x="127" y="149"/>
                  </a:cubicBezTo>
                  <a:cubicBezTo>
                    <a:pt x="82" y="158"/>
                    <a:pt x="18" y="141"/>
                    <a:pt x="10" y="86"/>
                  </a:cubicBezTo>
                  <a:cubicBezTo>
                    <a:pt x="0" y="17"/>
                    <a:pt x="100" y="6"/>
                    <a:pt x="121" y="65"/>
                  </a:cubicBezTo>
                  <a:cubicBezTo>
                    <a:pt x="121" y="64"/>
                    <a:pt x="116" y="64"/>
                    <a:pt x="116" y="63"/>
                  </a:cubicBezTo>
                  <a:cubicBezTo>
                    <a:pt x="104" y="34"/>
                    <a:pt x="71" y="18"/>
                    <a:pt x="43" y="36"/>
                  </a:cubicBezTo>
                  <a:cubicBezTo>
                    <a:pt x="25" y="47"/>
                    <a:pt x="15" y="68"/>
                    <a:pt x="19" y="89"/>
                  </a:cubicBezTo>
                  <a:cubicBezTo>
                    <a:pt x="29" y="154"/>
                    <a:pt x="104" y="155"/>
                    <a:pt x="152" y="135"/>
                  </a:cubicBezTo>
                  <a:cubicBezTo>
                    <a:pt x="200" y="114"/>
                    <a:pt x="243" y="83"/>
                    <a:pt x="290" y="61"/>
                  </a:cubicBezTo>
                  <a:cubicBezTo>
                    <a:pt x="292" y="60"/>
                    <a:pt x="294" y="59"/>
                    <a:pt x="296" y="58"/>
                  </a:cubicBezTo>
                  <a:cubicBezTo>
                    <a:pt x="264" y="68"/>
                    <a:pt x="233" y="80"/>
                    <a:pt x="202" y="91"/>
                  </a:cubicBezTo>
                  <a:cubicBezTo>
                    <a:pt x="168" y="104"/>
                    <a:pt x="125" y="129"/>
                    <a:pt x="88" y="119"/>
                  </a:cubicBezTo>
                  <a:cubicBezTo>
                    <a:pt x="72" y="115"/>
                    <a:pt x="52" y="107"/>
                    <a:pt x="47" y="89"/>
                  </a:cubicBezTo>
                  <a:cubicBezTo>
                    <a:pt x="33" y="36"/>
                    <a:pt x="140" y="44"/>
                    <a:pt x="110" y="100"/>
                  </a:cubicBezTo>
                  <a:cubicBezTo>
                    <a:pt x="110" y="100"/>
                    <a:pt x="104" y="98"/>
                    <a:pt x="104" y="98"/>
                  </a:cubicBezTo>
                  <a:cubicBezTo>
                    <a:pt x="109" y="86"/>
                    <a:pt x="108" y="65"/>
                    <a:pt x="94" y="58"/>
                  </a:cubicBezTo>
                  <a:cubicBezTo>
                    <a:pt x="80" y="50"/>
                    <a:pt x="62" y="67"/>
                    <a:pt x="60" y="81"/>
                  </a:cubicBezTo>
                  <a:cubicBezTo>
                    <a:pt x="56" y="105"/>
                    <a:pt x="79" y="117"/>
                    <a:pt x="99" y="116"/>
                  </a:cubicBezTo>
                  <a:cubicBezTo>
                    <a:pt x="121" y="115"/>
                    <a:pt x="145" y="104"/>
                    <a:pt x="166" y="96"/>
                  </a:cubicBezTo>
                  <a:cubicBezTo>
                    <a:pt x="222" y="76"/>
                    <a:pt x="277" y="53"/>
                    <a:pt x="335" y="40"/>
                  </a:cubicBezTo>
                  <a:cubicBezTo>
                    <a:pt x="363" y="28"/>
                    <a:pt x="392" y="18"/>
                    <a:pt x="421" y="14"/>
                  </a:cubicBezTo>
                  <a:cubicBezTo>
                    <a:pt x="475" y="6"/>
                    <a:pt x="537" y="28"/>
                    <a:pt x="543" y="90"/>
                  </a:cubicBezTo>
                  <a:cubicBezTo>
                    <a:pt x="549" y="155"/>
                    <a:pt x="483" y="189"/>
                    <a:pt x="428" y="167"/>
                  </a:cubicBezTo>
                  <a:close/>
                  <a:moveTo>
                    <a:pt x="511" y="37"/>
                  </a:moveTo>
                  <a:cubicBezTo>
                    <a:pt x="475" y="0"/>
                    <a:pt x="416" y="18"/>
                    <a:pt x="374" y="33"/>
                  </a:cubicBezTo>
                  <a:cubicBezTo>
                    <a:pt x="374" y="33"/>
                    <a:pt x="373" y="33"/>
                    <a:pt x="373" y="34"/>
                  </a:cubicBezTo>
                  <a:cubicBezTo>
                    <a:pt x="376" y="33"/>
                    <a:pt x="379" y="33"/>
                    <a:pt x="383" y="32"/>
                  </a:cubicBezTo>
                  <a:cubicBezTo>
                    <a:pt x="428" y="28"/>
                    <a:pt x="490" y="29"/>
                    <a:pt x="524" y="65"/>
                  </a:cubicBezTo>
                  <a:cubicBezTo>
                    <a:pt x="527" y="69"/>
                    <a:pt x="530" y="73"/>
                    <a:pt x="532" y="77"/>
                  </a:cubicBezTo>
                  <a:cubicBezTo>
                    <a:pt x="529" y="62"/>
                    <a:pt x="522" y="48"/>
                    <a:pt x="511" y="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 name="Google Shape;249;p32"/>
            <p:cNvSpPr/>
            <p:nvPr/>
          </p:nvSpPr>
          <p:spPr>
            <a:xfrm>
              <a:off x="4511676" y="3476626"/>
              <a:ext cx="723900" cy="249238"/>
            </a:xfrm>
            <a:custGeom>
              <a:avLst/>
              <a:gdLst/>
              <a:ahLst/>
              <a:cxnLst/>
              <a:rect l="l" t="t" r="r" b="b"/>
              <a:pathLst>
                <a:path w="549" h="189" extrusionOk="0">
                  <a:moveTo>
                    <a:pt x="539" y="86"/>
                  </a:moveTo>
                  <a:cubicBezTo>
                    <a:pt x="531" y="141"/>
                    <a:pt x="467" y="158"/>
                    <a:pt x="422" y="149"/>
                  </a:cubicBezTo>
                  <a:cubicBezTo>
                    <a:pt x="379" y="140"/>
                    <a:pt x="343" y="114"/>
                    <a:pt x="306" y="93"/>
                  </a:cubicBezTo>
                  <a:cubicBezTo>
                    <a:pt x="274" y="75"/>
                    <a:pt x="241" y="59"/>
                    <a:pt x="207" y="46"/>
                  </a:cubicBezTo>
                  <a:cubicBezTo>
                    <a:pt x="161" y="34"/>
                    <a:pt x="95" y="23"/>
                    <a:pt x="54" y="48"/>
                  </a:cubicBezTo>
                  <a:cubicBezTo>
                    <a:pt x="24" y="66"/>
                    <a:pt x="5" y="116"/>
                    <a:pt x="42" y="140"/>
                  </a:cubicBezTo>
                  <a:cubicBezTo>
                    <a:pt x="60" y="151"/>
                    <a:pt x="84" y="140"/>
                    <a:pt x="83" y="117"/>
                  </a:cubicBezTo>
                  <a:cubicBezTo>
                    <a:pt x="82" y="107"/>
                    <a:pt x="65" y="85"/>
                    <a:pt x="53" y="90"/>
                  </a:cubicBezTo>
                  <a:cubicBezTo>
                    <a:pt x="51" y="91"/>
                    <a:pt x="43" y="93"/>
                    <a:pt x="44" y="93"/>
                  </a:cubicBezTo>
                  <a:cubicBezTo>
                    <a:pt x="58" y="87"/>
                    <a:pt x="72" y="82"/>
                    <a:pt x="85" y="94"/>
                  </a:cubicBezTo>
                  <a:cubicBezTo>
                    <a:pt x="106" y="112"/>
                    <a:pt x="91" y="136"/>
                    <a:pt x="71" y="144"/>
                  </a:cubicBezTo>
                  <a:cubicBezTo>
                    <a:pt x="56" y="150"/>
                    <a:pt x="43" y="149"/>
                    <a:pt x="33" y="144"/>
                  </a:cubicBezTo>
                  <a:cubicBezTo>
                    <a:pt x="56" y="171"/>
                    <a:pt x="98" y="180"/>
                    <a:pt x="129" y="161"/>
                  </a:cubicBezTo>
                  <a:cubicBezTo>
                    <a:pt x="145" y="151"/>
                    <a:pt x="157" y="130"/>
                    <a:pt x="154" y="111"/>
                  </a:cubicBezTo>
                  <a:cubicBezTo>
                    <a:pt x="149" y="90"/>
                    <a:pt x="120" y="71"/>
                    <a:pt x="108" y="98"/>
                  </a:cubicBezTo>
                  <a:cubicBezTo>
                    <a:pt x="107" y="100"/>
                    <a:pt x="99" y="100"/>
                    <a:pt x="99" y="101"/>
                  </a:cubicBezTo>
                  <a:cubicBezTo>
                    <a:pt x="105" y="85"/>
                    <a:pt x="129" y="75"/>
                    <a:pt x="145" y="83"/>
                  </a:cubicBezTo>
                  <a:cubicBezTo>
                    <a:pt x="167" y="92"/>
                    <a:pt x="168" y="121"/>
                    <a:pt x="157" y="139"/>
                  </a:cubicBezTo>
                  <a:cubicBezTo>
                    <a:pt x="149" y="152"/>
                    <a:pt x="136" y="161"/>
                    <a:pt x="121" y="167"/>
                  </a:cubicBezTo>
                  <a:cubicBezTo>
                    <a:pt x="66" y="189"/>
                    <a:pt x="0" y="155"/>
                    <a:pt x="6" y="90"/>
                  </a:cubicBezTo>
                  <a:cubicBezTo>
                    <a:pt x="11" y="28"/>
                    <a:pt x="74" y="6"/>
                    <a:pt x="128" y="14"/>
                  </a:cubicBezTo>
                  <a:cubicBezTo>
                    <a:pt x="157" y="18"/>
                    <a:pt x="186" y="28"/>
                    <a:pt x="214" y="40"/>
                  </a:cubicBezTo>
                  <a:cubicBezTo>
                    <a:pt x="272" y="53"/>
                    <a:pt x="327" y="76"/>
                    <a:pt x="383" y="96"/>
                  </a:cubicBezTo>
                  <a:cubicBezTo>
                    <a:pt x="404" y="104"/>
                    <a:pt x="428" y="115"/>
                    <a:pt x="450" y="116"/>
                  </a:cubicBezTo>
                  <a:cubicBezTo>
                    <a:pt x="470" y="117"/>
                    <a:pt x="493" y="105"/>
                    <a:pt x="489" y="81"/>
                  </a:cubicBezTo>
                  <a:cubicBezTo>
                    <a:pt x="487" y="67"/>
                    <a:pt x="469" y="50"/>
                    <a:pt x="455" y="58"/>
                  </a:cubicBezTo>
                  <a:cubicBezTo>
                    <a:pt x="441" y="65"/>
                    <a:pt x="440" y="86"/>
                    <a:pt x="445" y="98"/>
                  </a:cubicBezTo>
                  <a:cubicBezTo>
                    <a:pt x="445" y="98"/>
                    <a:pt x="439" y="100"/>
                    <a:pt x="439" y="100"/>
                  </a:cubicBezTo>
                  <a:cubicBezTo>
                    <a:pt x="409" y="44"/>
                    <a:pt x="516" y="36"/>
                    <a:pt x="502" y="89"/>
                  </a:cubicBezTo>
                  <a:cubicBezTo>
                    <a:pt x="497" y="107"/>
                    <a:pt x="477" y="115"/>
                    <a:pt x="461" y="119"/>
                  </a:cubicBezTo>
                  <a:cubicBezTo>
                    <a:pt x="424" y="129"/>
                    <a:pt x="381" y="104"/>
                    <a:pt x="347" y="91"/>
                  </a:cubicBezTo>
                  <a:cubicBezTo>
                    <a:pt x="316" y="80"/>
                    <a:pt x="285" y="68"/>
                    <a:pt x="253" y="58"/>
                  </a:cubicBezTo>
                  <a:cubicBezTo>
                    <a:pt x="255" y="59"/>
                    <a:pt x="257" y="60"/>
                    <a:pt x="259" y="61"/>
                  </a:cubicBezTo>
                  <a:cubicBezTo>
                    <a:pt x="306" y="83"/>
                    <a:pt x="349" y="114"/>
                    <a:pt x="397" y="135"/>
                  </a:cubicBezTo>
                  <a:cubicBezTo>
                    <a:pt x="445" y="155"/>
                    <a:pt x="520" y="154"/>
                    <a:pt x="530" y="89"/>
                  </a:cubicBezTo>
                  <a:cubicBezTo>
                    <a:pt x="534" y="68"/>
                    <a:pt x="524" y="47"/>
                    <a:pt x="506" y="36"/>
                  </a:cubicBezTo>
                  <a:cubicBezTo>
                    <a:pt x="478" y="18"/>
                    <a:pt x="445" y="34"/>
                    <a:pt x="433" y="63"/>
                  </a:cubicBezTo>
                  <a:cubicBezTo>
                    <a:pt x="433" y="64"/>
                    <a:pt x="428" y="64"/>
                    <a:pt x="428" y="65"/>
                  </a:cubicBezTo>
                  <a:cubicBezTo>
                    <a:pt x="449" y="6"/>
                    <a:pt x="549" y="17"/>
                    <a:pt x="539" y="86"/>
                  </a:cubicBezTo>
                  <a:close/>
                  <a:moveTo>
                    <a:pt x="175" y="33"/>
                  </a:moveTo>
                  <a:cubicBezTo>
                    <a:pt x="133" y="18"/>
                    <a:pt x="74" y="0"/>
                    <a:pt x="38" y="37"/>
                  </a:cubicBezTo>
                  <a:cubicBezTo>
                    <a:pt x="27" y="48"/>
                    <a:pt x="20" y="62"/>
                    <a:pt x="17" y="77"/>
                  </a:cubicBezTo>
                  <a:cubicBezTo>
                    <a:pt x="19" y="73"/>
                    <a:pt x="22" y="69"/>
                    <a:pt x="25" y="65"/>
                  </a:cubicBezTo>
                  <a:cubicBezTo>
                    <a:pt x="59" y="29"/>
                    <a:pt x="121" y="28"/>
                    <a:pt x="166" y="32"/>
                  </a:cubicBezTo>
                  <a:cubicBezTo>
                    <a:pt x="170" y="33"/>
                    <a:pt x="173" y="33"/>
                    <a:pt x="176" y="34"/>
                  </a:cubicBezTo>
                  <a:cubicBezTo>
                    <a:pt x="176" y="33"/>
                    <a:pt x="175" y="33"/>
                    <a:pt x="175" y="3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cxnSp>
        <p:nvCxnSpPr>
          <p:cNvPr id="250" name="Google Shape;250;p32"/>
          <p:cNvCxnSpPr/>
          <p:nvPr/>
        </p:nvCxnSpPr>
        <p:spPr>
          <a:xfrm>
            <a:off x="1089800" y="3190500"/>
            <a:ext cx="3342600" cy="0"/>
          </a:xfrm>
          <a:prstGeom prst="straightConnector1">
            <a:avLst/>
          </a:prstGeom>
          <a:noFill/>
          <a:ln w="9525" cap="flat" cmpd="sng">
            <a:solidFill>
              <a:schemeClr val="dk1"/>
            </a:solidFill>
            <a:prstDash val="solid"/>
            <a:round/>
            <a:headEnd type="diamond" w="med" len="med"/>
            <a:tailEnd type="diamond" w="med" len="med"/>
          </a:ln>
        </p:spPr>
      </p:cxnSp>
      <p:sp>
        <p:nvSpPr>
          <p:cNvPr id="2" name="Рисунок 1"/>
          <p:cNvSpPr>
            <a:spLocks noGrp="1"/>
          </p:cNvSpPr>
          <p:nvPr>
            <p:ph type="pic" idx="2"/>
          </p:nvPr>
        </p:nvSpPr>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3"/>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sp>
        <p:nvSpPr>
          <p:cNvPr id="257" name="Google Shape;257;p33"/>
          <p:cNvSpPr txBox="1">
            <a:spLocks noGrp="1"/>
          </p:cNvSpPr>
          <p:nvPr>
            <p:ph type="body" idx="1"/>
          </p:nvPr>
        </p:nvSpPr>
        <p:spPr>
          <a:xfrm>
            <a:off x="720000" y="1215753"/>
            <a:ext cx="7704000" cy="4617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None/>
            </a:pPr>
            <a:r>
              <a:rPr lang="en"/>
              <a:t>You can delete this slide when you’re done editing the presentation</a:t>
            </a:r>
            <a:endParaRPr/>
          </a:p>
        </p:txBody>
      </p:sp>
      <p:graphicFrame>
        <p:nvGraphicFramePr>
          <p:cNvPr id="258" name="Google Shape;258;p33"/>
          <p:cNvGraphicFramePr/>
          <p:nvPr/>
        </p:nvGraphicFramePr>
        <p:xfrm>
          <a:off x="720000" y="1767225"/>
          <a:ext cx="3000000" cy="3000000"/>
        </p:xfrm>
        <a:graphic>
          <a:graphicData uri="http://schemas.openxmlformats.org/drawingml/2006/table">
            <a:tbl>
              <a:tblPr>
                <a:noFill/>
                <a:tableStyleId>{D71D6737-87ED-4640-B076-219005CE93CE}</a:tableStyleId>
              </a:tblPr>
              <a:tblGrid>
                <a:gridCol w="2451050">
                  <a:extLst>
                    <a:ext uri="{9D8B030D-6E8A-4147-A177-3AD203B41FA5}">
                      <a16:colId xmlns:a16="http://schemas.microsoft.com/office/drawing/2014/main" val="20000"/>
                    </a:ext>
                  </a:extLst>
                </a:gridCol>
                <a:gridCol w="5252950">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000" b="1" u="sng">
                          <a:solidFill>
                            <a:schemeClr val="hlink"/>
                          </a:solidFill>
                          <a:latin typeface="Assistant"/>
                          <a:ea typeface="Assistant"/>
                          <a:cs typeface="Assistant"/>
                          <a:sym typeface="Assistant"/>
                          <a:hlinkClick r:id="" action="ppaction://noaction"/>
                        </a:rPr>
                        <a:t>Fonts</a:t>
                      </a:r>
                      <a:endParaRPr sz="1000" b="1" u="sng">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ssistant"/>
                          <a:ea typeface="Assistant"/>
                          <a:cs typeface="Assistant"/>
                          <a:sym typeface="Assistant"/>
                        </a:rPr>
                        <a:t>To view this template correctly in PowerPoint, download and install the fonts we used</a:t>
                      </a:r>
                      <a:endParaRPr sz="1000">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000" b="1" u="sng">
                          <a:solidFill>
                            <a:schemeClr val="hlink"/>
                          </a:solidFill>
                          <a:latin typeface="Assistant"/>
                          <a:ea typeface="Assistant"/>
                          <a:cs typeface="Assistant"/>
                          <a:sym typeface="Assistant"/>
                          <a:hlinkClick r:id="" action="ppaction://noaction"/>
                        </a:rPr>
                        <a:t>Used</a:t>
                      </a:r>
                      <a:r>
                        <a:rPr lang="en" sz="1000" b="1">
                          <a:solidFill>
                            <a:schemeClr val="dk1"/>
                          </a:solidFill>
                          <a:latin typeface="Assistant"/>
                          <a:ea typeface="Assistant"/>
                          <a:cs typeface="Assistant"/>
                          <a:sym typeface="Assistant"/>
                        </a:rPr>
                        <a:t> and </a:t>
                      </a:r>
                      <a:r>
                        <a:rPr lang="en" sz="1000" b="1" u="sng">
                          <a:solidFill>
                            <a:schemeClr val="hlink"/>
                          </a:solidFill>
                          <a:latin typeface="Assistant"/>
                          <a:ea typeface="Assistant"/>
                          <a:cs typeface="Assistant"/>
                          <a:sym typeface="Assistant"/>
                          <a:hlinkClick r:id=""/>
                        </a:rPr>
                        <a:t>alternative resources</a:t>
                      </a:r>
                      <a:endParaRPr sz="1000" b="1" u="sng">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Assistant"/>
                          <a:ea typeface="Assistant"/>
                          <a:cs typeface="Assistant"/>
                          <a:sym typeface="Assistant"/>
                        </a:rPr>
                        <a:t>An assortment of graphic resources that are suitable for use in this presentation</a:t>
                      </a:r>
                      <a:endParaRPr sz="1000">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000" b="1" u="sng">
                          <a:solidFill>
                            <a:schemeClr val="hlink"/>
                          </a:solidFill>
                          <a:latin typeface="Assistant"/>
                          <a:ea typeface="Assistant"/>
                          <a:cs typeface="Assistant"/>
                          <a:sym typeface="Assistant"/>
                          <a:hlinkClick r:id="rId3" action="ppaction://hlinksldjump"/>
                        </a:rPr>
                        <a:t>Thanks slide</a:t>
                      </a:r>
                      <a:endParaRPr sz="1000" b="1" u="sng">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ssistant"/>
                          <a:ea typeface="Assistant"/>
                          <a:cs typeface="Assistant"/>
                          <a:sym typeface="Assistant"/>
                        </a:rPr>
                        <a:t>You must keep it so that proper credits for our design are given</a:t>
                      </a:r>
                      <a:endParaRPr sz="1000">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000" b="1" u="sng">
                          <a:solidFill>
                            <a:schemeClr val="hlink"/>
                          </a:solidFill>
                          <a:latin typeface="Assistant"/>
                          <a:ea typeface="Assistant"/>
                          <a:cs typeface="Assistant"/>
                          <a:sym typeface="Assistant"/>
                          <a:hlinkClick r:id="" action="ppaction://noaction"/>
                        </a:rPr>
                        <a:t>Colors</a:t>
                      </a:r>
                      <a:endParaRPr sz="1000" b="1" u="sng">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ssistant"/>
                          <a:ea typeface="Assistant"/>
                          <a:cs typeface="Assistant"/>
                          <a:sym typeface="Assistant"/>
                        </a:rPr>
                        <a:t>All the colors used in this presentation</a:t>
                      </a:r>
                      <a:endParaRPr sz="1000">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000" b="1" u="sng">
                          <a:solidFill>
                            <a:schemeClr val="hlink"/>
                          </a:solidFill>
                          <a:latin typeface="Assistant"/>
                          <a:ea typeface="Assistant"/>
                          <a:cs typeface="Assistant"/>
                          <a:sym typeface="Assistant"/>
                          <a:hlinkClick r:id="" action="ppaction://noaction"/>
                        </a:rPr>
                        <a:t>Icons</a:t>
                      </a:r>
                      <a:r>
                        <a:rPr lang="en" sz="1000" b="1">
                          <a:solidFill>
                            <a:schemeClr val="dk1"/>
                          </a:solidFill>
                          <a:latin typeface="Assistant"/>
                          <a:ea typeface="Assistant"/>
                          <a:cs typeface="Assistant"/>
                          <a:sym typeface="Assistant"/>
                        </a:rPr>
                        <a:t> and </a:t>
                      </a:r>
                      <a:r>
                        <a:rPr lang="en" sz="1000" b="1" u="sng">
                          <a:solidFill>
                            <a:schemeClr val="hlink"/>
                          </a:solidFill>
                          <a:latin typeface="Assistant"/>
                          <a:ea typeface="Assistant"/>
                          <a:cs typeface="Assistant"/>
                          <a:sym typeface="Assistant"/>
                          <a:hlinkClick r:id="" action="ppaction://noaction"/>
                        </a:rPr>
                        <a:t>infographic resources</a:t>
                      </a:r>
                      <a:endParaRPr sz="1000" b="1" u="sng">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ssistant"/>
                          <a:ea typeface="Assistant"/>
                          <a:cs typeface="Assistant"/>
                          <a:sym typeface="Assistant"/>
                        </a:rPr>
                        <a:t>These can be used in the template, and their size and color can be edited</a:t>
                      </a:r>
                      <a:endParaRPr sz="1000">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000" b="1">
                          <a:solidFill>
                            <a:schemeClr val="dk1"/>
                          </a:solidFill>
                          <a:latin typeface="Assistant"/>
                          <a:ea typeface="Assistant"/>
                          <a:cs typeface="Assistant"/>
                          <a:sym typeface="Assistant"/>
                        </a:rPr>
                        <a:t>Editable presentation theme </a:t>
                      </a:r>
                      <a:endParaRPr sz="1000" b="1">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ssistant"/>
                          <a:ea typeface="Assistant"/>
                          <a:cs typeface="Assistant"/>
                          <a:sym typeface="Assistant"/>
                        </a:rPr>
                        <a:t>You can edit the master slides easily. For more info, click </a:t>
                      </a:r>
                      <a:r>
                        <a:rPr lang="en" sz="1000" b="1" u="sng">
                          <a:solidFill>
                            <a:schemeClr val="dk1"/>
                          </a:solidFill>
                          <a:latin typeface="Assistant"/>
                          <a:ea typeface="Assistant"/>
                          <a:cs typeface="Assistant"/>
                          <a:sym typeface="Assistant"/>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Assistant"/>
                        <a:ea typeface="Assistant"/>
                        <a:cs typeface="Assistant"/>
                        <a:sym typeface="Assistant"/>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59" name="Google Shape;259;p33"/>
          <p:cNvSpPr txBox="1"/>
          <p:nvPr/>
        </p:nvSpPr>
        <p:spPr>
          <a:xfrm>
            <a:off x="1443475" y="4133675"/>
            <a:ext cx="21267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Assistant"/>
                <a:ea typeface="Assistant"/>
                <a:cs typeface="Assistant"/>
                <a:sym typeface="Assistant"/>
              </a:rPr>
              <a:t>For more info:</a:t>
            </a:r>
            <a:br>
              <a:rPr lang="en" sz="1000" b="1">
                <a:solidFill>
                  <a:schemeClr val="dk1"/>
                </a:solidFill>
                <a:latin typeface="Assistant"/>
                <a:ea typeface="Assistant"/>
                <a:cs typeface="Assistant"/>
                <a:sym typeface="Assistant"/>
              </a:rPr>
            </a:br>
            <a:r>
              <a:rPr lang="en" sz="1000" b="1" u="sng">
                <a:solidFill>
                  <a:schemeClr val="dk1"/>
                </a:solidFill>
                <a:latin typeface="Assistant"/>
                <a:ea typeface="Assistant"/>
                <a:cs typeface="Assistant"/>
                <a:sym typeface="Assistant"/>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dk1"/>
                </a:solidFill>
                <a:latin typeface="Assistant"/>
                <a:ea typeface="Assistant"/>
                <a:cs typeface="Assistant"/>
                <a:sym typeface="Assistant"/>
              </a:rPr>
              <a:t> | </a:t>
            </a:r>
            <a:r>
              <a:rPr lang="en" sz="1000" b="1" u="sng">
                <a:solidFill>
                  <a:schemeClr val="dk1"/>
                </a:solidFill>
                <a:latin typeface="Assistant"/>
                <a:ea typeface="Assistant"/>
                <a:cs typeface="Assistant"/>
                <a:sym typeface="Assistant"/>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Assistant"/>
                <a:ea typeface="Assistant"/>
                <a:cs typeface="Assistant"/>
                <a:sym typeface="Assistant"/>
              </a:rPr>
              <a:t> | </a:t>
            </a:r>
            <a:r>
              <a:rPr lang="en" sz="1000" b="1" u="sng">
                <a:solidFill>
                  <a:schemeClr val="dk1"/>
                </a:solidFill>
                <a:latin typeface="Assistant"/>
                <a:ea typeface="Assistant"/>
                <a:cs typeface="Assistant"/>
                <a:sym typeface="Assistant"/>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000" b="1" u="sng">
              <a:solidFill>
                <a:schemeClr val="dk1"/>
              </a:solidFill>
              <a:latin typeface="Assistant"/>
              <a:ea typeface="Assistant"/>
              <a:cs typeface="Assistant"/>
              <a:sym typeface="Assistant"/>
            </a:endParaRPr>
          </a:p>
        </p:txBody>
      </p:sp>
      <p:sp>
        <p:nvSpPr>
          <p:cNvPr id="260" name="Google Shape;260;p33"/>
          <p:cNvSpPr txBox="1"/>
          <p:nvPr/>
        </p:nvSpPr>
        <p:spPr>
          <a:xfrm>
            <a:off x="4129575" y="4133675"/>
            <a:ext cx="37287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Assistant"/>
                <a:ea typeface="Assistant"/>
                <a:cs typeface="Assistant"/>
                <a:sym typeface="Assistant"/>
              </a:rPr>
              <a:t>You can visit our sister projects:</a:t>
            </a:r>
            <a:br>
              <a:rPr lang="en" sz="1000" b="1">
                <a:solidFill>
                  <a:schemeClr val="dk1"/>
                </a:solidFill>
                <a:latin typeface="Assistant"/>
                <a:ea typeface="Assistant"/>
                <a:cs typeface="Assistant"/>
                <a:sym typeface="Assistant"/>
              </a:rPr>
            </a:br>
            <a:r>
              <a:rPr lang="en" sz="1000" b="1" u="sng">
                <a:solidFill>
                  <a:schemeClr val="dk1"/>
                </a:solidFill>
                <a:latin typeface="Assistant"/>
                <a:ea typeface="Assistant"/>
                <a:cs typeface="Assistant"/>
                <a:sym typeface="Assistant"/>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Assistant"/>
                <a:ea typeface="Assistant"/>
                <a:cs typeface="Assistant"/>
                <a:sym typeface="Assistant"/>
              </a:rPr>
              <a:t> | </a:t>
            </a:r>
            <a:r>
              <a:rPr lang="en" sz="1000" b="1" u="sng">
                <a:solidFill>
                  <a:schemeClr val="dk1"/>
                </a:solidFill>
                <a:latin typeface="Assistant"/>
                <a:ea typeface="Assistant"/>
                <a:cs typeface="Assistant"/>
                <a:sym typeface="Assistant"/>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Assistant"/>
                <a:ea typeface="Assistant"/>
                <a:cs typeface="Assistant"/>
                <a:sym typeface="Assistant"/>
              </a:rPr>
              <a:t> | </a:t>
            </a:r>
            <a:r>
              <a:rPr lang="en" sz="1000" b="1" u="sng">
                <a:solidFill>
                  <a:schemeClr val="dk1"/>
                </a:solidFill>
                <a:latin typeface="Assistant"/>
                <a:ea typeface="Assistant"/>
                <a:cs typeface="Assistant"/>
                <a:sym typeface="Assistant"/>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Assistant"/>
                <a:ea typeface="Assistant"/>
                <a:cs typeface="Assistant"/>
                <a:sym typeface="Assistant"/>
              </a:rPr>
              <a:t> | </a:t>
            </a:r>
            <a:r>
              <a:rPr lang="en" sz="1000" b="1" u="sng">
                <a:solidFill>
                  <a:schemeClr val="dk1"/>
                </a:solidFill>
                <a:latin typeface="Assistant"/>
                <a:ea typeface="Assistant"/>
                <a:cs typeface="Assistant"/>
                <a:sym typeface="Assistant"/>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a:t>
            </a:r>
            <a:r>
              <a:rPr lang="en" sz="1000" b="1">
                <a:solidFill>
                  <a:schemeClr val="dk1"/>
                </a:solidFill>
                <a:latin typeface="Assistant"/>
                <a:ea typeface="Assistant"/>
                <a:cs typeface="Assistant"/>
                <a:sym typeface="Assistant"/>
              </a:rPr>
              <a:t> | </a:t>
            </a:r>
            <a:r>
              <a:rPr lang="en" sz="1000" b="1" u="sng">
                <a:solidFill>
                  <a:schemeClr val="dk1"/>
                </a:solidFill>
                <a:latin typeface="Assistant"/>
                <a:ea typeface="Assistant"/>
                <a:cs typeface="Assistant"/>
                <a:sym typeface="Assistant"/>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a:solidFill>
                <a:schemeClr val="dk1"/>
              </a:solidFill>
              <a:latin typeface="Assistant"/>
              <a:ea typeface="Assistant"/>
              <a:cs typeface="Assistant"/>
              <a:sym typeface="Assistan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4"/>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266" name="Google Shape;266;p34"/>
          <p:cNvSpPr txBox="1">
            <a:spLocks noGrp="1"/>
          </p:cNvSpPr>
          <p:nvPr>
            <p:ph type="subTitle" idx="3"/>
          </p:nvPr>
        </p:nvSpPr>
        <p:spPr>
          <a:xfrm>
            <a:off x="720000" y="3942375"/>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sz="1600"/>
          </a:p>
        </p:txBody>
      </p:sp>
      <p:sp>
        <p:nvSpPr>
          <p:cNvPr id="267" name="Google Shape;267;p34"/>
          <p:cNvSpPr txBox="1">
            <a:spLocks noGrp="1"/>
          </p:cNvSpPr>
          <p:nvPr>
            <p:ph type="subTitle" idx="1"/>
          </p:nvPr>
        </p:nvSpPr>
        <p:spPr>
          <a:xfrm>
            <a:off x="720000" y="2209193"/>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268" name="Google Shape;268;p34"/>
          <p:cNvSpPr txBox="1">
            <a:spLocks noGrp="1"/>
          </p:cNvSpPr>
          <p:nvPr>
            <p:ph type="subTitle" idx="2"/>
          </p:nvPr>
        </p:nvSpPr>
        <p:spPr>
          <a:xfrm>
            <a:off x="3419271" y="2209193"/>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269" name="Google Shape;269;p34"/>
          <p:cNvSpPr txBox="1">
            <a:spLocks noGrp="1"/>
          </p:cNvSpPr>
          <p:nvPr>
            <p:ph type="subTitle" idx="4"/>
          </p:nvPr>
        </p:nvSpPr>
        <p:spPr>
          <a:xfrm>
            <a:off x="3419271" y="3942375"/>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270" name="Google Shape;270;p34"/>
          <p:cNvSpPr txBox="1">
            <a:spLocks noGrp="1"/>
          </p:cNvSpPr>
          <p:nvPr>
            <p:ph type="subTitle" idx="5"/>
          </p:nvPr>
        </p:nvSpPr>
        <p:spPr>
          <a:xfrm>
            <a:off x="6118549" y="2209193"/>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271" name="Google Shape;271;p34"/>
          <p:cNvSpPr txBox="1">
            <a:spLocks noGrp="1"/>
          </p:cNvSpPr>
          <p:nvPr>
            <p:ph type="subTitle" idx="6"/>
          </p:nvPr>
        </p:nvSpPr>
        <p:spPr>
          <a:xfrm>
            <a:off x="6118549" y="3942375"/>
            <a:ext cx="230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272" name="Google Shape;272;p34"/>
          <p:cNvSpPr txBox="1">
            <a:spLocks noGrp="1"/>
          </p:cNvSpPr>
          <p:nvPr>
            <p:ph type="title" idx="7"/>
          </p:nvPr>
        </p:nvSpPr>
        <p:spPr>
          <a:xfrm>
            <a:off x="1505375" y="13320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73" name="Google Shape;273;p34"/>
          <p:cNvSpPr txBox="1">
            <a:spLocks noGrp="1"/>
          </p:cNvSpPr>
          <p:nvPr>
            <p:ph type="title" idx="8"/>
          </p:nvPr>
        </p:nvSpPr>
        <p:spPr>
          <a:xfrm>
            <a:off x="1505375" y="3064616"/>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74" name="Google Shape;274;p34"/>
          <p:cNvSpPr txBox="1">
            <a:spLocks noGrp="1"/>
          </p:cNvSpPr>
          <p:nvPr>
            <p:ph type="title" idx="9"/>
          </p:nvPr>
        </p:nvSpPr>
        <p:spPr>
          <a:xfrm>
            <a:off x="4204646" y="13320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75" name="Google Shape;275;p34"/>
          <p:cNvSpPr txBox="1">
            <a:spLocks noGrp="1"/>
          </p:cNvSpPr>
          <p:nvPr>
            <p:ph type="title" idx="13"/>
          </p:nvPr>
        </p:nvSpPr>
        <p:spPr>
          <a:xfrm>
            <a:off x="4204646" y="3064616"/>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76" name="Google Shape;276;p34"/>
          <p:cNvSpPr txBox="1">
            <a:spLocks noGrp="1"/>
          </p:cNvSpPr>
          <p:nvPr>
            <p:ph type="title" idx="14"/>
          </p:nvPr>
        </p:nvSpPr>
        <p:spPr>
          <a:xfrm>
            <a:off x="6903924" y="13320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77" name="Google Shape;277;p34"/>
          <p:cNvSpPr txBox="1">
            <a:spLocks noGrp="1"/>
          </p:cNvSpPr>
          <p:nvPr>
            <p:ph type="title" idx="15"/>
          </p:nvPr>
        </p:nvSpPr>
        <p:spPr>
          <a:xfrm>
            <a:off x="6903924" y="3064616"/>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78" name="Google Shape;278;p34"/>
          <p:cNvSpPr txBox="1">
            <a:spLocks noGrp="1"/>
          </p:cNvSpPr>
          <p:nvPr>
            <p:ph type="subTitle" idx="16"/>
          </p:nvPr>
        </p:nvSpPr>
        <p:spPr>
          <a:xfrm>
            <a:off x="720000" y="1801112"/>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Section</a:t>
            </a:r>
            <a:endParaRPr/>
          </a:p>
        </p:txBody>
      </p:sp>
      <p:sp>
        <p:nvSpPr>
          <p:cNvPr id="279" name="Google Shape;279;p34"/>
          <p:cNvSpPr txBox="1">
            <a:spLocks noGrp="1"/>
          </p:cNvSpPr>
          <p:nvPr>
            <p:ph type="subTitle" idx="17"/>
          </p:nvPr>
        </p:nvSpPr>
        <p:spPr>
          <a:xfrm>
            <a:off x="3419271" y="1801112"/>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Section</a:t>
            </a:r>
            <a:endParaRPr/>
          </a:p>
        </p:txBody>
      </p:sp>
      <p:sp>
        <p:nvSpPr>
          <p:cNvPr id="280" name="Google Shape;280;p34"/>
          <p:cNvSpPr txBox="1">
            <a:spLocks noGrp="1"/>
          </p:cNvSpPr>
          <p:nvPr>
            <p:ph type="subTitle" idx="18"/>
          </p:nvPr>
        </p:nvSpPr>
        <p:spPr>
          <a:xfrm>
            <a:off x="6118549" y="1801112"/>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Section</a:t>
            </a:r>
            <a:endParaRPr/>
          </a:p>
        </p:txBody>
      </p:sp>
      <p:sp>
        <p:nvSpPr>
          <p:cNvPr id="281" name="Google Shape;281;p34"/>
          <p:cNvSpPr txBox="1">
            <a:spLocks noGrp="1"/>
          </p:cNvSpPr>
          <p:nvPr>
            <p:ph type="subTitle" idx="19"/>
          </p:nvPr>
        </p:nvSpPr>
        <p:spPr>
          <a:xfrm>
            <a:off x="720000" y="3533775"/>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Section</a:t>
            </a:r>
            <a:endParaRPr/>
          </a:p>
        </p:txBody>
      </p:sp>
      <p:sp>
        <p:nvSpPr>
          <p:cNvPr id="282" name="Google Shape;282;p34"/>
          <p:cNvSpPr txBox="1">
            <a:spLocks noGrp="1"/>
          </p:cNvSpPr>
          <p:nvPr>
            <p:ph type="subTitle" idx="20"/>
          </p:nvPr>
        </p:nvSpPr>
        <p:spPr>
          <a:xfrm>
            <a:off x="3419271" y="3533775"/>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Section</a:t>
            </a:r>
            <a:endParaRPr/>
          </a:p>
        </p:txBody>
      </p:sp>
      <p:sp>
        <p:nvSpPr>
          <p:cNvPr id="283" name="Google Shape;283;p34"/>
          <p:cNvSpPr txBox="1">
            <a:spLocks noGrp="1"/>
          </p:cNvSpPr>
          <p:nvPr>
            <p:ph type="subTitle" idx="21"/>
          </p:nvPr>
        </p:nvSpPr>
        <p:spPr>
          <a:xfrm>
            <a:off x="6118549" y="3533775"/>
            <a:ext cx="230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Section</a:t>
            </a:r>
            <a:endParaRPr/>
          </a:p>
        </p:txBody>
      </p:sp>
      <p:cxnSp>
        <p:nvCxnSpPr>
          <p:cNvPr id="284" name="Google Shape;284;p34"/>
          <p:cNvCxnSpPr/>
          <p:nvPr/>
        </p:nvCxnSpPr>
        <p:spPr>
          <a:xfrm>
            <a:off x="1651200" y="1801100"/>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285" name="Google Shape;285;p34"/>
          <p:cNvCxnSpPr/>
          <p:nvPr/>
        </p:nvCxnSpPr>
        <p:spPr>
          <a:xfrm>
            <a:off x="1651175" y="3533775"/>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286" name="Google Shape;286;p34"/>
          <p:cNvCxnSpPr/>
          <p:nvPr/>
        </p:nvCxnSpPr>
        <p:spPr>
          <a:xfrm>
            <a:off x="4350488" y="1801100"/>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287" name="Google Shape;287;p34"/>
          <p:cNvCxnSpPr/>
          <p:nvPr/>
        </p:nvCxnSpPr>
        <p:spPr>
          <a:xfrm>
            <a:off x="4350463" y="3533775"/>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288" name="Google Shape;288;p34"/>
          <p:cNvCxnSpPr/>
          <p:nvPr/>
        </p:nvCxnSpPr>
        <p:spPr>
          <a:xfrm>
            <a:off x="7049788" y="1801100"/>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289" name="Google Shape;289;p34"/>
          <p:cNvCxnSpPr/>
          <p:nvPr/>
        </p:nvCxnSpPr>
        <p:spPr>
          <a:xfrm>
            <a:off x="7049763" y="3533775"/>
            <a:ext cx="443100" cy="0"/>
          </a:xfrm>
          <a:prstGeom prst="straightConnector1">
            <a:avLst/>
          </a:prstGeom>
          <a:noFill/>
          <a:ln w="9525" cap="flat" cmpd="sng">
            <a:solidFill>
              <a:schemeClr val="dk1"/>
            </a:solidFill>
            <a:prstDash val="solid"/>
            <a:round/>
            <a:headEnd type="diamond" w="med" len="med"/>
            <a:tailEnd type="diamond"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5"/>
          <p:cNvSpPr txBox="1">
            <a:spLocks noGrp="1"/>
          </p:cNvSpPr>
          <p:nvPr>
            <p:ph type="title"/>
          </p:nvPr>
        </p:nvSpPr>
        <p:spPr>
          <a:xfrm>
            <a:off x="4162675" y="1483625"/>
            <a:ext cx="4268100" cy="1161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Whoa!</a:t>
            </a:r>
            <a:endParaRPr/>
          </a:p>
        </p:txBody>
      </p:sp>
      <p:sp>
        <p:nvSpPr>
          <p:cNvPr id="295" name="Google Shape;295;p35"/>
          <p:cNvSpPr txBox="1">
            <a:spLocks noGrp="1"/>
          </p:cNvSpPr>
          <p:nvPr>
            <p:ph type="subTitle" idx="1"/>
          </p:nvPr>
        </p:nvSpPr>
        <p:spPr>
          <a:xfrm>
            <a:off x="4162675" y="2836375"/>
            <a:ext cx="4268100" cy="67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can be the part of the presentation where you introduce yourself, write your email…</a:t>
            </a:r>
            <a:endParaRPr/>
          </a:p>
        </p:txBody>
      </p:sp>
      <p:cxnSp>
        <p:nvCxnSpPr>
          <p:cNvPr id="296" name="Google Shape;296;p35"/>
          <p:cNvCxnSpPr/>
          <p:nvPr/>
        </p:nvCxnSpPr>
        <p:spPr>
          <a:xfrm>
            <a:off x="5169100" y="2709125"/>
            <a:ext cx="2255100" cy="0"/>
          </a:xfrm>
          <a:prstGeom prst="straightConnector1">
            <a:avLst/>
          </a:prstGeom>
          <a:noFill/>
          <a:ln w="9525" cap="flat" cmpd="sng">
            <a:solidFill>
              <a:schemeClr val="dk1"/>
            </a:solidFill>
            <a:prstDash val="solid"/>
            <a:round/>
            <a:headEnd type="diamond" w="med" len="med"/>
            <a:tailEnd type="diamond" w="med" len="med"/>
          </a:ln>
        </p:spPr>
      </p:cxnSp>
      <p:grpSp>
        <p:nvGrpSpPr>
          <p:cNvPr id="298" name="Google Shape;298;p35"/>
          <p:cNvGrpSpPr/>
          <p:nvPr/>
        </p:nvGrpSpPr>
        <p:grpSpPr>
          <a:xfrm>
            <a:off x="5400075" y="900085"/>
            <a:ext cx="1793152" cy="463054"/>
            <a:chOff x="6686551" y="2373313"/>
            <a:chExt cx="1204913" cy="311150"/>
          </a:xfrm>
        </p:grpSpPr>
        <p:sp>
          <p:nvSpPr>
            <p:cNvPr id="299" name="Google Shape;299;p35"/>
            <p:cNvSpPr/>
            <p:nvPr/>
          </p:nvSpPr>
          <p:spPr>
            <a:xfrm>
              <a:off x="6686551" y="2433638"/>
              <a:ext cx="577849" cy="250825"/>
            </a:xfrm>
            <a:custGeom>
              <a:avLst/>
              <a:gdLst/>
              <a:ahLst/>
              <a:cxnLst/>
              <a:rect l="l" t="t" r="r" b="b"/>
              <a:pathLst>
                <a:path w="437" h="190" extrusionOk="0">
                  <a:moveTo>
                    <a:pt x="393" y="53"/>
                  </a:moveTo>
                  <a:cubicBezTo>
                    <a:pt x="340" y="0"/>
                    <a:pt x="254" y="41"/>
                    <a:pt x="208" y="82"/>
                  </a:cubicBezTo>
                  <a:cubicBezTo>
                    <a:pt x="168" y="117"/>
                    <a:pt x="100" y="190"/>
                    <a:pt x="47" y="133"/>
                  </a:cubicBezTo>
                  <a:cubicBezTo>
                    <a:pt x="34" y="119"/>
                    <a:pt x="28" y="92"/>
                    <a:pt x="40" y="75"/>
                  </a:cubicBezTo>
                  <a:cubicBezTo>
                    <a:pt x="48" y="65"/>
                    <a:pt x="62" y="60"/>
                    <a:pt x="74" y="63"/>
                  </a:cubicBezTo>
                  <a:cubicBezTo>
                    <a:pt x="86" y="66"/>
                    <a:pt x="95" y="84"/>
                    <a:pt x="83" y="93"/>
                  </a:cubicBezTo>
                  <a:cubicBezTo>
                    <a:pt x="83" y="88"/>
                    <a:pt x="79" y="82"/>
                    <a:pt x="74" y="83"/>
                  </a:cubicBezTo>
                  <a:cubicBezTo>
                    <a:pt x="69" y="83"/>
                    <a:pt x="65" y="89"/>
                    <a:pt x="66" y="94"/>
                  </a:cubicBezTo>
                  <a:cubicBezTo>
                    <a:pt x="68" y="99"/>
                    <a:pt x="74" y="102"/>
                    <a:pt x="79" y="101"/>
                  </a:cubicBezTo>
                  <a:cubicBezTo>
                    <a:pt x="90" y="101"/>
                    <a:pt x="98" y="96"/>
                    <a:pt x="100" y="86"/>
                  </a:cubicBezTo>
                  <a:cubicBezTo>
                    <a:pt x="102" y="80"/>
                    <a:pt x="101" y="74"/>
                    <a:pt x="97" y="69"/>
                  </a:cubicBezTo>
                  <a:cubicBezTo>
                    <a:pt x="90" y="59"/>
                    <a:pt x="76" y="53"/>
                    <a:pt x="64" y="55"/>
                  </a:cubicBezTo>
                  <a:cubicBezTo>
                    <a:pt x="0" y="64"/>
                    <a:pt x="10" y="150"/>
                    <a:pt x="72" y="158"/>
                  </a:cubicBezTo>
                  <a:cubicBezTo>
                    <a:pt x="150" y="168"/>
                    <a:pt x="196" y="89"/>
                    <a:pt x="254" y="54"/>
                  </a:cubicBezTo>
                  <a:cubicBezTo>
                    <a:pt x="293" y="30"/>
                    <a:pt x="342" y="26"/>
                    <a:pt x="375" y="60"/>
                  </a:cubicBezTo>
                  <a:cubicBezTo>
                    <a:pt x="393" y="78"/>
                    <a:pt x="400" y="103"/>
                    <a:pt x="391" y="127"/>
                  </a:cubicBezTo>
                  <a:cubicBezTo>
                    <a:pt x="378" y="157"/>
                    <a:pt x="341" y="166"/>
                    <a:pt x="323" y="137"/>
                  </a:cubicBezTo>
                  <a:cubicBezTo>
                    <a:pt x="316" y="125"/>
                    <a:pt x="316" y="110"/>
                    <a:pt x="327" y="102"/>
                  </a:cubicBezTo>
                  <a:cubicBezTo>
                    <a:pt x="332" y="98"/>
                    <a:pt x="338" y="97"/>
                    <a:pt x="344" y="98"/>
                  </a:cubicBezTo>
                  <a:cubicBezTo>
                    <a:pt x="350" y="99"/>
                    <a:pt x="353" y="103"/>
                    <a:pt x="357" y="108"/>
                  </a:cubicBezTo>
                  <a:cubicBezTo>
                    <a:pt x="353" y="106"/>
                    <a:pt x="350" y="110"/>
                    <a:pt x="349" y="114"/>
                  </a:cubicBezTo>
                  <a:cubicBezTo>
                    <a:pt x="348" y="124"/>
                    <a:pt x="360" y="128"/>
                    <a:pt x="367" y="124"/>
                  </a:cubicBezTo>
                  <a:cubicBezTo>
                    <a:pt x="378" y="117"/>
                    <a:pt x="373" y="105"/>
                    <a:pt x="367" y="97"/>
                  </a:cubicBezTo>
                  <a:cubicBezTo>
                    <a:pt x="362" y="91"/>
                    <a:pt x="355" y="88"/>
                    <a:pt x="347" y="88"/>
                  </a:cubicBezTo>
                  <a:cubicBezTo>
                    <a:pt x="330" y="89"/>
                    <a:pt x="314" y="102"/>
                    <a:pt x="306" y="116"/>
                  </a:cubicBezTo>
                  <a:cubicBezTo>
                    <a:pt x="294" y="138"/>
                    <a:pt x="311" y="155"/>
                    <a:pt x="332" y="161"/>
                  </a:cubicBezTo>
                  <a:cubicBezTo>
                    <a:pt x="392" y="179"/>
                    <a:pt x="437" y="98"/>
                    <a:pt x="393"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35"/>
            <p:cNvSpPr/>
            <p:nvPr/>
          </p:nvSpPr>
          <p:spPr>
            <a:xfrm>
              <a:off x="6786564" y="2413001"/>
              <a:ext cx="476250" cy="220663"/>
            </a:xfrm>
            <a:custGeom>
              <a:avLst/>
              <a:gdLst/>
              <a:ahLst/>
              <a:cxnLst/>
              <a:rect l="l" t="t" r="r" b="b"/>
              <a:pathLst>
                <a:path w="361" h="168" extrusionOk="0">
                  <a:moveTo>
                    <a:pt x="313" y="32"/>
                  </a:moveTo>
                  <a:cubicBezTo>
                    <a:pt x="283" y="17"/>
                    <a:pt x="249" y="18"/>
                    <a:pt x="218" y="27"/>
                  </a:cubicBezTo>
                  <a:cubicBezTo>
                    <a:pt x="191" y="35"/>
                    <a:pt x="166" y="47"/>
                    <a:pt x="144" y="63"/>
                  </a:cubicBezTo>
                  <a:cubicBezTo>
                    <a:pt x="137" y="69"/>
                    <a:pt x="131" y="75"/>
                    <a:pt x="124" y="81"/>
                  </a:cubicBezTo>
                  <a:cubicBezTo>
                    <a:pt x="105" y="100"/>
                    <a:pt x="86" y="121"/>
                    <a:pt x="62" y="136"/>
                  </a:cubicBezTo>
                  <a:cubicBezTo>
                    <a:pt x="46" y="146"/>
                    <a:pt x="26" y="150"/>
                    <a:pt x="10" y="136"/>
                  </a:cubicBezTo>
                  <a:cubicBezTo>
                    <a:pt x="9" y="135"/>
                    <a:pt x="3" y="130"/>
                    <a:pt x="2" y="127"/>
                  </a:cubicBezTo>
                  <a:cubicBezTo>
                    <a:pt x="0" y="131"/>
                    <a:pt x="0" y="137"/>
                    <a:pt x="2" y="141"/>
                  </a:cubicBezTo>
                  <a:cubicBezTo>
                    <a:pt x="9" y="153"/>
                    <a:pt x="23" y="158"/>
                    <a:pt x="35" y="155"/>
                  </a:cubicBezTo>
                  <a:cubicBezTo>
                    <a:pt x="51" y="152"/>
                    <a:pt x="64" y="139"/>
                    <a:pt x="77" y="130"/>
                  </a:cubicBezTo>
                  <a:cubicBezTo>
                    <a:pt x="90" y="119"/>
                    <a:pt x="103" y="108"/>
                    <a:pt x="115" y="96"/>
                  </a:cubicBezTo>
                  <a:cubicBezTo>
                    <a:pt x="165" y="48"/>
                    <a:pt x="239" y="0"/>
                    <a:pt x="307" y="44"/>
                  </a:cubicBezTo>
                  <a:cubicBezTo>
                    <a:pt x="325" y="56"/>
                    <a:pt x="339" y="74"/>
                    <a:pt x="344" y="96"/>
                  </a:cubicBezTo>
                  <a:cubicBezTo>
                    <a:pt x="350" y="122"/>
                    <a:pt x="340" y="146"/>
                    <a:pt x="328" y="168"/>
                  </a:cubicBezTo>
                  <a:cubicBezTo>
                    <a:pt x="334" y="162"/>
                    <a:pt x="341" y="157"/>
                    <a:pt x="346" y="150"/>
                  </a:cubicBezTo>
                  <a:cubicBezTo>
                    <a:pt x="349" y="146"/>
                    <a:pt x="352" y="141"/>
                    <a:pt x="354" y="136"/>
                  </a:cubicBezTo>
                  <a:cubicBezTo>
                    <a:pt x="358" y="127"/>
                    <a:pt x="360" y="117"/>
                    <a:pt x="360" y="107"/>
                  </a:cubicBezTo>
                  <a:cubicBezTo>
                    <a:pt x="361" y="88"/>
                    <a:pt x="353" y="68"/>
                    <a:pt x="341" y="53"/>
                  </a:cubicBezTo>
                  <a:cubicBezTo>
                    <a:pt x="333" y="44"/>
                    <a:pt x="323" y="37"/>
                    <a:pt x="313"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35"/>
            <p:cNvSpPr/>
            <p:nvPr/>
          </p:nvSpPr>
          <p:spPr>
            <a:xfrm>
              <a:off x="6915151" y="2490788"/>
              <a:ext cx="258763" cy="160338"/>
            </a:xfrm>
            <a:custGeom>
              <a:avLst/>
              <a:gdLst/>
              <a:ahLst/>
              <a:cxnLst/>
              <a:rect l="l" t="t" r="r" b="b"/>
              <a:pathLst>
                <a:path w="195" h="121" extrusionOk="0">
                  <a:moveTo>
                    <a:pt x="187" y="27"/>
                  </a:moveTo>
                  <a:cubicBezTo>
                    <a:pt x="188" y="31"/>
                    <a:pt x="188" y="34"/>
                    <a:pt x="189" y="39"/>
                  </a:cubicBezTo>
                  <a:cubicBezTo>
                    <a:pt x="193" y="34"/>
                    <a:pt x="195" y="31"/>
                    <a:pt x="193" y="24"/>
                  </a:cubicBezTo>
                  <a:cubicBezTo>
                    <a:pt x="192" y="19"/>
                    <a:pt x="188" y="16"/>
                    <a:pt x="185" y="13"/>
                  </a:cubicBezTo>
                  <a:cubicBezTo>
                    <a:pt x="178" y="7"/>
                    <a:pt x="168" y="3"/>
                    <a:pt x="159" y="3"/>
                  </a:cubicBezTo>
                  <a:cubicBezTo>
                    <a:pt x="142" y="3"/>
                    <a:pt x="125" y="11"/>
                    <a:pt x="112" y="21"/>
                  </a:cubicBezTo>
                  <a:cubicBezTo>
                    <a:pt x="95" y="34"/>
                    <a:pt x="84" y="53"/>
                    <a:pt x="73" y="71"/>
                  </a:cubicBezTo>
                  <a:cubicBezTo>
                    <a:pt x="70" y="77"/>
                    <a:pt x="66" y="84"/>
                    <a:pt x="62" y="90"/>
                  </a:cubicBezTo>
                  <a:cubicBezTo>
                    <a:pt x="53" y="101"/>
                    <a:pt x="32" y="121"/>
                    <a:pt x="16" y="111"/>
                  </a:cubicBezTo>
                  <a:cubicBezTo>
                    <a:pt x="9" y="105"/>
                    <a:pt x="4" y="90"/>
                    <a:pt x="13" y="84"/>
                  </a:cubicBezTo>
                  <a:cubicBezTo>
                    <a:pt x="12" y="85"/>
                    <a:pt x="13" y="88"/>
                    <a:pt x="14" y="89"/>
                  </a:cubicBezTo>
                  <a:cubicBezTo>
                    <a:pt x="15" y="90"/>
                    <a:pt x="17" y="91"/>
                    <a:pt x="19" y="91"/>
                  </a:cubicBezTo>
                  <a:cubicBezTo>
                    <a:pt x="22" y="91"/>
                    <a:pt x="26" y="88"/>
                    <a:pt x="27" y="84"/>
                  </a:cubicBezTo>
                  <a:cubicBezTo>
                    <a:pt x="28" y="78"/>
                    <a:pt x="22" y="75"/>
                    <a:pt x="17" y="76"/>
                  </a:cubicBezTo>
                  <a:cubicBezTo>
                    <a:pt x="12" y="77"/>
                    <a:pt x="8" y="81"/>
                    <a:pt x="5" y="85"/>
                  </a:cubicBezTo>
                  <a:cubicBezTo>
                    <a:pt x="1" y="91"/>
                    <a:pt x="0" y="101"/>
                    <a:pt x="3" y="109"/>
                  </a:cubicBezTo>
                  <a:cubicBezTo>
                    <a:pt x="9" y="120"/>
                    <a:pt x="22" y="120"/>
                    <a:pt x="33" y="117"/>
                  </a:cubicBezTo>
                  <a:cubicBezTo>
                    <a:pt x="50" y="114"/>
                    <a:pt x="62" y="101"/>
                    <a:pt x="73" y="88"/>
                  </a:cubicBezTo>
                  <a:cubicBezTo>
                    <a:pt x="84" y="74"/>
                    <a:pt x="94" y="58"/>
                    <a:pt x="105" y="44"/>
                  </a:cubicBezTo>
                  <a:cubicBezTo>
                    <a:pt x="119" y="26"/>
                    <a:pt x="141" y="0"/>
                    <a:pt x="166" y="9"/>
                  </a:cubicBezTo>
                  <a:cubicBezTo>
                    <a:pt x="173" y="11"/>
                    <a:pt x="179" y="15"/>
                    <a:pt x="183" y="20"/>
                  </a:cubicBezTo>
                  <a:cubicBezTo>
                    <a:pt x="185" y="22"/>
                    <a:pt x="187" y="25"/>
                    <a:pt x="187"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 name="Google Shape;302;p35"/>
            <p:cNvSpPr/>
            <p:nvPr/>
          </p:nvSpPr>
          <p:spPr>
            <a:xfrm>
              <a:off x="7313614" y="2433638"/>
              <a:ext cx="577850" cy="250825"/>
            </a:xfrm>
            <a:custGeom>
              <a:avLst/>
              <a:gdLst/>
              <a:ahLst/>
              <a:cxnLst/>
              <a:rect l="l" t="t" r="r" b="b"/>
              <a:pathLst>
                <a:path w="438" h="190" extrusionOk="0">
                  <a:moveTo>
                    <a:pt x="45" y="53"/>
                  </a:moveTo>
                  <a:cubicBezTo>
                    <a:pt x="98" y="0"/>
                    <a:pt x="183" y="41"/>
                    <a:pt x="230" y="82"/>
                  </a:cubicBezTo>
                  <a:cubicBezTo>
                    <a:pt x="270" y="117"/>
                    <a:pt x="337" y="190"/>
                    <a:pt x="391" y="133"/>
                  </a:cubicBezTo>
                  <a:cubicBezTo>
                    <a:pt x="404" y="119"/>
                    <a:pt x="410" y="92"/>
                    <a:pt x="397" y="75"/>
                  </a:cubicBezTo>
                  <a:cubicBezTo>
                    <a:pt x="390" y="65"/>
                    <a:pt x="376" y="60"/>
                    <a:pt x="364" y="63"/>
                  </a:cubicBezTo>
                  <a:cubicBezTo>
                    <a:pt x="351" y="66"/>
                    <a:pt x="342" y="84"/>
                    <a:pt x="355" y="93"/>
                  </a:cubicBezTo>
                  <a:cubicBezTo>
                    <a:pt x="354" y="88"/>
                    <a:pt x="358" y="82"/>
                    <a:pt x="364" y="83"/>
                  </a:cubicBezTo>
                  <a:cubicBezTo>
                    <a:pt x="369" y="83"/>
                    <a:pt x="372" y="89"/>
                    <a:pt x="371" y="94"/>
                  </a:cubicBezTo>
                  <a:cubicBezTo>
                    <a:pt x="370" y="99"/>
                    <a:pt x="363" y="102"/>
                    <a:pt x="358" y="101"/>
                  </a:cubicBezTo>
                  <a:cubicBezTo>
                    <a:pt x="348" y="101"/>
                    <a:pt x="340" y="96"/>
                    <a:pt x="337" y="86"/>
                  </a:cubicBezTo>
                  <a:cubicBezTo>
                    <a:pt x="336" y="80"/>
                    <a:pt x="337" y="74"/>
                    <a:pt x="341" y="69"/>
                  </a:cubicBezTo>
                  <a:cubicBezTo>
                    <a:pt x="348" y="59"/>
                    <a:pt x="362" y="53"/>
                    <a:pt x="374" y="55"/>
                  </a:cubicBezTo>
                  <a:cubicBezTo>
                    <a:pt x="438" y="64"/>
                    <a:pt x="428" y="150"/>
                    <a:pt x="366" y="158"/>
                  </a:cubicBezTo>
                  <a:cubicBezTo>
                    <a:pt x="287" y="168"/>
                    <a:pt x="241" y="89"/>
                    <a:pt x="184" y="54"/>
                  </a:cubicBezTo>
                  <a:cubicBezTo>
                    <a:pt x="145" y="30"/>
                    <a:pt x="96" y="26"/>
                    <a:pt x="63" y="60"/>
                  </a:cubicBezTo>
                  <a:cubicBezTo>
                    <a:pt x="45" y="78"/>
                    <a:pt x="37" y="103"/>
                    <a:pt x="47" y="127"/>
                  </a:cubicBezTo>
                  <a:cubicBezTo>
                    <a:pt x="59" y="157"/>
                    <a:pt x="97" y="166"/>
                    <a:pt x="115" y="137"/>
                  </a:cubicBezTo>
                  <a:cubicBezTo>
                    <a:pt x="121" y="125"/>
                    <a:pt x="122" y="110"/>
                    <a:pt x="111" y="102"/>
                  </a:cubicBezTo>
                  <a:cubicBezTo>
                    <a:pt x="106" y="98"/>
                    <a:pt x="100" y="97"/>
                    <a:pt x="94" y="98"/>
                  </a:cubicBezTo>
                  <a:cubicBezTo>
                    <a:pt x="87" y="99"/>
                    <a:pt x="85" y="103"/>
                    <a:pt x="80" y="108"/>
                  </a:cubicBezTo>
                  <a:cubicBezTo>
                    <a:pt x="85" y="106"/>
                    <a:pt x="88" y="110"/>
                    <a:pt x="88" y="114"/>
                  </a:cubicBezTo>
                  <a:cubicBezTo>
                    <a:pt x="90" y="124"/>
                    <a:pt x="78" y="128"/>
                    <a:pt x="71" y="124"/>
                  </a:cubicBezTo>
                  <a:cubicBezTo>
                    <a:pt x="60" y="117"/>
                    <a:pt x="64" y="105"/>
                    <a:pt x="71" y="97"/>
                  </a:cubicBezTo>
                  <a:cubicBezTo>
                    <a:pt x="76" y="91"/>
                    <a:pt x="83" y="88"/>
                    <a:pt x="91" y="88"/>
                  </a:cubicBezTo>
                  <a:cubicBezTo>
                    <a:pt x="107" y="89"/>
                    <a:pt x="124" y="102"/>
                    <a:pt x="132" y="116"/>
                  </a:cubicBezTo>
                  <a:cubicBezTo>
                    <a:pt x="144" y="138"/>
                    <a:pt x="127" y="155"/>
                    <a:pt x="106" y="161"/>
                  </a:cubicBezTo>
                  <a:cubicBezTo>
                    <a:pt x="45" y="179"/>
                    <a:pt x="0" y="98"/>
                    <a:pt x="45"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 name="Google Shape;303;p35"/>
            <p:cNvSpPr/>
            <p:nvPr/>
          </p:nvSpPr>
          <p:spPr>
            <a:xfrm>
              <a:off x="7315201" y="2413001"/>
              <a:ext cx="477838" cy="220663"/>
            </a:xfrm>
            <a:custGeom>
              <a:avLst/>
              <a:gdLst/>
              <a:ahLst/>
              <a:cxnLst/>
              <a:rect l="l" t="t" r="r" b="b"/>
              <a:pathLst>
                <a:path w="361" h="168" extrusionOk="0">
                  <a:moveTo>
                    <a:pt x="48" y="32"/>
                  </a:moveTo>
                  <a:cubicBezTo>
                    <a:pt x="78" y="17"/>
                    <a:pt x="112" y="18"/>
                    <a:pt x="143" y="27"/>
                  </a:cubicBezTo>
                  <a:cubicBezTo>
                    <a:pt x="170" y="35"/>
                    <a:pt x="195" y="47"/>
                    <a:pt x="217" y="63"/>
                  </a:cubicBezTo>
                  <a:cubicBezTo>
                    <a:pt x="224" y="69"/>
                    <a:pt x="230" y="75"/>
                    <a:pt x="236" y="81"/>
                  </a:cubicBezTo>
                  <a:cubicBezTo>
                    <a:pt x="256" y="100"/>
                    <a:pt x="275" y="121"/>
                    <a:pt x="298" y="136"/>
                  </a:cubicBezTo>
                  <a:cubicBezTo>
                    <a:pt x="315" y="146"/>
                    <a:pt x="335" y="150"/>
                    <a:pt x="351" y="136"/>
                  </a:cubicBezTo>
                  <a:cubicBezTo>
                    <a:pt x="352" y="135"/>
                    <a:pt x="358" y="130"/>
                    <a:pt x="359" y="127"/>
                  </a:cubicBezTo>
                  <a:cubicBezTo>
                    <a:pt x="361" y="131"/>
                    <a:pt x="360" y="137"/>
                    <a:pt x="358" y="141"/>
                  </a:cubicBezTo>
                  <a:cubicBezTo>
                    <a:pt x="352" y="153"/>
                    <a:pt x="338" y="158"/>
                    <a:pt x="325" y="155"/>
                  </a:cubicBezTo>
                  <a:cubicBezTo>
                    <a:pt x="310" y="152"/>
                    <a:pt x="296" y="139"/>
                    <a:pt x="284" y="130"/>
                  </a:cubicBezTo>
                  <a:cubicBezTo>
                    <a:pt x="270" y="119"/>
                    <a:pt x="258" y="108"/>
                    <a:pt x="245" y="96"/>
                  </a:cubicBezTo>
                  <a:cubicBezTo>
                    <a:pt x="195" y="48"/>
                    <a:pt x="121" y="0"/>
                    <a:pt x="54" y="44"/>
                  </a:cubicBezTo>
                  <a:cubicBezTo>
                    <a:pt x="36" y="56"/>
                    <a:pt x="21" y="74"/>
                    <a:pt x="16" y="96"/>
                  </a:cubicBezTo>
                  <a:cubicBezTo>
                    <a:pt x="10" y="122"/>
                    <a:pt x="20" y="146"/>
                    <a:pt x="33" y="168"/>
                  </a:cubicBezTo>
                  <a:cubicBezTo>
                    <a:pt x="26" y="162"/>
                    <a:pt x="20" y="157"/>
                    <a:pt x="15" y="150"/>
                  </a:cubicBezTo>
                  <a:cubicBezTo>
                    <a:pt x="12" y="146"/>
                    <a:pt x="9" y="141"/>
                    <a:pt x="7" y="136"/>
                  </a:cubicBezTo>
                  <a:cubicBezTo>
                    <a:pt x="3" y="127"/>
                    <a:pt x="1" y="117"/>
                    <a:pt x="0" y="107"/>
                  </a:cubicBezTo>
                  <a:cubicBezTo>
                    <a:pt x="0" y="88"/>
                    <a:pt x="7" y="68"/>
                    <a:pt x="20" y="53"/>
                  </a:cubicBezTo>
                  <a:cubicBezTo>
                    <a:pt x="28" y="44"/>
                    <a:pt x="37" y="37"/>
                    <a:pt x="48"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35"/>
            <p:cNvSpPr/>
            <p:nvPr/>
          </p:nvSpPr>
          <p:spPr>
            <a:xfrm>
              <a:off x="7404101" y="2490788"/>
              <a:ext cx="258763" cy="160338"/>
            </a:xfrm>
            <a:custGeom>
              <a:avLst/>
              <a:gdLst/>
              <a:ahLst/>
              <a:cxnLst/>
              <a:rect l="l" t="t" r="r" b="b"/>
              <a:pathLst>
                <a:path w="196" h="121" extrusionOk="0">
                  <a:moveTo>
                    <a:pt x="8" y="27"/>
                  </a:moveTo>
                  <a:cubicBezTo>
                    <a:pt x="7" y="31"/>
                    <a:pt x="7" y="34"/>
                    <a:pt x="7" y="39"/>
                  </a:cubicBezTo>
                  <a:cubicBezTo>
                    <a:pt x="3" y="34"/>
                    <a:pt x="0" y="31"/>
                    <a:pt x="3" y="24"/>
                  </a:cubicBezTo>
                  <a:cubicBezTo>
                    <a:pt x="4" y="19"/>
                    <a:pt x="7" y="16"/>
                    <a:pt x="11" y="13"/>
                  </a:cubicBezTo>
                  <a:cubicBezTo>
                    <a:pt x="18" y="7"/>
                    <a:pt x="28" y="3"/>
                    <a:pt x="37" y="3"/>
                  </a:cubicBezTo>
                  <a:cubicBezTo>
                    <a:pt x="54" y="3"/>
                    <a:pt x="71" y="11"/>
                    <a:pt x="84" y="21"/>
                  </a:cubicBezTo>
                  <a:cubicBezTo>
                    <a:pt x="101" y="34"/>
                    <a:pt x="112" y="53"/>
                    <a:pt x="122" y="71"/>
                  </a:cubicBezTo>
                  <a:cubicBezTo>
                    <a:pt x="126" y="77"/>
                    <a:pt x="129" y="84"/>
                    <a:pt x="134" y="90"/>
                  </a:cubicBezTo>
                  <a:cubicBezTo>
                    <a:pt x="143" y="101"/>
                    <a:pt x="163" y="121"/>
                    <a:pt x="179" y="111"/>
                  </a:cubicBezTo>
                  <a:cubicBezTo>
                    <a:pt x="187" y="105"/>
                    <a:pt x="192" y="90"/>
                    <a:pt x="183" y="84"/>
                  </a:cubicBezTo>
                  <a:cubicBezTo>
                    <a:pt x="184" y="85"/>
                    <a:pt x="183" y="88"/>
                    <a:pt x="182" y="89"/>
                  </a:cubicBezTo>
                  <a:cubicBezTo>
                    <a:pt x="181" y="90"/>
                    <a:pt x="178" y="91"/>
                    <a:pt x="177" y="91"/>
                  </a:cubicBezTo>
                  <a:cubicBezTo>
                    <a:pt x="173" y="91"/>
                    <a:pt x="170" y="88"/>
                    <a:pt x="169" y="84"/>
                  </a:cubicBezTo>
                  <a:cubicBezTo>
                    <a:pt x="168" y="78"/>
                    <a:pt x="173" y="75"/>
                    <a:pt x="179" y="76"/>
                  </a:cubicBezTo>
                  <a:cubicBezTo>
                    <a:pt x="183" y="77"/>
                    <a:pt x="188" y="81"/>
                    <a:pt x="190" y="85"/>
                  </a:cubicBezTo>
                  <a:cubicBezTo>
                    <a:pt x="195" y="91"/>
                    <a:pt x="196" y="101"/>
                    <a:pt x="192" y="109"/>
                  </a:cubicBezTo>
                  <a:cubicBezTo>
                    <a:pt x="186" y="120"/>
                    <a:pt x="173" y="120"/>
                    <a:pt x="162" y="117"/>
                  </a:cubicBezTo>
                  <a:cubicBezTo>
                    <a:pt x="146" y="114"/>
                    <a:pt x="133" y="101"/>
                    <a:pt x="123" y="88"/>
                  </a:cubicBezTo>
                  <a:cubicBezTo>
                    <a:pt x="112" y="74"/>
                    <a:pt x="102" y="58"/>
                    <a:pt x="90" y="44"/>
                  </a:cubicBezTo>
                  <a:cubicBezTo>
                    <a:pt x="77" y="26"/>
                    <a:pt x="55" y="0"/>
                    <a:pt x="29" y="9"/>
                  </a:cubicBezTo>
                  <a:cubicBezTo>
                    <a:pt x="23" y="11"/>
                    <a:pt x="17" y="15"/>
                    <a:pt x="12" y="20"/>
                  </a:cubicBezTo>
                  <a:cubicBezTo>
                    <a:pt x="10" y="22"/>
                    <a:pt x="9" y="25"/>
                    <a:pt x="8"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35"/>
            <p:cNvSpPr/>
            <p:nvPr/>
          </p:nvSpPr>
          <p:spPr>
            <a:xfrm>
              <a:off x="7227889" y="2373313"/>
              <a:ext cx="122238" cy="173038"/>
            </a:xfrm>
            <a:custGeom>
              <a:avLst/>
              <a:gdLst/>
              <a:ahLst/>
              <a:cxnLst/>
              <a:rect l="l" t="t" r="r" b="b"/>
              <a:pathLst>
                <a:path w="93" h="131" extrusionOk="0">
                  <a:moveTo>
                    <a:pt x="47" y="131"/>
                  </a:moveTo>
                  <a:cubicBezTo>
                    <a:pt x="88" y="98"/>
                    <a:pt x="93" y="35"/>
                    <a:pt x="49" y="1"/>
                  </a:cubicBezTo>
                  <a:cubicBezTo>
                    <a:pt x="49" y="1"/>
                    <a:pt x="48" y="0"/>
                    <a:pt x="47" y="0"/>
                  </a:cubicBezTo>
                  <a:cubicBezTo>
                    <a:pt x="46" y="0"/>
                    <a:pt x="45" y="1"/>
                    <a:pt x="44" y="1"/>
                  </a:cubicBezTo>
                  <a:cubicBezTo>
                    <a:pt x="0" y="35"/>
                    <a:pt x="5" y="98"/>
                    <a:pt x="47" y="131"/>
                  </a:cubicBezTo>
                  <a:close/>
                  <a:moveTo>
                    <a:pt x="47" y="9"/>
                  </a:moveTo>
                  <a:cubicBezTo>
                    <a:pt x="56" y="26"/>
                    <a:pt x="66" y="41"/>
                    <a:pt x="67" y="64"/>
                  </a:cubicBezTo>
                  <a:cubicBezTo>
                    <a:pt x="67" y="88"/>
                    <a:pt x="60" y="108"/>
                    <a:pt x="47" y="127"/>
                  </a:cubicBezTo>
                  <a:cubicBezTo>
                    <a:pt x="34" y="108"/>
                    <a:pt x="26" y="88"/>
                    <a:pt x="27" y="64"/>
                  </a:cubicBezTo>
                  <a:cubicBezTo>
                    <a:pt x="27" y="41"/>
                    <a:pt x="37" y="26"/>
                    <a:pt x="47" y="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 name="Google Shape;306;p35"/>
            <p:cNvSpPr/>
            <p:nvPr/>
          </p:nvSpPr>
          <p:spPr>
            <a:xfrm>
              <a:off x="7267576" y="2576513"/>
              <a:ext cx="42863" cy="57150"/>
            </a:xfrm>
            <a:custGeom>
              <a:avLst/>
              <a:gdLst/>
              <a:ahLst/>
              <a:cxnLst/>
              <a:rect l="l" t="t" r="r" b="b"/>
              <a:pathLst>
                <a:path w="32" h="44" extrusionOk="0">
                  <a:moveTo>
                    <a:pt x="16" y="0"/>
                  </a:moveTo>
                  <a:cubicBezTo>
                    <a:pt x="7" y="6"/>
                    <a:pt x="0" y="16"/>
                    <a:pt x="1" y="28"/>
                  </a:cubicBezTo>
                  <a:cubicBezTo>
                    <a:pt x="3" y="36"/>
                    <a:pt x="9" y="41"/>
                    <a:pt x="16" y="44"/>
                  </a:cubicBezTo>
                  <a:cubicBezTo>
                    <a:pt x="23" y="41"/>
                    <a:pt x="29" y="36"/>
                    <a:pt x="30" y="28"/>
                  </a:cubicBezTo>
                  <a:cubicBezTo>
                    <a:pt x="32" y="16"/>
                    <a:pt x="25" y="6"/>
                    <a:pt x="16" y="0"/>
                  </a:cubicBezTo>
                  <a:close/>
                  <a:moveTo>
                    <a:pt x="16" y="28"/>
                  </a:moveTo>
                  <a:cubicBezTo>
                    <a:pt x="12" y="20"/>
                    <a:pt x="11" y="11"/>
                    <a:pt x="16" y="4"/>
                  </a:cubicBezTo>
                  <a:cubicBezTo>
                    <a:pt x="20" y="11"/>
                    <a:pt x="20" y="20"/>
                    <a:pt x="16" y="2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7" name="Google Shape;307;p35"/>
          <p:cNvGrpSpPr/>
          <p:nvPr/>
        </p:nvGrpSpPr>
        <p:grpSpPr>
          <a:xfrm rot="10800000" flipH="1">
            <a:off x="5400075" y="3905135"/>
            <a:ext cx="1793152" cy="463054"/>
            <a:chOff x="6686551" y="2373313"/>
            <a:chExt cx="1204913" cy="311150"/>
          </a:xfrm>
        </p:grpSpPr>
        <p:sp>
          <p:nvSpPr>
            <p:cNvPr id="308" name="Google Shape;308;p35"/>
            <p:cNvSpPr/>
            <p:nvPr/>
          </p:nvSpPr>
          <p:spPr>
            <a:xfrm>
              <a:off x="6686551" y="2433638"/>
              <a:ext cx="577849" cy="250825"/>
            </a:xfrm>
            <a:custGeom>
              <a:avLst/>
              <a:gdLst/>
              <a:ahLst/>
              <a:cxnLst/>
              <a:rect l="l" t="t" r="r" b="b"/>
              <a:pathLst>
                <a:path w="437" h="190" extrusionOk="0">
                  <a:moveTo>
                    <a:pt x="393" y="53"/>
                  </a:moveTo>
                  <a:cubicBezTo>
                    <a:pt x="340" y="0"/>
                    <a:pt x="254" y="41"/>
                    <a:pt x="208" y="82"/>
                  </a:cubicBezTo>
                  <a:cubicBezTo>
                    <a:pt x="168" y="117"/>
                    <a:pt x="100" y="190"/>
                    <a:pt x="47" y="133"/>
                  </a:cubicBezTo>
                  <a:cubicBezTo>
                    <a:pt x="34" y="119"/>
                    <a:pt x="28" y="92"/>
                    <a:pt x="40" y="75"/>
                  </a:cubicBezTo>
                  <a:cubicBezTo>
                    <a:pt x="48" y="65"/>
                    <a:pt x="62" y="60"/>
                    <a:pt x="74" y="63"/>
                  </a:cubicBezTo>
                  <a:cubicBezTo>
                    <a:pt x="86" y="66"/>
                    <a:pt x="95" y="84"/>
                    <a:pt x="83" y="93"/>
                  </a:cubicBezTo>
                  <a:cubicBezTo>
                    <a:pt x="83" y="88"/>
                    <a:pt x="79" y="82"/>
                    <a:pt x="74" y="83"/>
                  </a:cubicBezTo>
                  <a:cubicBezTo>
                    <a:pt x="69" y="83"/>
                    <a:pt x="65" y="89"/>
                    <a:pt x="66" y="94"/>
                  </a:cubicBezTo>
                  <a:cubicBezTo>
                    <a:pt x="68" y="99"/>
                    <a:pt x="74" y="102"/>
                    <a:pt x="79" y="101"/>
                  </a:cubicBezTo>
                  <a:cubicBezTo>
                    <a:pt x="90" y="101"/>
                    <a:pt x="98" y="96"/>
                    <a:pt x="100" y="86"/>
                  </a:cubicBezTo>
                  <a:cubicBezTo>
                    <a:pt x="102" y="80"/>
                    <a:pt x="101" y="74"/>
                    <a:pt x="97" y="69"/>
                  </a:cubicBezTo>
                  <a:cubicBezTo>
                    <a:pt x="90" y="59"/>
                    <a:pt x="76" y="53"/>
                    <a:pt x="64" y="55"/>
                  </a:cubicBezTo>
                  <a:cubicBezTo>
                    <a:pt x="0" y="64"/>
                    <a:pt x="10" y="150"/>
                    <a:pt x="72" y="158"/>
                  </a:cubicBezTo>
                  <a:cubicBezTo>
                    <a:pt x="150" y="168"/>
                    <a:pt x="196" y="89"/>
                    <a:pt x="254" y="54"/>
                  </a:cubicBezTo>
                  <a:cubicBezTo>
                    <a:pt x="293" y="30"/>
                    <a:pt x="342" y="26"/>
                    <a:pt x="375" y="60"/>
                  </a:cubicBezTo>
                  <a:cubicBezTo>
                    <a:pt x="393" y="78"/>
                    <a:pt x="400" y="103"/>
                    <a:pt x="391" y="127"/>
                  </a:cubicBezTo>
                  <a:cubicBezTo>
                    <a:pt x="378" y="157"/>
                    <a:pt x="341" y="166"/>
                    <a:pt x="323" y="137"/>
                  </a:cubicBezTo>
                  <a:cubicBezTo>
                    <a:pt x="316" y="125"/>
                    <a:pt x="316" y="110"/>
                    <a:pt x="327" y="102"/>
                  </a:cubicBezTo>
                  <a:cubicBezTo>
                    <a:pt x="332" y="98"/>
                    <a:pt x="338" y="97"/>
                    <a:pt x="344" y="98"/>
                  </a:cubicBezTo>
                  <a:cubicBezTo>
                    <a:pt x="350" y="99"/>
                    <a:pt x="353" y="103"/>
                    <a:pt x="357" y="108"/>
                  </a:cubicBezTo>
                  <a:cubicBezTo>
                    <a:pt x="353" y="106"/>
                    <a:pt x="350" y="110"/>
                    <a:pt x="349" y="114"/>
                  </a:cubicBezTo>
                  <a:cubicBezTo>
                    <a:pt x="348" y="124"/>
                    <a:pt x="360" y="128"/>
                    <a:pt x="367" y="124"/>
                  </a:cubicBezTo>
                  <a:cubicBezTo>
                    <a:pt x="378" y="117"/>
                    <a:pt x="373" y="105"/>
                    <a:pt x="367" y="97"/>
                  </a:cubicBezTo>
                  <a:cubicBezTo>
                    <a:pt x="362" y="91"/>
                    <a:pt x="355" y="88"/>
                    <a:pt x="347" y="88"/>
                  </a:cubicBezTo>
                  <a:cubicBezTo>
                    <a:pt x="330" y="89"/>
                    <a:pt x="314" y="102"/>
                    <a:pt x="306" y="116"/>
                  </a:cubicBezTo>
                  <a:cubicBezTo>
                    <a:pt x="294" y="138"/>
                    <a:pt x="311" y="155"/>
                    <a:pt x="332" y="161"/>
                  </a:cubicBezTo>
                  <a:cubicBezTo>
                    <a:pt x="392" y="179"/>
                    <a:pt x="437" y="98"/>
                    <a:pt x="393"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35"/>
            <p:cNvSpPr/>
            <p:nvPr/>
          </p:nvSpPr>
          <p:spPr>
            <a:xfrm>
              <a:off x="6786564" y="2413001"/>
              <a:ext cx="476250" cy="220663"/>
            </a:xfrm>
            <a:custGeom>
              <a:avLst/>
              <a:gdLst/>
              <a:ahLst/>
              <a:cxnLst/>
              <a:rect l="l" t="t" r="r" b="b"/>
              <a:pathLst>
                <a:path w="361" h="168" extrusionOk="0">
                  <a:moveTo>
                    <a:pt x="313" y="32"/>
                  </a:moveTo>
                  <a:cubicBezTo>
                    <a:pt x="283" y="17"/>
                    <a:pt x="249" y="18"/>
                    <a:pt x="218" y="27"/>
                  </a:cubicBezTo>
                  <a:cubicBezTo>
                    <a:pt x="191" y="35"/>
                    <a:pt x="166" y="47"/>
                    <a:pt x="144" y="63"/>
                  </a:cubicBezTo>
                  <a:cubicBezTo>
                    <a:pt x="137" y="69"/>
                    <a:pt x="131" y="75"/>
                    <a:pt x="124" y="81"/>
                  </a:cubicBezTo>
                  <a:cubicBezTo>
                    <a:pt x="105" y="100"/>
                    <a:pt x="86" y="121"/>
                    <a:pt x="62" y="136"/>
                  </a:cubicBezTo>
                  <a:cubicBezTo>
                    <a:pt x="46" y="146"/>
                    <a:pt x="26" y="150"/>
                    <a:pt x="10" y="136"/>
                  </a:cubicBezTo>
                  <a:cubicBezTo>
                    <a:pt x="9" y="135"/>
                    <a:pt x="3" y="130"/>
                    <a:pt x="2" y="127"/>
                  </a:cubicBezTo>
                  <a:cubicBezTo>
                    <a:pt x="0" y="131"/>
                    <a:pt x="0" y="137"/>
                    <a:pt x="2" y="141"/>
                  </a:cubicBezTo>
                  <a:cubicBezTo>
                    <a:pt x="9" y="153"/>
                    <a:pt x="23" y="158"/>
                    <a:pt x="35" y="155"/>
                  </a:cubicBezTo>
                  <a:cubicBezTo>
                    <a:pt x="51" y="152"/>
                    <a:pt x="64" y="139"/>
                    <a:pt x="77" y="130"/>
                  </a:cubicBezTo>
                  <a:cubicBezTo>
                    <a:pt x="90" y="119"/>
                    <a:pt x="103" y="108"/>
                    <a:pt x="115" y="96"/>
                  </a:cubicBezTo>
                  <a:cubicBezTo>
                    <a:pt x="165" y="48"/>
                    <a:pt x="239" y="0"/>
                    <a:pt x="307" y="44"/>
                  </a:cubicBezTo>
                  <a:cubicBezTo>
                    <a:pt x="325" y="56"/>
                    <a:pt x="339" y="74"/>
                    <a:pt x="344" y="96"/>
                  </a:cubicBezTo>
                  <a:cubicBezTo>
                    <a:pt x="350" y="122"/>
                    <a:pt x="340" y="146"/>
                    <a:pt x="328" y="168"/>
                  </a:cubicBezTo>
                  <a:cubicBezTo>
                    <a:pt x="334" y="162"/>
                    <a:pt x="341" y="157"/>
                    <a:pt x="346" y="150"/>
                  </a:cubicBezTo>
                  <a:cubicBezTo>
                    <a:pt x="349" y="146"/>
                    <a:pt x="352" y="141"/>
                    <a:pt x="354" y="136"/>
                  </a:cubicBezTo>
                  <a:cubicBezTo>
                    <a:pt x="358" y="127"/>
                    <a:pt x="360" y="117"/>
                    <a:pt x="360" y="107"/>
                  </a:cubicBezTo>
                  <a:cubicBezTo>
                    <a:pt x="361" y="88"/>
                    <a:pt x="353" y="68"/>
                    <a:pt x="341" y="53"/>
                  </a:cubicBezTo>
                  <a:cubicBezTo>
                    <a:pt x="333" y="44"/>
                    <a:pt x="323" y="37"/>
                    <a:pt x="313"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35"/>
            <p:cNvSpPr/>
            <p:nvPr/>
          </p:nvSpPr>
          <p:spPr>
            <a:xfrm>
              <a:off x="6915151" y="2490788"/>
              <a:ext cx="258763" cy="160338"/>
            </a:xfrm>
            <a:custGeom>
              <a:avLst/>
              <a:gdLst/>
              <a:ahLst/>
              <a:cxnLst/>
              <a:rect l="l" t="t" r="r" b="b"/>
              <a:pathLst>
                <a:path w="195" h="121" extrusionOk="0">
                  <a:moveTo>
                    <a:pt x="187" y="27"/>
                  </a:moveTo>
                  <a:cubicBezTo>
                    <a:pt x="188" y="31"/>
                    <a:pt x="188" y="34"/>
                    <a:pt x="189" y="39"/>
                  </a:cubicBezTo>
                  <a:cubicBezTo>
                    <a:pt x="193" y="34"/>
                    <a:pt x="195" y="31"/>
                    <a:pt x="193" y="24"/>
                  </a:cubicBezTo>
                  <a:cubicBezTo>
                    <a:pt x="192" y="19"/>
                    <a:pt x="188" y="16"/>
                    <a:pt x="185" y="13"/>
                  </a:cubicBezTo>
                  <a:cubicBezTo>
                    <a:pt x="178" y="7"/>
                    <a:pt x="168" y="3"/>
                    <a:pt x="159" y="3"/>
                  </a:cubicBezTo>
                  <a:cubicBezTo>
                    <a:pt x="142" y="3"/>
                    <a:pt x="125" y="11"/>
                    <a:pt x="112" y="21"/>
                  </a:cubicBezTo>
                  <a:cubicBezTo>
                    <a:pt x="95" y="34"/>
                    <a:pt x="84" y="53"/>
                    <a:pt x="73" y="71"/>
                  </a:cubicBezTo>
                  <a:cubicBezTo>
                    <a:pt x="70" y="77"/>
                    <a:pt x="66" y="84"/>
                    <a:pt x="62" y="90"/>
                  </a:cubicBezTo>
                  <a:cubicBezTo>
                    <a:pt x="53" y="101"/>
                    <a:pt x="32" y="121"/>
                    <a:pt x="16" y="111"/>
                  </a:cubicBezTo>
                  <a:cubicBezTo>
                    <a:pt x="9" y="105"/>
                    <a:pt x="4" y="90"/>
                    <a:pt x="13" y="84"/>
                  </a:cubicBezTo>
                  <a:cubicBezTo>
                    <a:pt x="12" y="85"/>
                    <a:pt x="13" y="88"/>
                    <a:pt x="14" y="89"/>
                  </a:cubicBezTo>
                  <a:cubicBezTo>
                    <a:pt x="15" y="90"/>
                    <a:pt x="17" y="91"/>
                    <a:pt x="19" y="91"/>
                  </a:cubicBezTo>
                  <a:cubicBezTo>
                    <a:pt x="22" y="91"/>
                    <a:pt x="26" y="88"/>
                    <a:pt x="27" y="84"/>
                  </a:cubicBezTo>
                  <a:cubicBezTo>
                    <a:pt x="28" y="78"/>
                    <a:pt x="22" y="75"/>
                    <a:pt x="17" y="76"/>
                  </a:cubicBezTo>
                  <a:cubicBezTo>
                    <a:pt x="12" y="77"/>
                    <a:pt x="8" y="81"/>
                    <a:pt x="5" y="85"/>
                  </a:cubicBezTo>
                  <a:cubicBezTo>
                    <a:pt x="1" y="91"/>
                    <a:pt x="0" y="101"/>
                    <a:pt x="3" y="109"/>
                  </a:cubicBezTo>
                  <a:cubicBezTo>
                    <a:pt x="9" y="120"/>
                    <a:pt x="22" y="120"/>
                    <a:pt x="33" y="117"/>
                  </a:cubicBezTo>
                  <a:cubicBezTo>
                    <a:pt x="50" y="114"/>
                    <a:pt x="62" y="101"/>
                    <a:pt x="73" y="88"/>
                  </a:cubicBezTo>
                  <a:cubicBezTo>
                    <a:pt x="84" y="74"/>
                    <a:pt x="94" y="58"/>
                    <a:pt x="105" y="44"/>
                  </a:cubicBezTo>
                  <a:cubicBezTo>
                    <a:pt x="119" y="26"/>
                    <a:pt x="141" y="0"/>
                    <a:pt x="166" y="9"/>
                  </a:cubicBezTo>
                  <a:cubicBezTo>
                    <a:pt x="173" y="11"/>
                    <a:pt x="179" y="15"/>
                    <a:pt x="183" y="20"/>
                  </a:cubicBezTo>
                  <a:cubicBezTo>
                    <a:pt x="185" y="22"/>
                    <a:pt x="187" y="25"/>
                    <a:pt x="187"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35"/>
            <p:cNvSpPr/>
            <p:nvPr/>
          </p:nvSpPr>
          <p:spPr>
            <a:xfrm>
              <a:off x="7313614" y="2433638"/>
              <a:ext cx="577850" cy="250825"/>
            </a:xfrm>
            <a:custGeom>
              <a:avLst/>
              <a:gdLst/>
              <a:ahLst/>
              <a:cxnLst/>
              <a:rect l="l" t="t" r="r" b="b"/>
              <a:pathLst>
                <a:path w="438" h="190" extrusionOk="0">
                  <a:moveTo>
                    <a:pt x="45" y="53"/>
                  </a:moveTo>
                  <a:cubicBezTo>
                    <a:pt x="98" y="0"/>
                    <a:pt x="183" y="41"/>
                    <a:pt x="230" y="82"/>
                  </a:cubicBezTo>
                  <a:cubicBezTo>
                    <a:pt x="270" y="117"/>
                    <a:pt x="337" y="190"/>
                    <a:pt x="391" y="133"/>
                  </a:cubicBezTo>
                  <a:cubicBezTo>
                    <a:pt x="404" y="119"/>
                    <a:pt x="410" y="92"/>
                    <a:pt x="397" y="75"/>
                  </a:cubicBezTo>
                  <a:cubicBezTo>
                    <a:pt x="390" y="65"/>
                    <a:pt x="376" y="60"/>
                    <a:pt x="364" y="63"/>
                  </a:cubicBezTo>
                  <a:cubicBezTo>
                    <a:pt x="351" y="66"/>
                    <a:pt x="342" y="84"/>
                    <a:pt x="355" y="93"/>
                  </a:cubicBezTo>
                  <a:cubicBezTo>
                    <a:pt x="354" y="88"/>
                    <a:pt x="358" y="82"/>
                    <a:pt x="364" y="83"/>
                  </a:cubicBezTo>
                  <a:cubicBezTo>
                    <a:pt x="369" y="83"/>
                    <a:pt x="372" y="89"/>
                    <a:pt x="371" y="94"/>
                  </a:cubicBezTo>
                  <a:cubicBezTo>
                    <a:pt x="370" y="99"/>
                    <a:pt x="363" y="102"/>
                    <a:pt x="358" y="101"/>
                  </a:cubicBezTo>
                  <a:cubicBezTo>
                    <a:pt x="348" y="101"/>
                    <a:pt x="340" y="96"/>
                    <a:pt x="337" y="86"/>
                  </a:cubicBezTo>
                  <a:cubicBezTo>
                    <a:pt x="336" y="80"/>
                    <a:pt x="337" y="74"/>
                    <a:pt x="341" y="69"/>
                  </a:cubicBezTo>
                  <a:cubicBezTo>
                    <a:pt x="348" y="59"/>
                    <a:pt x="362" y="53"/>
                    <a:pt x="374" y="55"/>
                  </a:cubicBezTo>
                  <a:cubicBezTo>
                    <a:pt x="438" y="64"/>
                    <a:pt x="428" y="150"/>
                    <a:pt x="366" y="158"/>
                  </a:cubicBezTo>
                  <a:cubicBezTo>
                    <a:pt x="287" y="168"/>
                    <a:pt x="241" y="89"/>
                    <a:pt x="184" y="54"/>
                  </a:cubicBezTo>
                  <a:cubicBezTo>
                    <a:pt x="145" y="30"/>
                    <a:pt x="96" y="26"/>
                    <a:pt x="63" y="60"/>
                  </a:cubicBezTo>
                  <a:cubicBezTo>
                    <a:pt x="45" y="78"/>
                    <a:pt x="37" y="103"/>
                    <a:pt x="47" y="127"/>
                  </a:cubicBezTo>
                  <a:cubicBezTo>
                    <a:pt x="59" y="157"/>
                    <a:pt x="97" y="166"/>
                    <a:pt x="115" y="137"/>
                  </a:cubicBezTo>
                  <a:cubicBezTo>
                    <a:pt x="121" y="125"/>
                    <a:pt x="122" y="110"/>
                    <a:pt x="111" y="102"/>
                  </a:cubicBezTo>
                  <a:cubicBezTo>
                    <a:pt x="106" y="98"/>
                    <a:pt x="100" y="97"/>
                    <a:pt x="94" y="98"/>
                  </a:cubicBezTo>
                  <a:cubicBezTo>
                    <a:pt x="87" y="99"/>
                    <a:pt x="85" y="103"/>
                    <a:pt x="80" y="108"/>
                  </a:cubicBezTo>
                  <a:cubicBezTo>
                    <a:pt x="85" y="106"/>
                    <a:pt x="88" y="110"/>
                    <a:pt x="88" y="114"/>
                  </a:cubicBezTo>
                  <a:cubicBezTo>
                    <a:pt x="90" y="124"/>
                    <a:pt x="78" y="128"/>
                    <a:pt x="71" y="124"/>
                  </a:cubicBezTo>
                  <a:cubicBezTo>
                    <a:pt x="60" y="117"/>
                    <a:pt x="64" y="105"/>
                    <a:pt x="71" y="97"/>
                  </a:cubicBezTo>
                  <a:cubicBezTo>
                    <a:pt x="76" y="91"/>
                    <a:pt x="83" y="88"/>
                    <a:pt x="91" y="88"/>
                  </a:cubicBezTo>
                  <a:cubicBezTo>
                    <a:pt x="107" y="89"/>
                    <a:pt x="124" y="102"/>
                    <a:pt x="132" y="116"/>
                  </a:cubicBezTo>
                  <a:cubicBezTo>
                    <a:pt x="144" y="138"/>
                    <a:pt x="127" y="155"/>
                    <a:pt x="106" y="161"/>
                  </a:cubicBezTo>
                  <a:cubicBezTo>
                    <a:pt x="45" y="179"/>
                    <a:pt x="0" y="98"/>
                    <a:pt x="45"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35"/>
            <p:cNvSpPr/>
            <p:nvPr/>
          </p:nvSpPr>
          <p:spPr>
            <a:xfrm>
              <a:off x="7315201" y="2413001"/>
              <a:ext cx="477838" cy="220663"/>
            </a:xfrm>
            <a:custGeom>
              <a:avLst/>
              <a:gdLst/>
              <a:ahLst/>
              <a:cxnLst/>
              <a:rect l="l" t="t" r="r" b="b"/>
              <a:pathLst>
                <a:path w="361" h="168" extrusionOk="0">
                  <a:moveTo>
                    <a:pt x="48" y="32"/>
                  </a:moveTo>
                  <a:cubicBezTo>
                    <a:pt x="78" y="17"/>
                    <a:pt x="112" y="18"/>
                    <a:pt x="143" y="27"/>
                  </a:cubicBezTo>
                  <a:cubicBezTo>
                    <a:pt x="170" y="35"/>
                    <a:pt x="195" y="47"/>
                    <a:pt x="217" y="63"/>
                  </a:cubicBezTo>
                  <a:cubicBezTo>
                    <a:pt x="224" y="69"/>
                    <a:pt x="230" y="75"/>
                    <a:pt x="236" y="81"/>
                  </a:cubicBezTo>
                  <a:cubicBezTo>
                    <a:pt x="256" y="100"/>
                    <a:pt x="275" y="121"/>
                    <a:pt x="298" y="136"/>
                  </a:cubicBezTo>
                  <a:cubicBezTo>
                    <a:pt x="315" y="146"/>
                    <a:pt x="335" y="150"/>
                    <a:pt x="351" y="136"/>
                  </a:cubicBezTo>
                  <a:cubicBezTo>
                    <a:pt x="352" y="135"/>
                    <a:pt x="358" y="130"/>
                    <a:pt x="359" y="127"/>
                  </a:cubicBezTo>
                  <a:cubicBezTo>
                    <a:pt x="361" y="131"/>
                    <a:pt x="360" y="137"/>
                    <a:pt x="358" y="141"/>
                  </a:cubicBezTo>
                  <a:cubicBezTo>
                    <a:pt x="352" y="153"/>
                    <a:pt x="338" y="158"/>
                    <a:pt x="325" y="155"/>
                  </a:cubicBezTo>
                  <a:cubicBezTo>
                    <a:pt x="310" y="152"/>
                    <a:pt x="296" y="139"/>
                    <a:pt x="284" y="130"/>
                  </a:cubicBezTo>
                  <a:cubicBezTo>
                    <a:pt x="270" y="119"/>
                    <a:pt x="258" y="108"/>
                    <a:pt x="245" y="96"/>
                  </a:cubicBezTo>
                  <a:cubicBezTo>
                    <a:pt x="195" y="48"/>
                    <a:pt x="121" y="0"/>
                    <a:pt x="54" y="44"/>
                  </a:cubicBezTo>
                  <a:cubicBezTo>
                    <a:pt x="36" y="56"/>
                    <a:pt x="21" y="74"/>
                    <a:pt x="16" y="96"/>
                  </a:cubicBezTo>
                  <a:cubicBezTo>
                    <a:pt x="10" y="122"/>
                    <a:pt x="20" y="146"/>
                    <a:pt x="33" y="168"/>
                  </a:cubicBezTo>
                  <a:cubicBezTo>
                    <a:pt x="26" y="162"/>
                    <a:pt x="20" y="157"/>
                    <a:pt x="15" y="150"/>
                  </a:cubicBezTo>
                  <a:cubicBezTo>
                    <a:pt x="12" y="146"/>
                    <a:pt x="9" y="141"/>
                    <a:pt x="7" y="136"/>
                  </a:cubicBezTo>
                  <a:cubicBezTo>
                    <a:pt x="3" y="127"/>
                    <a:pt x="1" y="117"/>
                    <a:pt x="0" y="107"/>
                  </a:cubicBezTo>
                  <a:cubicBezTo>
                    <a:pt x="0" y="88"/>
                    <a:pt x="7" y="68"/>
                    <a:pt x="20" y="53"/>
                  </a:cubicBezTo>
                  <a:cubicBezTo>
                    <a:pt x="28" y="44"/>
                    <a:pt x="37" y="37"/>
                    <a:pt x="48"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35"/>
            <p:cNvSpPr/>
            <p:nvPr/>
          </p:nvSpPr>
          <p:spPr>
            <a:xfrm>
              <a:off x="7404101" y="2490788"/>
              <a:ext cx="258763" cy="160338"/>
            </a:xfrm>
            <a:custGeom>
              <a:avLst/>
              <a:gdLst/>
              <a:ahLst/>
              <a:cxnLst/>
              <a:rect l="l" t="t" r="r" b="b"/>
              <a:pathLst>
                <a:path w="196" h="121" extrusionOk="0">
                  <a:moveTo>
                    <a:pt x="8" y="27"/>
                  </a:moveTo>
                  <a:cubicBezTo>
                    <a:pt x="7" y="31"/>
                    <a:pt x="7" y="34"/>
                    <a:pt x="7" y="39"/>
                  </a:cubicBezTo>
                  <a:cubicBezTo>
                    <a:pt x="3" y="34"/>
                    <a:pt x="0" y="31"/>
                    <a:pt x="3" y="24"/>
                  </a:cubicBezTo>
                  <a:cubicBezTo>
                    <a:pt x="4" y="19"/>
                    <a:pt x="7" y="16"/>
                    <a:pt x="11" y="13"/>
                  </a:cubicBezTo>
                  <a:cubicBezTo>
                    <a:pt x="18" y="7"/>
                    <a:pt x="28" y="3"/>
                    <a:pt x="37" y="3"/>
                  </a:cubicBezTo>
                  <a:cubicBezTo>
                    <a:pt x="54" y="3"/>
                    <a:pt x="71" y="11"/>
                    <a:pt x="84" y="21"/>
                  </a:cubicBezTo>
                  <a:cubicBezTo>
                    <a:pt x="101" y="34"/>
                    <a:pt x="112" y="53"/>
                    <a:pt x="122" y="71"/>
                  </a:cubicBezTo>
                  <a:cubicBezTo>
                    <a:pt x="126" y="77"/>
                    <a:pt x="129" y="84"/>
                    <a:pt x="134" y="90"/>
                  </a:cubicBezTo>
                  <a:cubicBezTo>
                    <a:pt x="143" y="101"/>
                    <a:pt x="163" y="121"/>
                    <a:pt x="179" y="111"/>
                  </a:cubicBezTo>
                  <a:cubicBezTo>
                    <a:pt x="187" y="105"/>
                    <a:pt x="192" y="90"/>
                    <a:pt x="183" y="84"/>
                  </a:cubicBezTo>
                  <a:cubicBezTo>
                    <a:pt x="184" y="85"/>
                    <a:pt x="183" y="88"/>
                    <a:pt x="182" y="89"/>
                  </a:cubicBezTo>
                  <a:cubicBezTo>
                    <a:pt x="181" y="90"/>
                    <a:pt x="178" y="91"/>
                    <a:pt x="177" y="91"/>
                  </a:cubicBezTo>
                  <a:cubicBezTo>
                    <a:pt x="173" y="91"/>
                    <a:pt x="170" y="88"/>
                    <a:pt x="169" y="84"/>
                  </a:cubicBezTo>
                  <a:cubicBezTo>
                    <a:pt x="168" y="78"/>
                    <a:pt x="173" y="75"/>
                    <a:pt x="179" y="76"/>
                  </a:cubicBezTo>
                  <a:cubicBezTo>
                    <a:pt x="183" y="77"/>
                    <a:pt x="188" y="81"/>
                    <a:pt x="190" y="85"/>
                  </a:cubicBezTo>
                  <a:cubicBezTo>
                    <a:pt x="195" y="91"/>
                    <a:pt x="196" y="101"/>
                    <a:pt x="192" y="109"/>
                  </a:cubicBezTo>
                  <a:cubicBezTo>
                    <a:pt x="186" y="120"/>
                    <a:pt x="173" y="120"/>
                    <a:pt x="162" y="117"/>
                  </a:cubicBezTo>
                  <a:cubicBezTo>
                    <a:pt x="146" y="114"/>
                    <a:pt x="133" y="101"/>
                    <a:pt x="123" y="88"/>
                  </a:cubicBezTo>
                  <a:cubicBezTo>
                    <a:pt x="112" y="74"/>
                    <a:pt x="102" y="58"/>
                    <a:pt x="90" y="44"/>
                  </a:cubicBezTo>
                  <a:cubicBezTo>
                    <a:pt x="77" y="26"/>
                    <a:pt x="55" y="0"/>
                    <a:pt x="29" y="9"/>
                  </a:cubicBezTo>
                  <a:cubicBezTo>
                    <a:pt x="23" y="11"/>
                    <a:pt x="17" y="15"/>
                    <a:pt x="12" y="20"/>
                  </a:cubicBezTo>
                  <a:cubicBezTo>
                    <a:pt x="10" y="22"/>
                    <a:pt x="9" y="25"/>
                    <a:pt x="8"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35"/>
            <p:cNvSpPr/>
            <p:nvPr/>
          </p:nvSpPr>
          <p:spPr>
            <a:xfrm>
              <a:off x="7227889" y="2373313"/>
              <a:ext cx="122238" cy="173038"/>
            </a:xfrm>
            <a:custGeom>
              <a:avLst/>
              <a:gdLst/>
              <a:ahLst/>
              <a:cxnLst/>
              <a:rect l="l" t="t" r="r" b="b"/>
              <a:pathLst>
                <a:path w="93" h="131" extrusionOk="0">
                  <a:moveTo>
                    <a:pt x="47" y="131"/>
                  </a:moveTo>
                  <a:cubicBezTo>
                    <a:pt x="88" y="98"/>
                    <a:pt x="93" y="35"/>
                    <a:pt x="49" y="1"/>
                  </a:cubicBezTo>
                  <a:cubicBezTo>
                    <a:pt x="49" y="1"/>
                    <a:pt x="48" y="0"/>
                    <a:pt x="47" y="0"/>
                  </a:cubicBezTo>
                  <a:cubicBezTo>
                    <a:pt x="46" y="0"/>
                    <a:pt x="45" y="1"/>
                    <a:pt x="44" y="1"/>
                  </a:cubicBezTo>
                  <a:cubicBezTo>
                    <a:pt x="0" y="35"/>
                    <a:pt x="5" y="98"/>
                    <a:pt x="47" y="131"/>
                  </a:cubicBezTo>
                  <a:close/>
                  <a:moveTo>
                    <a:pt x="47" y="9"/>
                  </a:moveTo>
                  <a:cubicBezTo>
                    <a:pt x="56" y="26"/>
                    <a:pt x="66" y="41"/>
                    <a:pt x="67" y="64"/>
                  </a:cubicBezTo>
                  <a:cubicBezTo>
                    <a:pt x="67" y="88"/>
                    <a:pt x="60" y="108"/>
                    <a:pt x="47" y="127"/>
                  </a:cubicBezTo>
                  <a:cubicBezTo>
                    <a:pt x="34" y="108"/>
                    <a:pt x="26" y="88"/>
                    <a:pt x="27" y="64"/>
                  </a:cubicBezTo>
                  <a:cubicBezTo>
                    <a:pt x="27" y="41"/>
                    <a:pt x="37" y="26"/>
                    <a:pt x="47" y="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35"/>
            <p:cNvSpPr/>
            <p:nvPr/>
          </p:nvSpPr>
          <p:spPr>
            <a:xfrm>
              <a:off x="7267576" y="2576513"/>
              <a:ext cx="42863" cy="57150"/>
            </a:xfrm>
            <a:custGeom>
              <a:avLst/>
              <a:gdLst/>
              <a:ahLst/>
              <a:cxnLst/>
              <a:rect l="l" t="t" r="r" b="b"/>
              <a:pathLst>
                <a:path w="32" h="44" extrusionOk="0">
                  <a:moveTo>
                    <a:pt x="16" y="0"/>
                  </a:moveTo>
                  <a:cubicBezTo>
                    <a:pt x="7" y="6"/>
                    <a:pt x="0" y="16"/>
                    <a:pt x="1" y="28"/>
                  </a:cubicBezTo>
                  <a:cubicBezTo>
                    <a:pt x="3" y="36"/>
                    <a:pt x="9" y="41"/>
                    <a:pt x="16" y="44"/>
                  </a:cubicBezTo>
                  <a:cubicBezTo>
                    <a:pt x="23" y="41"/>
                    <a:pt x="29" y="36"/>
                    <a:pt x="30" y="28"/>
                  </a:cubicBezTo>
                  <a:cubicBezTo>
                    <a:pt x="32" y="16"/>
                    <a:pt x="25" y="6"/>
                    <a:pt x="16" y="0"/>
                  </a:cubicBezTo>
                  <a:close/>
                  <a:moveTo>
                    <a:pt x="16" y="28"/>
                  </a:moveTo>
                  <a:cubicBezTo>
                    <a:pt x="12" y="20"/>
                    <a:pt x="11" y="11"/>
                    <a:pt x="16" y="4"/>
                  </a:cubicBezTo>
                  <a:cubicBezTo>
                    <a:pt x="20" y="11"/>
                    <a:pt x="20" y="20"/>
                    <a:pt x="16" y="2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Рисунок 1"/>
          <p:cNvSpPr>
            <a:spLocks noGrp="1"/>
          </p:cNvSpPr>
          <p:nvPr>
            <p:ph type="pic" idx="2"/>
          </p:nvPr>
        </p:nvSpPr>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6"/>
          <p:cNvSpPr txBox="1">
            <a:spLocks noGrp="1"/>
          </p:cNvSpPr>
          <p:nvPr>
            <p:ph type="title"/>
          </p:nvPr>
        </p:nvSpPr>
        <p:spPr>
          <a:xfrm>
            <a:off x="713225" y="2010300"/>
            <a:ext cx="3881100" cy="151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Name of</a:t>
            </a:r>
            <a:endParaRPr/>
          </a:p>
          <a:p>
            <a:pPr marL="0" lvl="0" indent="0" algn="ctr" rtl="0">
              <a:spcBef>
                <a:spcPts val="0"/>
              </a:spcBef>
              <a:spcAft>
                <a:spcPts val="0"/>
              </a:spcAft>
              <a:buNone/>
            </a:pPr>
            <a:r>
              <a:rPr lang="en"/>
              <a:t>the section</a:t>
            </a:r>
            <a:endParaRPr/>
          </a:p>
        </p:txBody>
      </p:sp>
      <p:sp>
        <p:nvSpPr>
          <p:cNvPr id="321" name="Google Shape;321;p36"/>
          <p:cNvSpPr txBox="1">
            <a:spLocks noGrp="1"/>
          </p:cNvSpPr>
          <p:nvPr>
            <p:ph type="title" idx="2"/>
          </p:nvPr>
        </p:nvSpPr>
        <p:spPr>
          <a:xfrm>
            <a:off x="1827725" y="929814"/>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22" name="Google Shape;322;p36"/>
          <p:cNvSpPr txBox="1">
            <a:spLocks noGrp="1"/>
          </p:cNvSpPr>
          <p:nvPr>
            <p:ph type="subTitle" idx="1"/>
          </p:nvPr>
        </p:nvSpPr>
        <p:spPr>
          <a:xfrm>
            <a:off x="713225" y="3824850"/>
            <a:ext cx="3881100" cy="37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cxnSp>
        <p:nvCxnSpPr>
          <p:cNvPr id="323" name="Google Shape;323;p36"/>
          <p:cNvCxnSpPr/>
          <p:nvPr/>
        </p:nvCxnSpPr>
        <p:spPr>
          <a:xfrm>
            <a:off x="724475" y="3699550"/>
            <a:ext cx="3858600" cy="0"/>
          </a:xfrm>
          <a:prstGeom prst="straightConnector1">
            <a:avLst/>
          </a:prstGeom>
          <a:noFill/>
          <a:ln w="9525" cap="flat" cmpd="sng">
            <a:solidFill>
              <a:schemeClr val="dk1"/>
            </a:solidFill>
            <a:prstDash val="solid"/>
            <a:round/>
            <a:headEnd type="diamond" w="med" len="med"/>
            <a:tailEnd type="diamond" w="med" len="med"/>
          </a:ln>
        </p:spPr>
      </p:cxnSp>
      <p:cxnSp>
        <p:nvCxnSpPr>
          <p:cNvPr id="325" name="Google Shape;325;p36"/>
          <p:cNvCxnSpPr/>
          <p:nvPr/>
        </p:nvCxnSpPr>
        <p:spPr>
          <a:xfrm>
            <a:off x="1450475" y="1922489"/>
            <a:ext cx="2406600" cy="0"/>
          </a:xfrm>
          <a:prstGeom prst="straightConnector1">
            <a:avLst/>
          </a:prstGeom>
          <a:noFill/>
          <a:ln w="9525" cap="flat" cmpd="sng">
            <a:solidFill>
              <a:schemeClr val="dk1"/>
            </a:solidFill>
            <a:prstDash val="solid"/>
            <a:round/>
            <a:headEnd type="diamond" w="med" len="med"/>
            <a:tailEnd type="diamond" w="med" len="med"/>
          </a:ln>
        </p:spPr>
      </p:cxnSp>
      <p:sp>
        <p:nvSpPr>
          <p:cNvPr id="2" name="Рисунок 1"/>
          <p:cNvSpPr>
            <a:spLocks noGrp="1"/>
          </p:cNvSpPr>
          <p:nvPr>
            <p:ph type="pic" idx="3"/>
          </p:nvPr>
        </p:nvSpPr>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7"/>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 you need longer text?</a:t>
            </a:r>
            <a:endParaRPr/>
          </a:p>
        </p:txBody>
      </p:sp>
      <p:sp>
        <p:nvSpPr>
          <p:cNvPr id="331" name="Google Shape;331;p37"/>
          <p:cNvSpPr txBox="1">
            <a:spLocks noGrp="1"/>
          </p:cNvSpPr>
          <p:nvPr>
            <p:ph type="subTitle" idx="1"/>
          </p:nvPr>
        </p:nvSpPr>
        <p:spPr>
          <a:xfrm>
            <a:off x="4899081" y="1534925"/>
            <a:ext cx="2996100" cy="191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takes a little more than 58 days to complete its rotation, so try to imagine how long days must be there! Since the temperatures are so extreme, albeit not as extreme as on Venus, Mercury has been deemed to be non-habitable for humans</a:t>
            </a:r>
            <a:endParaRPr/>
          </a:p>
        </p:txBody>
      </p:sp>
      <p:sp>
        <p:nvSpPr>
          <p:cNvPr id="332" name="Google Shape;332;p37"/>
          <p:cNvSpPr txBox="1">
            <a:spLocks noGrp="1"/>
          </p:cNvSpPr>
          <p:nvPr>
            <p:ph type="subTitle" idx="2"/>
          </p:nvPr>
        </p:nvSpPr>
        <p:spPr>
          <a:xfrm>
            <a:off x="1248825" y="1534925"/>
            <a:ext cx="2996100" cy="191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Contrary to popular belief, this planet's name has nothing to do with the liquid metal. Mercury was, instead, named after the famous Roman messenger god Mercurius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8"/>
          <p:cNvSpPr txBox="1">
            <a:spLocks noGrp="1"/>
          </p:cNvSpPr>
          <p:nvPr>
            <p:ph type="title"/>
          </p:nvPr>
        </p:nvSpPr>
        <p:spPr>
          <a:xfrm>
            <a:off x="4135975" y="1052513"/>
            <a:ext cx="429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slide title goes here!</a:t>
            </a:r>
            <a:endParaRPr/>
          </a:p>
        </p:txBody>
      </p:sp>
      <p:sp>
        <p:nvSpPr>
          <p:cNvPr id="338" name="Google Shape;338;p38"/>
          <p:cNvSpPr txBox="1">
            <a:spLocks noGrp="1"/>
          </p:cNvSpPr>
          <p:nvPr>
            <p:ph type="subTitle" idx="1"/>
          </p:nvPr>
        </p:nvSpPr>
        <p:spPr>
          <a:xfrm>
            <a:off x="4135975" y="1792688"/>
            <a:ext cx="4294800" cy="229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crystal clear? Lists like this one:</a:t>
            </a:r>
            <a:endParaRPr/>
          </a:p>
          <a:p>
            <a:pPr marL="457200" lvl="0" indent="-317500" algn="l" rtl="0">
              <a:spcBef>
                <a:spcPts val="10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000"/>
              </a:spcBef>
              <a:spcAft>
                <a:spcPts val="0"/>
              </a:spcAft>
              <a:buNone/>
            </a:pPr>
            <a:r>
              <a:rPr lang="en"/>
              <a:t>And the most important thing: the audience won’t miss the point of your presentation</a:t>
            </a:r>
            <a:endParaRPr/>
          </a:p>
        </p:txBody>
      </p:sp>
      <p:pic>
        <p:nvPicPr>
          <p:cNvPr id="339" name="Google Shape;339;p38"/>
          <p:cNvPicPr preferRelativeResize="0">
            <a:picLocks noGrp="1"/>
          </p:cNvPicPr>
          <p:nvPr>
            <p:ph type="pic" idx="2"/>
          </p:nvPr>
        </p:nvPicPr>
        <p:blipFill rotWithShape="1">
          <a:blip r:embed="rId3">
            <a:alphaModFix/>
          </a:blip>
          <a:srcRect l="16638" r="16645"/>
          <a:stretch/>
        </p:blipFill>
        <p:spPr>
          <a:xfrm>
            <a:off x="713225" y="877950"/>
            <a:ext cx="2910000" cy="3387600"/>
          </a:xfrm>
          <a:prstGeom prst="plaque">
            <a:avLst>
              <a:gd name="adj" fmla="val 16667"/>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9"/>
          <p:cNvSpPr txBox="1">
            <a:spLocks noGrp="1"/>
          </p:cNvSpPr>
          <p:nvPr>
            <p:ph type="title"/>
          </p:nvPr>
        </p:nvSpPr>
        <p:spPr>
          <a:xfrm>
            <a:off x="720000" y="5943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divide the content</a:t>
            </a:r>
            <a:endParaRPr/>
          </a:p>
        </p:txBody>
      </p:sp>
      <p:sp>
        <p:nvSpPr>
          <p:cNvPr id="345" name="Google Shape;345;p39"/>
          <p:cNvSpPr txBox="1">
            <a:spLocks noGrp="1"/>
          </p:cNvSpPr>
          <p:nvPr>
            <p:ph type="subTitle" idx="1"/>
          </p:nvPr>
        </p:nvSpPr>
        <p:spPr>
          <a:xfrm>
            <a:off x="5118075" y="2909025"/>
            <a:ext cx="2554800" cy="112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hot and has a poisonous atmosphere</a:t>
            </a:r>
            <a:endParaRPr/>
          </a:p>
        </p:txBody>
      </p:sp>
      <p:sp>
        <p:nvSpPr>
          <p:cNvPr id="346" name="Google Shape;346;p39"/>
          <p:cNvSpPr txBox="1">
            <a:spLocks noGrp="1"/>
          </p:cNvSpPr>
          <p:nvPr>
            <p:ph type="subTitle" idx="2"/>
          </p:nvPr>
        </p:nvSpPr>
        <p:spPr>
          <a:xfrm>
            <a:off x="1471100" y="2909025"/>
            <a:ext cx="2554800" cy="1120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System—it’s only a bit larger than the Moon</a:t>
            </a:r>
            <a:endParaRPr/>
          </a:p>
        </p:txBody>
      </p:sp>
      <p:sp>
        <p:nvSpPr>
          <p:cNvPr id="347" name="Google Shape;347;p39"/>
          <p:cNvSpPr txBox="1">
            <a:spLocks noGrp="1"/>
          </p:cNvSpPr>
          <p:nvPr>
            <p:ph type="subTitle" idx="3"/>
          </p:nvPr>
        </p:nvSpPr>
        <p:spPr>
          <a:xfrm>
            <a:off x="1471113" y="2495550"/>
            <a:ext cx="25548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348" name="Google Shape;348;p39"/>
          <p:cNvSpPr txBox="1">
            <a:spLocks noGrp="1"/>
          </p:cNvSpPr>
          <p:nvPr>
            <p:ph type="subTitle" idx="4"/>
          </p:nvPr>
        </p:nvSpPr>
        <p:spPr>
          <a:xfrm>
            <a:off x="5118091" y="2495550"/>
            <a:ext cx="25548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grpSp>
        <p:nvGrpSpPr>
          <p:cNvPr id="349" name="Google Shape;349;p39"/>
          <p:cNvGrpSpPr/>
          <p:nvPr/>
        </p:nvGrpSpPr>
        <p:grpSpPr>
          <a:xfrm>
            <a:off x="2526933" y="1627856"/>
            <a:ext cx="443088" cy="441721"/>
            <a:chOff x="-60987850" y="4100950"/>
            <a:chExt cx="316650" cy="315650"/>
          </a:xfrm>
        </p:grpSpPr>
        <p:sp>
          <p:nvSpPr>
            <p:cNvPr id="350" name="Google Shape;350;p39"/>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9"/>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9"/>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9"/>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9"/>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55" name="Google Shape;355;p39"/>
          <p:cNvCxnSpPr/>
          <p:nvPr/>
        </p:nvCxnSpPr>
        <p:spPr>
          <a:xfrm>
            <a:off x="2526925" y="2320048"/>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356" name="Google Shape;356;p39"/>
          <p:cNvCxnSpPr/>
          <p:nvPr/>
        </p:nvCxnSpPr>
        <p:spPr>
          <a:xfrm>
            <a:off x="6173975" y="2323686"/>
            <a:ext cx="443100" cy="0"/>
          </a:xfrm>
          <a:prstGeom prst="straightConnector1">
            <a:avLst/>
          </a:prstGeom>
          <a:noFill/>
          <a:ln w="9525" cap="flat" cmpd="sng">
            <a:solidFill>
              <a:schemeClr val="dk1"/>
            </a:solidFill>
            <a:prstDash val="solid"/>
            <a:round/>
            <a:headEnd type="diamond" w="med" len="med"/>
            <a:tailEnd type="diamond" w="med" len="med"/>
          </a:ln>
        </p:spPr>
      </p:cxnSp>
      <p:grpSp>
        <p:nvGrpSpPr>
          <p:cNvPr id="357" name="Google Shape;357;p39"/>
          <p:cNvGrpSpPr/>
          <p:nvPr/>
        </p:nvGrpSpPr>
        <p:grpSpPr>
          <a:xfrm>
            <a:off x="6209909" y="1627847"/>
            <a:ext cx="389303" cy="441709"/>
            <a:chOff x="-10370400" y="4049550"/>
            <a:chExt cx="310350" cy="352100"/>
          </a:xfrm>
        </p:grpSpPr>
        <p:sp>
          <p:nvSpPr>
            <p:cNvPr id="358" name="Google Shape;358;p39"/>
            <p:cNvSpPr/>
            <p:nvPr/>
          </p:nvSpPr>
          <p:spPr>
            <a:xfrm>
              <a:off x="-10308175" y="4224400"/>
              <a:ext cx="185900" cy="115800"/>
            </a:xfrm>
            <a:custGeom>
              <a:avLst/>
              <a:gdLst/>
              <a:ahLst/>
              <a:cxnLst/>
              <a:rect l="l" t="t" r="r" b="b"/>
              <a:pathLst>
                <a:path w="7436" h="4632" extrusionOk="0">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9"/>
            <p:cNvSpPr/>
            <p:nvPr/>
          </p:nvSpPr>
          <p:spPr>
            <a:xfrm>
              <a:off x="-10292425" y="4121225"/>
              <a:ext cx="159125" cy="30750"/>
            </a:xfrm>
            <a:custGeom>
              <a:avLst/>
              <a:gdLst/>
              <a:ahLst/>
              <a:cxnLst/>
              <a:rect l="l" t="t" r="r" b="b"/>
              <a:pathLst>
                <a:path w="6365" h="1230" extrusionOk="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9"/>
            <p:cNvSpPr/>
            <p:nvPr/>
          </p:nvSpPr>
          <p:spPr>
            <a:xfrm>
              <a:off x="-10370400" y="4049550"/>
              <a:ext cx="310350" cy="91400"/>
            </a:xfrm>
            <a:custGeom>
              <a:avLst/>
              <a:gdLst/>
              <a:ahLst/>
              <a:cxnLst/>
              <a:rect l="l" t="t" r="r" b="b"/>
              <a:pathLst>
                <a:path w="12414" h="3656" extrusionOk="0">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9"/>
            <p:cNvSpPr/>
            <p:nvPr/>
          </p:nvSpPr>
          <p:spPr>
            <a:xfrm>
              <a:off x="-10328650" y="4173200"/>
              <a:ext cx="226850" cy="30750"/>
            </a:xfrm>
            <a:custGeom>
              <a:avLst/>
              <a:gdLst/>
              <a:ahLst/>
              <a:cxnLst/>
              <a:rect l="l" t="t" r="r" b="b"/>
              <a:pathLst>
                <a:path w="9074" h="1230" extrusionOk="0">
                  <a:moveTo>
                    <a:pt x="0" y="1"/>
                  </a:moveTo>
                  <a:cubicBezTo>
                    <a:pt x="0" y="694"/>
                    <a:pt x="536" y="1229"/>
                    <a:pt x="1198" y="1229"/>
                  </a:cubicBezTo>
                  <a:lnTo>
                    <a:pt x="7814" y="1229"/>
                  </a:lnTo>
                  <a:cubicBezTo>
                    <a:pt x="8507" y="1229"/>
                    <a:pt x="9074" y="694"/>
                    <a:pt x="9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9"/>
            <p:cNvSpPr/>
            <p:nvPr/>
          </p:nvSpPr>
          <p:spPr>
            <a:xfrm>
              <a:off x="-10328650" y="4360650"/>
              <a:ext cx="226850" cy="41000"/>
            </a:xfrm>
            <a:custGeom>
              <a:avLst/>
              <a:gdLst/>
              <a:ahLst/>
              <a:cxnLst/>
              <a:rect l="l" t="t" r="r" b="b"/>
              <a:pathLst>
                <a:path w="9074" h="1640" extrusionOk="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0"/>
          <p:cNvSpPr txBox="1">
            <a:spLocks noGrp="1"/>
          </p:cNvSpPr>
          <p:nvPr>
            <p:ph type="title"/>
          </p:nvPr>
        </p:nvSpPr>
        <p:spPr>
          <a:xfrm>
            <a:off x="720000" y="5943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are three important ideas</a:t>
            </a:r>
            <a:endParaRPr/>
          </a:p>
        </p:txBody>
      </p:sp>
      <p:sp>
        <p:nvSpPr>
          <p:cNvPr id="368" name="Google Shape;368;p40"/>
          <p:cNvSpPr txBox="1">
            <a:spLocks noGrp="1"/>
          </p:cNvSpPr>
          <p:nvPr>
            <p:ph type="subTitle" idx="1"/>
          </p:nvPr>
        </p:nvSpPr>
        <p:spPr>
          <a:xfrm>
            <a:off x="937625" y="3066045"/>
            <a:ext cx="21753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369" name="Google Shape;369;p40"/>
          <p:cNvSpPr txBox="1">
            <a:spLocks noGrp="1"/>
          </p:cNvSpPr>
          <p:nvPr>
            <p:ph type="subTitle" idx="2"/>
          </p:nvPr>
        </p:nvSpPr>
        <p:spPr>
          <a:xfrm>
            <a:off x="3484347" y="3066045"/>
            <a:ext cx="21753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370" name="Google Shape;370;p40"/>
          <p:cNvSpPr txBox="1">
            <a:spLocks noGrp="1"/>
          </p:cNvSpPr>
          <p:nvPr>
            <p:ph type="subTitle" idx="3"/>
          </p:nvPr>
        </p:nvSpPr>
        <p:spPr>
          <a:xfrm>
            <a:off x="6031075" y="3066045"/>
            <a:ext cx="21753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371" name="Google Shape;371;p40"/>
          <p:cNvSpPr txBox="1">
            <a:spLocks noGrp="1"/>
          </p:cNvSpPr>
          <p:nvPr>
            <p:ph type="subTitle" idx="4"/>
          </p:nvPr>
        </p:nvSpPr>
        <p:spPr>
          <a:xfrm>
            <a:off x="937625" y="2581535"/>
            <a:ext cx="21753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372" name="Google Shape;372;p40"/>
          <p:cNvSpPr txBox="1">
            <a:spLocks noGrp="1"/>
          </p:cNvSpPr>
          <p:nvPr>
            <p:ph type="subTitle" idx="5"/>
          </p:nvPr>
        </p:nvSpPr>
        <p:spPr>
          <a:xfrm>
            <a:off x="3484350" y="2581535"/>
            <a:ext cx="21753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373" name="Google Shape;373;p40"/>
          <p:cNvSpPr txBox="1">
            <a:spLocks noGrp="1"/>
          </p:cNvSpPr>
          <p:nvPr>
            <p:ph type="subTitle" idx="6"/>
          </p:nvPr>
        </p:nvSpPr>
        <p:spPr>
          <a:xfrm>
            <a:off x="6031075" y="2581535"/>
            <a:ext cx="21753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cxnSp>
        <p:nvCxnSpPr>
          <p:cNvPr id="374" name="Google Shape;374;p40"/>
          <p:cNvCxnSpPr/>
          <p:nvPr/>
        </p:nvCxnSpPr>
        <p:spPr>
          <a:xfrm>
            <a:off x="1803725" y="2436755"/>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375" name="Google Shape;375;p40"/>
          <p:cNvCxnSpPr/>
          <p:nvPr/>
        </p:nvCxnSpPr>
        <p:spPr>
          <a:xfrm>
            <a:off x="4350450" y="2432479"/>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376" name="Google Shape;376;p40"/>
          <p:cNvCxnSpPr/>
          <p:nvPr/>
        </p:nvCxnSpPr>
        <p:spPr>
          <a:xfrm>
            <a:off x="6897175" y="2436755"/>
            <a:ext cx="443100" cy="0"/>
          </a:xfrm>
          <a:prstGeom prst="straightConnector1">
            <a:avLst/>
          </a:prstGeom>
          <a:noFill/>
          <a:ln w="9525" cap="flat" cmpd="sng">
            <a:solidFill>
              <a:schemeClr val="dk1"/>
            </a:solidFill>
            <a:prstDash val="solid"/>
            <a:round/>
            <a:headEnd type="diamond" w="med" len="med"/>
            <a:tailEnd type="diamond" w="med" len="med"/>
          </a:ln>
        </p:spPr>
      </p:cxnSp>
      <p:grpSp>
        <p:nvGrpSpPr>
          <p:cNvPr id="377" name="Google Shape;377;p40"/>
          <p:cNvGrpSpPr/>
          <p:nvPr/>
        </p:nvGrpSpPr>
        <p:grpSpPr>
          <a:xfrm>
            <a:off x="1825156" y="1793167"/>
            <a:ext cx="421663" cy="370563"/>
            <a:chOff x="2085450" y="2057100"/>
            <a:chExt cx="481900" cy="423500"/>
          </a:xfrm>
        </p:grpSpPr>
        <p:sp>
          <p:nvSpPr>
            <p:cNvPr id="378" name="Google Shape;378;p40"/>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79" name="Google Shape;379;p40"/>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0" name="Google Shape;380;p40"/>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81" name="Google Shape;381;p40"/>
          <p:cNvGrpSpPr/>
          <p:nvPr/>
        </p:nvGrpSpPr>
        <p:grpSpPr>
          <a:xfrm>
            <a:off x="4350186" y="1726304"/>
            <a:ext cx="443630" cy="441694"/>
            <a:chOff x="-9958475" y="3180025"/>
            <a:chExt cx="354450" cy="352875"/>
          </a:xfrm>
        </p:grpSpPr>
        <p:sp>
          <p:nvSpPr>
            <p:cNvPr id="382" name="Google Shape;382;p40"/>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0"/>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0"/>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40"/>
          <p:cNvGrpSpPr/>
          <p:nvPr/>
        </p:nvGrpSpPr>
        <p:grpSpPr>
          <a:xfrm>
            <a:off x="6924021" y="1726295"/>
            <a:ext cx="389404" cy="441725"/>
            <a:chOff x="-13056975" y="3212300"/>
            <a:chExt cx="311125" cy="352900"/>
          </a:xfrm>
        </p:grpSpPr>
        <p:sp>
          <p:nvSpPr>
            <p:cNvPr id="386" name="Google Shape;386;p40"/>
            <p:cNvSpPr/>
            <p:nvPr/>
          </p:nvSpPr>
          <p:spPr>
            <a:xfrm>
              <a:off x="-12972700" y="3273750"/>
              <a:ext cx="144950" cy="229225"/>
            </a:xfrm>
            <a:custGeom>
              <a:avLst/>
              <a:gdLst/>
              <a:ahLst/>
              <a:cxnLst/>
              <a:rect l="l" t="t" r="r" b="b"/>
              <a:pathLst>
                <a:path w="5798" h="9169" extrusionOk="0">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0"/>
            <p:cNvSpPr/>
            <p:nvPr/>
          </p:nvSpPr>
          <p:spPr>
            <a:xfrm>
              <a:off x="-12808875" y="3212300"/>
              <a:ext cx="63025" cy="278075"/>
            </a:xfrm>
            <a:custGeom>
              <a:avLst/>
              <a:gdLst/>
              <a:ahLst/>
              <a:cxnLst/>
              <a:rect l="l" t="t" r="r" b="b"/>
              <a:pathLst>
                <a:path w="2521" h="11123" extrusionOk="0">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0"/>
            <p:cNvSpPr/>
            <p:nvPr/>
          </p:nvSpPr>
          <p:spPr>
            <a:xfrm>
              <a:off x="-13056975" y="3212300"/>
              <a:ext cx="63025" cy="278075"/>
            </a:xfrm>
            <a:custGeom>
              <a:avLst/>
              <a:gdLst/>
              <a:ahLst/>
              <a:cxnLst/>
              <a:rect l="l" t="t" r="r" b="b"/>
              <a:pathLst>
                <a:path w="2521" h="11123" extrusionOk="0">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0"/>
            <p:cNvSpPr/>
            <p:nvPr/>
          </p:nvSpPr>
          <p:spPr>
            <a:xfrm>
              <a:off x="-13020750" y="3483250"/>
              <a:ext cx="240250" cy="81950"/>
            </a:xfrm>
            <a:custGeom>
              <a:avLst/>
              <a:gdLst/>
              <a:ahLst/>
              <a:cxnLst/>
              <a:rect l="l" t="t" r="r" b="b"/>
              <a:pathLst>
                <a:path w="9610" h="3278" extrusionOk="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1"/>
          <p:cNvSpPr txBox="1">
            <a:spLocks noGrp="1"/>
          </p:cNvSpPr>
          <p:nvPr>
            <p:ph type="title"/>
          </p:nvPr>
        </p:nvSpPr>
        <p:spPr>
          <a:xfrm>
            <a:off x="720000" y="5943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Divide the content in four ideas</a:t>
            </a:r>
            <a:endParaRPr/>
          </a:p>
        </p:txBody>
      </p:sp>
      <p:sp>
        <p:nvSpPr>
          <p:cNvPr id="395" name="Google Shape;395;p41"/>
          <p:cNvSpPr txBox="1">
            <a:spLocks noGrp="1"/>
          </p:cNvSpPr>
          <p:nvPr>
            <p:ph type="subTitle" idx="1"/>
          </p:nvPr>
        </p:nvSpPr>
        <p:spPr>
          <a:xfrm>
            <a:off x="2110311" y="1995300"/>
            <a:ext cx="19782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Mars is actually a very cold place</a:t>
            </a:r>
            <a:endParaRPr/>
          </a:p>
        </p:txBody>
      </p:sp>
      <p:sp>
        <p:nvSpPr>
          <p:cNvPr id="396" name="Google Shape;396;p41"/>
          <p:cNvSpPr txBox="1">
            <a:spLocks noGrp="1"/>
          </p:cNvSpPr>
          <p:nvPr>
            <p:ph type="subTitle" idx="2"/>
          </p:nvPr>
        </p:nvSpPr>
        <p:spPr>
          <a:xfrm>
            <a:off x="5055489" y="1995300"/>
            <a:ext cx="1978200" cy="6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Venus has extremely high temperatures</a:t>
            </a:r>
            <a:endParaRPr/>
          </a:p>
        </p:txBody>
      </p:sp>
      <p:sp>
        <p:nvSpPr>
          <p:cNvPr id="397" name="Google Shape;397;p41"/>
          <p:cNvSpPr txBox="1">
            <a:spLocks noGrp="1"/>
          </p:cNvSpPr>
          <p:nvPr>
            <p:ph type="subTitle" idx="3"/>
          </p:nvPr>
        </p:nvSpPr>
        <p:spPr>
          <a:xfrm>
            <a:off x="2110311" y="3638175"/>
            <a:ext cx="19782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398" name="Google Shape;398;p41"/>
          <p:cNvSpPr txBox="1">
            <a:spLocks noGrp="1"/>
          </p:cNvSpPr>
          <p:nvPr>
            <p:ph type="subTitle" idx="4"/>
          </p:nvPr>
        </p:nvSpPr>
        <p:spPr>
          <a:xfrm>
            <a:off x="5055489" y="3638175"/>
            <a:ext cx="1978200" cy="6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Saturn is a gas giant and has several rings</a:t>
            </a:r>
            <a:endParaRPr/>
          </a:p>
        </p:txBody>
      </p:sp>
      <p:sp>
        <p:nvSpPr>
          <p:cNvPr id="399" name="Google Shape;399;p41"/>
          <p:cNvSpPr txBox="1">
            <a:spLocks noGrp="1"/>
          </p:cNvSpPr>
          <p:nvPr>
            <p:ph type="subTitle" idx="5"/>
          </p:nvPr>
        </p:nvSpPr>
        <p:spPr>
          <a:xfrm>
            <a:off x="2110323" y="1510800"/>
            <a:ext cx="1978200" cy="48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400" name="Google Shape;400;p41"/>
          <p:cNvSpPr txBox="1">
            <a:spLocks noGrp="1"/>
          </p:cNvSpPr>
          <p:nvPr>
            <p:ph type="subTitle" idx="6"/>
          </p:nvPr>
        </p:nvSpPr>
        <p:spPr>
          <a:xfrm>
            <a:off x="2110323" y="3153675"/>
            <a:ext cx="1978200" cy="48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401" name="Google Shape;401;p41"/>
          <p:cNvSpPr txBox="1">
            <a:spLocks noGrp="1"/>
          </p:cNvSpPr>
          <p:nvPr>
            <p:ph type="subTitle" idx="7"/>
          </p:nvPr>
        </p:nvSpPr>
        <p:spPr>
          <a:xfrm>
            <a:off x="5055498" y="1510800"/>
            <a:ext cx="1978200" cy="484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Venus</a:t>
            </a:r>
            <a:endParaRPr/>
          </a:p>
        </p:txBody>
      </p:sp>
      <p:sp>
        <p:nvSpPr>
          <p:cNvPr id="402" name="Google Shape;402;p41"/>
          <p:cNvSpPr txBox="1">
            <a:spLocks noGrp="1"/>
          </p:cNvSpPr>
          <p:nvPr>
            <p:ph type="subTitle" idx="8"/>
          </p:nvPr>
        </p:nvSpPr>
        <p:spPr>
          <a:xfrm>
            <a:off x="5055498" y="3153675"/>
            <a:ext cx="1978200" cy="484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Saturn</a:t>
            </a:r>
            <a:endParaRPr/>
          </a:p>
        </p:txBody>
      </p:sp>
      <p:cxnSp>
        <p:nvCxnSpPr>
          <p:cNvPr id="403" name="Google Shape;403;p41"/>
          <p:cNvCxnSpPr/>
          <p:nvPr/>
        </p:nvCxnSpPr>
        <p:spPr>
          <a:xfrm>
            <a:off x="1438600" y="2271728"/>
            <a:ext cx="443100" cy="0"/>
          </a:xfrm>
          <a:prstGeom prst="straightConnector1">
            <a:avLst/>
          </a:prstGeom>
          <a:noFill/>
          <a:ln w="9525" cap="flat" cmpd="sng">
            <a:solidFill>
              <a:schemeClr val="dk1"/>
            </a:solidFill>
            <a:prstDash val="solid"/>
            <a:round/>
            <a:headEnd type="diamond" w="med" len="med"/>
            <a:tailEnd type="diamond" w="med" len="med"/>
          </a:ln>
        </p:spPr>
      </p:cxnSp>
      <p:grpSp>
        <p:nvGrpSpPr>
          <p:cNvPr id="404" name="Google Shape;404;p41"/>
          <p:cNvGrpSpPr/>
          <p:nvPr/>
        </p:nvGrpSpPr>
        <p:grpSpPr>
          <a:xfrm>
            <a:off x="1460031" y="1628140"/>
            <a:ext cx="421662" cy="370563"/>
            <a:chOff x="2085450" y="2057100"/>
            <a:chExt cx="481900" cy="423500"/>
          </a:xfrm>
        </p:grpSpPr>
        <p:sp>
          <p:nvSpPr>
            <p:cNvPr id="405" name="Google Shape;405;p41"/>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06" name="Google Shape;406;p41"/>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07" name="Google Shape;407;p41"/>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cxnSp>
        <p:nvCxnSpPr>
          <p:cNvPr id="408" name="Google Shape;408;p41"/>
          <p:cNvCxnSpPr/>
          <p:nvPr/>
        </p:nvCxnSpPr>
        <p:spPr>
          <a:xfrm>
            <a:off x="1438600" y="3914603"/>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409" name="Google Shape;409;p41"/>
          <p:cNvCxnSpPr/>
          <p:nvPr/>
        </p:nvCxnSpPr>
        <p:spPr>
          <a:xfrm>
            <a:off x="7338500" y="2271728"/>
            <a:ext cx="443100" cy="0"/>
          </a:xfrm>
          <a:prstGeom prst="straightConnector1">
            <a:avLst/>
          </a:prstGeom>
          <a:noFill/>
          <a:ln w="9525" cap="flat" cmpd="sng">
            <a:solidFill>
              <a:schemeClr val="dk1"/>
            </a:solidFill>
            <a:prstDash val="solid"/>
            <a:round/>
            <a:headEnd type="diamond" w="med" len="med"/>
            <a:tailEnd type="diamond" w="med" len="med"/>
          </a:ln>
        </p:spPr>
      </p:cxnSp>
      <p:cxnSp>
        <p:nvCxnSpPr>
          <p:cNvPr id="410" name="Google Shape;410;p41"/>
          <p:cNvCxnSpPr/>
          <p:nvPr/>
        </p:nvCxnSpPr>
        <p:spPr>
          <a:xfrm>
            <a:off x="7338500" y="3914603"/>
            <a:ext cx="443100" cy="0"/>
          </a:xfrm>
          <a:prstGeom prst="straightConnector1">
            <a:avLst/>
          </a:prstGeom>
          <a:noFill/>
          <a:ln w="9525" cap="flat" cmpd="sng">
            <a:solidFill>
              <a:schemeClr val="dk1"/>
            </a:solidFill>
            <a:prstDash val="solid"/>
            <a:round/>
            <a:headEnd type="diamond" w="med" len="med"/>
            <a:tailEnd type="diamond" w="med" len="med"/>
          </a:ln>
        </p:spPr>
      </p:cxnSp>
      <p:grpSp>
        <p:nvGrpSpPr>
          <p:cNvPr id="411" name="Google Shape;411;p41"/>
          <p:cNvGrpSpPr/>
          <p:nvPr/>
        </p:nvGrpSpPr>
        <p:grpSpPr>
          <a:xfrm>
            <a:off x="7338491" y="1649069"/>
            <a:ext cx="443107" cy="328698"/>
            <a:chOff x="2678275" y="2090100"/>
            <a:chExt cx="481900" cy="357475"/>
          </a:xfrm>
        </p:grpSpPr>
        <p:sp>
          <p:nvSpPr>
            <p:cNvPr id="412" name="Google Shape;412;p41"/>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3" name="Google Shape;413;p41"/>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4" name="Google Shape;414;p41"/>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5" name="Google Shape;415;p41"/>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6" name="Google Shape;416;p41"/>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17" name="Google Shape;417;p41"/>
          <p:cNvGrpSpPr/>
          <p:nvPr/>
        </p:nvGrpSpPr>
        <p:grpSpPr>
          <a:xfrm>
            <a:off x="7388356" y="3231661"/>
            <a:ext cx="343404" cy="449325"/>
            <a:chOff x="-15652200" y="3335975"/>
            <a:chExt cx="232375" cy="304050"/>
          </a:xfrm>
        </p:grpSpPr>
        <p:sp>
          <p:nvSpPr>
            <p:cNvPr id="418" name="Google Shape;418;p41"/>
            <p:cNvSpPr/>
            <p:nvPr/>
          </p:nvSpPr>
          <p:spPr>
            <a:xfrm>
              <a:off x="-15652200" y="3403700"/>
              <a:ext cx="36250" cy="168575"/>
            </a:xfrm>
            <a:custGeom>
              <a:avLst/>
              <a:gdLst/>
              <a:ahLst/>
              <a:cxnLst/>
              <a:rect l="l" t="t" r="r" b="b"/>
              <a:pathLst>
                <a:path w="1450" h="6743" extrusionOk="0">
                  <a:moveTo>
                    <a:pt x="0" y="1"/>
                  </a:moveTo>
                  <a:lnTo>
                    <a:pt x="0" y="6743"/>
                  </a:lnTo>
                  <a:lnTo>
                    <a:pt x="1450" y="6018"/>
                  </a:lnTo>
                  <a:lnTo>
                    <a:pt x="1450" y="694"/>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1"/>
            <p:cNvSpPr/>
            <p:nvPr/>
          </p:nvSpPr>
          <p:spPr>
            <a:xfrm>
              <a:off x="-15455300" y="3403700"/>
              <a:ext cx="35475" cy="168575"/>
            </a:xfrm>
            <a:custGeom>
              <a:avLst/>
              <a:gdLst/>
              <a:ahLst/>
              <a:cxnLst/>
              <a:rect l="l" t="t" r="r" b="b"/>
              <a:pathLst>
                <a:path w="1419" h="6743" extrusionOk="0">
                  <a:moveTo>
                    <a:pt x="1418" y="1"/>
                  </a:moveTo>
                  <a:lnTo>
                    <a:pt x="1" y="694"/>
                  </a:lnTo>
                  <a:lnTo>
                    <a:pt x="1" y="6018"/>
                  </a:lnTo>
                  <a:lnTo>
                    <a:pt x="1418" y="6743"/>
                  </a:lnTo>
                  <a:lnTo>
                    <a:pt x="14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1"/>
            <p:cNvSpPr/>
            <p:nvPr/>
          </p:nvSpPr>
          <p:spPr>
            <a:xfrm>
              <a:off x="-15644325" y="3570675"/>
              <a:ext cx="62250" cy="62250"/>
            </a:xfrm>
            <a:custGeom>
              <a:avLst/>
              <a:gdLst/>
              <a:ahLst/>
              <a:cxnLst/>
              <a:rect l="l" t="t" r="r" b="b"/>
              <a:pathLst>
                <a:path w="2490" h="2490" extrusionOk="0">
                  <a:moveTo>
                    <a:pt x="1418" y="1"/>
                  </a:moveTo>
                  <a:lnTo>
                    <a:pt x="0" y="725"/>
                  </a:lnTo>
                  <a:lnTo>
                    <a:pt x="1765" y="2489"/>
                  </a:lnTo>
                  <a:lnTo>
                    <a:pt x="2489" y="1072"/>
                  </a:lnTo>
                  <a:lnTo>
                    <a:pt x="14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1"/>
            <p:cNvSpPr/>
            <p:nvPr/>
          </p:nvSpPr>
          <p:spPr>
            <a:xfrm>
              <a:off x="-15489950" y="3570675"/>
              <a:ext cx="63025" cy="62250"/>
            </a:xfrm>
            <a:custGeom>
              <a:avLst/>
              <a:gdLst/>
              <a:ahLst/>
              <a:cxnLst/>
              <a:rect l="l" t="t" r="r" b="b"/>
              <a:pathLst>
                <a:path w="2521" h="2490" extrusionOk="0">
                  <a:moveTo>
                    <a:pt x="1072" y="1"/>
                  </a:moveTo>
                  <a:lnTo>
                    <a:pt x="0" y="1072"/>
                  </a:lnTo>
                  <a:lnTo>
                    <a:pt x="725" y="2489"/>
                  </a:lnTo>
                  <a:lnTo>
                    <a:pt x="2521" y="725"/>
                  </a:lnTo>
                  <a:lnTo>
                    <a:pt x="10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1"/>
            <p:cNvSpPr/>
            <p:nvPr/>
          </p:nvSpPr>
          <p:spPr>
            <a:xfrm>
              <a:off x="-15644325" y="3342275"/>
              <a:ext cx="62250" cy="63025"/>
            </a:xfrm>
            <a:custGeom>
              <a:avLst/>
              <a:gdLst/>
              <a:ahLst/>
              <a:cxnLst/>
              <a:rect l="l" t="t" r="r" b="b"/>
              <a:pathLst>
                <a:path w="2490" h="2521" extrusionOk="0">
                  <a:moveTo>
                    <a:pt x="1765" y="0"/>
                  </a:moveTo>
                  <a:lnTo>
                    <a:pt x="0" y="1827"/>
                  </a:lnTo>
                  <a:lnTo>
                    <a:pt x="1418" y="2521"/>
                  </a:lnTo>
                  <a:lnTo>
                    <a:pt x="2489" y="1481"/>
                  </a:lnTo>
                  <a:lnTo>
                    <a:pt x="17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1"/>
            <p:cNvSpPr/>
            <p:nvPr/>
          </p:nvSpPr>
          <p:spPr>
            <a:xfrm>
              <a:off x="-15489950" y="3342275"/>
              <a:ext cx="63025" cy="63025"/>
            </a:xfrm>
            <a:custGeom>
              <a:avLst/>
              <a:gdLst/>
              <a:ahLst/>
              <a:cxnLst/>
              <a:rect l="l" t="t" r="r" b="b"/>
              <a:pathLst>
                <a:path w="2521" h="2521" extrusionOk="0">
                  <a:moveTo>
                    <a:pt x="725" y="0"/>
                  </a:moveTo>
                  <a:lnTo>
                    <a:pt x="0" y="1481"/>
                  </a:lnTo>
                  <a:lnTo>
                    <a:pt x="1072" y="2521"/>
                  </a:lnTo>
                  <a:lnTo>
                    <a:pt x="2521" y="1827"/>
                  </a:lnTo>
                  <a:lnTo>
                    <a:pt x="7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1"/>
            <p:cNvSpPr/>
            <p:nvPr/>
          </p:nvSpPr>
          <p:spPr>
            <a:xfrm>
              <a:off x="-15584475" y="3604550"/>
              <a:ext cx="96900" cy="35475"/>
            </a:xfrm>
            <a:custGeom>
              <a:avLst/>
              <a:gdLst/>
              <a:ahLst/>
              <a:cxnLst/>
              <a:rect l="l" t="t" r="r" b="b"/>
              <a:pathLst>
                <a:path w="3876" h="1419" extrusionOk="0">
                  <a:moveTo>
                    <a:pt x="725" y="0"/>
                  </a:moveTo>
                  <a:lnTo>
                    <a:pt x="1" y="1418"/>
                  </a:lnTo>
                  <a:lnTo>
                    <a:pt x="3876" y="1418"/>
                  </a:lnTo>
                  <a:lnTo>
                    <a:pt x="31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1"/>
            <p:cNvSpPr/>
            <p:nvPr/>
          </p:nvSpPr>
          <p:spPr>
            <a:xfrm>
              <a:off x="-15584475" y="3335975"/>
              <a:ext cx="96900" cy="35450"/>
            </a:xfrm>
            <a:custGeom>
              <a:avLst/>
              <a:gdLst/>
              <a:ahLst/>
              <a:cxnLst/>
              <a:rect l="l" t="t" r="r" b="b"/>
              <a:pathLst>
                <a:path w="3876" h="1418" extrusionOk="0">
                  <a:moveTo>
                    <a:pt x="1" y="0"/>
                  </a:moveTo>
                  <a:lnTo>
                    <a:pt x="725" y="1418"/>
                  </a:lnTo>
                  <a:lnTo>
                    <a:pt x="3151" y="1418"/>
                  </a:lnTo>
                  <a:lnTo>
                    <a:pt x="38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1"/>
            <p:cNvSpPr/>
            <p:nvPr/>
          </p:nvSpPr>
          <p:spPr>
            <a:xfrm>
              <a:off x="-15597850" y="3388725"/>
              <a:ext cx="124450" cy="197725"/>
            </a:xfrm>
            <a:custGeom>
              <a:avLst/>
              <a:gdLst/>
              <a:ahLst/>
              <a:cxnLst/>
              <a:rect l="l" t="t" r="r" b="b"/>
              <a:pathLst>
                <a:path w="4978" h="7909" extrusionOk="0">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41"/>
          <p:cNvGrpSpPr/>
          <p:nvPr/>
        </p:nvGrpSpPr>
        <p:grpSpPr>
          <a:xfrm>
            <a:off x="1449320" y="3235444"/>
            <a:ext cx="443088" cy="441721"/>
            <a:chOff x="-60987850" y="4100950"/>
            <a:chExt cx="316650" cy="315650"/>
          </a:xfrm>
        </p:grpSpPr>
        <p:sp>
          <p:nvSpPr>
            <p:cNvPr id="428" name="Google Shape;428;p41"/>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1"/>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1"/>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1"/>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1"/>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2"/>
          <p:cNvSpPr txBox="1">
            <a:spLocks noGrp="1"/>
          </p:cNvSpPr>
          <p:nvPr>
            <p:ph type="subTitle" idx="2"/>
          </p:nvPr>
        </p:nvSpPr>
        <p:spPr>
          <a:xfrm>
            <a:off x="3579000" y="2011938"/>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extremely high temperatures</a:t>
            </a:r>
            <a:endParaRPr/>
          </a:p>
        </p:txBody>
      </p:sp>
      <p:sp>
        <p:nvSpPr>
          <p:cNvPr id="438" name="Google Shape;438;p42"/>
          <p:cNvSpPr txBox="1">
            <a:spLocks noGrp="1"/>
          </p:cNvSpPr>
          <p:nvPr>
            <p:ph type="subTitle" idx="5"/>
          </p:nvPr>
        </p:nvSpPr>
        <p:spPr>
          <a:xfrm>
            <a:off x="6354173" y="2011938"/>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from the Sun</a:t>
            </a:r>
            <a:endParaRPr/>
          </a:p>
        </p:txBody>
      </p:sp>
      <p:sp>
        <p:nvSpPr>
          <p:cNvPr id="439" name="Google Shape;439;p42"/>
          <p:cNvSpPr txBox="1">
            <a:spLocks noGrp="1"/>
          </p:cNvSpPr>
          <p:nvPr>
            <p:ph type="title"/>
          </p:nvPr>
        </p:nvSpPr>
        <p:spPr>
          <a:xfrm>
            <a:off x="720000" y="5943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Reviewing concepts is a good idea</a:t>
            </a:r>
            <a:endParaRPr/>
          </a:p>
        </p:txBody>
      </p:sp>
      <p:sp>
        <p:nvSpPr>
          <p:cNvPr id="440" name="Google Shape;440;p42"/>
          <p:cNvSpPr txBox="1">
            <a:spLocks noGrp="1"/>
          </p:cNvSpPr>
          <p:nvPr>
            <p:ph type="subTitle" idx="1"/>
          </p:nvPr>
        </p:nvSpPr>
        <p:spPr>
          <a:xfrm>
            <a:off x="803827" y="2011938"/>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441" name="Google Shape;441;p42"/>
          <p:cNvSpPr txBox="1">
            <a:spLocks noGrp="1"/>
          </p:cNvSpPr>
          <p:nvPr>
            <p:ph type="subTitle" idx="3"/>
          </p:nvPr>
        </p:nvSpPr>
        <p:spPr>
          <a:xfrm>
            <a:off x="803827" y="3661613"/>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442" name="Google Shape;442;p42"/>
          <p:cNvSpPr txBox="1">
            <a:spLocks noGrp="1"/>
          </p:cNvSpPr>
          <p:nvPr>
            <p:ph type="subTitle" idx="4"/>
          </p:nvPr>
        </p:nvSpPr>
        <p:spPr>
          <a:xfrm>
            <a:off x="3579000" y="3661613"/>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several rings</a:t>
            </a:r>
            <a:endParaRPr/>
          </a:p>
        </p:txBody>
      </p:sp>
      <p:sp>
        <p:nvSpPr>
          <p:cNvPr id="443" name="Google Shape;443;p42"/>
          <p:cNvSpPr txBox="1">
            <a:spLocks noGrp="1"/>
          </p:cNvSpPr>
          <p:nvPr>
            <p:ph type="subTitle" idx="6"/>
          </p:nvPr>
        </p:nvSpPr>
        <p:spPr>
          <a:xfrm>
            <a:off x="6354173" y="3661613"/>
            <a:ext cx="1986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444" name="Google Shape;444;p42"/>
          <p:cNvSpPr txBox="1">
            <a:spLocks noGrp="1"/>
          </p:cNvSpPr>
          <p:nvPr>
            <p:ph type="subTitle" idx="7"/>
          </p:nvPr>
        </p:nvSpPr>
        <p:spPr>
          <a:xfrm>
            <a:off x="804727" y="1519337"/>
            <a:ext cx="19842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445" name="Google Shape;445;p42"/>
          <p:cNvSpPr txBox="1">
            <a:spLocks noGrp="1"/>
          </p:cNvSpPr>
          <p:nvPr>
            <p:ph type="subTitle" idx="8"/>
          </p:nvPr>
        </p:nvSpPr>
        <p:spPr>
          <a:xfrm>
            <a:off x="3579900" y="1519337"/>
            <a:ext cx="19842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446" name="Google Shape;446;p42"/>
          <p:cNvSpPr txBox="1">
            <a:spLocks noGrp="1"/>
          </p:cNvSpPr>
          <p:nvPr>
            <p:ph type="subTitle" idx="9"/>
          </p:nvPr>
        </p:nvSpPr>
        <p:spPr>
          <a:xfrm>
            <a:off x="6355073" y="1519337"/>
            <a:ext cx="19842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447" name="Google Shape;447;p42"/>
          <p:cNvSpPr txBox="1">
            <a:spLocks noGrp="1"/>
          </p:cNvSpPr>
          <p:nvPr>
            <p:ph type="subTitle" idx="13"/>
          </p:nvPr>
        </p:nvSpPr>
        <p:spPr>
          <a:xfrm>
            <a:off x="804727" y="3168988"/>
            <a:ext cx="19842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448" name="Google Shape;448;p42"/>
          <p:cNvSpPr txBox="1">
            <a:spLocks noGrp="1"/>
          </p:cNvSpPr>
          <p:nvPr>
            <p:ph type="subTitle" idx="14"/>
          </p:nvPr>
        </p:nvSpPr>
        <p:spPr>
          <a:xfrm>
            <a:off x="3579900" y="3168988"/>
            <a:ext cx="19842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449" name="Google Shape;449;p42"/>
          <p:cNvSpPr txBox="1">
            <a:spLocks noGrp="1"/>
          </p:cNvSpPr>
          <p:nvPr>
            <p:ph type="subTitle" idx="15"/>
          </p:nvPr>
        </p:nvSpPr>
        <p:spPr>
          <a:xfrm>
            <a:off x="6355073" y="3168988"/>
            <a:ext cx="1984200" cy="48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3"/>
          <p:cNvSpPr txBox="1">
            <a:spLocks noGrp="1"/>
          </p:cNvSpPr>
          <p:nvPr>
            <p:ph type="title"/>
          </p:nvPr>
        </p:nvSpPr>
        <p:spPr>
          <a:xfrm>
            <a:off x="4189150" y="1618200"/>
            <a:ext cx="4185000" cy="190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Awesome </a:t>
            </a:r>
            <a:r>
              <a:rPr lang="en" i="1"/>
              <a:t>words</a:t>
            </a:r>
            <a:endParaRPr i="1"/>
          </a:p>
        </p:txBody>
      </p:sp>
      <p:pic>
        <p:nvPicPr>
          <p:cNvPr id="455" name="Google Shape;455;p43"/>
          <p:cNvPicPr preferRelativeResize="0">
            <a:picLocks noGrp="1"/>
          </p:cNvPicPr>
          <p:nvPr>
            <p:ph type="pic" idx="2"/>
          </p:nvPr>
        </p:nvPicPr>
        <p:blipFill rotWithShape="1">
          <a:blip r:embed="rId3">
            <a:alphaModFix/>
          </a:blip>
          <a:srcRect t="7117" b="7126"/>
          <a:stretch/>
        </p:blipFill>
        <p:spPr>
          <a:xfrm>
            <a:off x="713225" y="877950"/>
            <a:ext cx="2910000" cy="3387600"/>
          </a:xfrm>
          <a:prstGeom prst="plaque">
            <a:avLst>
              <a:gd name="adj" fmla="val 16667"/>
            </a:avLst>
          </a:prstGeom>
        </p:spPr>
      </p:pic>
      <p:grpSp>
        <p:nvGrpSpPr>
          <p:cNvPr id="456" name="Google Shape;456;p43"/>
          <p:cNvGrpSpPr/>
          <p:nvPr/>
        </p:nvGrpSpPr>
        <p:grpSpPr>
          <a:xfrm>
            <a:off x="5276149" y="912984"/>
            <a:ext cx="2011006" cy="349257"/>
            <a:chOff x="3800476" y="2886076"/>
            <a:chExt cx="1435100" cy="249238"/>
          </a:xfrm>
        </p:grpSpPr>
        <p:sp>
          <p:nvSpPr>
            <p:cNvPr id="457" name="Google Shape;457;p43"/>
            <p:cNvSpPr/>
            <p:nvPr/>
          </p:nvSpPr>
          <p:spPr>
            <a:xfrm>
              <a:off x="3800476" y="2886076"/>
              <a:ext cx="725488" cy="249238"/>
            </a:xfrm>
            <a:custGeom>
              <a:avLst/>
              <a:gdLst/>
              <a:ahLst/>
              <a:cxnLst/>
              <a:rect l="l" t="t" r="r" b="b"/>
              <a:pathLst>
                <a:path w="549" h="189" extrusionOk="0">
                  <a:moveTo>
                    <a:pt x="428" y="22"/>
                  </a:moveTo>
                  <a:cubicBezTo>
                    <a:pt x="413" y="28"/>
                    <a:pt x="400" y="37"/>
                    <a:pt x="392" y="50"/>
                  </a:cubicBezTo>
                  <a:cubicBezTo>
                    <a:pt x="381" y="68"/>
                    <a:pt x="382" y="97"/>
                    <a:pt x="404" y="107"/>
                  </a:cubicBezTo>
                  <a:cubicBezTo>
                    <a:pt x="420" y="114"/>
                    <a:pt x="444" y="104"/>
                    <a:pt x="450" y="88"/>
                  </a:cubicBezTo>
                  <a:cubicBezTo>
                    <a:pt x="450" y="90"/>
                    <a:pt x="442" y="89"/>
                    <a:pt x="441" y="91"/>
                  </a:cubicBezTo>
                  <a:cubicBezTo>
                    <a:pt x="429" y="119"/>
                    <a:pt x="400" y="100"/>
                    <a:pt x="395" y="78"/>
                  </a:cubicBezTo>
                  <a:cubicBezTo>
                    <a:pt x="392" y="59"/>
                    <a:pt x="404" y="38"/>
                    <a:pt x="420" y="28"/>
                  </a:cubicBezTo>
                  <a:cubicBezTo>
                    <a:pt x="451" y="9"/>
                    <a:pt x="493" y="19"/>
                    <a:pt x="516" y="45"/>
                  </a:cubicBezTo>
                  <a:cubicBezTo>
                    <a:pt x="506" y="40"/>
                    <a:pt x="493" y="39"/>
                    <a:pt x="478" y="45"/>
                  </a:cubicBezTo>
                  <a:cubicBezTo>
                    <a:pt x="458" y="54"/>
                    <a:pt x="443" y="77"/>
                    <a:pt x="464" y="95"/>
                  </a:cubicBezTo>
                  <a:cubicBezTo>
                    <a:pt x="477" y="107"/>
                    <a:pt x="491" y="103"/>
                    <a:pt x="505" y="96"/>
                  </a:cubicBezTo>
                  <a:cubicBezTo>
                    <a:pt x="506" y="96"/>
                    <a:pt x="498" y="98"/>
                    <a:pt x="496" y="99"/>
                  </a:cubicBezTo>
                  <a:cubicBezTo>
                    <a:pt x="484" y="104"/>
                    <a:pt x="467" y="83"/>
                    <a:pt x="466" y="72"/>
                  </a:cubicBezTo>
                  <a:cubicBezTo>
                    <a:pt x="465" y="49"/>
                    <a:pt x="489" y="39"/>
                    <a:pt x="507" y="50"/>
                  </a:cubicBezTo>
                  <a:cubicBezTo>
                    <a:pt x="544" y="73"/>
                    <a:pt x="525" y="123"/>
                    <a:pt x="495" y="142"/>
                  </a:cubicBezTo>
                  <a:cubicBezTo>
                    <a:pt x="454" y="167"/>
                    <a:pt x="388" y="155"/>
                    <a:pt x="342" y="144"/>
                  </a:cubicBezTo>
                  <a:cubicBezTo>
                    <a:pt x="308" y="130"/>
                    <a:pt x="275" y="114"/>
                    <a:pt x="243" y="97"/>
                  </a:cubicBezTo>
                  <a:cubicBezTo>
                    <a:pt x="206" y="76"/>
                    <a:pt x="170" y="49"/>
                    <a:pt x="127" y="41"/>
                  </a:cubicBezTo>
                  <a:cubicBezTo>
                    <a:pt x="82" y="32"/>
                    <a:pt x="18" y="49"/>
                    <a:pt x="10" y="103"/>
                  </a:cubicBezTo>
                  <a:cubicBezTo>
                    <a:pt x="0" y="173"/>
                    <a:pt x="100" y="184"/>
                    <a:pt x="121" y="125"/>
                  </a:cubicBezTo>
                  <a:cubicBezTo>
                    <a:pt x="121" y="126"/>
                    <a:pt x="116" y="125"/>
                    <a:pt x="116" y="127"/>
                  </a:cubicBezTo>
                  <a:cubicBezTo>
                    <a:pt x="104" y="156"/>
                    <a:pt x="71" y="172"/>
                    <a:pt x="43" y="154"/>
                  </a:cubicBezTo>
                  <a:cubicBezTo>
                    <a:pt x="25" y="142"/>
                    <a:pt x="15" y="122"/>
                    <a:pt x="19" y="100"/>
                  </a:cubicBezTo>
                  <a:cubicBezTo>
                    <a:pt x="29" y="36"/>
                    <a:pt x="104" y="34"/>
                    <a:pt x="152" y="55"/>
                  </a:cubicBezTo>
                  <a:cubicBezTo>
                    <a:pt x="200" y="75"/>
                    <a:pt x="243" y="106"/>
                    <a:pt x="290" y="129"/>
                  </a:cubicBezTo>
                  <a:cubicBezTo>
                    <a:pt x="292" y="129"/>
                    <a:pt x="294" y="130"/>
                    <a:pt x="296" y="131"/>
                  </a:cubicBezTo>
                  <a:cubicBezTo>
                    <a:pt x="264" y="121"/>
                    <a:pt x="233" y="110"/>
                    <a:pt x="202" y="98"/>
                  </a:cubicBezTo>
                  <a:cubicBezTo>
                    <a:pt x="168" y="85"/>
                    <a:pt x="125" y="61"/>
                    <a:pt x="88" y="70"/>
                  </a:cubicBezTo>
                  <a:cubicBezTo>
                    <a:pt x="72" y="75"/>
                    <a:pt x="52" y="83"/>
                    <a:pt x="47" y="100"/>
                  </a:cubicBezTo>
                  <a:cubicBezTo>
                    <a:pt x="33" y="153"/>
                    <a:pt x="140" y="145"/>
                    <a:pt x="110" y="90"/>
                  </a:cubicBezTo>
                  <a:cubicBezTo>
                    <a:pt x="110" y="89"/>
                    <a:pt x="104" y="92"/>
                    <a:pt x="104" y="92"/>
                  </a:cubicBezTo>
                  <a:cubicBezTo>
                    <a:pt x="109" y="104"/>
                    <a:pt x="108" y="125"/>
                    <a:pt x="94" y="132"/>
                  </a:cubicBezTo>
                  <a:cubicBezTo>
                    <a:pt x="80" y="139"/>
                    <a:pt x="62" y="122"/>
                    <a:pt x="60" y="108"/>
                  </a:cubicBezTo>
                  <a:cubicBezTo>
                    <a:pt x="56" y="85"/>
                    <a:pt x="79" y="73"/>
                    <a:pt x="99" y="74"/>
                  </a:cubicBezTo>
                  <a:cubicBezTo>
                    <a:pt x="121" y="75"/>
                    <a:pt x="145" y="86"/>
                    <a:pt x="166" y="93"/>
                  </a:cubicBezTo>
                  <a:cubicBezTo>
                    <a:pt x="222" y="113"/>
                    <a:pt x="277" y="137"/>
                    <a:pt x="335" y="149"/>
                  </a:cubicBezTo>
                  <a:cubicBezTo>
                    <a:pt x="363" y="161"/>
                    <a:pt x="392" y="171"/>
                    <a:pt x="421" y="176"/>
                  </a:cubicBezTo>
                  <a:cubicBezTo>
                    <a:pt x="475" y="184"/>
                    <a:pt x="537" y="162"/>
                    <a:pt x="543" y="100"/>
                  </a:cubicBezTo>
                  <a:cubicBezTo>
                    <a:pt x="549" y="35"/>
                    <a:pt x="483" y="0"/>
                    <a:pt x="428" y="22"/>
                  </a:cubicBezTo>
                  <a:close/>
                  <a:moveTo>
                    <a:pt x="511" y="152"/>
                  </a:moveTo>
                  <a:cubicBezTo>
                    <a:pt x="475" y="189"/>
                    <a:pt x="416" y="172"/>
                    <a:pt x="374" y="157"/>
                  </a:cubicBezTo>
                  <a:cubicBezTo>
                    <a:pt x="374" y="156"/>
                    <a:pt x="373" y="156"/>
                    <a:pt x="373" y="156"/>
                  </a:cubicBezTo>
                  <a:cubicBezTo>
                    <a:pt x="376" y="156"/>
                    <a:pt x="379" y="157"/>
                    <a:pt x="383" y="157"/>
                  </a:cubicBezTo>
                  <a:cubicBezTo>
                    <a:pt x="428" y="162"/>
                    <a:pt x="490" y="161"/>
                    <a:pt x="524" y="124"/>
                  </a:cubicBezTo>
                  <a:cubicBezTo>
                    <a:pt x="527" y="120"/>
                    <a:pt x="530" y="116"/>
                    <a:pt x="532" y="112"/>
                  </a:cubicBezTo>
                  <a:cubicBezTo>
                    <a:pt x="529" y="127"/>
                    <a:pt x="522" y="141"/>
                    <a:pt x="511" y="15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8" name="Google Shape;458;p43"/>
            <p:cNvSpPr/>
            <p:nvPr/>
          </p:nvSpPr>
          <p:spPr>
            <a:xfrm>
              <a:off x="4511676" y="2886076"/>
              <a:ext cx="723900" cy="249238"/>
            </a:xfrm>
            <a:custGeom>
              <a:avLst/>
              <a:gdLst/>
              <a:ahLst/>
              <a:cxnLst/>
              <a:rect l="l" t="t" r="r" b="b"/>
              <a:pathLst>
                <a:path w="549" h="189" extrusionOk="0">
                  <a:moveTo>
                    <a:pt x="539" y="103"/>
                  </a:moveTo>
                  <a:cubicBezTo>
                    <a:pt x="531" y="49"/>
                    <a:pt x="467" y="32"/>
                    <a:pt x="422" y="41"/>
                  </a:cubicBezTo>
                  <a:cubicBezTo>
                    <a:pt x="379" y="49"/>
                    <a:pt x="343" y="76"/>
                    <a:pt x="306" y="97"/>
                  </a:cubicBezTo>
                  <a:cubicBezTo>
                    <a:pt x="274" y="114"/>
                    <a:pt x="241" y="130"/>
                    <a:pt x="207" y="144"/>
                  </a:cubicBezTo>
                  <a:cubicBezTo>
                    <a:pt x="161" y="155"/>
                    <a:pt x="95" y="167"/>
                    <a:pt x="54" y="142"/>
                  </a:cubicBezTo>
                  <a:cubicBezTo>
                    <a:pt x="24" y="123"/>
                    <a:pt x="5" y="73"/>
                    <a:pt x="42" y="50"/>
                  </a:cubicBezTo>
                  <a:cubicBezTo>
                    <a:pt x="60" y="39"/>
                    <a:pt x="84" y="49"/>
                    <a:pt x="83" y="72"/>
                  </a:cubicBezTo>
                  <a:cubicBezTo>
                    <a:pt x="82" y="83"/>
                    <a:pt x="65" y="104"/>
                    <a:pt x="53" y="99"/>
                  </a:cubicBezTo>
                  <a:cubicBezTo>
                    <a:pt x="51" y="98"/>
                    <a:pt x="43" y="96"/>
                    <a:pt x="44" y="96"/>
                  </a:cubicBezTo>
                  <a:cubicBezTo>
                    <a:pt x="58" y="103"/>
                    <a:pt x="72" y="107"/>
                    <a:pt x="85" y="95"/>
                  </a:cubicBezTo>
                  <a:cubicBezTo>
                    <a:pt x="106" y="77"/>
                    <a:pt x="91" y="54"/>
                    <a:pt x="71" y="45"/>
                  </a:cubicBezTo>
                  <a:cubicBezTo>
                    <a:pt x="56" y="39"/>
                    <a:pt x="43" y="40"/>
                    <a:pt x="33" y="45"/>
                  </a:cubicBezTo>
                  <a:cubicBezTo>
                    <a:pt x="56" y="19"/>
                    <a:pt x="98" y="9"/>
                    <a:pt x="129" y="28"/>
                  </a:cubicBezTo>
                  <a:cubicBezTo>
                    <a:pt x="145" y="38"/>
                    <a:pt x="157" y="59"/>
                    <a:pt x="154" y="78"/>
                  </a:cubicBezTo>
                  <a:cubicBezTo>
                    <a:pt x="149" y="100"/>
                    <a:pt x="120" y="119"/>
                    <a:pt x="108" y="91"/>
                  </a:cubicBezTo>
                  <a:cubicBezTo>
                    <a:pt x="107" y="89"/>
                    <a:pt x="99" y="90"/>
                    <a:pt x="99" y="88"/>
                  </a:cubicBezTo>
                  <a:cubicBezTo>
                    <a:pt x="105" y="104"/>
                    <a:pt x="129" y="114"/>
                    <a:pt x="145" y="107"/>
                  </a:cubicBezTo>
                  <a:cubicBezTo>
                    <a:pt x="167" y="97"/>
                    <a:pt x="168" y="68"/>
                    <a:pt x="157" y="50"/>
                  </a:cubicBezTo>
                  <a:cubicBezTo>
                    <a:pt x="149" y="37"/>
                    <a:pt x="136" y="28"/>
                    <a:pt x="121" y="22"/>
                  </a:cubicBezTo>
                  <a:cubicBezTo>
                    <a:pt x="66" y="0"/>
                    <a:pt x="0" y="35"/>
                    <a:pt x="6" y="100"/>
                  </a:cubicBezTo>
                  <a:cubicBezTo>
                    <a:pt x="11" y="162"/>
                    <a:pt x="74" y="184"/>
                    <a:pt x="128" y="176"/>
                  </a:cubicBezTo>
                  <a:cubicBezTo>
                    <a:pt x="157" y="171"/>
                    <a:pt x="186" y="161"/>
                    <a:pt x="214" y="149"/>
                  </a:cubicBezTo>
                  <a:cubicBezTo>
                    <a:pt x="272" y="137"/>
                    <a:pt x="327" y="113"/>
                    <a:pt x="383" y="93"/>
                  </a:cubicBezTo>
                  <a:cubicBezTo>
                    <a:pt x="404" y="86"/>
                    <a:pt x="428" y="75"/>
                    <a:pt x="450" y="74"/>
                  </a:cubicBezTo>
                  <a:cubicBezTo>
                    <a:pt x="470" y="73"/>
                    <a:pt x="493" y="85"/>
                    <a:pt x="489" y="108"/>
                  </a:cubicBezTo>
                  <a:cubicBezTo>
                    <a:pt x="487" y="122"/>
                    <a:pt x="469" y="139"/>
                    <a:pt x="455" y="132"/>
                  </a:cubicBezTo>
                  <a:cubicBezTo>
                    <a:pt x="441" y="125"/>
                    <a:pt x="440" y="104"/>
                    <a:pt x="445" y="92"/>
                  </a:cubicBezTo>
                  <a:cubicBezTo>
                    <a:pt x="445" y="92"/>
                    <a:pt x="439" y="89"/>
                    <a:pt x="439" y="90"/>
                  </a:cubicBezTo>
                  <a:cubicBezTo>
                    <a:pt x="409" y="145"/>
                    <a:pt x="516" y="153"/>
                    <a:pt x="502" y="100"/>
                  </a:cubicBezTo>
                  <a:cubicBezTo>
                    <a:pt x="497" y="83"/>
                    <a:pt x="477" y="75"/>
                    <a:pt x="461" y="70"/>
                  </a:cubicBezTo>
                  <a:cubicBezTo>
                    <a:pt x="424" y="61"/>
                    <a:pt x="381" y="85"/>
                    <a:pt x="347" y="98"/>
                  </a:cubicBezTo>
                  <a:cubicBezTo>
                    <a:pt x="316" y="110"/>
                    <a:pt x="285" y="121"/>
                    <a:pt x="253" y="131"/>
                  </a:cubicBezTo>
                  <a:cubicBezTo>
                    <a:pt x="255" y="130"/>
                    <a:pt x="257" y="129"/>
                    <a:pt x="259" y="129"/>
                  </a:cubicBezTo>
                  <a:cubicBezTo>
                    <a:pt x="306" y="106"/>
                    <a:pt x="349" y="75"/>
                    <a:pt x="397" y="55"/>
                  </a:cubicBezTo>
                  <a:cubicBezTo>
                    <a:pt x="445" y="34"/>
                    <a:pt x="520" y="36"/>
                    <a:pt x="530" y="100"/>
                  </a:cubicBezTo>
                  <a:cubicBezTo>
                    <a:pt x="534" y="122"/>
                    <a:pt x="524" y="142"/>
                    <a:pt x="506" y="154"/>
                  </a:cubicBezTo>
                  <a:cubicBezTo>
                    <a:pt x="478" y="172"/>
                    <a:pt x="445" y="156"/>
                    <a:pt x="433" y="127"/>
                  </a:cubicBezTo>
                  <a:cubicBezTo>
                    <a:pt x="433" y="125"/>
                    <a:pt x="428" y="126"/>
                    <a:pt x="428" y="125"/>
                  </a:cubicBezTo>
                  <a:cubicBezTo>
                    <a:pt x="449" y="184"/>
                    <a:pt x="549" y="173"/>
                    <a:pt x="539" y="103"/>
                  </a:cubicBezTo>
                  <a:close/>
                  <a:moveTo>
                    <a:pt x="175" y="157"/>
                  </a:moveTo>
                  <a:cubicBezTo>
                    <a:pt x="133" y="172"/>
                    <a:pt x="74" y="189"/>
                    <a:pt x="38" y="152"/>
                  </a:cubicBezTo>
                  <a:cubicBezTo>
                    <a:pt x="27" y="141"/>
                    <a:pt x="20" y="127"/>
                    <a:pt x="17" y="112"/>
                  </a:cubicBezTo>
                  <a:cubicBezTo>
                    <a:pt x="19" y="116"/>
                    <a:pt x="22" y="120"/>
                    <a:pt x="25" y="124"/>
                  </a:cubicBezTo>
                  <a:cubicBezTo>
                    <a:pt x="59" y="161"/>
                    <a:pt x="121" y="162"/>
                    <a:pt x="166" y="157"/>
                  </a:cubicBezTo>
                  <a:cubicBezTo>
                    <a:pt x="170" y="157"/>
                    <a:pt x="173" y="156"/>
                    <a:pt x="176" y="156"/>
                  </a:cubicBezTo>
                  <a:cubicBezTo>
                    <a:pt x="176" y="156"/>
                    <a:pt x="175" y="156"/>
                    <a:pt x="175" y="15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59" name="Google Shape;459;p43"/>
          <p:cNvGrpSpPr/>
          <p:nvPr/>
        </p:nvGrpSpPr>
        <p:grpSpPr>
          <a:xfrm>
            <a:off x="5276149" y="3988210"/>
            <a:ext cx="2011006" cy="349257"/>
            <a:chOff x="3800476" y="3476626"/>
            <a:chExt cx="1435100" cy="249238"/>
          </a:xfrm>
        </p:grpSpPr>
        <p:sp>
          <p:nvSpPr>
            <p:cNvPr id="460" name="Google Shape;460;p43"/>
            <p:cNvSpPr/>
            <p:nvPr/>
          </p:nvSpPr>
          <p:spPr>
            <a:xfrm>
              <a:off x="3800476" y="3476626"/>
              <a:ext cx="725488" cy="249238"/>
            </a:xfrm>
            <a:custGeom>
              <a:avLst/>
              <a:gdLst/>
              <a:ahLst/>
              <a:cxnLst/>
              <a:rect l="l" t="t" r="r" b="b"/>
              <a:pathLst>
                <a:path w="549" h="189" extrusionOk="0">
                  <a:moveTo>
                    <a:pt x="428" y="167"/>
                  </a:moveTo>
                  <a:cubicBezTo>
                    <a:pt x="413" y="161"/>
                    <a:pt x="400" y="152"/>
                    <a:pt x="392" y="139"/>
                  </a:cubicBezTo>
                  <a:cubicBezTo>
                    <a:pt x="381" y="121"/>
                    <a:pt x="382" y="92"/>
                    <a:pt x="404" y="83"/>
                  </a:cubicBezTo>
                  <a:cubicBezTo>
                    <a:pt x="420" y="75"/>
                    <a:pt x="444" y="85"/>
                    <a:pt x="450" y="101"/>
                  </a:cubicBezTo>
                  <a:cubicBezTo>
                    <a:pt x="450" y="100"/>
                    <a:pt x="442" y="100"/>
                    <a:pt x="441" y="98"/>
                  </a:cubicBezTo>
                  <a:cubicBezTo>
                    <a:pt x="429" y="71"/>
                    <a:pt x="400" y="90"/>
                    <a:pt x="395" y="111"/>
                  </a:cubicBezTo>
                  <a:cubicBezTo>
                    <a:pt x="392" y="130"/>
                    <a:pt x="404" y="151"/>
                    <a:pt x="420" y="161"/>
                  </a:cubicBezTo>
                  <a:cubicBezTo>
                    <a:pt x="451" y="180"/>
                    <a:pt x="493" y="171"/>
                    <a:pt x="516" y="144"/>
                  </a:cubicBezTo>
                  <a:cubicBezTo>
                    <a:pt x="506" y="149"/>
                    <a:pt x="493" y="150"/>
                    <a:pt x="478" y="144"/>
                  </a:cubicBezTo>
                  <a:cubicBezTo>
                    <a:pt x="458" y="136"/>
                    <a:pt x="443" y="112"/>
                    <a:pt x="464" y="94"/>
                  </a:cubicBezTo>
                  <a:cubicBezTo>
                    <a:pt x="477" y="82"/>
                    <a:pt x="491" y="87"/>
                    <a:pt x="505" y="93"/>
                  </a:cubicBezTo>
                  <a:cubicBezTo>
                    <a:pt x="506" y="93"/>
                    <a:pt x="498" y="91"/>
                    <a:pt x="496" y="90"/>
                  </a:cubicBezTo>
                  <a:cubicBezTo>
                    <a:pt x="484" y="85"/>
                    <a:pt x="467" y="107"/>
                    <a:pt x="466" y="117"/>
                  </a:cubicBezTo>
                  <a:cubicBezTo>
                    <a:pt x="465" y="140"/>
                    <a:pt x="489" y="151"/>
                    <a:pt x="507" y="140"/>
                  </a:cubicBezTo>
                  <a:cubicBezTo>
                    <a:pt x="544" y="116"/>
                    <a:pt x="525" y="66"/>
                    <a:pt x="495" y="48"/>
                  </a:cubicBezTo>
                  <a:cubicBezTo>
                    <a:pt x="454" y="23"/>
                    <a:pt x="388" y="34"/>
                    <a:pt x="342" y="46"/>
                  </a:cubicBezTo>
                  <a:cubicBezTo>
                    <a:pt x="308" y="59"/>
                    <a:pt x="275" y="75"/>
                    <a:pt x="243" y="93"/>
                  </a:cubicBezTo>
                  <a:cubicBezTo>
                    <a:pt x="206" y="114"/>
                    <a:pt x="170" y="140"/>
                    <a:pt x="127" y="149"/>
                  </a:cubicBezTo>
                  <a:cubicBezTo>
                    <a:pt x="82" y="158"/>
                    <a:pt x="18" y="141"/>
                    <a:pt x="10" y="86"/>
                  </a:cubicBezTo>
                  <a:cubicBezTo>
                    <a:pt x="0" y="17"/>
                    <a:pt x="100" y="6"/>
                    <a:pt x="121" y="65"/>
                  </a:cubicBezTo>
                  <a:cubicBezTo>
                    <a:pt x="121" y="64"/>
                    <a:pt x="116" y="64"/>
                    <a:pt x="116" y="63"/>
                  </a:cubicBezTo>
                  <a:cubicBezTo>
                    <a:pt x="104" y="34"/>
                    <a:pt x="71" y="18"/>
                    <a:pt x="43" y="36"/>
                  </a:cubicBezTo>
                  <a:cubicBezTo>
                    <a:pt x="25" y="47"/>
                    <a:pt x="15" y="68"/>
                    <a:pt x="19" y="89"/>
                  </a:cubicBezTo>
                  <a:cubicBezTo>
                    <a:pt x="29" y="154"/>
                    <a:pt x="104" y="155"/>
                    <a:pt x="152" y="135"/>
                  </a:cubicBezTo>
                  <a:cubicBezTo>
                    <a:pt x="200" y="114"/>
                    <a:pt x="243" y="83"/>
                    <a:pt x="290" y="61"/>
                  </a:cubicBezTo>
                  <a:cubicBezTo>
                    <a:pt x="292" y="60"/>
                    <a:pt x="294" y="59"/>
                    <a:pt x="296" y="58"/>
                  </a:cubicBezTo>
                  <a:cubicBezTo>
                    <a:pt x="264" y="68"/>
                    <a:pt x="233" y="80"/>
                    <a:pt x="202" y="91"/>
                  </a:cubicBezTo>
                  <a:cubicBezTo>
                    <a:pt x="168" y="104"/>
                    <a:pt x="125" y="129"/>
                    <a:pt x="88" y="119"/>
                  </a:cubicBezTo>
                  <a:cubicBezTo>
                    <a:pt x="72" y="115"/>
                    <a:pt x="52" y="107"/>
                    <a:pt x="47" y="89"/>
                  </a:cubicBezTo>
                  <a:cubicBezTo>
                    <a:pt x="33" y="36"/>
                    <a:pt x="140" y="44"/>
                    <a:pt x="110" y="100"/>
                  </a:cubicBezTo>
                  <a:cubicBezTo>
                    <a:pt x="110" y="100"/>
                    <a:pt x="104" y="98"/>
                    <a:pt x="104" y="98"/>
                  </a:cubicBezTo>
                  <a:cubicBezTo>
                    <a:pt x="109" y="86"/>
                    <a:pt x="108" y="65"/>
                    <a:pt x="94" y="58"/>
                  </a:cubicBezTo>
                  <a:cubicBezTo>
                    <a:pt x="80" y="50"/>
                    <a:pt x="62" y="67"/>
                    <a:pt x="60" y="81"/>
                  </a:cubicBezTo>
                  <a:cubicBezTo>
                    <a:pt x="56" y="105"/>
                    <a:pt x="79" y="117"/>
                    <a:pt x="99" y="116"/>
                  </a:cubicBezTo>
                  <a:cubicBezTo>
                    <a:pt x="121" y="115"/>
                    <a:pt x="145" y="104"/>
                    <a:pt x="166" y="96"/>
                  </a:cubicBezTo>
                  <a:cubicBezTo>
                    <a:pt x="222" y="76"/>
                    <a:pt x="277" y="53"/>
                    <a:pt x="335" y="40"/>
                  </a:cubicBezTo>
                  <a:cubicBezTo>
                    <a:pt x="363" y="28"/>
                    <a:pt x="392" y="18"/>
                    <a:pt x="421" y="14"/>
                  </a:cubicBezTo>
                  <a:cubicBezTo>
                    <a:pt x="475" y="6"/>
                    <a:pt x="537" y="28"/>
                    <a:pt x="543" y="90"/>
                  </a:cubicBezTo>
                  <a:cubicBezTo>
                    <a:pt x="549" y="155"/>
                    <a:pt x="483" y="189"/>
                    <a:pt x="428" y="167"/>
                  </a:cubicBezTo>
                  <a:close/>
                  <a:moveTo>
                    <a:pt x="511" y="37"/>
                  </a:moveTo>
                  <a:cubicBezTo>
                    <a:pt x="475" y="0"/>
                    <a:pt x="416" y="18"/>
                    <a:pt x="374" y="33"/>
                  </a:cubicBezTo>
                  <a:cubicBezTo>
                    <a:pt x="374" y="33"/>
                    <a:pt x="373" y="33"/>
                    <a:pt x="373" y="34"/>
                  </a:cubicBezTo>
                  <a:cubicBezTo>
                    <a:pt x="376" y="33"/>
                    <a:pt x="379" y="33"/>
                    <a:pt x="383" y="32"/>
                  </a:cubicBezTo>
                  <a:cubicBezTo>
                    <a:pt x="428" y="28"/>
                    <a:pt x="490" y="29"/>
                    <a:pt x="524" y="65"/>
                  </a:cubicBezTo>
                  <a:cubicBezTo>
                    <a:pt x="527" y="69"/>
                    <a:pt x="530" y="73"/>
                    <a:pt x="532" y="77"/>
                  </a:cubicBezTo>
                  <a:cubicBezTo>
                    <a:pt x="529" y="62"/>
                    <a:pt x="522" y="48"/>
                    <a:pt x="511" y="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43"/>
            <p:cNvSpPr/>
            <p:nvPr/>
          </p:nvSpPr>
          <p:spPr>
            <a:xfrm>
              <a:off x="4511676" y="3476626"/>
              <a:ext cx="723900" cy="249238"/>
            </a:xfrm>
            <a:custGeom>
              <a:avLst/>
              <a:gdLst/>
              <a:ahLst/>
              <a:cxnLst/>
              <a:rect l="l" t="t" r="r" b="b"/>
              <a:pathLst>
                <a:path w="549" h="189" extrusionOk="0">
                  <a:moveTo>
                    <a:pt x="539" y="86"/>
                  </a:moveTo>
                  <a:cubicBezTo>
                    <a:pt x="531" y="141"/>
                    <a:pt x="467" y="158"/>
                    <a:pt x="422" y="149"/>
                  </a:cubicBezTo>
                  <a:cubicBezTo>
                    <a:pt x="379" y="140"/>
                    <a:pt x="343" y="114"/>
                    <a:pt x="306" y="93"/>
                  </a:cubicBezTo>
                  <a:cubicBezTo>
                    <a:pt x="274" y="75"/>
                    <a:pt x="241" y="59"/>
                    <a:pt x="207" y="46"/>
                  </a:cubicBezTo>
                  <a:cubicBezTo>
                    <a:pt x="161" y="34"/>
                    <a:pt x="95" y="23"/>
                    <a:pt x="54" y="48"/>
                  </a:cubicBezTo>
                  <a:cubicBezTo>
                    <a:pt x="24" y="66"/>
                    <a:pt x="5" y="116"/>
                    <a:pt x="42" y="140"/>
                  </a:cubicBezTo>
                  <a:cubicBezTo>
                    <a:pt x="60" y="151"/>
                    <a:pt x="84" y="140"/>
                    <a:pt x="83" y="117"/>
                  </a:cubicBezTo>
                  <a:cubicBezTo>
                    <a:pt x="82" y="107"/>
                    <a:pt x="65" y="85"/>
                    <a:pt x="53" y="90"/>
                  </a:cubicBezTo>
                  <a:cubicBezTo>
                    <a:pt x="51" y="91"/>
                    <a:pt x="43" y="93"/>
                    <a:pt x="44" y="93"/>
                  </a:cubicBezTo>
                  <a:cubicBezTo>
                    <a:pt x="58" y="87"/>
                    <a:pt x="72" y="82"/>
                    <a:pt x="85" y="94"/>
                  </a:cubicBezTo>
                  <a:cubicBezTo>
                    <a:pt x="106" y="112"/>
                    <a:pt x="91" y="136"/>
                    <a:pt x="71" y="144"/>
                  </a:cubicBezTo>
                  <a:cubicBezTo>
                    <a:pt x="56" y="150"/>
                    <a:pt x="43" y="149"/>
                    <a:pt x="33" y="144"/>
                  </a:cubicBezTo>
                  <a:cubicBezTo>
                    <a:pt x="56" y="171"/>
                    <a:pt x="98" y="180"/>
                    <a:pt x="129" y="161"/>
                  </a:cubicBezTo>
                  <a:cubicBezTo>
                    <a:pt x="145" y="151"/>
                    <a:pt x="157" y="130"/>
                    <a:pt x="154" y="111"/>
                  </a:cubicBezTo>
                  <a:cubicBezTo>
                    <a:pt x="149" y="90"/>
                    <a:pt x="120" y="71"/>
                    <a:pt x="108" y="98"/>
                  </a:cubicBezTo>
                  <a:cubicBezTo>
                    <a:pt x="107" y="100"/>
                    <a:pt x="99" y="100"/>
                    <a:pt x="99" y="101"/>
                  </a:cubicBezTo>
                  <a:cubicBezTo>
                    <a:pt x="105" y="85"/>
                    <a:pt x="129" y="75"/>
                    <a:pt x="145" y="83"/>
                  </a:cubicBezTo>
                  <a:cubicBezTo>
                    <a:pt x="167" y="92"/>
                    <a:pt x="168" y="121"/>
                    <a:pt x="157" y="139"/>
                  </a:cubicBezTo>
                  <a:cubicBezTo>
                    <a:pt x="149" y="152"/>
                    <a:pt x="136" y="161"/>
                    <a:pt x="121" y="167"/>
                  </a:cubicBezTo>
                  <a:cubicBezTo>
                    <a:pt x="66" y="189"/>
                    <a:pt x="0" y="155"/>
                    <a:pt x="6" y="90"/>
                  </a:cubicBezTo>
                  <a:cubicBezTo>
                    <a:pt x="11" y="28"/>
                    <a:pt x="74" y="6"/>
                    <a:pt x="128" y="14"/>
                  </a:cubicBezTo>
                  <a:cubicBezTo>
                    <a:pt x="157" y="18"/>
                    <a:pt x="186" y="28"/>
                    <a:pt x="214" y="40"/>
                  </a:cubicBezTo>
                  <a:cubicBezTo>
                    <a:pt x="272" y="53"/>
                    <a:pt x="327" y="76"/>
                    <a:pt x="383" y="96"/>
                  </a:cubicBezTo>
                  <a:cubicBezTo>
                    <a:pt x="404" y="104"/>
                    <a:pt x="428" y="115"/>
                    <a:pt x="450" y="116"/>
                  </a:cubicBezTo>
                  <a:cubicBezTo>
                    <a:pt x="470" y="117"/>
                    <a:pt x="493" y="105"/>
                    <a:pt x="489" y="81"/>
                  </a:cubicBezTo>
                  <a:cubicBezTo>
                    <a:pt x="487" y="67"/>
                    <a:pt x="469" y="50"/>
                    <a:pt x="455" y="58"/>
                  </a:cubicBezTo>
                  <a:cubicBezTo>
                    <a:pt x="441" y="65"/>
                    <a:pt x="440" y="86"/>
                    <a:pt x="445" y="98"/>
                  </a:cubicBezTo>
                  <a:cubicBezTo>
                    <a:pt x="445" y="98"/>
                    <a:pt x="439" y="100"/>
                    <a:pt x="439" y="100"/>
                  </a:cubicBezTo>
                  <a:cubicBezTo>
                    <a:pt x="409" y="44"/>
                    <a:pt x="516" y="36"/>
                    <a:pt x="502" y="89"/>
                  </a:cubicBezTo>
                  <a:cubicBezTo>
                    <a:pt x="497" y="107"/>
                    <a:pt x="477" y="115"/>
                    <a:pt x="461" y="119"/>
                  </a:cubicBezTo>
                  <a:cubicBezTo>
                    <a:pt x="424" y="129"/>
                    <a:pt x="381" y="104"/>
                    <a:pt x="347" y="91"/>
                  </a:cubicBezTo>
                  <a:cubicBezTo>
                    <a:pt x="316" y="80"/>
                    <a:pt x="285" y="68"/>
                    <a:pt x="253" y="58"/>
                  </a:cubicBezTo>
                  <a:cubicBezTo>
                    <a:pt x="255" y="59"/>
                    <a:pt x="257" y="60"/>
                    <a:pt x="259" y="61"/>
                  </a:cubicBezTo>
                  <a:cubicBezTo>
                    <a:pt x="306" y="83"/>
                    <a:pt x="349" y="114"/>
                    <a:pt x="397" y="135"/>
                  </a:cubicBezTo>
                  <a:cubicBezTo>
                    <a:pt x="445" y="155"/>
                    <a:pt x="520" y="154"/>
                    <a:pt x="530" y="89"/>
                  </a:cubicBezTo>
                  <a:cubicBezTo>
                    <a:pt x="534" y="68"/>
                    <a:pt x="524" y="47"/>
                    <a:pt x="506" y="36"/>
                  </a:cubicBezTo>
                  <a:cubicBezTo>
                    <a:pt x="478" y="18"/>
                    <a:pt x="445" y="34"/>
                    <a:pt x="433" y="63"/>
                  </a:cubicBezTo>
                  <a:cubicBezTo>
                    <a:pt x="433" y="64"/>
                    <a:pt x="428" y="64"/>
                    <a:pt x="428" y="65"/>
                  </a:cubicBezTo>
                  <a:cubicBezTo>
                    <a:pt x="449" y="6"/>
                    <a:pt x="549" y="17"/>
                    <a:pt x="539" y="86"/>
                  </a:cubicBezTo>
                  <a:close/>
                  <a:moveTo>
                    <a:pt x="175" y="33"/>
                  </a:moveTo>
                  <a:cubicBezTo>
                    <a:pt x="133" y="18"/>
                    <a:pt x="74" y="0"/>
                    <a:pt x="38" y="37"/>
                  </a:cubicBezTo>
                  <a:cubicBezTo>
                    <a:pt x="27" y="48"/>
                    <a:pt x="20" y="62"/>
                    <a:pt x="17" y="77"/>
                  </a:cubicBezTo>
                  <a:cubicBezTo>
                    <a:pt x="19" y="73"/>
                    <a:pt x="22" y="69"/>
                    <a:pt x="25" y="65"/>
                  </a:cubicBezTo>
                  <a:cubicBezTo>
                    <a:pt x="59" y="29"/>
                    <a:pt x="121" y="28"/>
                    <a:pt x="166" y="32"/>
                  </a:cubicBezTo>
                  <a:cubicBezTo>
                    <a:pt x="170" y="33"/>
                    <a:pt x="173" y="33"/>
                    <a:pt x="176" y="34"/>
                  </a:cubicBezTo>
                  <a:cubicBezTo>
                    <a:pt x="176" y="33"/>
                    <a:pt x="175" y="33"/>
                    <a:pt x="175" y="3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44"/>
          <p:cNvSpPr txBox="1">
            <a:spLocks noGrp="1"/>
          </p:cNvSpPr>
          <p:nvPr>
            <p:ph type="subTitle" idx="1"/>
          </p:nvPr>
        </p:nvSpPr>
        <p:spPr>
          <a:xfrm>
            <a:off x="1226550" y="1828800"/>
            <a:ext cx="6691200" cy="99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sp>
        <p:nvSpPr>
          <p:cNvPr id="467" name="Google Shape;467;p44"/>
          <p:cNvSpPr txBox="1">
            <a:spLocks noGrp="1"/>
          </p:cNvSpPr>
          <p:nvPr>
            <p:ph type="title"/>
          </p:nvPr>
        </p:nvSpPr>
        <p:spPr>
          <a:xfrm>
            <a:off x="1226250" y="2884375"/>
            <a:ext cx="6691200" cy="44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—Someone Famous</a:t>
            </a:r>
            <a:endParaRPr/>
          </a:p>
        </p:txBody>
      </p:sp>
      <p:grpSp>
        <p:nvGrpSpPr>
          <p:cNvPr id="468" name="Google Shape;468;p44"/>
          <p:cNvGrpSpPr/>
          <p:nvPr/>
        </p:nvGrpSpPr>
        <p:grpSpPr>
          <a:xfrm>
            <a:off x="3632051" y="771526"/>
            <a:ext cx="1879600" cy="523876"/>
            <a:chOff x="5489576" y="3249613"/>
            <a:chExt cx="1879600" cy="523876"/>
          </a:xfrm>
        </p:grpSpPr>
        <p:sp>
          <p:nvSpPr>
            <p:cNvPr id="469" name="Google Shape;469;p44"/>
            <p:cNvSpPr/>
            <p:nvPr/>
          </p:nvSpPr>
          <p:spPr>
            <a:xfrm>
              <a:off x="5591176" y="3275013"/>
              <a:ext cx="825501" cy="490538"/>
            </a:xfrm>
            <a:custGeom>
              <a:avLst/>
              <a:gdLst/>
              <a:ahLst/>
              <a:cxnLst/>
              <a:rect l="l" t="t" r="r" b="b"/>
              <a:pathLst>
                <a:path w="624" h="371" extrusionOk="0">
                  <a:moveTo>
                    <a:pt x="286" y="227"/>
                  </a:moveTo>
                  <a:cubicBezTo>
                    <a:pt x="292" y="243"/>
                    <a:pt x="312" y="254"/>
                    <a:pt x="334" y="248"/>
                  </a:cubicBezTo>
                  <a:cubicBezTo>
                    <a:pt x="349" y="243"/>
                    <a:pt x="361" y="233"/>
                    <a:pt x="372" y="221"/>
                  </a:cubicBezTo>
                  <a:cubicBezTo>
                    <a:pt x="394" y="199"/>
                    <a:pt x="408" y="180"/>
                    <a:pt x="444" y="179"/>
                  </a:cubicBezTo>
                  <a:cubicBezTo>
                    <a:pt x="466" y="178"/>
                    <a:pt x="485" y="185"/>
                    <a:pt x="505" y="195"/>
                  </a:cubicBezTo>
                  <a:cubicBezTo>
                    <a:pt x="505" y="196"/>
                    <a:pt x="507" y="195"/>
                    <a:pt x="507" y="195"/>
                  </a:cubicBezTo>
                  <a:cubicBezTo>
                    <a:pt x="479" y="170"/>
                    <a:pt x="438" y="171"/>
                    <a:pt x="406" y="187"/>
                  </a:cubicBezTo>
                  <a:cubicBezTo>
                    <a:pt x="376" y="202"/>
                    <a:pt x="353" y="254"/>
                    <a:pt x="315" y="246"/>
                  </a:cubicBezTo>
                  <a:cubicBezTo>
                    <a:pt x="299" y="243"/>
                    <a:pt x="292" y="220"/>
                    <a:pt x="298" y="207"/>
                  </a:cubicBezTo>
                  <a:cubicBezTo>
                    <a:pt x="303" y="197"/>
                    <a:pt x="323" y="186"/>
                    <a:pt x="334" y="191"/>
                  </a:cubicBezTo>
                  <a:cubicBezTo>
                    <a:pt x="344" y="195"/>
                    <a:pt x="346" y="220"/>
                    <a:pt x="330" y="219"/>
                  </a:cubicBezTo>
                  <a:cubicBezTo>
                    <a:pt x="328" y="219"/>
                    <a:pt x="324" y="223"/>
                    <a:pt x="322" y="222"/>
                  </a:cubicBezTo>
                  <a:cubicBezTo>
                    <a:pt x="338" y="228"/>
                    <a:pt x="361" y="212"/>
                    <a:pt x="354" y="194"/>
                  </a:cubicBezTo>
                  <a:cubicBezTo>
                    <a:pt x="344" y="172"/>
                    <a:pt x="310" y="182"/>
                    <a:pt x="297" y="195"/>
                  </a:cubicBezTo>
                  <a:cubicBezTo>
                    <a:pt x="290" y="201"/>
                    <a:pt x="287" y="207"/>
                    <a:pt x="285" y="213"/>
                  </a:cubicBezTo>
                  <a:cubicBezTo>
                    <a:pt x="284" y="184"/>
                    <a:pt x="279" y="154"/>
                    <a:pt x="286" y="125"/>
                  </a:cubicBezTo>
                  <a:cubicBezTo>
                    <a:pt x="287" y="123"/>
                    <a:pt x="288" y="121"/>
                    <a:pt x="289" y="119"/>
                  </a:cubicBezTo>
                  <a:cubicBezTo>
                    <a:pt x="291" y="117"/>
                    <a:pt x="295" y="116"/>
                    <a:pt x="298" y="116"/>
                  </a:cubicBezTo>
                  <a:cubicBezTo>
                    <a:pt x="301" y="116"/>
                    <a:pt x="303" y="118"/>
                    <a:pt x="305" y="119"/>
                  </a:cubicBezTo>
                  <a:cubicBezTo>
                    <a:pt x="308" y="121"/>
                    <a:pt x="310" y="120"/>
                    <a:pt x="312" y="119"/>
                  </a:cubicBezTo>
                  <a:cubicBezTo>
                    <a:pt x="318" y="116"/>
                    <a:pt x="323" y="112"/>
                    <a:pt x="330" y="113"/>
                  </a:cubicBezTo>
                  <a:cubicBezTo>
                    <a:pt x="338" y="115"/>
                    <a:pt x="341" y="122"/>
                    <a:pt x="343" y="129"/>
                  </a:cubicBezTo>
                  <a:cubicBezTo>
                    <a:pt x="342" y="130"/>
                    <a:pt x="341" y="131"/>
                    <a:pt x="340" y="131"/>
                  </a:cubicBezTo>
                  <a:cubicBezTo>
                    <a:pt x="339" y="132"/>
                    <a:pt x="337" y="133"/>
                    <a:pt x="335" y="132"/>
                  </a:cubicBezTo>
                  <a:cubicBezTo>
                    <a:pt x="332" y="131"/>
                    <a:pt x="329" y="126"/>
                    <a:pt x="334" y="125"/>
                  </a:cubicBezTo>
                  <a:cubicBezTo>
                    <a:pt x="334" y="124"/>
                    <a:pt x="334" y="124"/>
                    <a:pt x="333" y="124"/>
                  </a:cubicBezTo>
                  <a:cubicBezTo>
                    <a:pt x="326" y="125"/>
                    <a:pt x="329" y="133"/>
                    <a:pt x="334" y="135"/>
                  </a:cubicBezTo>
                  <a:cubicBezTo>
                    <a:pt x="335" y="135"/>
                    <a:pt x="336" y="135"/>
                    <a:pt x="337" y="135"/>
                  </a:cubicBezTo>
                  <a:cubicBezTo>
                    <a:pt x="326" y="139"/>
                    <a:pt x="321" y="159"/>
                    <a:pt x="334" y="170"/>
                  </a:cubicBezTo>
                  <a:cubicBezTo>
                    <a:pt x="360" y="191"/>
                    <a:pt x="386" y="158"/>
                    <a:pt x="383" y="132"/>
                  </a:cubicBezTo>
                  <a:cubicBezTo>
                    <a:pt x="379" y="100"/>
                    <a:pt x="351" y="73"/>
                    <a:pt x="319" y="87"/>
                  </a:cubicBezTo>
                  <a:cubicBezTo>
                    <a:pt x="309" y="91"/>
                    <a:pt x="300" y="97"/>
                    <a:pt x="294" y="105"/>
                  </a:cubicBezTo>
                  <a:cubicBezTo>
                    <a:pt x="323" y="41"/>
                    <a:pt x="404" y="2"/>
                    <a:pt x="471" y="4"/>
                  </a:cubicBezTo>
                  <a:cubicBezTo>
                    <a:pt x="493" y="5"/>
                    <a:pt x="516" y="11"/>
                    <a:pt x="536" y="21"/>
                  </a:cubicBezTo>
                  <a:cubicBezTo>
                    <a:pt x="537" y="22"/>
                    <a:pt x="537" y="23"/>
                    <a:pt x="538" y="23"/>
                  </a:cubicBezTo>
                  <a:cubicBezTo>
                    <a:pt x="545" y="31"/>
                    <a:pt x="549" y="42"/>
                    <a:pt x="548" y="53"/>
                  </a:cubicBezTo>
                  <a:cubicBezTo>
                    <a:pt x="547" y="58"/>
                    <a:pt x="546" y="63"/>
                    <a:pt x="544" y="68"/>
                  </a:cubicBezTo>
                  <a:cubicBezTo>
                    <a:pt x="541" y="73"/>
                    <a:pt x="538" y="77"/>
                    <a:pt x="534" y="81"/>
                  </a:cubicBezTo>
                  <a:cubicBezTo>
                    <a:pt x="533" y="82"/>
                    <a:pt x="532" y="83"/>
                    <a:pt x="532" y="84"/>
                  </a:cubicBezTo>
                  <a:cubicBezTo>
                    <a:pt x="532" y="86"/>
                    <a:pt x="537" y="87"/>
                    <a:pt x="538" y="88"/>
                  </a:cubicBezTo>
                  <a:cubicBezTo>
                    <a:pt x="541" y="90"/>
                    <a:pt x="544" y="92"/>
                    <a:pt x="548" y="92"/>
                  </a:cubicBezTo>
                  <a:cubicBezTo>
                    <a:pt x="549" y="92"/>
                    <a:pt x="549" y="92"/>
                    <a:pt x="550" y="92"/>
                  </a:cubicBezTo>
                  <a:cubicBezTo>
                    <a:pt x="547" y="95"/>
                    <a:pt x="546" y="98"/>
                    <a:pt x="545" y="102"/>
                  </a:cubicBezTo>
                  <a:cubicBezTo>
                    <a:pt x="542" y="112"/>
                    <a:pt x="551" y="121"/>
                    <a:pt x="546" y="131"/>
                  </a:cubicBezTo>
                  <a:cubicBezTo>
                    <a:pt x="546" y="132"/>
                    <a:pt x="547" y="133"/>
                    <a:pt x="548" y="133"/>
                  </a:cubicBezTo>
                  <a:cubicBezTo>
                    <a:pt x="550" y="132"/>
                    <a:pt x="551" y="131"/>
                    <a:pt x="552" y="129"/>
                  </a:cubicBezTo>
                  <a:cubicBezTo>
                    <a:pt x="571" y="119"/>
                    <a:pt x="583" y="97"/>
                    <a:pt x="585" y="76"/>
                  </a:cubicBezTo>
                  <a:cubicBezTo>
                    <a:pt x="587" y="105"/>
                    <a:pt x="584" y="146"/>
                    <a:pt x="555" y="156"/>
                  </a:cubicBezTo>
                  <a:cubicBezTo>
                    <a:pt x="543" y="160"/>
                    <a:pt x="529" y="157"/>
                    <a:pt x="522" y="145"/>
                  </a:cubicBezTo>
                  <a:cubicBezTo>
                    <a:pt x="521" y="143"/>
                    <a:pt x="517" y="135"/>
                    <a:pt x="519" y="131"/>
                  </a:cubicBezTo>
                  <a:cubicBezTo>
                    <a:pt x="521" y="129"/>
                    <a:pt x="524" y="126"/>
                    <a:pt x="527" y="127"/>
                  </a:cubicBezTo>
                  <a:cubicBezTo>
                    <a:pt x="530" y="129"/>
                    <a:pt x="531" y="134"/>
                    <a:pt x="529" y="137"/>
                  </a:cubicBezTo>
                  <a:cubicBezTo>
                    <a:pt x="529" y="136"/>
                    <a:pt x="533" y="136"/>
                    <a:pt x="535" y="135"/>
                  </a:cubicBezTo>
                  <a:cubicBezTo>
                    <a:pt x="536" y="134"/>
                    <a:pt x="537" y="132"/>
                    <a:pt x="537" y="130"/>
                  </a:cubicBezTo>
                  <a:cubicBezTo>
                    <a:pt x="538" y="127"/>
                    <a:pt x="538" y="124"/>
                    <a:pt x="535" y="123"/>
                  </a:cubicBezTo>
                  <a:cubicBezTo>
                    <a:pt x="530" y="120"/>
                    <a:pt x="522" y="124"/>
                    <a:pt x="519" y="127"/>
                  </a:cubicBezTo>
                  <a:cubicBezTo>
                    <a:pt x="500" y="147"/>
                    <a:pt x="524" y="170"/>
                    <a:pt x="546" y="164"/>
                  </a:cubicBezTo>
                  <a:cubicBezTo>
                    <a:pt x="571" y="156"/>
                    <a:pt x="589" y="127"/>
                    <a:pt x="593" y="99"/>
                  </a:cubicBezTo>
                  <a:cubicBezTo>
                    <a:pt x="593" y="104"/>
                    <a:pt x="593" y="111"/>
                    <a:pt x="592" y="117"/>
                  </a:cubicBezTo>
                  <a:cubicBezTo>
                    <a:pt x="587" y="152"/>
                    <a:pt x="555" y="189"/>
                    <a:pt x="517" y="175"/>
                  </a:cubicBezTo>
                  <a:cubicBezTo>
                    <a:pt x="503" y="170"/>
                    <a:pt x="493" y="155"/>
                    <a:pt x="489" y="141"/>
                  </a:cubicBezTo>
                  <a:cubicBezTo>
                    <a:pt x="486" y="134"/>
                    <a:pt x="486" y="125"/>
                    <a:pt x="491" y="118"/>
                  </a:cubicBezTo>
                  <a:cubicBezTo>
                    <a:pt x="493" y="114"/>
                    <a:pt x="496" y="112"/>
                    <a:pt x="500" y="111"/>
                  </a:cubicBezTo>
                  <a:cubicBezTo>
                    <a:pt x="503" y="110"/>
                    <a:pt x="505" y="109"/>
                    <a:pt x="508" y="109"/>
                  </a:cubicBezTo>
                  <a:cubicBezTo>
                    <a:pt x="510" y="109"/>
                    <a:pt x="512" y="109"/>
                    <a:pt x="515" y="109"/>
                  </a:cubicBezTo>
                  <a:cubicBezTo>
                    <a:pt x="515" y="109"/>
                    <a:pt x="519" y="108"/>
                    <a:pt x="519" y="108"/>
                  </a:cubicBezTo>
                  <a:cubicBezTo>
                    <a:pt x="514" y="105"/>
                    <a:pt x="507" y="106"/>
                    <a:pt x="502" y="108"/>
                  </a:cubicBezTo>
                  <a:cubicBezTo>
                    <a:pt x="497" y="110"/>
                    <a:pt x="492" y="113"/>
                    <a:pt x="487" y="116"/>
                  </a:cubicBezTo>
                  <a:cubicBezTo>
                    <a:pt x="480" y="122"/>
                    <a:pt x="476" y="129"/>
                    <a:pt x="474" y="135"/>
                  </a:cubicBezTo>
                  <a:cubicBezTo>
                    <a:pt x="475" y="133"/>
                    <a:pt x="459" y="128"/>
                    <a:pt x="457" y="127"/>
                  </a:cubicBezTo>
                  <a:cubicBezTo>
                    <a:pt x="451" y="126"/>
                    <a:pt x="445" y="125"/>
                    <a:pt x="438" y="125"/>
                  </a:cubicBezTo>
                  <a:cubicBezTo>
                    <a:pt x="427" y="124"/>
                    <a:pt x="415" y="127"/>
                    <a:pt x="406" y="134"/>
                  </a:cubicBezTo>
                  <a:cubicBezTo>
                    <a:pt x="402" y="137"/>
                    <a:pt x="398" y="142"/>
                    <a:pt x="397" y="148"/>
                  </a:cubicBezTo>
                  <a:cubicBezTo>
                    <a:pt x="397" y="152"/>
                    <a:pt x="396" y="156"/>
                    <a:pt x="397" y="160"/>
                  </a:cubicBezTo>
                  <a:cubicBezTo>
                    <a:pt x="399" y="167"/>
                    <a:pt x="407" y="174"/>
                    <a:pt x="414" y="174"/>
                  </a:cubicBezTo>
                  <a:cubicBezTo>
                    <a:pt x="422" y="174"/>
                    <a:pt x="428" y="168"/>
                    <a:pt x="428" y="160"/>
                  </a:cubicBezTo>
                  <a:cubicBezTo>
                    <a:pt x="428" y="152"/>
                    <a:pt x="422" y="145"/>
                    <a:pt x="414" y="145"/>
                  </a:cubicBezTo>
                  <a:cubicBezTo>
                    <a:pt x="408" y="145"/>
                    <a:pt x="403" y="149"/>
                    <a:pt x="401" y="154"/>
                  </a:cubicBezTo>
                  <a:cubicBezTo>
                    <a:pt x="405" y="130"/>
                    <a:pt x="431" y="123"/>
                    <a:pt x="453" y="128"/>
                  </a:cubicBezTo>
                  <a:cubicBezTo>
                    <a:pt x="461" y="130"/>
                    <a:pt x="468" y="134"/>
                    <a:pt x="473" y="138"/>
                  </a:cubicBezTo>
                  <a:cubicBezTo>
                    <a:pt x="469" y="165"/>
                    <a:pt x="509" y="188"/>
                    <a:pt x="538" y="182"/>
                  </a:cubicBezTo>
                  <a:cubicBezTo>
                    <a:pt x="612" y="166"/>
                    <a:pt x="624" y="75"/>
                    <a:pt x="567" y="29"/>
                  </a:cubicBezTo>
                  <a:cubicBezTo>
                    <a:pt x="561" y="24"/>
                    <a:pt x="555" y="20"/>
                    <a:pt x="549" y="17"/>
                  </a:cubicBezTo>
                  <a:cubicBezTo>
                    <a:pt x="544" y="14"/>
                    <a:pt x="538" y="12"/>
                    <a:pt x="533" y="10"/>
                  </a:cubicBezTo>
                  <a:cubicBezTo>
                    <a:pt x="521" y="4"/>
                    <a:pt x="507" y="2"/>
                    <a:pt x="494" y="0"/>
                  </a:cubicBezTo>
                  <a:cubicBezTo>
                    <a:pt x="490" y="0"/>
                    <a:pt x="485" y="0"/>
                    <a:pt x="481" y="0"/>
                  </a:cubicBezTo>
                  <a:cubicBezTo>
                    <a:pt x="472" y="0"/>
                    <a:pt x="463" y="0"/>
                    <a:pt x="455" y="1"/>
                  </a:cubicBezTo>
                  <a:cubicBezTo>
                    <a:pt x="437" y="3"/>
                    <a:pt x="420" y="7"/>
                    <a:pt x="403" y="13"/>
                  </a:cubicBezTo>
                  <a:cubicBezTo>
                    <a:pt x="387" y="19"/>
                    <a:pt x="372" y="25"/>
                    <a:pt x="357" y="33"/>
                  </a:cubicBezTo>
                  <a:cubicBezTo>
                    <a:pt x="313" y="58"/>
                    <a:pt x="276" y="98"/>
                    <a:pt x="271" y="150"/>
                  </a:cubicBezTo>
                  <a:cubicBezTo>
                    <a:pt x="269" y="170"/>
                    <a:pt x="270" y="189"/>
                    <a:pt x="271" y="209"/>
                  </a:cubicBezTo>
                  <a:cubicBezTo>
                    <a:pt x="272" y="224"/>
                    <a:pt x="274" y="239"/>
                    <a:pt x="269" y="254"/>
                  </a:cubicBezTo>
                  <a:cubicBezTo>
                    <a:pt x="265" y="268"/>
                    <a:pt x="254" y="278"/>
                    <a:pt x="238" y="280"/>
                  </a:cubicBezTo>
                  <a:cubicBezTo>
                    <a:pt x="226" y="282"/>
                    <a:pt x="215" y="276"/>
                    <a:pt x="207" y="267"/>
                  </a:cubicBezTo>
                  <a:cubicBezTo>
                    <a:pt x="206" y="266"/>
                    <a:pt x="205" y="267"/>
                    <a:pt x="204" y="268"/>
                  </a:cubicBezTo>
                  <a:cubicBezTo>
                    <a:pt x="198" y="279"/>
                    <a:pt x="203" y="274"/>
                    <a:pt x="199" y="269"/>
                  </a:cubicBezTo>
                  <a:cubicBezTo>
                    <a:pt x="195" y="265"/>
                    <a:pt x="193" y="258"/>
                    <a:pt x="190" y="254"/>
                  </a:cubicBezTo>
                  <a:cubicBezTo>
                    <a:pt x="186" y="249"/>
                    <a:pt x="181" y="245"/>
                    <a:pt x="176" y="242"/>
                  </a:cubicBezTo>
                  <a:cubicBezTo>
                    <a:pt x="173" y="240"/>
                    <a:pt x="170" y="239"/>
                    <a:pt x="167" y="238"/>
                  </a:cubicBezTo>
                  <a:cubicBezTo>
                    <a:pt x="165" y="237"/>
                    <a:pt x="165" y="239"/>
                    <a:pt x="165" y="240"/>
                  </a:cubicBezTo>
                  <a:cubicBezTo>
                    <a:pt x="164" y="242"/>
                    <a:pt x="164" y="244"/>
                    <a:pt x="163" y="245"/>
                  </a:cubicBezTo>
                  <a:cubicBezTo>
                    <a:pt x="163" y="248"/>
                    <a:pt x="162" y="250"/>
                    <a:pt x="162" y="252"/>
                  </a:cubicBezTo>
                  <a:cubicBezTo>
                    <a:pt x="161" y="257"/>
                    <a:pt x="161" y="261"/>
                    <a:pt x="162" y="266"/>
                  </a:cubicBezTo>
                  <a:cubicBezTo>
                    <a:pt x="164" y="279"/>
                    <a:pt x="172" y="290"/>
                    <a:pt x="183" y="297"/>
                  </a:cubicBezTo>
                  <a:cubicBezTo>
                    <a:pt x="194" y="305"/>
                    <a:pt x="209" y="307"/>
                    <a:pt x="222" y="305"/>
                  </a:cubicBezTo>
                  <a:cubicBezTo>
                    <a:pt x="235" y="303"/>
                    <a:pt x="246" y="297"/>
                    <a:pt x="254" y="289"/>
                  </a:cubicBezTo>
                  <a:cubicBezTo>
                    <a:pt x="242" y="304"/>
                    <a:pt x="231" y="318"/>
                    <a:pt x="212" y="328"/>
                  </a:cubicBezTo>
                  <a:cubicBezTo>
                    <a:pt x="202" y="333"/>
                    <a:pt x="191" y="337"/>
                    <a:pt x="180" y="339"/>
                  </a:cubicBezTo>
                  <a:cubicBezTo>
                    <a:pt x="171" y="340"/>
                    <a:pt x="161" y="341"/>
                    <a:pt x="152" y="338"/>
                  </a:cubicBezTo>
                  <a:cubicBezTo>
                    <a:pt x="148" y="337"/>
                    <a:pt x="144" y="335"/>
                    <a:pt x="141" y="332"/>
                  </a:cubicBezTo>
                  <a:cubicBezTo>
                    <a:pt x="137" y="329"/>
                    <a:pt x="133" y="326"/>
                    <a:pt x="134" y="320"/>
                  </a:cubicBezTo>
                  <a:cubicBezTo>
                    <a:pt x="137" y="323"/>
                    <a:pt x="141" y="324"/>
                    <a:pt x="145" y="324"/>
                  </a:cubicBezTo>
                  <a:cubicBezTo>
                    <a:pt x="153" y="324"/>
                    <a:pt x="160" y="317"/>
                    <a:pt x="160" y="308"/>
                  </a:cubicBezTo>
                  <a:cubicBezTo>
                    <a:pt x="160" y="300"/>
                    <a:pt x="153" y="293"/>
                    <a:pt x="145" y="293"/>
                  </a:cubicBezTo>
                  <a:cubicBezTo>
                    <a:pt x="141" y="293"/>
                    <a:pt x="136" y="295"/>
                    <a:pt x="134" y="298"/>
                  </a:cubicBezTo>
                  <a:cubicBezTo>
                    <a:pt x="130" y="301"/>
                    <a:pt x="129" y="306"/>
                    <a:pt x="129" y="311"/>
                  </a:cubicBezTo>
                  <a:cubicBezTo>
                    <a:pt x="129" y="316"/>
                    <a:pt x="129" y="321"/>
                    <a:pt x="131" y="325"/>
                  </a:cubicBezTo>
                  <a:cubicBezTo>
                    <a:pt x="138" y="339"/>
                    <a:pt x="154" y="344"/>
                    <a:pt x="169" y="344"/>
                  </a:cubicBezTo>
                  <a:cubicBezTo>
                    <a:pt x="195" y="344"/>
                    <a:pt x="228" y="330"/>
                    <a:pt x="249" y="308"/>
                  </a:cubicBezTo>
                  <a:cubicBezTo>
                    <a:pt x="246" y="312"/>
                    <a:pt x="243" y="315"/>
                    <a:pt x="240" y="318"/>
                  </a:cubicBezTo>
                  <a:cubicBezTo>
                    <a:pt x="213" y="346"/>
                    <a:pt x="171" y="357"/>
                    <a:pt x="133" y="351"/>
                  </a:cubicBezTo>
                  <a:cubicBezTo>
                    <a:pt x="135" y="351"/>
                    <a:pt x="146" y="349"/>
                    <a:pt x="150" y="348"/>
                  </a:cubicBezTo>
                  <a:cubicBezTo>
                    <a:pt x="152" y="348"/>
                    <a:pt x="151" y="345"/>
                    <a:pt x="150" y="345"/>
                  </a:cubicBezTo>
                  <a:cubicBezTo>
                    <a:pt x="132" y="343"/>
                    <a:pt x="117" y="340"/>
                    <a:pt x="107" y="324"/>
                  </a:cubicBezTo>
                  <a:cubicBezTo>
                    <a:pt x="104" y="319"/>
                    <a:pt x="102" y="313"/>
                    <a:pt x="102" y="307"/>
                  </a:cubicBezTo>
                  <a:cubicBezTo>
                    <a:pt x="101" y="304"/>
                    <a:pt x="101" y="302"/>
                    <a:pt x="102" y="300"/>
                  </a:cubicBezTo>
                  <a:cubicBezTo>
                    <a:pt x="102" y="297"/>
                    <a:pt x="102" y="294"/>
                    <a:pt x="101" y="291"/>
                  </a:cubicBezTo>
                  <a:cubicBezTo>
                    <a:pt x="100" y="288"/>
                    <a:pt x="99" y="285"/>
                    <a:pt x="96" y="284"/>
                  </a:cubicBezTo>
                  <a:cubicBezTo>
                    <a:pt x="95" y="282"/>
                    <a:pt x="92" y="282"/>
                    <a:pt x="90" y="281"/>
                  </a:cubicBezTo>
                  <a:cubicBezTo>
                    <a:pt x="88" y="281"/>
                    <a:pt x="86" y="280"/>
                    <a:pt x="84" y="279"/>
                  </a:cubicBezTo>
                  <a:cubicBezTo>
                    <a:pt x="80" y="276"/>
                    <a:pt x="80" y="272"/>
                    <a:pt x="81" y="267"/>
                  </a:cubicBezTo>
                  <a:cubicBezTo>
                    <a:pt x="81" y="267"/>
                    <a:pt x="81" y="267"/>
                    <a:pt x="80" y="266"/>
                  </a:cubicBezTo>
                  <a:cubicBezTo>
                    <a:pt x="80" y="266"/>
                    <a:pt x="80" y="267"/>
                    <a:pt x="79" y="267"/>
                  </a:cubicBezTo>
                  <a:cubicBezTo>
                    <a:pt x="79" y="269"/>
                    <a:pt x="78" y="271"/>
                    <a:pt x="78" y="273"/>
                  </a:cubicBezTo>
                  <a:cubicBezTo>
                    <a:pt x="70" y="297"/>
                    <a:pt x="81" y="325"/>
                    <a:pt x="100" y="340"/>
                  </a:cubicBezTo>
                  <a:cubicBezTo>
                    <a:pt x="80" y="329"/>
                    <a:pt x="63" y="312"/>
                    <a:pt x="54" y="286"/>
                  </a:cubicBezTo>
                  <a:cubicBezTo>
                    <a:pt x="46" y="261"/>
                    <a:pt x="52" y="230"/>
                    <a:pt x="72" y="211"/>
                  </a:cubicBezTo>
                  <a:cubicBezTo>
                    <a:pt x="87" y="197"/>
                    <a:pt x="110" y="192"/>
                    <a:pt x="126" y="208"/>
                  </a:cubicBezTo>
                  <a:cubicBezTo>
                    <a:pt x="135" y="218"/>
                    <a:pt x="145" y="246"/>
                    <a:pt x="120" y="246"/>
                  </a:cubicBezTo>
                  <a:cubicBezTo>
                    <a:pt x="118" y="246"/>
                    <a:pt x="115" y="249"/>
                    <a:pt x="114" y="249"/>
                  </a:cubicBezTo>
                  <a:cubicBezTo>
                    <a:pt x="127" y="249"/>
                    <a:pt x="139" y="245"/>
                    <a:pt x="147" y="234"/>
                  </a:cubicBezTo>
                  <a:cubicBezTo>
                    <a:pt x="152" y="226"/>
                    <a:pt x="153" y="219"/>
                    <a:pt x="152" y="214"/>
                  </a:cubicBezTo>
                  <a:cubicBezTo>
                    <a:pt x="167" y="228"/>
                    <a:pt x="198" y="228"/>
                    <a:pt x="217" y="217"/>
                  </a:cubicBezTo>
                  <a:cubicBezTo>
                    <a:pt x="251" y="198"/>
                    <a:pt x="256" y="159"/>
                    <a:pt x="263" y="125"/>
                  </a:cubicBezTo>
                  <a:cubicBezTo>
                    <a:pt x="275" y="74"/>
                    <a:pt x="305" y="50"/>
                    <a:pt x="349" y="25"/>
                  </a:cubicBezTo>
                  <a:cubicBezTo>
                    <a:pt x="349" y="25"/>
                    <a:pt x="348" y="25"/>
                    <a:pt x="348" y="25"/>
                  </a:cubicBezTo>
                  <a:cubicBezTo>
                    <a:pt x="322" y="39"/>
                    <a:pt x="295" y="53"/>
                    <a:pt x="276" y="76"/>
                  </a:cubicBezTo>
                  <a:cubicBezTo>
                    <a:pt x="250" y="108"/>
                    <a:pt x="253" y="150"/>
                    <a:pt x="236" y="186"/>
                  </a:cubicBezTo>
                  <a:cubicBezTo>
                    <a:pt x="224" y="209"/>
                    <a:pt x="194" y="233"/>
                    <a:pt x="168" y="213"/>
                  </a:cubicBezTo>
                  <a:cubicBezTo>
                    <a:pt x="158" y="205"/>
                    <a:pt x="153" y="188"/>
                    <a:pt x="157" y="176"/>
                  </a:cubicBezTo>
                  <a:cubicBezTo>
                    <a:pt x="163" y="158"/>
                    <a:pt x="193" y="145"/>
                    <a:pt x="206" y="163"/>
                  </a:cubicBezTo>
                  <a:cubicBezTo>
                    <a:pt x="211" y="171"/>
                    <a:pt x="212" y="182"/>
                    <a:pt x="204" y="188"/>
                  </a:cubicBezTo>
                  <a:cubicBezTo>
                    <a:pt x="201" y="190"/>
                    <a:pt x="197" y="192"/>
                    <a:pt x="193" y="192"/>
                  </a:cubicBezTo>
                  <a:cubicBezTo>
                    <a:pt x="192" y="191"/>
                    <a:pt x="190" y="191"/>
                    <a:pt x="190" y="189"/>
                  </a:cubicBezTo>
                  <a:cubicBezTo>
                    <a:pt x="190" y="188"/>
                    <a:pt x="191" y="188"/>
                    <a:pt x="192" y="187"/>
                  </a:cubicBezTo>
                  <a:cubicBezTo>
                    <a:pt x="193" y="186"/>
                    <a:pt x="193" y="184"/>
                    <a:pt x="193" y="182"/>
                  </a:cubicBezTo>
                  <a:cubicBezTo>
                    <a:pt x="189" y="176"/>
                    <a:pt x="180" y="180"/>
                    <a:pt x="178" y="185"/>
                  </a:cubicBezTo>
                  <a:cubicBezTo>
                    <a:pt x="176" y="191"/>
                    <a:pt x="182" y="195"/>
                    <a:pt x="187" y="197"/>
                  </a:cubicBezTo>
                  <a:cubicBezTo>
                    <a:pt x="196" y="200"/>
                    <a:pt x="208" y="196"/>
                    <a:pt x="214" y="189"/>
                  </a:cubicBezTo>
                  <a:cubicBezTo>
                    <a:pt x="223" y="180"/>
                    <a:pt x="223" y="169"/>
                    <a:pt x="216" y="160"/>
                  </a:cubicBezTo>
                  <a:cubicBezTo>
                    <a:pt x="198" y="133"/>
                    <a:pt x="153" y="155"/>
                    <a:pt x="146" y="180"/>
                  </a:cubicBezTo>
                  <a:cubicBezTo>
                    <a:pt x="143" y="189"/>
                    <a:pt x="143" y="197"/>
                    <a:pt x="146" y="203"/>
                  </a:cubicBezTo>
                  <a:cubicBezTo>
                    <a:pt x="132" y="192"/>
                    <a:pt x="102" y="191"/>
                    <a:pt x="87" y="197"/>
                  </a:cubicBezTo>
                  <a:cubicBezTo>
                    <a:pt x="0" y="227"/>
                    <a:pt x="33" y="334"/>
                    <a:pt x="110" y="355"/>
                  </a:cubicBezTo>
                  <a:cubicBezTo>
                    <a:pt x="166" y="371"/>
                    <a:pt x="239" y="344"/>
                    <a:pt x="270" y="294"/>
                  </a:cubicBezTo>
                  <a:cubicBezTo>
                    <a:pt x="284" y="273"/>
                    <a:pt x="287" y="250"/>
                    <a:pt x="286" y="227"/>
                  </a:cubicBezTo>
                  <a:close/>
                  <a:moveTo>
                    <a:pt x="326" y="89"/>
                  </a:moveTo>
                  <a:cubicBezTo>
                    <a:pt x="352" y="81"/>
                    <a:pt x="370" y="105"/>
                    <a:pt x="375" y="127"/>
                  </a:cubicBezTo>
                  <a:cubicBezTo>
                    <a:pt x="378" y="137"/>
                    <a:pt x="377" y="148"/>
                    <a:pt x="372" y="156"/>
                  </a:cubicBezTo>
                  <a:cubicBezTo>
                    <a:pt x="367" y="165"/>
                    <a:pt x="360" y="169"/>
                    <a:pt x="351" y="170"/>
                  </a:cubicBezTo>
                  <a:cubicBezTo>
                    <a:pt x="333" y="169"/>
                    <a:pt x="333" y="159"/>
                    <a:pt x="349" y="142"/>
                  </a:cubicBezTo>
                  <a:cubicBezTo>
                    <a:pt x="350" y="143"/>
                    <a:pt x="352" y="141"/>
                    <a:pt x="350" y="140"/>
                  </a:cubicBezTo>
                  <a:cubicBezTo>
                    <a:pt x="347" y="136"/>
                    <a:pt x="344" y="135"/>
                    <a:pt x="341" y="135"/>
                  </a:cubicBezTo>
                  <a:cubicBezTo>
                    <a:pt x="341" y="134"/>
                    <a:pt x="342" y="134"/>
                    <a:pt x="343" y="134"/>
                  </a:cubicBezTo>
                  <a:cubicBezTo>
                    <a:pt x="345" y="132"/>
                    <a:pt x="347" y="131"/>
                    <a:pt x="348" y="128"/>
                  </a:cubicBezTo>
                  <a:cubicBezTo>
                    <a:pt x="349" y="124"/>
                    <a:pt x="348" y="120"/>
                    <a:pt x="348" y="116"/>
                  </a:cubicBezTo>
                  <a:cubicBezTo>
                    <a:pt x="347" y="108"/>
                    <a:pt x="342" y="101"/>
                    <a:pt x="336" y="97"/>
                  </a:cubicBezTo>
                  <a:cubicBezTo>
                    <a:pt x="331" y="94"/>
                    <a:pt x="325" y="92"/>
                    <a:pt x="318" y="92"/>
                  </a:cubicBezTo>
                  <a:cubicBezTo>
                    <a:pt x="321" y="91"/>
                    <a:pt x="324" y="90"/>
                    <a:pt x="326" y="89"/>
                  </a:cubicBezTo>
                  <a:close/>
                  <a:moveTo>
                    <a:pt x="308" y="98"/>
                  </a:moveTo>
                  <a:cubicBezTo>
                    <a:pt x="316" y="95"/>
                    <a:pt x="323" y="93"/>
                    <a:pt x="332" y="98"/>
                  </a:cubicBezTo>
                  <a:cubicBezTo>
                    <a:pt x="343" y="104"/>
                    <a:pt x="345" y="114"/>
                    <a:pt x="344" y="125"/>
                  </a:cubicBezTo>
                  <a:cubicBezTo>
                    <a:pt x="343" y="117"/>
                    <a:pt x="336" y="112"/>
                    <a:pt x="328" y="110"/>
                  </a:cubicBezTo>
                  <a:cubicBezTo>
                    <a:pt x="326" y="110"/>
                    <a:pt x="324" y="110"/>
                    <a:pt x="322" y="110"/>
                  </a:cubicBezTo>
                  <a:cubicBezTo>
                    <a:pt x="320" y="111"/>
                    <a:pt x="319" y="112"/>
                    <a:pt x="317" y="112"/>
                  </a:cubicBezTo>
                  <a:cubicBezTo>
                    <a:pt x="313" y="113"/>
                    <a:pt x="308" y="113"/>
                    <a:pt x="304" y="111"/>
                  </a:cubicBezTo>
                  <a:cubicBezTo>
                    <a:pt x="302" y="110"/>
                    <a:pt x="301" y="110"/>
                    <a:pt x="300" y="109"/>
                  </a:cubicBezTo>
                  <a:cubicBezTo>
                    <a:pt x="299" y="109"/>
                    <a:pt x="297" y="109"/>
                    <a:pt x="296" y="109"/>
                  </a:cubicBezTo>
                  <a:cubicBezTo>
                    <a:pt x="300" y="106"/>
                    <a:pt x="303" y="102"/>
                    <a:pt x="308" y="98"/>
                  </a:cubicBezTo>
                  <a:close/>
                  <a:moveTo>
                    <a:pt x="563" y="53"/>
                  </a:moveTo>
                  <a:cubicBezTo>
                    <a:pt x="570" y="72"/>
                    <a:pt x="568" y="91"/>
                    <a:pt x="563" y="110"/>
                  </a:cubicBezTo>
                  <a:cubicBezTo>
                    <a:pt x="563" y="110"/>
                    <a:pt x="563" y="110"/>
                    <a:pt x="564" y="110"/>
                  </a:cubicBezTo>
                  <a:cubicBezTo>
                    <a:pt x="572" y="92"/>
                    <a:pt x="573" y="63"/>
                    <a:pt x="564" y="41"/>
                  </a:cubicBezTo>
                  <a:cubicBezTo>
                    <a:pt x="569" y="45"/>
                    <a:pt x="573" y="50"/>
                    <a:pt x="576" y="55"/>
                  </a:cubicBezTo>
                  <a:cubicBezTo>
                    <a:pt x="580" y="63"/>
                    <a:pt x="582" y="72"/>
                    <a:pt x="581" y="84"/>
                  </a:cubicBezTo>
                  <a:cubicBezTo>
                    <a:pt x="579" y="102"/>
                    <a:pt x="568" y="117"/>
                    <a:pt x="553" y="127"/>
                  </a:cubicBezTo>
                  <a:cubicBezTo>
                    <a:pt x="554" y="125"/>
                    <a:pt x="554" y="123"/>
                    <a:pt x="554" y="120"/>
                  </a:cubicBezTo>
                  <a:cubicBezTo>
                    <a:pt x="552" y="115"/>
                    <a:pt x="550" y="110"/>
                    <a:pt x="550" y="105"/>
                  </a:cubicBezTo>
                  <a:cubicBezTo>
                    <a:pt x="550" y="100"/>
                    <a:pt x="552" y="95"/>
                    <a:pt x="556" y="91"/>
                  </a:cubicBezTo>
                  <a:cubicBezTo>
                    <a:pt x="557" y="90"/>
                    <a:pt x="560" y="89"/>
                    <a:pt x="560" y="87"/>
                  </a:cubicBezTo>
                  <a:cubicBezTo>
                    <a:pt x="561" y="85"/>
                    <a:pt x="557" y="84"/>
                    <a:pt x="556" y="85"/>
                  </a:cubicBezTo>
                  <a:cubicBezTo>
                    <a:pt x="552" y="86"/>
                    <a:pt x="551" y="88"/>
                    <a:pt x="547" y="88"/>
                  </a:cubicBezTo>
                  <a:cubicBezTo>
                    <a:pt x="545" y="88"/>
                    <a:pt x="537" y="84"/>
                    <a:pt x="537" y="84"/>
                  </a:cubicBezTo>
                  <a:cubicBezTo>
                    <a:pt x="553" y="75"/>
                    <a:pt x="556" y="50"/>
                    <a:pt x="550" y="34"/>
                  </a:cubicBezTo>
                  <a:cubicBezTo>
                    <a:pt x="549" y="32"/>
                    <a:pt x="548" y="31"/>
                    <a:pt x="548" y="30"/>
                  </a:cubicBezTo>
                  <a:cubicBezTo>
                    <a:pt x="554" y="37"/>
                    <a:pt x="559" y="44"/>
                    <a:pt x="563" y="53"/>
                  </a:cubicBezTo>
                  <a:close/>
                  <a:moveTo>
                    <a:pt x="212" y="298"/>
                  </a:moveTo>
                  <a:cubicBezTo>
                    <a:pt x="219" y="298"/>
                    <a:pt x="227" y="298"/>
                    <a:pt x="235" y="295"/>
                  </a:cubicBezTo>
                  <a:cubicBezTo>
                    <a:pt x="234" y="295"/>
                    <a:pt x="233" y="296"/>
                    <a:pt x="233" y="296"/>
                  </a:cubicBezTo>
                  <a:cubicBezTo>
                    <a:pt x="221" y="301"/>
                    <a:pt x="208" y="302"/>
                    <a:pt x="195" y="298"/>
                  </a:cubicBezTo>
                  <a:cubicBezTo>
                    <a:pt x="184" y="294"/>
                    <a:pt x="174" y="287"/>
                    <a:pt x="168" y="276"/>
                  </a:cubicBezTo>
                  <a:cubicBezTo>
                    <a:pt x="165" y="271"/>
                    <a:pt x="164" y="265"/>
                    <a:pt x="163" y="259"/>
                  </a:cubicBezTo>
                  <a:cubicBezTo>
                    <a:pt x="163" y="256"/>
                    <a:pt x="163" y="252"/>
                    <a:pt x="164" y="249"/>
                  </a:cubicBezTo>
                  <a:cubicBezTo>
                    <a:pt x="164" y="247"/>
                    <a:pt x="165" y="246"/>
                    <a:pt x="165" y="244"/>
                  </a:cubicBezTo>
                  <a:cubicBezTo>
                    <a:pt x="165" y="243"/>
                    <a:pt x="166" y="242"/>
                    <a:pt x="166" y="242"/>
                  </a:cubicBezTo>
                  <a:cubicBezTo>
                    <a:pt x="166" y="241"/>
                    <a:pt x="166" y="240"/>
                    <a:pt x="166" y="239"/>
                  </a:cubicBezTo>
                  <a:cubicBezTo>
                    <a:pt x="183" y="249"/>
                    <a:pt x="194" y="261"/>
                    <a:pt x="197" y="281"/>
                  </a:cubicBezTo>
                  <a:cubicBezTo>
                    <a:pt x="198" y="283"/>
                    <a:pt x="200" y="283"/>
                    <a:pt x="201" y="282"/>
                  </a:cubicBezTo>
                  <a:cubicBezTo>
                    <a:pt x="208" y="268"/>
                    <a:pt x="212" y="280"/>
                    <a:pt x="222" y="284"/>
                  </a:cubicBezTo>
                  <a:cubicBezTo>
                    <a:pt x="227" y="285"/>
                    <a:pt x="232" y="286"/>
                    <a:pt x="237" y="286"/>
                  </a:cubicBezTo>
                  <a:cubicBezTo>
                    <a:pt x="231" y="290"/>
                    <a:pt x="225" y="292"/>
                    <a:pt x="217" y="292"/>
                  </a:cubicBezTo>
                  <a:cubicBezTo>
                    <a:pt x="200" y="292"/>
                    <a:pt x="185" y="282"/>
                    <a:pt x="176" y="269"/>
                  </a:cubicBezTo>
                  <a:cubicBezTo>
                    <a:pt x="176" y="269"/>
                    <a:pt x="175" y="269"/>
                    <a:pt x="175" y="269"/>
                  </a:cubicBezTo>
                  <a:cubicBezTo>
                    <a:pt x="182" y="284"/>
                    <a:pt x="195" y="295"/>
                    <a:pt x="212" y="298"/>
                  </a:cubicBezTo>
                  <a:close/>
                  <a:moveTo>
                    <a:pt x="129" y="310"/>
                  </a:moveTo>
                  <a:cubicBezTo>
                    <a:pt x="129" y="310"/>
                    <a:pt x="129" y="309"/>
                    <a:pt x="129" y="309"/>
                  </a:cubicBezTo>
                  <a:cubicBezTo>
                    <a:pt x="129" y="309"/>
                    <a:pt x="129" y="309"/>
                    <a:pt x="129" y="310"/>
                  </a:cubicBezTo>
                  <a:cubicBezTo>
                    <a:pt x="129" y="310"/>
                    <a:pt x="129" y="310"/>
                    <a:pt x="129" y="310"/>
                  </a:cubicBezTo>
                  <a:close/>
                  <a:moveTo>
                    <a:pt x="90" y="322"/>
                  </a:moveTo>
                  <a:cubicBezTo>
                    <a:pt x="79" y="310"/>
                    <a:pt x="75" y="295"/>
                    <a:pt x="78" y="280"/>
                  </a:cubicBezTo>
                  <a:cubicBezTo>
                    <a:pt x="77" y="284"/>
                    <a:pt x="82" y="287"/>
                    <a:pt x="85" y="288"/>
                  </a:cubicBezTo>
                  <a:cubicBezTo>
                    <a:pt x="88" y="289"/>
                    <a:pt x="91" y="290"/>
                    <a:pt x="93" y="291"/>
                  </a:cubicBezTo>
                  <a:cubicBezTo>
                    <a:pt x="97" y="295"/>
                    <a:pt x="96" y="300"/>
                    <a:pt x="96" y="304"/>
                  </a:cubicBezTo>
                  <a:cubicBezTo>
                    <a:pt x="96" y="316"/>
                    <a:pt x="102" y="329"/>
                    <a:pt x="111" y="337"/>
                  </a:cubicBezTo>
                  <a:cubicBezTo>
                    <a:pt x="103" y="334"/>
                    <a:pt x="96" y="330"/>
                    <a:pt x="90" y="32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44"/>
            <p:cNvSpPr/>
            <p:nvPr/>
          </p:nvSpPr>
          <p:spPr>
            <a:xfrm>
              <a:off x="6008689" y="3290888"/>
              <a:ext cx="242888" cy="150813"/>
            </a:xfrm>
            <a:custGeom>
              <a:avLst/>
              <a:gdLst/>
              <a:ahLst/>
              <a:cxnLst/>
              <a:rect l="l" t="t" r="r" b="b"/>
              <a:pathLst>
                <a:path w="184" h="114" extrusionOk="0">
                  <a:moveTo>
                    <a:pt x="125" y="76"/>
                  </a:moveTo>
                  <a:cubicBezTo>
                    <a:pt x="126" y="75"/>
                    <a:pt x="128" y="76"/>
                    <a:pt x="129" y="76"/>
                  </a:cubicBezTo>
                  <a:cubicBezTo>
                    <a:pt x="130" y="75"/>
                    <a:pt x="131" y="74"/>
                    <a:pt x="132" y="73"/>
                  </a:cubicBezTo>
                  <a:cubicBezTo>
                    <a:pt x="134" y="71"/>
                    <a:pt x="135" y="68"/>
                    <a:pt x="135" y="65"/>
                  </a:cubicBezTo>
                  <a:cubicBezTo>
                    <a:pt x="135" y="61"/>
                    <a:pt x="134" y="58"/>
                    <a:pt x="131" y="56"/>
                  </a:cubicBezTo>
                  <a:cubicBezTo>
                    <a:pt x="126" y="50"/>
                    <a:pt x="117" y="50"/>
                    <a:pt x="110" y="52"/>
                  </a:cubicBezTo>
                  <a:cubicBezTo>
                    <a:pt x="101" y="55"/>
                    <a:pt x="95" y="63"/>
                    <a:pt x="95" y="73"/>
                  </a:cubicBezTo>
                  <a:cubicBezTo>
                    <a:pt x="93" y="105"/>
                    <a:pt x="133" y="110"/>
                    <a:pt x="155" y="98"/>
                  </a:cubicBezTo>
                  <a:cubicBezTo>
                    <a:pt x="177" y="86"/>
                    <a:pt x="184" y="56"/>
                    <a:pt x="172" y="34"/>
                  </a:cubicBezTo>
                  <a:cubicBezTo>
                    <a:pt x="159" y="7"/>
                    <a:pt x="125" y="0"/>
                    <a:pt x="97" y="5"/>
                  </a:cubicBezTo>
                  <a:cubicBezTo>
                    <a:pt x="57" y="12"/>
                    <a:pt x="26" y="37"/>
                    <a:pt x="0" y="67"/>
                  </a:cubicBezTo>
                  <a:cubicBezTo>
                    <a:pt x="1" y="67"/>
                    <a:pt x="3" y="67"/>
                    <a:pt x="3" y="67"/>
                  </a:cubicBezTo>
                  <a:cubicBezTo>
                    <a:pt x="33" y="40"/>
                    <a:pt x="70" y="2"/>
                    <a:pt x="114" y="10"/>
                  </a:cubicBezTo>
                  <a:cubicBezTo>
                    <a:pt x="140" y="14"/>
                    <a:pt x="165" y="34"/>
                    <a:pt x="166" y="62"/>
                  </a:cubicBezTo>
                  <a:cubicBezTo>
                    <a:pt x="167" y="90"/>
                    <a:pt x="139" y="114"/>
                    <a:pt x="113" y="94"/>
                  </a:cubicBezTo>
                  <a:cubicBezTo>
                    <a:pt x="100" y="83"/>
                    <a:pt x="98" y="69"/>
                    <a:pt x="112" y="59"/>
                  </a:cubicBezTo>
                  <a:cubicBezTo>
                    <a:pt x="116" y="57"/>
                    <a:pt x="122" y="54"/>
                    <a:pt x="126" y="57"/>
                  </a:cubicBezTo>
                  <a:cubicBezTo>
                    <a:pt x="132" y="61"/>
                    <a:pt x="131" y="73"/>
                    <a:pt x="125" y="7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44"/>
            <p:cNvSpPr/>
            <p:nvPr/>
          </p:nvSpPr>
          <p:spPr>
            <a:xfrm>
              <a:off x="6035676" y="3343276"/>
              <a:ext cx="93663" cy="68263"/>
            </a:xfrm>
            <a:custGeom>
              <a:avLst/>
              <a:gdLst/>
              <a:ahLst/>
              <a:cxnLst/>
              <a:rect l="l" t="t" r="r" b="b"/>
              <a:pathLst>
                <a:path w="71" h="52" extrusionOk="0">
                  <a:moveTo>
                    <a:pt x="55" y="39"/>
                  </a:moveTo>
                  <a:cubicBezTo>
                    <a:pt x="48" y="43"/>
                    <a:pt x="43" y="34"/>
                    <a:pt x="40" y="29"/>
                  </a:cubicBezTo>
                  <a:cubicBezTo>
                    <a:pt x="40" y="29"/>
                    <a:pt x="37" y="31"/>
                    <a:pt x="37" y="32"/>
                  </a:cubicBezTo>
                  <a:cubicBezTo>
                    <a:pt x="32" y="46"/>
                    <a:pt x="43" y="52"/>
                    <a:pt x="54" y="46"/>
                  </a:cubicBezTo>
                  <a:cubicBezTo>
                    <a:pt x="55" y="46"/>
                    <a:pt x="56" y="45"/>
                    <a:pt x="56" y="45"/>
                  </a:cubicBezTo>
                  <a:cubicBezTo>
                    <a:pt x="63" y="39"/>
                    <a:pt x="71" y="33"/>
                    <a:pt x="68" y="23"/>
                  </a:cubicBezTo>
                  <a:cubicBezTo>
                    <a:pt x="64" y="7"/>
                    <a:pt x="45" y="0"/>
                    <a:pt x="31" y="3"/>
                  </a:cubicBezTo>
                  <a:cubicBezTo>
                    <a:pt x="19" y="6"/>
                    <a:pt x="10" y="14"/>
                    <a:pt x="1" y="21"/>
                  </a:cubicBezTo>
                  <a:cubicBezTo>
                    <a:pt x="0" y="21"/>
                    <a:pt x="0" y="22"/>
                    <a:pt x="0" y="21"/>
                  </a:cubicBezTo>
                  <a:cubicBezTo>
                    <a:pt x="4" y="19"/>
                    <a:pt x="8" y="16"/>
                    <a:pt x="12" y="14"/>
                  </a:cubicBezTo>
                  <a:cubicBezTo>
                    <a:pt x="14" y="13"/>
                    <a:pt x="18" y="12"/>
                    <a:pt x="21" y="11"/>
                  </a:cubicBezTo>
                  <a:cubicBezTo>
                    <a:pt x="28" y="9"/>
                    <a:pt x="35" y="10"/>
                    <a:pt x="43" y="12"/>
                  </a:cubicBezTo>
                  <a:cubicBezTo>
                    <a:pt x="49" y="14"/>
                    <a:pt x="54" y="19"/>
                    <a:pt x="56" y="26"/>
                  </a:cubicBezTo>
                  <a:cubicBezTo>
                    <a:pt x="58" y="30"/>
                    <a:pt x="60" y="36"/>
                    <a:pt x="55" y="3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44"/>
            <p:cNvSpPr/>
            <p:nvPr/>
          </p:nvSpPr>
          <p:spPr>
            <a:xfrm>
              <a:off x="5853114" y="3470276"/>
              <a:ext cx="106363" cy="163513"/>
            </a:xfrm>
            <a:custGeom>
              <a:avLst/>
              <a:gdLst/>
              <a:ahLst/>
              <a:cxnLst/>
              <a:rect l="l" t="t" r="r" b="b"/>
              <a:pathLst>
                <a:path w="80" h="124" extrusionOk="0">
                  <a:moveTo>
                    <a:pt x="25" y="95"/>
                  </a:moveTo>
                  <a:cubicBezTo>
                    <a:pt x="26" y="98"/>
                    <a:pt x="28" y="99"/>
                    <a:pt x="30" y="100"/>
                  </a:cubicBezTo>
                  <a:cubicBezTo>
                    <a:pt x="33" y="101"/>
                    <a:pt x="37" y="100"/>
                    <a:pt x="39" y="97"/>
                  </a:cubicBezTo>
                  <a:cubicBezTo>
                    <a:pt x="39" y="96"/>
                    <a:pt x="39" y="96"/>
                    <a:pt x="39" y="95"/>
                  </a:cubicBezTo>
                  <a:cubicBezTo>
                    <a:pt x="40" y="90"/>
                    <a:pt x="34" y="85"/>
                    <a:pt x="30" y="84"/>
                  </a:cubicBezTo>
                  <a:cubicBezTo>
                    <a:pt x="24" y="82"/>
                    <a:pt x="17" y="86"/>
                    <a:pt x="13" y="90"/>
                  </a:cubicBezTo>
                  <a:cubicBezTo>
                    <a:pt x="0" y="106"/>
                    <a:pt x="18" y="124"/>
                    <a:pt x="36" y="119"/>
                  </a:cubicBezTo>
                  <a:cubicBezTo>
                    <a:pt x="80" y="105"/>
                    <a:pt x="66" y="34"/>
                    <a:pt x="64" y="0"/>
                  </a:cubicBezTo>
                  <a:cubicBezTo>
                    <a:pt x="64" y="1"/>
                    <a:pt x="64" y="1"/>
                    <a:pt x="64" y="1"/>
                  </a:cubicBezTo>
                  <a:cubicBezTo>
                    <a:pt x="63" y="16"/>
                    <a:pt x="63" y="29"/>
                    <a:pt x="63" y="44"/>
                  </a:cubicBezTo>
                  <a:cubicBezTo>
                    <a:pt x="62" y="57"/>
                    <a:pt x="63" y="77"/>
                    <a:pt x="58" y="90"/>
                  </a:cubicBezTo>
                  <a:cubicBezTo>
                    <a:pt x="52" y="105"/>
                    <a:pt x="33" y="123"/>
                    <a:pt x="19" y="108"/>
                  </a:cubicBezTo>
                  <a:cubicBezTo>
                    <a:pt x="16" y="104"/>
                    <a:pt x="15" y="99"/>
                    <a:pt x="17" y="95"/>
                  </a:cubicBezTo>
                  <a:cubicBezTo>
                    <a:pt x="18" y="91"/>
                    <a:pt x="25" y="87"/>
                    <a:pt x="28" y="90"/>
                  </a:cubicBezTo>
                  <a:cubicBezTo>
                    <a:pt x="26" y="91"/>
                    <a:pt x="25" y="93"/>
                    <a:pt x="25" y="9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44"/>
            <p:cNvSpPr/>
            <p:nvPr/>
          </p:nvSpPr>
          <p:spPr>
            <a:xfrm>
              <a:off x="6442076" y="3275013"/>
              <a:ext cx="825501" cy="490538"/>
            </a:xfrm>
            <a:custGeom>
              <a:avLst/>
              <a:gdLst/>
              <a:ahLst/>
              <a:cxnLst/>
              <a:rect l="l" t="t" r="r" b="b"/>
              <a:pathLst>
                <a:path w="624" h="371" extrusionOk="0">
                  <a:moveTo>
                    <a:pt x="537" y="197"/>
                  </a:moveTo>
                  <a:cubicBezTo>
                    <a:pt x="522" y="191"/>
                    <a:pt x="492" y="192"/>
                    <a:pt x="478" y="203"/>
                  </a:cubicBezTo>
                  <a:cubicBezTo>
                    <a:pt x="480" y="197"/>
                    <a:pt x="481" y="189"/>
                    <a:pt x="478" y="180"/>
                  </a:cubicBezTo>
                  <a:cubicBezTo>
                    <a:pt x="471" y="155"/>
                    <a:pt x="426" y="133"/>
                    <a:pt x="407" y="160"/>
                  </a:cubicBezTo>
                  <a:cubicBezTo>
                    <a:pt x="401" y="169"/>
                    <a:pt x="401" y="180"/>
                    <a:pt x="409" y="189"/>
                  </a:cubicBezTo>
                  <a:cubicBezTo>
                    <a:pt x="416" y="196"/>
                    <a:pt x="427" y="200"/>
                    <a:pt x="437" y="197"/>
                  </a:cubicBezTo>
                  <a:cubicBezTo>
                    <a:pt x="442" y="195"/>
                    <a:pt x="448" y="191"/>
                    <a:pt x="446" y="185"/>
                  </a:cubicBezTo>
                  <a:cubicBezTo>
                    <a:pt x="444" y="180"/>
                    <a:pt x="434" y="176"/>
                    <a:pt x="431" y="182"/>
                  </a:cubicBezTo>
                  <a:cubicBezTo>
                    <a:pt x="431" y="184"/>
                    <a:pt x="431" y="186"/>
                    <a:pt x="432" y="187"/>
                  </a:cubicBezTo>
                  <a:cubicBezTo>
                    <a:pt x="433" y="188"/>
                    <a:pt x="434" y="188"/>
                    <a:pt x="434" y="189"/>
                  </a:cubicBezTo>
                  <a:cubicBezTo>
                    <a:pt x="434" y="191"/>
                    <a:pt x="432" y="191"/>
                    <a:pt x="431" y="192"/>
                  </a:cubicBezTo>
                  <a:cubicBezTo>
                    <a:pt x="427" y="192"/>
                    <a:pt x="422" y="190"/>
                    <a:pt x="419" y="188"/>
                  </a:cubicBezTo>
                  <a:cubicBezTo>
                    <a:pt x="412" y="182"/>
                    <a:pt x="413" y="171"/>
                    <a:pt x="418" y="163"/>
                  </a:cubicBezTo>
                  <a:cubicBezTo>
                    <a:pt x="431" y="145"/>
                    <a:pt x="461" y="158"/>
                    <a:pt x="467" y="176"/>
                  </a:cubicBezTo>
                  <a:cubicBezTo>
                    <a:pt x="471" y="188"/>
                    <a:pt x="466" y="205"/>
                    <a:pt x="456" y="213"/>
                  </a:cubicBezTo>
                  <a:cubicBezTo>
                    <a:pt x="430" y="233"/>
                    <a:pt x="400" y="209"/>
                    <a:pt x="388" y="186"/>
                  </a:cubicBezTo>
                  <a:cubicBezTo>
                    <a:pt x="371" y="150"/>
                    <a:pt x="374" y="108"/>
                    <a:pt x="348" y="76"/>
                  </a:cubicBezTo>
                  <a:cubicBezTo>
                    <a:pt x="329" y="53"/>
                    <a:pt x="302" y="39"/>
                    <a:pt x="276" y="25"/>
                  </a:cubicBezTo>
                  <a:cubicBezTo>
                    <a:pt x="276" y="25"/>
                    <a:pt x="275" y="25"/>
                    <a:pt x="275" y="25"/>
                  </a:cubicBezTo>
                  <a:cubicBezTo>
                    <a:pt x="319" y="50"/>
                    <a:pt x="349" y="74"/>
                    <a:pt x="361" y="125"/>
                  </a:cubicBezTo>
                  <a:cubicBezTo>
                    <a:pt x="368" y="159"/>
                    <a:pt x="373" y="198"/>
                    <a:pt x="407" y="217"/>
                  </a:cubicBezTo>
                  <a:cubicBezTo>
                    <a:pt x="426" y="228"/>
                    <a:pt x="457" y="228"/>
                    <a:pt x="472" y="214"/>
                  </a:cubicBezTo>
                  <a:cubicBezTo>
                    <a:pt x="471" y="219"/>
                    <a:pt x="472" y="226"/>
                    <a:pt x="477" y="234"/>
                  </a:cubicBezTo>
                  <a:cubicBezTo>
                    <a:pt x="484" y="245"/>
                    <a:pt x="497" y="249"/>
                    <a:pt x="510" y="249"/>
                  </a:cubicBezTo>
                  <a:cubicBezTo>
                    <a:pt x="509" y="249"/>
                    <a:pt x="506" y="246"/>
                    <a:pt x="504" y="246"/>
                  </a:cubicBezTo>
                  <a:cubicBezTo>
                    <a:pt x="479" y="246"/>
                    <a:pt x="489" y="218"/>
                    <a:pt x="498" y="208"/>
                  </a:cubicBezTo>
                  <a:cubicBezTo>
                    <a:pt x="514" y="192"/>
                    <a:pt x="537" y="197"/>
                    <a:pt x="552" y="211"/>
                  </a:cubicBezTo>
                  <a:cubicBezTo>
                    <a:pt x="572" y="230"/>
                    <a:pt x="578" y="261"/>
                    <a:pt x="569" y="286"/>
                  </a:cubicBezTo>
                  <a:cubicBezTo>
                    <a:pt x="561" y="312"/>
                    <a:pt x="544" y="329"/>
                    <a:pt x="523" y="340"/>
                  </a:cubicBezTo>
                  <a:cubicBezTo>
                    <a:pt x="543" y="325"/>
                    <a:pt x="553" y="297"/>
                    <a:pt x="546" y="273"/>
                  </a:cubicBezTo>
                  <a:cubicBezTo>
                    <a:pt x="545" y="271"/>
                    <a:pt x="545" y="269"/>
                    <a:pt x="544" y="267"/>
                  </a:cubicBezTo>
                  <a:cubicBezTo>
                    <a:pt x="544" y="267"/>
                    <a:pt x="544" y="266"/>
                    <a:pt x="544" y="266"/>
                  </a:cubicBezTo>
                  <a:cubicBezTo>
                    <a:pt x="543" y="267"/>
                    <a:pt x="543" y="267"/>
                    <a:pt x="543" y="267"/>
                  </a:cubicBezTo>
                  <a:cubicBezTo>
                    <a:pt x="544" y="272"/>
                    <a:pt x="544" y="276"/>
                    <a:pt x="539" y="279"/>
                  </a:cubicBezTo>
                  <a:cubicBezTo>
                    <a:pt x="538" y="280"/>
                    <a:pt x="535" y="281"/>
                    <a:pt x="533" y="281"/>
                  </a:cubicBezTo>
                  <a:cubicBezTo>
                    <a:pt x="531" y="282"/>
                    <a:pt x="529" y="282"/>
                    <a:pt x="528" y="284"/>
                  </a:cubicBezTo>
                  <a:cubicBezTo>
                    <a:pt x="525" y="285"/>
                    <a:pt x="524" y="288"/>
                    <a:pt x="523" y="291"/>
                  </a:cubicBezTo>
                  <a:cubicBezTo>
                    <a:pt x="522" y="294"/>
                    <a:pt x="522" y="297"/>
                    <a:pt x="522" y="300"/>
                  </a:cubicBezTo>
                  <a:cubicBezTo>
                    <a:pt x="523" y="302"/>
                    <a:pt x="523" y="304"/>
                    <a:pt x="522" y="307"/>
                  </a:cubicBezTo>
                  <a:cubicBezTo>
                    <a:pt x="522" y="313"/>
                    <a:pt x="520" y="319"/>
                    <a:pt x="517" y="324"/>
                  </a:cubicBezTo>
                  <a:cubicBezTo>
                    <a:pt x="507" y="340"/>
                    <a:pt x="492" y="343"/>
                    <a:pt x="474" y="345"/>
                  </a:cubicBezTo>
                  <a:cubicBezTo>
                    <a:pt x="473" y="345"/>
                    <a:pt x="472" y="348"/>
                    <a:pt x="474" y="348"/>
                  </a:cubicBezTo>
                  <a:cubicBezTo>
                    <a:pt x="478" y="349"/>
                    <a:pt x="489" y="351"/>
                    <a:pt x="491" y="351"/>
                  </a:cubicBezTo>
                  <a:cubicBezTo>
                    <a:pt x="453" y="357"/>
                    <a:pt x="411" y="346"/>
                    <a:pt x="384" y="318"/>
                  </a:cubicBezTo>
                  <a:cubicBezTo>
                    <a:pt x="381" y="315"/>
                    <a:pt x="378" y="312"/>
                    <a:pt x="375" y="308"/>
                  </a:cubicBezTo>
                  <a:cubicBezTo>
                    <a:pt x="395" y="330"/>
                    <a:pt x="429" y="344"/>
                    <a:pt x="455" y="344"/>
                  </a:cubicBezTo>
                  <a:cubicBezTo>
                    <a:pt x="469" y="344"/>
                    <a:pt x="486" y="339"/>
                    <a:pt x="493" y="325"/>
                  </a:cubicBezTo>
                  <a:cubicBezTo>
                    <a:pt x="495" y="321"/>
                    <a:pt x="495" y="316"/>
                    <a:pt x="495" y="311"/>
                  </a:cubicBezTo>
                  <a:cubicBezTo>
                    <a:pt x="495" y="306"/>
                    <a:pt x="494" y="301"/>
                    <a:pt x="490" y="298"/>
                  </a:cubicBezTo>
                  <a:cubicBezTo>
                    <a:pt x="487" y="295"/>
                    <a:pt x="483" y="293"/>
                    <a:pt x="479" y="293"/>
                  </a:cubicBezTo>
                  <a:cubicBezTo>
                    <a:pt x="470" y="293"/>
                    <a:pt x="463" y="300"/>
                    <a:pt x="463" y="308"/>
                  </a:cubicBezTo>
                  <a:cubicBezTo>
                    <a:pt x="463" y="317"/>
                    <a:pt x="470" y="324"/>
                    <a:pt x="479" y="324"/>
                  </a:cubicBezTo>
                  <a:cubicBezTo>
                    <a:pt x="483" y="324"/>
                    <a:pt x="487" y="323"/>
                    <a:pt x="490" y="320"/>
                  </a:cubicBezTo>
                  <a:cubicBezTo>
                    <a:pt x="491" y="326"/>
                    <a:pt x="487" y="329"/>
                    <a:pt x="483" y="332"/>
                  </a:cubicBezTo>
                  <a:cubicBezTo>
                    <a:pt x="480" y="335"/>
                    <a:pt x="476" y="337"/>
                    <a:pt x="472" y="338"/>
                  </a:cubicBezTo>
                  <a:cubicBezTo>
                    <a:pt x="463" y="341"/>
                    <a:pt x="453" y="340"/>
                    <a:pt x="444" y="339"/>
                  </a:cubicBezTo>
                  <a:cubicBezTo>
                    <a:pt x="432" y="337"/>
                    <a:pt x="421" y="333"/>
                    <a:pt x="411" y="328"/>
                  </a:cubicBezTo>
                  <a:cubicBezTo>
                    <a:pt x="393" y="318"/>
                    <a:pt x="382" y="304"/>
                    <a:pt x="370" y="289"/>
                  </a:cubicBezTo>
                  <a:cubicBezTo>
                    <a:pt x="378" y="297"/>
                    <a:pt x="389" y="303"/>
                    <a:pt x="402" y="305"/>
                  </a:cubicBezTo>
                  <a:cubicBezTo>
                    <a:pt x="415" y="307"/>
                    <a:pt x="430" y="305"/>
                    <a:pt x="441" y="297"/>
                  </a:cubicBezTo>
                  <a:cubicBezTo>
                    <a:pt x="452" y="290"/>
                    <a:pt x="460" y="279"/>
                    <a:pt x="462" y="266"/>
                  </a:cubicBezTo>
                  <a:cubicBezTo>
                    <a:pt x="463" y="261"/>
                    <a:pt x="463" y="257"/>
                    <a:pt x="462" y="252"/>
                  </a:cubicBezTo>
                  <a:cubicBezTo>
                    <a:pt x="462" y="250"/>
                    <a:pt x="461" y="248"/>
                    <a:pt x="461" y="245"/>
                  </a:cubicBezTo>
                  <a:cubicBezTo>
                    <a:pt x="460" y="244"/>
                    <a:pt x="459" y="242"/>
                    <a:pt x="459" y="240"/>
                  </a:cubicBezTo>
                  <a:cubicBezTo>
                    <a:pt x="458" y="239"/>
                    <a:pt x="459" y="237"/>
                    <a:pt x="457" y="238"/>
                  </a:cubicBezTo>
                  <a:cubicBezTo>
                    <a:pt x="454" y="239"/>
                    <a:pt x="451" y="240"/>
                    <a:pt x="448" y="242"/>
                  </a:cubicBezTo>
                  <a:cubicBezTo>
                    <a:pt x="443" y="245"/>
                    <a:pt x="438" y="249"/>
                    <a:pt x="434" y="254"/>
                  </a:cubicBezTo>
                  <a:cubicBezTo>
                    <a:pt x="430" y="258"/>
                    <a:pt x="429" y="265"/>
                    <a:pt x="425" y="269"/>
                  </a:cubicBezTo>
                  <a:cubicBezTo>
                    <a:pt x="421" y="274"/>
                    <a:pt x="426" y="279"/>
                    <a:pt x="420" y="268"/>
                  </a:cubicBezTo>
                  <a:cubicBezTo>
                    <a:pt x="419" y="267"/>
                    <a:pt x="418" y="266"/>
                    <a:pt x="417" y="267"/>
                  </a:cubicBezTo>
                  <a:cubicBezTo>
                    <a:pt x="409" y="276"/>
                    <a:pt x="398" y="282"/>
                    <a:pt x="385" y="280"/>
                  </a:cubicBezTo>
                  <a:cubicBezTo>
                    <a:pt x="370" y="278"/>
                    <a:pt x="359" y="268"/>
                    <a:pt x="355" y="254"/>
                  </a:cubicBezTo>
                  <a:cubicBezTo>
                    <a:pt x="350" y="239"/>
                    <a:pt x="352" y="224"/>
                    <a:pt x="353" y="209"/>
                  </a:cubicBezTo>
                  <a:cubicBezTo>
                    <a:pt x="353" y="189"/>
                    <a:pt x="355" y="170"/>
                    <a:pt x="353" y="150"/>
                  </a:cubicBezTo>
                  <a:cubicBezTo>
                    <a:pt x="348" y="98"/>
                    <a:pt x="311" y="58"/>
                    <a:pt x="267" y="33"/>
                  </a:cubicBezTo>
                  <a:cubicBezTo>
                    <a:pt x="252" y="25"/>
                    <a:pt x="237" y="19"/>
                    <a:pt x="221" y="13"/>
                  </a:cubicBezTo>
                  <a:cubicBezTo>
                    <a:pt x="204" y="7"/>
                    <a:pt x="187" y="3"/>
                    <a:pt x="169" y="1"/>
                  </a:cubicBezTo>
                  <a:cubicBezTo>
                    <a:pt x="160" y="0"/>
                    <a:pt x="152" y="0"/>
                    <a:pt x="143" y="0"/>
                  </a:cubicBezTo>
                  <a:cubicBezTo>
                    <a:pt x="139" y="0"/>
                    <a:pt x="134" y="0"/>
                    <a:pt x="130" y="0"/>
                  </a:cubicBezTo>
                  <a:cubicBezTo>
                    <a:pt x="117" y="2"/>
                    <a:pt x="103" y="4"/>
                    <a:pt x="91" y="10"/>
                  </a:cubicBezTo>
                  <a:cubicBezTo>
                    <a:pt x="86" y="12"/>
                    <a:pt x="80" y="14"/>
                    <a:pt x="75" y="17"/>
                  </a:cubicBezTo>
                  <a:cubicBezTo>
                    <a:pt x="69" y="20"/>
                    <a:pt x="63" y="24"/>
                    <a:pt x="57" y="29"/>
                  </a:cubicBezTo>
                  <a:cubicBezTo>
                    <a:pt x="0" y="75"/>
                    <a:pt x="11" y="166"/>
                    <a:pt x="86" y="182"/>
                  </a:cubicBezTo>
                  <a:cubicBezTo>
                    <a:pt x="115" y="188"/>
                    <a:pt x="155" y="165"/>
                    <a:pt x="150" y="138"/>
                  </a:cubicBezTo>
                  <a:cubicBezTo>
                    <a:pt x="156" y="134"/>
                    <a:pt x="163" y="130"/>
                    <a:pt x="170" y="128"/>
                  </a:cubicBezTo>
                  <a:cubicBezTo>
                    <a:pt x="193" y="123"/>
                    <a:pt x="219" y="130"/>
                    <a:pt x="223" y="154"/>
                  </a:cubicBezTo>
                  <a:cubicBezTo>
                    <a:pt x="221" y="149"/>
                    <a:pt x="216" y="145"/>
                    <a:pt x="210" y="145"/>
                  </a:cubicBezTo>
                  <a:cubicBezTo>
                    <a:pt x="202" y="145"/>
                    <a:pt x="195" y="152"/>
                    <a:pt x="195" y="160"/>
                  </a:cubicBezTo>
                  <a:cubicBezTo>
                    <a:pt x="195" y="168"/>
                    <a:pt x="202" y="174"/>
                    <a:pt x="210" y="174"/>
                  </a:cubicBezTo>
                  <a:cubicBezTo>
                    <a:pt x="217" y="174"/>
                    <a:pt x="225" y="167"/>
                    <a:pt x="227" y="160"/>
                  </a:cubicBezTo>
                  <a:cubicBezTo>
                    <a:pt x="228" y="156"/>
                    <a:pt x="227" y="152"/>
                    <a:pt x="227" y="148"/>
                  </a:cubicBezTo>
                  <a:cubicBezTo>
                    <a:pt x="225" y="142"/>
                    <a:pt x="222" y="137"/>
                    <a:pt x="218" y="134"/>
                  </a:cubicBezTo>
                  <a:cubicBezTo>
                    <a:pt x="209" y="127"/>
                    <a:pt x="197" y="124"/>
                    <a:pt x="186" y="125"/>
                  </a:cubicBezTo>
                  <a:cubicBezTo>
                    <a:pt x="179" y="125"/>
                    <a:pt x="173" y="126"/>
                    <a:pt x="167" y="127"/>
                  </a:cubicBezTo>
                  <a:cubicBezTo>
                    <a:pt x="165" y="128"/>
                    <a:pt x="149" y="133"/>
                    <a:pt x="150" y="135"/>
                  </a:cubicBezTo>
                  <a:cubicBezTo>
                    <a:pt x="148" y="129"/>
                    <a:pt x="144" y="122"/>
                    <a:pt x="137" y="116"/>
                  </a:cubicBezTo>
                  <a:cubicBezTo>
                    <a:pt x="132" y="113"/>
                    <a:pt x="127" y="110"/>
                    <a:pt x="122" y="108"/>
                  </a:cubicBezTo>
                  <a:cubicBezTo>
                    <a:pt x="116" y="106"/>
                    <a:pt x="110" y="105"/>
                    <a:pt x="105" y="108"/>
                  </a:cubicBezTo>
                  <a:cubicBezTo>
                    <a:pt x="105" y="108"/>
                    <a:pt x="109" y="109"/>
                    <a:pt x="109" y="109"/>
                  </a:cubicBezTo>
                  <a:cubicBezTo>
                    <a:pt x="112" y="109"/>
                    <a:pt x="114" y="109"/>
                    <a:pt x="116" y="109"/>
                  </a:cubicBezTo>
                  <a:cubicBezTo>
                    <a:pt x="119" y="109"/>
                    <a:pt x="121" y="110"/>
                    <a:pt x="124" y="111"/>
                  </a:cubicBezTo>
                  <a:cubicBezTo>
                    <a:pt x="128" y="112"/>
                    <a:pt x="131" y="114"/>
                    <a:pt x="133" y="118"/>
                  </a:cubicBezTo>
                  <a:cubicBezTo>
                    <a:pt x="138" y="125"/>
                    <a:pt x="137" y="134"/>
                    <a:pt x="135" y="141"/>
                  </a:cubicBezTo>
                  <a:cubicBezTo>
                    <a:pt x="131" y="155"/>
                    <a:pt x="121" y="170"/>
                    <a:pt x="107" y="175"/>
                  </a:cubicBezTo>
                  <a:cubicBezTo>
                    <a:pt x="69" y="189"/>
                    <a:pt x="37" y="152"/>
                    <a:pt x="32" y="117"/>
                  </a:cubicBezTo>
                  <a:cubicBezTo>
                    <a:pt x="31" y="111"/>
                    <a:pt x="31" y="104"/>
                    <a:pt x="31" y="99"/>
                  </a:cubicBezTo>
                  <a:cubicBezTo>
                    <a:pt x="34" y="127"/>
                    <a:pt x="53" y="156"/>
                    <a:pt x="77" y="164"/>
                  </a:cubicBezTo>
                  <a:cubicBezTo>
                    <a:pt x="100" y="170"/>
                    <a:pt x="124" y="147"/>
                    <a:pt x="105" y="127"/>
                  </a:cubicBezTo>
                  <a:cubicBezTo>
                    <a:pt x="102" y="124"/>
                    <a:pt x="94" y="120"/>
                    <a:pt x="89" y="123"/>
                  </a:cubicBezTo>
                  <a:cubicBezTo>
                    <a:pt x="86" y="124"/>
                    <a:pt x="86" y="127"/>
                    <a:pt x="87" y="130"/>
                  </a:cubicBezTo>
                  <a:cubicBezTo>
                    <a:pt x="87" y="132"/>
                    <a:pt x="88" y="134"/>
                    <a:pt x="89" y="135"/>
                  </a:cubicBezTo>
                  <a:cubicBezTo>
                    <a:pt x="90" y="136"/>
                    <a:pt x="95" y="136"/>
                    <a:pt x="95" y="137"/>
                  </a:cubicBezTo>
                  <a:cubicBezTo>
                    <a:pt x="93" y="134"/>
                    <a:pt x="94" y="129"/>
                    <a:pt x="97" y="127"/>
                  </a:cubicBezTo>
                  <a:cubicBezTo>
                    <a:pt x="100" y="126"/>
                    <a:pt x="103" y="129"/>
                    <a:pt x="104" y="131"/>
                  </a:cubicBezTo>
                  <a:cubicBezTo>
                    <a:pt x="107" y="135"/>
                    <a:pt x="103" y="143"/>
                    <a:pt x="102" y="145"/>
                  </a:cubicBezTo>
                  <a:cubicBezTo>
                    <a:pt x="95" y="157"/>
                    <a:pt x="81" y="160"/>
                    <a:pt x="69" y="156"/>
                  </a:cubicBezTo>
                  <a:cubicBezTo>
                    <a:pt x="40" y="146"/>
                    <a:pt x="37" y="105"/>
                    <a:pt x="39" y="76"/>
                  </a:cubicBezTo>
                  <a:cubicBezTo>
                    <a:pt x="41" y="97"/>
                    <a:pt x="53" y="119"/>
                    <a:pt x="71" y="129"/>
                  </a:cubicBezTo>
                  <a:cubicBezTo>
                    <a:pt x="72" y="131"/>
                    <a:pt x="74" y="132"/>
                    <a:pt x="76" y="133"/>
                  </a:cubicBezTo>
                  <a:cubicBezTo>
                    <a:pt x="77" y="133"/>
                    <a:pt x="78" y="132"/>
                    <a:pt x="77" y="131"/>
                  </a:cubicBezTo>
                  <a:cubicBezTo>
                    <a:pt x="73" y="121"/>
                    <a:pt x="82" y="112"/>
                    <a:pt x="79" y="102"/>
                  </a:cubicBezTo>
                  <a:cubicBezTo>
                    <a:pt x="78" y="98"/>
                    <a:pt x="77" y="95"/>
                    <a:pt x="74" y="92"/>
                  </a:cubicBezTo>
                  <a:cubicBezTo>
                    <a:pt x="75" y="92"/>
                    <a:pt x="75" y="92"/>
                    <a:pt x="76" y="92"/>
                  </a:cubicBezTo>
                  <a:cubicBezTo>
                    <a:pt x="80" y="92"/>
                    <a:pt x="83" y="90"/>
                    <a:pt x="85" y="88"/>
                  </a:cubicBezTo>
                  <a:cubicBezTo>
                    <a:pt x="87" y="87"/>
                    <a:pt x="91" y="86"/>
                    <a:pt x="92" y="84"/>
                  </a:cubicBezTo>
                  <a:cubicBezTo>
                    <a:pt x="92" y="83"/>
                    <a:pt x="91" y="82"/>
                    <a:pt x="90" y="81"/>
                  </a:cubicBezTo>
                  <a:cubicBezTo>
                    <a:pt x="86" y="77"/>
                    <a:pt x="83" y="73"/>
                    <a:pt x="80" y="68"/>
                  </a:cubicBezTo>
                  <a:cubicBezTo>
                    <a:pt x="78" y="63"/>
                    <a:pt x="77" y="58"/>
                    <a:pt x="76" y="53"/>
                  </a:cubicBezTo>
                  <a:cubicBezTo>
                    <a:pt x="75" y="42"/>
                    <a:pt x="79" y="31"/>
                    <a:pt x="86" y="23"/>
                  </a:cubicBezTo>
                  <a:cubicBezTo>
                    <a:pt x="87" y="23"/>
                    <a:pt x="87" y="22"/>
                    <a:pt x="88" y="21"/>
                  </a:cubicBezTo>
                  <a:cubicBezTo>
                    <a:pt x="108" y="11"/>
                    <a:pt x="131" y="5"/>
                    <a:pt x="153" y="4"/>
                  </a:cubicBezTo>
                  <a:cubicBezTo>
                    <a:pt x="220" y="2"/>
                    <a:pt x="301" y="41"/>
                    <a:pt x="330" y="105"/>
                  </a:cubicBezTo>
                  <a:cubicBezTo>
                    <a:pt x="324" y="97"/>
                    <a:pt x="315" y="91"/>
                    <a:pt x="305" y="87"/>
                  </a:cubicBezTo>
                  <a:cubicBezTo>
                    <a:pt x="273" y="73"/>
                    <a:pt x="245" y="100"/>
                    <a:pt x="241" y="132"/>
                  </a:cubicBezTo>
                  <a:cubicBezTo>
                    <a:pt x="238" y="158"/>
                    <a:pt x="264" y="191"/>
                    <a:pt x="290" y="170"/>
                  </a:cubicBezTo>
                  <a:cubicBezTo>
                    <a:pt x="303" y="159"/>
                    <a:pt x="298" y="139"/>
                    <a:pt x="287" y="135"/>
                  </a:cubicBezTo>
                  <a:cubicBezTo>
                    <a:pt x="288" y="135"/>
                    <a:pt x="289" y="135"/>
                    <a:pt x="289" y="135"/>
                  </a:cubicBezTo>
                  <a:cubicBezTo>
                    <a:pt x="295" y="133"/>
                    <a:pt x="297" y="125"/>
                    <a:pt x="290" y="124"/>
                  </a:cubicBezTo>
                  <a:cubicBezTo>
                    <a:pt x="290" y="124"/>
                    <a:pt x="290" y="124"/>
                    <a:pt x="290" y="125"/>
                  </a:cubicBezTo>
                  <a:cubicBezTo>
                    <a:pt x="295" y="126"/>
                    <a:pt x="292" y="131"/>
                    <a:pt x="289" y="132"/>
                  </a:cubicBezTo>
                  <a:cubicBezTo>
                    <a:pt x="287" y="133"/>
                    <a:pt x="285" y="132"/>
                    <a:pt x="284" y="131"/>
                  </a:cubicBezTo>
                  <a:cubicBezTo>
                    <a:pt x="283" y="131"/>
                    <a:pt x="282" y="130"/>
                    <a:pt x="281" y="129"/>
                  </a:cubicBezTo>
                  <a:cubicBezTo>
                    <a:pt x="283" y="122"/>
                    <a:pt x="286" y="115"/>
                    <a:pt x="294" y="113"/>
                  </a:cubicBezTo>
                  <a:cubicBezTo>
                    <a:pt x="301" y="112"/>
                    <a:pt x="306" y="116"/>
                    <a:pt x="311" y="119"/>
                  </a:cubicBezTo>
                  <a:cubicBezTo>
                    <a:pt x="314" y="120"/>
                    <a:pt x="316" y="121"/>
                    <a:pt x="319" y="119"/>
                  </a:cubicBezTo>
                  <a:cubicBezTo>
                    <a:pt x="321" y="118"/>
                    <a:pt x="323" y="116"/>
                    <a:pt x="326" y="116"/>
                  </a:cubicBezTo>
                  <a:cubicBezTo>
                    <a:pt x="329" y="116"/>
                    <a:pt x="333" y="117"/>
                    <a:pt x="335" y="119"/>
                  </a:cubicBezTo>
                  <a:cubicBezTo>
                    <a:pt x="336" y="121"/>
                    <a:pt x="337" y="123"/>
                    <a:pt x="337" y="125"/>
                  </a:cubicBezTo>
                  <a:cubicBezTo>
                    <a:pt x="345" y="154"/>
                    <a:pt x="340" y="184"/>
                    <a:pt x="338" y="213"/>
                  </a:cubicBezTo>
                  <a:cubicBezTo>
                    <a:pt x="337" y="207"/>
                    <a:pt x="334" y="201"/>
                    <a:pt x="327" y="195"/>
                  </a:cubicBezTo>
                  <a:cubicBezTo>
                    <a:pt x="314" y="182"/>
                    <a:pt x="280" y="172"/>
                    <a:pt x="270" y="194"/>
                  </a:cubicBezTo>
                  <a:cubicBezTo>
                    <a:pt x="263" y="212"/>
                    <a:pt x="286" y="228"/>
                    <a:pt x="302" y="222"/>
                  </a:cubicBezTo>
                  <a:cubicBezTo>
                    <a:pt x="300" y="223"/>
                    <a:pt x="296" y="219"/>
                    <a:pt x="294" y="219"/>
                  </a:cubicBezTo>
                  <a:cubicBezTo>
                    <a:pt x="278" y="220"/>
                    <a:pt x="280" y="195"/>
                    <a:pt x="290" y="191"/>
                  </a:cubicBezTo>
                  <a:cubicBezTo>
                    <a:pt x="301" y="186"/>
                    <a:pt x="321" y="197"/>
                    <a:pt x="326" y="207"/>
                  </a:cubicBezTo>
                  <a:cubicBezTo>
                    <a:pt x="332" y="220"/>
                    <a:pt x="325" y="243"/>
                    <a:pt x="309" y="246"/>
                  </a:cubicBezTo>
                  <a:cubicBezTo>
                    <a:pt x="271" y="254"/>
                    <a:pt x="248" y="202"/>
                    <a:pt x="218" y="187"/>
                  </a:cubicBezTo>
                  <a:cubicBezTo>
                    <a:pt x="186" y="171"/>
                    <a:pt x="145" y="170"/>
                    <a:pt x="117" y="195"/>
                  </a:cubicBezTo>
                  <a:cubicBezTo>
                    <a:pt x="117" y="195"/>
                    <a:pt x="118" y="196"/>
                    <a:pt x="119" y="195"/>
                  </a:cubicBezTo>
                  <a:cubicBezTo>
                    <a:pt x="139" y="185"/>
                    <a:pt x="158" y="178"/>
                    <a:pt x="180" y="179"/>
                  </a:cubicBezTo>
                  <a:cubicBezTo>
                    <a:pt x="216" y="180"/>
                    <a:pt x="230" y="199"/>
                    <a:pt x="252" y="221"/>
                  </a:cubicBezTo>
                  <a:cubicBezTo>
                    <a:pt x="263" y="233"/>
                    <a:pt x="274" y="243"/>
                    <a:pt x="290" y="248"/>
                  </a:cubicBezTo>
                  <a:cubicBezTo>
                    <a:pt x="311" y="254"/>
                    <a:pt x="332" y="243"/>
                    <a:pt x="338" y="227"/>
                  </a:cubicBezTo>
                  <a:cubicBezTo>
                    <a:pt x="337" y="250"/>
                    <a:pt x="340" y="273"/>
                    <a:pt x="354" y="294"/>
                  </a:cubicBezTo>
                  <a:cubicBezTo>
                    <a:pt x="385" y="344"/>
                    <a:pt x="458" y="371"/>
                    <a:pt x="514" y="355"/>
                  </a:cubicBezTo>
                  <a:cubicBezTo>
                    <a:pt x="591" y="334"/>
                    <a:pt x="624" y="227"/>
                    <a:pt x="537" y="197"/>
                  </a:cubicBezTo>
                  <a:close/>
                  <a:moveTo>
                    <a:pt x="495" y="309"/>
                  </a:moveTo>
                  <a:cubicBezTo>
                    <a:pt x="495" y="309"/>
                    <a:pt x="495" y="310"/>
                    <a:pt x="495" y="310"/>
                  </a:cubicBezTo>
                  <a:cubicBezTo>
                    <a:pt x="495" y="310"/>
                    <a:pt x="495" y="310"/>
                    <a:pt x="495" y="310"/>
                  </a:cubicBezTo>
                  <a:cubicBezTo>
                    <a:pt x="495" y="309"/>
                    <a:pt x="495" y="309"/>
                    <a:pt x="495" y="309"/>
                  </a:cubicBezTo>
                  <a:close/>
                  <a:moveTo>
                    <a:pt x="401" y="284"/>
                  </a:moveTo>
                  <a:cubicBezTo>
                    <a:pt x="411" y="280"/>
                    <a:pt x="416" y="268"/>
                    <a:pt x="423" y="282"/>
                  </a:cubicBezTo>
                  <a:cubicBezTo>
                    <a:pt x="423" y="283"/>
                    <a:pt x="426" y="283"/>
                    <a:pt x="427" y="281"/>
                  </a:cubicBezTo>
                  <a:cubicBezTo>
                    <a:pt x="430" y="261"/>
                    <a:pt x="441" y="249"/>
                    <a:pt x="458" y="239"/>
                  </a:cubicBezTo>
                  <a:cubicBezTo>
                    <a:pt x="458" y="240"/>
                    <a:pt x="458" y="241"/>
                    <a:pt x="458" y="242"/>
                  </a:cubicBezTo>
                  <a:cubicBezTo>
                    <a:pt x="458" y="242"/>
                    <a:pt x="459" y="243"/>
                    <a:pt x="459" y="244"/>
                  </a:cubicBezTo>
                  <a:cubicBezTo>
                    <a:pt x="459" y="246"/>
                    <a:pt x="460" y="247"/>
                    <a:pt x="460" y="249"/>
                  </a:cubicBezTo>
                  <a:cubicBezTo>
                    <a:pt x="461" y="252"/>
                    <a:pt x="461" y="256"/>
                    <a:pt x="461" y="259"/>
                  </a:cubicBezTo>
                  <a:cubicBezTo>
                    <a:pt x="460" y="265"/>
                    <a:pt x="459" y="271"/>
                    <a:pt x="456" y="276"/>
                  </a:cubicBezTo>
                  <a:cubicBezTo>
                    <a:pt x="450" y="287"/>
                    <a:pt x="440" y="294"/>
                    <a:pt x="429" y="298"/>
                  </a:cubicBezTo>
                  <a:cubicBezTo>
                    <a:pt x="416" y="302"/>
                    <a:pt x="403" y="301"/>
                    <a:pt x="391" y="296"/>
                  </a:cubicBezTo>
                  <a:cubicBezTo>
                    <a:pt x="390" y="296"/>
                    <a:pt x="390" y="295"/>
                    <a:pt x="389" y="295"/>
                  </a:cubicBezTo>
                  <a:cubicBezTo>
                    <a:pt x="397" y="298"/>
                    <a:pt x="405" y="298"/>
                    <a:pt x="412" y="298"/>
                  </a:cubicBezTo>
                  <a:cubicBezTo>
                    <a:pt x="429" y="295"/>
                    <a:pt x="442" y="284"/>
                    <a:pt x="449" y="269"/>
                  </a:cubicBezTo>
                  <a:cubicBezTo>
                    <a:pt x="449" y="269"/>
                    <a:pt x="448" y="269"/>
                    <a:pt x="448" y="269"/>
                  </a:cubicBezTo>
                  <a:cubicBezTo>
                    <a:pt x="439" y="282"/>
                    <a:pt x="424" y="292"/>
                    <a:pt x="407" y="292"/>
                  </a:cubicBezTo>
                  <a:cubicBezTo>
                    <a:pt x="399" y="292"/>
                    <a:pt x="393" y="290"/>
                    <a:pt x="387" y="286"/>
                  </a:cubicBezTo>
                  <a:cubicBezTo>
                    <a:pt x="392" y="286"/>
                    <a:pt x="397" y="285"/>
                    <a:pt x="401" y="284"/>
                  </a:cubicBezTo>
                  <a:close/>
                  <a:moveTo>
                    <a:pt x="74" y="34"/>
                  </a:moveTo>
                  <a:cubicBezTo>
                    <a:pt x="67" y="50"/>
                    <a:pt x="71" y="75"/>
                    <a:pt x="87" y="84"/>
                  </a:cubicBezTo>
                  <a:cubicBezTo>
                    <a:pt x="86" y="84"/>
                    <a:pt x="79" y="88"/>
                    <a:pt x="77" y="88"/>
                  </a:cubicBezTo>
                  <a:cubicBezTo>
                    <a:pt x="73" y="88"/>
                    <a:pt x="71" y="86"/>
                    <a:pt x="68" y="85"/>
                  </a:cubicBezTo>
                  <a:cubicBezTo>
                    <a:pt x="66" y="84"/>
                    <a:pt x="63" y="85"/>
                    <a:pt x="64" y="87"/>
                  </a:cubicBezTo>
                  <a:cubicBezTo>
                    <a:pt x="64" y="89"/>
                    <a:pt x="67" y="90"/>
                    <a:pt x="68" y="91"/>
                  </a:cubicBezTo>
                  <a:cubicBezTo>
                    <a:pt x="72" y="95"/>
                    <a:pt x="74" y="100"/>
                    <a:pt x="74" y="105"/>
                  </a:cubicBezTo>
                  <a:cubicBezTo>
                    <a:pt x="74" y="110"/>
                    <a:pt x="71" y="115"/>
                    <a:pt x="70" y="120"/>
                  </a:cubicBezTo>
                  <a:cubicBezTo>
                    <a:pt x="70" y="123"/>
                    <a:pt x="70" y="125"/>
                    <a:pt x="71" y="127"/>
                  </a:cubicBezTo>
                  <a:cubicBezTo>
                    <a:pt x="56" y="117"/>
                    <a:pt x="45" y="102"/>
                    <a:pt x="43" y="84"/>
                  </a:cubicBezTo>
                  <a:cubicBezTo>
                    <a:pt x="42" y="72"/>
                    <a:pt x="44" y="63"/>
                    <a:pt x="48" y="55"/>
                  </a:cubicBezTo>
                  <a:cubicBezTo>
                    <a:pt x="51" y="50"/>
                    <a:pt x="55" y="45"/>
                    <a:pt x="60" y="41"/>
                  </a:cubicBezTo>
                  <a:cubicBezTo>
                    <a:pt x="51" y="63"/>
                    <a:pt x="52" y="92"/>
                    <a:pt x="60" y="110"/>
                  </a:cubicBezTo>
                  <a:cubicBezTo>
                    <a:pt x="61" y="110"/>
                    <a:pt x="61" y="110"/>
                    <a:pt x="61" y="110"/>
                  </a:cubicBezTo>
                  <a:cubicBezTo>
                    <a:pt x="56" y="91"/>
                    <a:pt x="54" y="72"/>
                    <a:pt x="61" y="53"/>
                  </a:cubicBezTo>
                  <a:cubicBezTo>
                    <a:pt x="65" y="44"/>
                    <a:pt x="70" y="37"/>
                    <a:pt x="76" y="30"/>
                  </a:cubicBezTo>
                  <a:cubicBezTo>
                    <a:pt x="75" y="31"/>
                    <a:pt x="75" y="32"/>
                    <a:pt x="74" y="34"/>
                  </a:cubicBezTo>
                  <a:close/>
                  <a:moveTo>
                    <a:pt x="281" y="134"/>
                  </a:moveTo>
                  <a:cubicBezTo>
                    <a:pt x="282" y="134"/>
                    <a:pt x="283" y="134"/>
                    <a:pt x="283" y="135"/>
                  </a:cubicBezTo>
                  <a:cubicBezTo>
                    <a:pt x="280" y="135"/>
                    <a:pt x="277" y="136"/>
                    <a:pt x="274" y="140"/>
                  </a:cubicBezTo>
                  <a:cubicBezTo>
                    <a:pt x="272" y="141"/>
                    <a:pt x="274" y="143"/>
                    <a:pt x="275" y="142"/>
                  </a:cubicBezTo>
                  <a:cubicBezTo>
                    <a:pt x="291" y="159"/>
                    <a:pt x="291" y="169"/>
                    <a:pt x="273" y="170"/>
                  </a:cubicBezTo>
                  <a:cubicBezTo>
                    <a:pt x="264" y="169"/>
                    <a:pt x="257" y="165"/>
                    <a:pt x="252" y="156"/>
                  </a:cubicBezTo>
                  <a:cubicBezTo>
                    <a:pt x="247" y="148"/>
                    <a:pt x="246" y="137"/>
                    <a:pt x="249" y="127"/>
                  </a:cubicBezTo>
                  <a:cubicBezTo>
                    <a:pt x="254" y="105"/>
                    <a:pt x="272" y="81"/>
                    <a:pt x="297" y="89"/>
                  </a:cubicBezTo>
                  <a:cubicBezTo>
                    <a:pt x="300" y="90"/>
                    <a:pt x="303" y="91"/>
                    <a:pt x="305" y="92"/>
                  </a:cubicBezTo>
                  <a:cubicBezTo>
                    <a:pt x="299" y="92"/>
                    <a:pt x="293" y="94"/>
                    <a:pt x="288" y="97"/>
                  </a:cubicBezTo>
                  <a:cubicBezTo>
                    <a:pt x="282" y="101"/>
                    <a:pt x="277" y="108"/>
                    <a:pt x="276" y="116"/>
                  </a:cubicBezTo>
                  <a:cubicBezTo>
                    <a:pt x="275" y="120"/>
                    <a:pt x="275" y="124"/>
                    <a:pt x="276" y="128"/>
                  </a:cubicBezTo>
                  <a:cubicBezTo>
                    <a:pt x="277" y="131"/>
                    <a:pt x="279" y="132"/>
                    <a:pt x="281" y="134"/>
                  </a:cubicBezTo>
                  <a:close/>
                  <a:moveTo>
                    <a:pt x="324" y="109"/>
                  </a:moveTo>
                  <a:cubicBezTo>
                    <a:pt x="323" y="110"/>
                    <a:pt x="321" y="110"/>
                    <a:pt x="320" y="111"/>
                  </a:cubicBezTo>
                  <a:cubicBezTo>
                    <a:pt x="316" y="113"/>
                    <a:pt x="311" y="113"/>
                    <a:pt x="307" y="112"/>
                  </a:cubicBezTo>
                  <a:cubicBezTo>
                    <a:pt x="305" y="112"/>
                    <a:pt x="304" y="111"/>
                    <a:pt x="302" y="110"/>
                  </a:cubicBezTo>
                  <a:cubicBezTo>
                    <a:pt x="300" y="110"/>
                    <a:pt x="298" y="110"/>
                    <a:pt x="296" y="110"/>
                  </a:cubicBezTo>
                  <a:cubicBezTo>
                    <a:pt x="288" y="112"/>
                    <a:pt x="281" y="117"/>
                    <a:pt x="280" y="125"/>
                  </a:cubicBezTo>
                  <a:cubicBezTo>
                    <a:pt x="278" y="114"/>
                    <a:pt x="281" y="104"/>
                    <a:pt x="292" y="98"/>
                  </a:cubicBezTo>
                  <a:cubicBezTo>
                    <a:pt x="301" y="93"/>
                    <a:pt x="308" y="95"/>
                    <a:pt x="316" y="98"/>
                  </a:cubicBezTo>
                  <a:cubicBezTo>
                    <a:pt x="321" y="102"/>
                    <a:pt x="324" y="106"/>
                    <a:pt x="328" y="109"/>
                  </a:cubicBezTo>
                  <a:cubicBezTo>
                    <a:pt x="327" y="109"/>
                    <a:pt x="325" y="109"/>
                    <a:pt x="324" y="109"/>
                  </a:cubicBezTo>
                  <a:close/>
                  <a:moveTo>
                    <a:pt x="513" y="337"/>
                  </a:moveTo>
                  <a:cubicBezTo>
                    <a:pt x="522" y="329"/>
                    <a:pt x="528" y="316"/>
                    <a:pt x="528" y="304"/>
                  </a:cubicBezTo>
                  <a:cubicBezTo>
                    <a:pt x="528" y="300"/>
                    <a:pt x="527" y="295"/>
                    <a:pt x="531" y="291"/>
                  </a:cubicBezTo>
                  <a:cubicBezTo>
                    <a:pt x="533" y="290"/>
                    <a:pt x="536" y="289"/>
                    <a:pt x="538" y="288"/>
                  </a:cubicBezTo>
                  <a:cubicBezTo>
                    <a:pt x="542" y="287"/>
                    <a:pt x="547" y="284"/>
                    <a:pt x="546" y="280"/>
                  </a:cubicBezTo>
                  <a:cubicBezTo>
                    <a:pt x="548" y="295"/>
                    <a:pt x="544" y="310"/>
                    <a:pt x="534" y="322"/>
                  </a:cubicBezTo>
                  <a:cubicBezTo>
                    <a:pt x="528" y="330"/>
                    <a:pt x="521" y="334"/>
                    <a:pt x="513" y="3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44"/>
            <p:cNvSpPr/>
            <p:nvPr/>
          </p:nvSpPr>
          <p:spPr>
            <a:xfrm>
              <a:off x="5962651" y="3514726"/>
              <a:ext cx="933450" cy="258763"/>
            </a:xfrm>
            <a:custGeom>
              <a:avLst/>
              <a:gdLst/>
              <a:ahLst/>
              <a:cxnLst/>
              <a:rect l="l" t="t" r="r" b="b"/>
              <a:pathLst>
                <a:path w="706" h="196" extrusionOk="0">
                  <a:moveTo>
                    <a:pt x="696" y="172"/>
                  </a:moveTo>
                  <a:cubicBezTo>
                    <a:pt x="694" y="171"/>
                    <a:pt x="689" y="170"/>
                    <a:pt x="688" y="167"/>
                  </a:cubicBezTo>
                  <a:cubicBezTo>
                    <a:pt x="687" y="163"/>
                    <a:pt x="688" y="158"/>
                    <a:pt x="686" y="154"/>
                  </a:cubicBezTo>
                  <a:cubicBezTo>
                    <a:pt x="684" y="151"/>
                    <a:pt x="681" y="150"/>
                    <a:pt x="679" y="149"/>
                  </a:cubicBezTo>
                  <a:cubicBezTo>
                    <a:pt x="671" y="145"/>
                    <a:pt x="661" y="142"/>
                    <a:pt x="654" y="135"/>
                  </a:cubicBezTo>
                  <a:cubicBezTo>
                    <a:pt x="649" y="129"/>
                    <a:pt x="647" y="122"/>
                    <a:pt x="645" y="115"/>
                  </a:cubicBezTo>
                  <a:cubicBezTo>
                    <a:pt x="648" y="65"/>
                    <a:pt x="598" y="25"/>
                    <a:pt x="550" y="16"/>
                  </a:cubicBezTo>
                  <a:cubicBezTo>
                    <a:pt x="464" y="0"/>
                    <a:pt x="400" y="70"/>
                    <a:pt x="368" y="143"/>
                  </a:cubicBezTo>
                  <a:cubicBezTo>
                    <a:pt x="365" y="147"/>
                    <a:pt x="363" y="152"/>
                    <a:pt x="361" y="157"/>
                  </a:cubicBezTo>
                  <a:cubicBezTo>
                    <a:pt x="361" y="158"/>
                    <a:pt x="361" y="158"/>
                    <a:pt x="361" y="159"/>
                  </a:cubicBezTo>
                  <a:cubicBezTo>
                    <a:pt x="360" y="160"/>
                    <a:pt x="360" y="162"/>
                    <a:pt x="359" y="164"/>
                  </a:cubicBezTo>
                  <a:cubicBezTo>
                    <a:pt x="359" y="161"/>
                    <a:pt x="359" y="158"/>
                    <a:pt x="359" y="155"/>
                  </a:cubicBezTo>
                  <a:cubicBezTo>
                    <a:pt x="360" y="143"/>
                    <a:pt x="365" y="134"/>
                    <a:pt x="370" y="123"/>
                  </a:cubicBezTo>
                  <a:cubicBezTo>
                    <a:pt x="381" y="100"/>
                    <a:pt x="372" y="85"/>
                    <a:pt x="354" y="71"/>
                  </a:cubicBezTo>
                  <a:cubicBezTo>
                    <a:pt x="354" y="70"/>
                    <a:pt x="353" y="70"/>
                    <a:pt x="353" y="70"/>
                  </a:cubicBezTo>
                  <a:cubicBezTo>
                    <a:pt x="353" y="70"/>
                    <a:pt x="352" y="70"/>
                    <a:pt x="352" y="71"/>
                  </a:cubicBezTo>
                  <a:cubicBezTo>
                    <a:pt x="334" y="85"/>
                    <a:pt x="325" y="100"/>
                    <a:pt x="336" y="123"/>
                  </a:cubicBezTo>
                  <a:cubicBezTo>
                    <a:pt x="341" y="134"/>
                    <a:pt x="346" y="143"/>
                    <a:pt x="347" y="155"/>
                  </a:cubicBezTo>
                  <a:cubicBezTo>
                    <a:pt x="347" y="158"/>
                    <a:pt x="347" y="161"/>
                    <a:pt x="347" y="164"/>
                  </a:cubicBezTo>
                  <a:cubicBezTo>
                    <a:pt x="346" y="162"/>
                    <a:pt x="346" y="160"/>
                    <a:pt x="345" y="159"/>
                  </a:cubicBezTo>
                  <a:cubicBezTo>
                    <a:pt x="345" y="158"/>
                    <a:pt x="345" y="158"/>
                    <a:pt x="345" y="157"/>
                  </a:cubicBezTo>
                  <a:cubicBezTo>
                    <a:pt x="343" y="152"/>
                    <a:pt x="341" y="147"/>
                    <a:pt x="338" y="143"/>
                  </a:cubicBezTo>
                  <a:cubicBezTo>
                    <a:pt x="305" y="70"/>
                    <a:pt x="242" y="0"/>
                    <a:pt x="156" y="16"/>
                  </a:cubicBezTo>
                  <a:cubicBezTo>
                    <a:pt x="108" y="25"/>
                    <a:pt x="58" y="65"/>
                    <a:pt x="61" y="115"/>
                  </a:cubicBezTo>
                  <a:cubicBezTo>
                    <a:pt x="59" y="122"/>
                    <a:pt x="57" y="129"/>
                    <a:pt x="51" y="135"/>
                  </a:cubicBezTo>
                  <a:cubicBezTo>
                    <a:pt x="45" y="142"/>
                    <a:pt x="35" y="145"/>
                    <a:pt x="27" y="149"/>
                  </a:cubicBezTo>
                  <a:cubicBezTo>
                    <a:pt x="24" y="150"/>
                    <a:pt x="22" y="151"/>
                    <a:pt x="20" y="154"/>
                  </a:cubicBezTo>
                  <a:cubicBezTo>
                    <a:pt x="18" y="158"/>
                    <a:pt x="19" y="163"/>
                    <a:pt x="18" y="167"/>
                  </a:cubicBezTo>
                  <a:cubicBezTo>
                    <a:pt x="17" y="170"/>
                    <a:pt x="12" y="171"/>
                    <a:pt x="9" y="172"/>
                  </a:cubicBezTo>
                  <a:cubicBezTo>
                    <a:pt x="6" y="174"/>
                    <a:pt x="3" y="174"/>
                    <a:pt x="1" y="171"/>
                  </a:cubicBezTo>
                  <a:cubicBezTo>
                    <a:pt x="0" y="173"/>
                    <a:pt x="1" y="175"/>
                    <a:pt x="2" y="176"/>
                  </a:cubicBezTo>
                  <a:cubicBezTo>
                    <a:pt x="7" y="180"/>
                    <a:pt x="15" y="178"/>
                    <a:pt x="20" y="177"/>
                  </a:cubicBezTo>
                  <a:cubicBezTo>
                    <a:pt x="27" y="175"/>
                    <a:pt x="33" y="171"/>
                    <a:pt x="38" y="167"/>
                  </a:cubicBezTo>
                  <a:cubicBezTo>
                    <a:pt x="50" y="158"/>
                    <a:pt x="59" y="145"/>
                    <a:pt x="63" y="131"/>
                  </a:cubicBezTo>
                  <a:cubicBezTo>
                    <a:pt x="65" y="136"/>
                    <a:pt x="66" y="141"/>
                    <a:pt x="69" y="146"/>
                  </a:cubicBezTo>
                  <a:cubicBezTo>
                    <a:pt x="78" y="164"/>
                    <a:pt x="92" y="172"/>
                    <a:pt x="109" y="181"/>
                  </a:cubicBezTo>
                  <a:cubicBezTo>
                    <a:pt x="136" y="196"/>
                    <a:pt x="173" y="186"/>
                    <a:pt x="192" y="163"/>
                  </a:cubicBezTo>
                  <a:cubicBezTo>
                    <a:pt x="204" y="148"/>
                    <a:pt x="210" y="128"/>
                    <a:pt x="195" y="112"/>
                  </a:cubicBezTo>
                  <a:cubicBezTo>
                    <a:pt x="184" y="100"/>
                    <a:pt x="164" y="95"/>
                    <a:pt x="148" y="100"/>
                  </a:cubicBezTo>
                  <a:cubicBezTo>
                    <a:pt x="134" y="104"/>
                    <a:pt x="119" y="120"/>
                    <a:pt x="119" y="135"/>
                  </a:cubicBezTo>
                  <a:cubicBezTo>
                    <a:pt x="119" y="150"/>
                    <a:pt x="140" y="160"/>
                    <a:pt x="152" y="152"/>
                  </a:cubicBezTo>
                  <a:cubicBezTo>
                    <a:pt x="160" y="147"/>
                    <a:pt x="171" y="135"/>
                    <a:pt x="163" y="125"/>
                  </a:cubicBezTo>
                  <a:cubicBezTo>
                    <a:pt x="159" y="119"/>
                    <a:pt x="153" y="119"/>
                    <a:pt x="148" y="123"/>
                  </a:cubicBezTo>
                  <a:cubicBezTo>
                    <a:pt x="146" y="125"/>
                    <a:pt x="142" y="127"/>
                    <a:pt x="142" y="130"/>
                  </a:cubicBezTo>
                  <a:cubicBezTo>
                    <a:pt x="142" y="130"/>
                    <a:pt x="145" y="128"/>
                    <a:pt x="145" y="127"/>
                  </a:cubicBezTo>
                  <a:cubicBezTo>
                    <a:pt x="150" y="120"/>
                    <a:pt x="159" y="133"/>
                    <a:pt x="159" y="137"/>
                  </a:cubicBezTo>
                  <a:cubicBezTo>
                    <a:pt x="160" y="147"/>
                    <a:pt x="154" y="150"/>
                    <a:pt x="145" y="147"/>
                  </a:cubicBezTo>
                  <a:cubicBezTo>
                    <a:pt x="138" y="145"/>
                    <a:pt x="133" y="140"/>
                    <a:pt x="130" y="133"/>
                  </a:cubicBezTo>
                  <a:cubicBezTo>
                    <a:pt x="129" y="130"/>
                    <a:pt x="129" y="126"/>
                    <a:pt x="130" y="123"/>
                  </a:cubicBezTo>
                  <a:cubicBezTo>
                    <a:pt x="142" y="104"/>
                    <a:pt x="164" y="94"/>
                    <a:pt x="182" y="114"/>
                  </a:cubicBezTo>
                  <a:cubicBezTo>
                    <a:pt x="189" y="121"/>
                    <a:pt x="191" y="132"/>
                    <a:pt x="190" y="142"/>
                  </a:cubicBezTo>
                  <a:cubicBezTo>
                    <a:pt x="187" y="177"/>
                    <a:pt x="148" y="189"/>
                    <a:pt x="118" y="176"/>
                  </a:cubicBezTo>
                  <a:cubicBezTo>
                    <a:pt x="73" y="156"/>
                    <a:pt x="65" y="101"/>
                    <a:pt x="89" y="61"/>
                  </a:cubicBezTo>
                  <a:cubicBezTo>
                    <a:pt x="117" y="16"/>
                    <a:pt x="168" y="12"/>
                    <a:pt x="212" y="28"/>
                  </a:cubicBezTo>
                  <a:cubicBezTo>
                    <a:pt x="177" y="21"/>
                    <a:pt x="137" y="25"/>
                    <a:pt x="125" y="57"/>
                  </a:cubicBezTo>
                  <a:cubicBezTo>
                    <a:pt x="113" y="89"/>
                    <a:pt x="161" y="107"/>
                    <a:pt x="173" y="76"/>
                  </a:cubicBezTo>
                  <a:cubicBezTo>
                    <a:pt x="173" y="76"/>
                    <a:pt x="173" y="75"/>
                    <a:pt x="173" y="75"/>
                  </a:cubicBezTo>
                  <a:cubicBezTo>
                    <a:pt x="174" y="73"/>
                    <a:pt x="174" y="71"/>
                    <a:pt x="174" y="68"/>
                  </a:cubicBezTo>
                  <a:cubicBezTo>
                    <a:pt x="174" y="60"/>
                    <a:pt x="167" y="53"/>
                    <a:pt x="159" y="53"/>
                  </a:cubicBezTo>
                  <a:cubicBezTo>
                    <a:pt x="150" y="53"/>
                    <a:pt x="143" y="60"/>
                    <a:pt x="143" y="68"/>
                  </a:cubicBezTo>
                  <a:cubicBezTo>
                    <a:pt x="143" y="77"/>
                    <a:pt x="150" y="84"/>
                    <a:pt x="159" y="84"/>
                  </a:cubicBezTo>
                  <a:cubicBezTo>
                    <a:pt x="160" y="84"/>
                    <a:pt x="162" y="84"/>
                    <a:pt x="163" y="83"/>
                  </a:cubicBezTo>
                  <a:cubicBezTo>
                    <a:pt x="159" y="87"/>
                    <a:pt x="154" y="89"/>
                    <a:pt x="148" y="89"/>
                  </a:cubicBezTo>
                  <a:cubicBezTo>
                    <a:pt x="131" y="88"/>
                    <a:pt x="123" y="67"/>
                    <a:pt x="131" y="54"/>
                  </a:cubicBezTo>
                  <a:cubicBezTo>
                    <a:pt x="139" y="39"/>
                    <a:pt x="157" y="32"/>
                    <a:pt x="172" y="30"/>
                  </a:cubicBezTo>
                  <a:cubicBezTo>
                    <a:pt x="196" y="28"/>
                    <a:pt x="217" y="33"/>
                    <a:pt x="238" y="39"/>
                  </a:cubicBezTo>
                  <a:cubicBezTo>
                    <a:pt x="246" y="44"/>
                    <a:pt x="254" y="49"/>
                    <a:pt x="261" y="54"/>
                  </a:cubicBezTo>
                  <a:cubicBezTo>
                    <a:pt x="274" y="64"/>
                    <a:pt x="285" y="76"/>
                    <a:pt x="294" y="88"/>
                  </a:cubicBezTo>
                  <a:cubicBezTo>
                    <a:pt x="268" y="66"/>
                    <a:pt x="236" y="64"/>
                    <a:pt x="207" y="91"/>
                  </a:cubicBezTo>
                  <a:cubicBezTo>
                    <a:pt x="207" y="92"/>
                    <a:pt x="207" y="93"/>
                    <a:pt x="208" y="93"/>
                  </a:cubicBezTo>
                  <a:cubicBezTo>
                    <a:pt x="224" y="98"/>
                    <a:pt x="222" y="120"/>
                    <a:pt x="241" y="121"/>
                  </a:cubicBezTo>
                  <a:cubicBezTo>
                    <a:pt x="246" y="121"/>
                    <a:pt x="264" y="113"/>
                    <a:pt x="268" y="113"/>
                  </a:cubicBezTo>
                  <a:cubicBezTo>
                    <a:pt x="266" y="114"/>
                    <a:pt x="267" y="126"/>
                    <a:pt x="268" y="127"/>
                  </a:cubicBezTo>
                  <a:cubicBezTo>
                    <a:pt x="256" y="126"/>
                    <a:pt x="245" y="128"/>
                    <a:pt x="237" y="134"/>
                  </a:cubicBezTo>
                  <a:cubicBezTo>
                    <a:pt x="221" y="146"/>
                    <a:pt x="212" y="168"/>
                    <a:pt x="234" y="181"/>
                  </a:cubicBezTo>
                  <a:cubicBezTo>
                    <a:pt x="247" y="188"/>
                    <a:pt x="274" y="178"/>
                    <a:pt x="273" y="160"/>
                  </a:cubicBezTo>
                  <a:cubicBezTo>
                    <a:pt x="272" y="139"/>
                    <a:pt x="243" y="150"/>
                    <a:pt x="245" y="162"/>
                  </a:cubicBezTo>
                  <a:cubicBezTo>
                    <a:pt x="245" y="162"/>
                    <a:pt x="249" y="159"/>
                    <a:pt x="249" y="158"/>
                  </a:cubicBezTo>
                  <a:cubicBezTo>
                    <a:pt x="253" y="151"/>
                    <a:pt x="262" y="158"/>
                    <a:pt x="264" y="163"/>
                  </a:cubicBezTo>
                  <a:cubicBezTo>
                    <a:pt x="269" y="175"/>
                    <a:pt x="252" y="179"/>
                    <a:pt x="244" y="175"/>
                  </a:cubicBezTo>
                  <a:cubicBezTo>
                    <a:pt x="230" y="169"/>
                    <a:pt x="222" y="150"/>
                    <a:pt x="235" y="138"/>
                  </a:cubicBezTo>
                  <a:cubicBezTo>
                    <a:pt x="248" y="127"/>
                    <a:pt x="276" y="136"/>
                    <a:pt x="291" y="142"/>
                  </a:cubicBezTo>
                  <a:cubicBezTo>
                    <a:pt x="305" y="149"/>
                    <a:pt x="314" y="159"/>
                    <a:pt x="323" y="171"/>
                  </a:cubicBezTo>
                  <a:cubicBezTo>
                    <a:pt x="323" y="171"/>
                    <a:pt x="324" y="171"/>
                    <a:pt x="324" y="171"/>
                  </a:cubicBezTo>
                  <a:cubicBezTo>
                    <a:pt x="323" y="147"/>
                    <a:pt x="298" y="131"/>
                    <a:pt x="273" y="127"/>
                  </a:cubicBezTo>
                  <a:cubicBezTo>
                    <a:pt x="278" y="125"/>
                    <a:pt x="296" y="126"/>
                    <a:pt x="300" y="127"/>
                  </a:cubicBezTo>
                  <a:cubicBezTo>
                    <a:pt x="314" y="129"/>
                    <a:pt x="323" y="135"/>
                    <a:pt x="331" y="145"/>
                  </a:cubicBezTo>
                  <a:cubicBezTo>
                    <a:pt x="337" y="157"/>
                    <a:pt x="344" y="170"/>
                    <a:pt x="350" y="183"/>
                  </a:cubicBezTo>
                  <a:cubicBezTo>
                    <a:pt x="350" y="183"/>
                    <a:pt x="353" y="182"/>
                    <a:pt x="353" y="182"/>
                  </a:cubicBezTo>
                  <a:cubicBezTo>
                    <a:pt x="353" y="181"/>
                    <a:pt x="353" y="181"/>
                    <a:pt x="352" y="180"/>
                  </a:cubicBezTo>
                  <a:cubicBezTo>
                    <a:pt x="353" y="180"/>
                    <a:pt x="353" y="181"/>
                    <a:pt x="353" y="181"/>
                  </a:cubicBezTo>
                  <a:cubicBezTo>
                    <a:pt x="353" y="181"/>
                    <a:pt x="353" y="181"/>
                    <a:pt x="353" y="182"/>
                  </a:cubicBezTo>
                  <a:cubicBezTo>
                    <a:pt x="353" y="182"/>
                    <a:pt x="356" y="183"/>
                    <a:pt x="356" y="183"/>
                  </a:cubicBezTo>
                  <a:cubicBezTo>
                    <a:pt x="362" y="170"/>
                    <a:pt x="368" y="157"/>
                    <a:pt x="375" y="145"/>
                  </a:cubicBezTo>
                  <a:cubicBezTo>
                    <a:pt x="382" y="135"/>
                    <a:pt x="391" y="129"/>
                    <a:pt x="406" y="127"/>
                  </a:cubicBezTo>
                  <a:cubicBezTo>
                    <a:pt x="410" y="126"/>
                    <a:pt x="428" y="125"/>
                    <a:pt x="433" y="127"/>
                  </a:cubicBezTo>
                  <a:cubicBezTo>
                    <a:pt x="408" y="131"/>
                    <a:pt x="383" y="147"/>
                    <a:pt x="382" y="171"/>
                  </a:cubicBezTo>
                  <a:cubicBezTo>
                    <a:pt x="382" y="171"/>
                    <a:pt x="382" y="171"/>
                    <a:pt x="382" y="171"/>
                  </a:cubicBezTo>
                  <a:cubicBezTo>
                    <a:pt x="392" y="159"/>
                    <a:pt x="401" y="149"/>
                    <a:pt x="415" y="142"/>
                  </a:cubicBezTo>
                  <a:cubicBezTo>
                    <a:pt x="430" y="136"/>
                    <a:pt x="458" y="127"/>
                    <a:pt x="471" y="138"/>
                  </a:cubicBezTo>
                  <a:cubicBezTo>
                    <a:pt x="484" y="150"/>
                    <a:pt x="476" y="169"/>
                    <a:pt x="462" y="175"/>
                  </a:cubicBezTo>
                  <a:cubicBezTo>
                    <a:pt x="453" y="179"/>
                    <a:pt x="437" y="175"/>
                    <a:pt x="442" y="163"/>
                  </a:cubicBezTo>
                  <a:cubicBezTo>
                    <a:pt x="444" y="158"/>
                    <a:pt x="453" y="151"/>
                    <a:pt x="457" y="158"/>
                  </a:cubicBezTo>
                  <a:cubicBezTo>
                    <a:pt x="457" y="159"/>
                    <a:pt x="461" y="162"/>
                    <a:pt x="461" y="162"/>
                  </a:cubicBezTo>
                  <a:cubicBezTo>
                    <a:pt x="463" y="150"/>
                    <a:pt x="434" y="139"/>
                    <a:pt x="433" y="160"/>
                  </a:cubicBezTo>
                  <a:cubicBezTo>
                    <a:pt x="432" y="178"/>
                    <a:pt x="459" y="188"/>
                    <a:pt x="472" y="181"/>
                  </a:cubicBezTo>
                  <a:cubicBezTo>
                    <a:pt x="494" y="168"/>
                    <a:pt x="485" y="146"/>
                    <a:pt x="469" y="134"/>
                  </a:cubicBezTo>
                  <a:cubicBezTo>
                    <a:pt x="461" y="128"/>
                    <a:pt x="450" y="126"/>
                    <a:pt x="438" y="127"/>
                  </a:cubicBezTo>
                  <a:cubicBezTo>
                    <a:pt x="438" y="126"/>
                    <a:pt x="439" y="114"/>
                    <a:pt x="438" y="113"/>
                  </a:cubicBezTo>
                  <a:cubicBezTo>
                    <a:pt x="442" y="113"/>
                    <a:pt x="460" y="121"/>
                    <a:pt x="465" y="121"/>
                  </a:cubicBezTo>
                  <a:cubicBezTo>
                    <a:pt x="483" y="120"/>
                    <a:pt x="482" y="98"/>
                    <a:pt x="498" y="93"/>
                  </a:cubicBezTo>
                  <a:cubicBezTo>
                    <a:pt x="499" y="93"/>
                    <a:pt x="499" y="92"/>
                    <a:pt x="498" y="91"/>
                  </a:cubicBezTo>
                  <a:cubicBezTo>
                    <a:pt x="470" y="64"/>
                    <a:pt x="438" y="66"/>
                    <a:pt x="411" y="88"/>
                  </a:cubicBezTo>
                  <a:cubicBezTo>
                    <a:pt x="421" y="76"/>
                    <a:pt x="432" y="64"/>
                    <a:pt x="445" y="54"/>
                  </a:cubicBezTo>
                  <a:cubicBezTo>
                    <a:pt x="452" y="49"/>
                    <a:pt x="459" y="44"/>
                    <a:pt x="468" y="39"/>
                  </a:cubicBezTo>
                  <a:cubicBezTo>
                    <a:pt x="489" y="33"/>
                    <a:pt x="510" y="28"/>
                    <a:pt x="533" y="30"/>
                  </a:cubicBezTo>
                  <a:cubicBezTo>
                    <a:pt x="549" y="32"/>
                    <a:pt x="567" y="39"/>
                    <a:pt x="575" y="54"/>
                  </a:cubicBezTo>
                  <a:cubicBezTo>
                    <a:pt x="583" y="67"/>
                    <a:pt x="575" y="88"/>
                    <a:pt x="558" y="89"/>
                  </a:cubicBezTo>
                  <a:cubicBezTo>
                    <a:pt x="552" y="89"/>
                    <a:pt x="547" y="87"/>
                    <a:pt x="542" y="83"/>
                  </a:cubicBezTo>
                  <a:cubicBezTo>
                    <a:pt x="544" y="84"/>
                    <a:pt x="545" y="84"/>
                    <a:pt x="547" y="84"/>
                  </a:cubicBezTo>
                  <a:cubicBezTo>
                    <a:pt x="556" y="84"/>
                    <a:pt x="563" y="77"/>
                    <a:pt x="563" y="68"/>
                  </a:cubicBezTo>
                  <a:cubicBezTo>
                    <a:pt x="563" y="60"/>
                    <a:pt x="556" y="53"/>
                    <a:pt x="547" y="53"/>
                  </a:cubicBezTo>
                  <a:cubicBezTo>
                    <a:pt x="538" y="53"/>
                    <a:pt x="531" y="60"/>
                    <a:pt x="531" y="68"/>
                  </a:cubicBezTo>
                  <a:cubicBezTo>
                    <a:pt x="531" y="71"/>
                    <a:pt x="532" y="73"/>
                    <a:pt x="533" y="75"/>
                  </a:cubicBezTo>
                  <a:cubicBezTo>
                    <a:pt x="533" y="75"/>
                    <a:pt x="533" y="76"/>
                    <a:pt x="533" y="76"/>
                  </a:cubicBezTo>
                  <a:cubicBezTo>
                    <a:pt x="545" y="107"/>
                    <a:pt x="593" y="89"/>
                    <a:pt x="581" y="57"/>
                  </a:cubicBezTo>
                  <a:cubicBezTo>
                    <a:pt x="569" y="25"/>
                    <a:pt x="529" y="21"/>
                    <a:pt x="493" y="28"/>
                  </a:cubicBezTo>
                  <a:cubicBezTo>
                    <a:pt x="538" y="12"/>
                    <a:pt x="589" y="16"/>
                    <a:pt x="617" y="61"/>
                  </a:cubicBezTo>
                  <a:cubicBezTo>
                    <a:pt x="641" y="101"/>
                    <a:pt x="633" y="156"/>
                    <a:pt x="587" y="176"/>
                  </a:cubicBezTo>
                  <a:cubicBezTo>
                    <a:pt x="558" y="189"/>
                    <a:pt x="519" y="177"/>
                    <a:pt x="516" y="142"/>
                  </a:cubicBezTo>
                  <a:cubicBezTo>
                    <a:pt x="515" y="132"/>
                    <a:pt x="517" y="121"/>
                    <a:pt x="524" y="114"/>
                  </a:cubicBezTo>
                  <a:cubicBezTo>
                    <a:pt x="542" y="94"/>
                    <a:pt x="563" y="104"/>
                    <a:pt x="576" y="123"/>
                  </a:cubicBezTo>
                  <a:cubicBezTo>
                    <a:pt x="577" y="126"/>
                    <a:pt x="577" y="130"/>
                    <a:pt x="576" y="133"/>
                  </a:cubicBezTo>
                  <a:cubicBezTo>
                    <a:pt x="573" y="140"/>
                    <a:pt x="568" y="145"/>
                    <a:pt x="561" y="147"/>
                  </a:cubicBezTo>
                  <a:cubicBezTo>
                    <a:pt x="552" y="150"/>
                    <a:pt x="546" y="147"/>
                    <a:pt x="547" y="137"/>
                  </a:cubicBezTo>
                  <a:cubicBezTo>
                    <a:pt x="547" y="133"/>
                    <a:pt x="556" y="120"/>
                    <a:pt x="560" y="127"/>
                  </a:cubicBezTo>
                  <a:cubicBezTo>
                    <a:pt x="561" y="128"/>
                    <a:pt x="564" y="130"/>
                    <a:pt x="564" y="130"/>
                  </a:cubicBezTo>
                  <a:cubicBezTo>
                    <a:pt x="564" y="127"/>
                    <a:pt x="560" y="125"/>
                    <a:pt x="558" y="123"/>
                  </a:cubicBezTo>
                  <a:cubicBezTo>
                    <a:pt x="553" y="119"/>
                    <a:pt x="547" y="119"/>
                    <a:pt x="542" y="125"/>
                  </a:cubicBezTo>
                  <a:cubicBezTo>
                    <a:pt x="535" y="135"/>
                    <a:pt x="545" y="147"/>
                    <a:pt x="554" y="152"/>
                  </a:cubicBezTo>
                  <a:cubicBezTo>
                    <a:pt x="566" y="160"/>
                    <a:pt x="587" y="150"/>
                    <a:pt x="587" y="135"/>
                  </a:cubicBezTo>
                  <a:cubicBezTo>
                    <a:pt x="587" y="120"/>
                    <a:pt x="572" y="104"/>
                    <a:pt x="558" y="100"/>
                  </a:cubicBezTo>
                  <a:cubicBezTo>
                    <a:pt x="542" y="95"/>
                    <a:pt x="522" y="100"/>
                    <a:pt x="511" y="112"/>
                  </a:cubicBezTo>
                  <a:cubicBezTo>
                    <a:pt x="496" y="128"/>
                    <a:pt x="502" y="148"/>
                    <a:pt x="514" y="163"/>
                  </a:cubicBezTo>
                  <a:cubicBezTo>
                    <a:pt x="533" y="186"/>
                    <a:pt x="570" y="196"/>
                    <a:pt x="597" y="181"/>
                  </a:cubicBezTo>
                  <a:cubicBezTo>
                    <a:pt x="614" y="172"/>
                    <a:pt x="628" y="164"/>
                    <a:pt x="637" y="146"/>
                  </a:cubicBezTo>
                  <a:cubicBezTo>
                    <a:pt x="639" y="141"/>
                    <a:pt x="641" y="136"/>
                    <a:pt x="643" y="131"/>
                  </a:cubicBezTo>
                  <a:cubicBezTo>
                    <a:pt x="647" y="145"/>
                    <a:pt x="656" y="158"/>
                    <a:pt x="668" y="167"/>
                  </a:cubicBezTo>
                  <a:cubicBezTo>
                    <a:pt x="673" y="171"/>
                    <a:pt x="679" y="175"/>
                    <a:pt x="686" y="177"/>
                  </a:cubicBezTo>
                  <a:cubicBezTo>
                    <a:pt x="690" y="178"/>
                    <a:pt x="699" y="180"/>
                    <a:pt x="704" y="176"/>
                  </a:cubicBezTo>
                  <a:cubicBezTo>
                    <a:pt x="705" y="175"/>
                    <a:pt x="706" y="173"/>
                    <a:pt x="705" y="171"/>
                  </a:cubicBezTo>
                  <a:cubicBezTo>
                    <a:pt x="702" y="174"/>
                    <a:pt x="700" y="174"/>
                    <a:pt x="696" y="172"/>
                  </a:cubicBezTo>
                  <a:close/>
                  <a:moveTo>
                    <a:pt x="48" y="152"/>
                  </a:moveTo>
                  <a:cubicBezTo>
                    <a:pt x="41" y="160"/>
                    <a:pt x="31" y="168"/>
                    <a:pt x="20" y="172"/>
                  </a:cubicBezTo>
                  <a:cubicBezTo>
                    <a:pt x="22" y="170"/>
                    <a:pt x="23" y="168"/>
                    <a:pt x="25" y="166"/>
                  </a:cubicBezTo>
                  <a:cubicBezTo>
                    <a:pt x="25" y="165"/>
                    <a:pt x="25" y="164"/>
                    <a:pt x="24" y="163"/>
                  </a:cubicBezTo>
                  <a:cubicBezTo>
                    <a:pt x="18" y="157"/>
                    <a:pt x="43" y="149"/>
                    <a:pt x="47" y="147"/>
                  </a:cubicBezTo>
                  <a:cubicBezTo>
                    <a:pt x="51" y="145"/>
                    <a:pt x="54" y="141"/>
                    <a:pt x="57" y="138"/>
                  </a:cubicBezTo>
                  <a:cubicBezTo>
                    <a:pt x="55" y="143"/>
                    <a:pt x="52" y="147"/>
                    <a:pt x="48" y="152"/>
                  </a:cubicBezTo>
                  <a:close/>
                  <a:moveTo>
                    <a:pt x="307" y="121"/>
                  </a:moveTo>
                  <a:cubicBezTo>
                    <a:pt x="300" y="120"/>
                    <a:pt x="290" y="121"/>
                    <a:pt x="282" y="121"/>
                  </a:cubicBezTo>
                  <a:cubicBezTo>
                    <a:pt x="272" y="122"/>
                    <a:pt x="263" y="127"/>
                    <a:pt x="278" y="113"/>
                  </a:cubicBezTo>
                  <a:cubicBezTo>
                    <a:pt x="280" y="111"/>
                    <a:pt x="279" y="108"/>
                    <a:pt x="276" y="108"/>
                  </a:cubicBezTo>
                  <a:cubicBezTo>
                    <a:pt x="256" y="103"/>
                    <a:pt x="235" y="125"/>
                    <a:pt x="220" y="97"/>
                  </a:cubicBezTo>
                  <a:cubicBezTo>
                    <a:pt x="219" y="96"/>
                    <a:pt x="214" y="93"/>
                    <a:pt x="214" y="92"/>
                  </a:cubicBezTo>
                  <a:cubicBezTo>
                    <a:pt x="214" y="86"/>
                    <a:pt x="225" y="83"/>
                    <a:pt x="229" y="81"/>
                  </a:cubicBezTo>
                  <a:cubicBezTo>
                    <a:pt x="252" y="70"/>
                    <a:pt x="282" y="76"/>
                    <a:pt x="299" y="94"/>
                  </a:cubicBezTo>
                  <a:cubicBezTo>
                    <a:pt x="304" y="100"/>
                    <a:pt x="308" y="106"/>
                    <a:pt x="311" y="112"/>
                  </a:cubicBezTo>
                  <a:cubicBezTo>
                    <a:pt x="292" y="96"/>
                    <a:pt x="266" y="89"/>
                    <a:pt x="242" y="88"/>
                  </a:cubicBezTo>
                  <a:cubicBezTo>
                    <a:pt x="241" y="88"/>
                    <a:pt x="241" y="89"/>
                    <a:pt x="242" y="89"/>
                  </a:cubicBezTo>
                  <a:cubicBezTo>
                    <a:pt x="272" y="93"/>
                    <a:pt x="295" y="107"/>
                    <a:pt x="319" y="124"/>
                  </a:cubicBezTo>
                  <a:cubicBezTo>
                    <a:pt x="319" y="125"/>
                    <a:pt x="320" y="125"/>
                    <a:pt x="320" y="126"/>
                  </a:cubicBezTo>
                  <a:cubicBezTo>
                    <a:pt x="316" y="124"/>
                    <a:pt x="312" y="122"/>
                    <a:pt x="307" y="121"/>
                  </a:cubicBezTo>
                  <a:close/>
                  <a:moveTo>
                    <a:pt x="341" y="93"/>
                  </a:moveTo>
                  <a:cubicBezTo>
                    <a:pt x="342" y="84"/>
                    <a:pt x="349" y="78"/>
                    <a:pt x="353" y="70"/>
                  </a:cubicBezTo>
                  <a:cubicBezTo>
                    <a:pt x="357" y="78"/>
                    <a:pt x="363" y="84"/>
                    <a:pt x="365" y="93"/>
                  </a:cubicBezTo>
                  <a:cubicBezTo>
                    <a:pt x="367" y="101"/>
                    <a:pt x="364" y="108"/>
                    <a:pt x="361" y="115"/>
                  </a:cubicBezTo>
                  <a:cubicBezTo>
                    <a:pt x="361" y="98"/>
                    <a:pt x="358" y="90"/>
                    <a:pt x="353" y="90"/>
                  </a:cubicBezTo>
                  <a:cubicBezTo>
                    <a:pt x="348" y="90"/>
                    <a:pt x="345" y="98"/>
                    <a:pt x="345" y="115"/>
                  </a:cubicBezTo>
                  <a:cubicBezTo>
                    <a:pt x="342" y="108"/>
                    <a:pt x="339" y="101"/>
                    <a:pt x="341" y="93"/>
                  </a:cubicBezTo>
                  <a:close/>
                  <a:moveTo>
                    <a:pt x="477" y="81"/>
                  </a:moveTo>
                  <a:cubicBezTo>
                    <a:pt x="481" y="83"/>
                    <a:pt x="492" y="86"/>
                    <a:pt x="492" y="92"/>
                  </a:cubicBezTo>
                  <a:cubicBezTo>
                    <a:pt x="492" y="93"/>
                    <a:pt x="486" y="96"/>
                    <a:pt x="486" y="97"/>
                  </a:cubicBezTo>
                  <a:cubicBezTo>
                    <a:pt x="471" y="125"/>
                    <a:pt x="450" y="103"/>
                    <a:pt x="430" y="108"/>
                  </a:cubicBezTo>
                  <a:cubicBezTo>
                    <a:pt x="427" y="108"/>
                    <a:pt x="426" y="111"/>
                    <a:pt x="428" y="113"/>
                  </a:cubicBezTo>
                  <a:cubicBezTo>
                    <a:pt x="443" y="127"/>
                    <a:pt x="434" y="122"/>
                    <a:pt x="424" y="121"/>
                  </a:cubicBezTo>
                  <a:cubicBezTo>
                    <a:pt x="416" y="121"/>
                    <a:pt x="406" y="120"/>
                    <a:pt x="398" y="121"/>
                  </a:cubicBezTo>
                  <a:cubicBezTo>
                    <a:pt x="394" y="122"/>
                    <a:pt x="390" y="124"/>
                    <a:pt x="386" y="126"/>
                  </a:cubicBezTo>
                  <a:cubicBezTo>
                    <a:pt x="386" y="125"/>
                    <a:pt x="386" y="125"/>
                    <a:pt x="387" y="124"/>
                  </a:cubicBezTo>
                  <a:cubicBezTo>
                    <a:pt x="411" y="107"/>
                    <a:pt x="434" y="93"/>
                    <a:pt x="464" y="89"/>
                  </a:cubicBezTo>
                  <a:cubicBezTo>
                    <a:pt x="465" y="89"/>
                    <a:pt x="465" y="88"/>
                    <a:pt x="464" y="88"/>
                  </a:cubicBezTo>
                  <a:cubicBezTo>
                    <a:pt x="440" y="89"/>
                    <a:pt x="414" y="96"/>
                    <a:pt x="394" y="112"/>
                  </a:cubicBezTo>
                  <a:cubicBezTo>
                    <a:pt x="398" y="106"/>
                    <a:pt x="402" y="100"/>
                    <a:pt x="407" y="94"/>
                  </a:cubicBezTo>
                  <a:cubicBezTo>
                    <a:pt x="424" y="76"/>
                    <a:pt x="454" y="70"/>
                    <a:pt x="477" y="81"/>
                  </a:cubicBezTo>
                  <a:close/>
                  <a:moveTo>
                    <a:pt x="657" y="152"/>
                  </a:moveTo>
                  <a:cubicBezTo>
                    <a:pt x="654" y="147"/>
                    <a:pt x="651" y="143"/>
                    <a:pt x="649" y="138"/>
                  </a:cubicBezTo>
                  <a:cubicBezTo>
                    <a:pt x="652" y="141"/>
                    <a:pt x="655" y="145"/>
                    <a:pt x="659" y="147"/>
                  </a:cubicBezTo>
                  <a:cubicBezTo>
                    <a:pt x="663" y="149"/>
                    <a:pt x="688" y="157"/>
                    <a:pt x="681" y="163"/>
                  </a:cubicBezTo>
                  <a:cubicBezTo>
                    <a:pt x="681" y="164"/>
                    <a:pt x="680" y="165"/>
                    <a:pt x="681" y="166"/>
                  </a:cubicBezTo>
                  <a:cubicBezTo>
                    <a:pt x="683" y="168"/>
                    <a:pt x="684" y="170"/>
                    <a:pt x="686" y="172"/>
                  </a:cubicBezTo>
                  <a:cubicBezTo>
                    <a:pt x="675" y="168"/>
                    <a:pt x="664" y="160"/>
                    <a:pt x="657" y="15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44"/>
            <p:cNvSpPr/>
            <p:nvPr/>
          </p:nvSpPr>
          <p:spPr>
            <a:xfrm>
              <a:off x="6605589" y="3290888"/>
              <a:ext cx="244475" cy="150813"/>
            </a:xfrm>
            <a:custGeom>
              <a:avLst/>
              <a:gdLst/>
              <a:ahLst/>
              <a:cxnLst/>
              <a:rect l="l" t="t" r="r" b="b"/>
              <a:pathLst>
                <a:path w="184" h="114" extrusionOk="0">
                  <a:moveTo>
                    <a:pt x="70" y="10"/>
                  </a:moveTo>
                  <a:cubicBezTo>
                    <a:pt x="114" y="2"/>
                    <a:pt x="150" y="40"/>
                    <a:pt x="181" y="67"/>
                  </a:cubicBezTo>
                  <a:cubicBezTo>
                    <a:pt x="181" y="67"/>
                    <a:pt x="183" y="67"/>
                    <a:pt x="184" y="67"/>
                  </a:cubicBezTo>
                  <a:cubicBezTo>
                    <a:pt x="158" y="37"/>
                    <a:pt x="127" y="12"/>
                    <a:pt x="86" y="5"/>
                  </a:cubicBezTo>
                  <a:cubicBezTo>
                    <a:pt x="59" y="0"/>
                    <a:pt x="25" y="7"/>
                    <a:pt x="11" y="34"/>
                  </a:cubicBezTo>
                  <a:cubicBezTo>
                    <a:pt x="0" y="56"/>
                    <a:pt x="7" y="86"/>
                    <a:pt x="29" y="98"/>
                  </a:cubicBezTo>
                  <a:cubicBezTo>
                    <a:pt x="51" y="110"/>
                    <a:pt x="91" y="105"/>
                    <a:pt x="89" y="73"/>
                  </a:cubicBezTo>
                  <a:cubicBezTo>
                    <a:pt x="89" y="63"/>
                    <a:pt x="83" y="55"/>
                    <a:pt x="74" y="52"/>
                  </a:cubicBezTo>
                  <a:cubicBezTo>
                    <a:pt x="67" y="50"/>
                    <a:pt x="58" y="50"/>
                    <a:pt x="52" y="56"/>
                  </a:cubicBezTo>
                  <a:cubicBezTo>
                    <a:pt x="50" y="58"/>
                    <a:pt x="49" y="61"/>
                    <a:pt x="49" y="65"/>
                  </a:cubicBezTo>
                  <a:cubicBezTo>
                    <a:pt x="49" y="68"/>
                    <a:pt x="50" y="71"/>
                    <a:pt x="52" y="73"/>
                  </a:cubicBezTo>
                  <a:cubicBezTo>
                    <a:pt x="53" y="74"/>
                    <a:pt x="53" y="75"/>
                    <a:pt x="55" y="76"/>
                  </a:cubicBezTo>
                  <a:cubicBezTo>
                    <a:pt x="56" y="76"/>
                    <a:pt x="58" y="75"/>
                    <a:pt x="59" y="76"/>
                  </a:cubicBezTo>
                  <a:cubicBezTo>
                    <a:pt x="52" y="73"/>
                    <a:pt x="51" y="61"/>
                    <a:pt x="57" y="57"/>
                  </a:cubicBezTo>
                  <a:cubicBezTo>
                    <a:pt x="62" y="54"/>
                    <a:pt x="68" y="57"/>
                    <a:pt x="72" y="59"/>
                  </a:cubicBezTo>
                  <a:cubicBezTo>
                    <a:pt x="86" y="69"/>
                    <a:pt x="84" y="83"/>
                    <a:pt x="70" y="94"/>
                  </a:cubicBezTo>
                  <a:cubicBezTo>
                    <a:pt x="45" y="114"/>
                    <a:pt x="16" y="90"/>
                    <a:pt x="18" y="62"/>
                  </a:cubicBezTo>
                  <a:cubicBezTo>
                    <a:pt x="19" y="34"/>
                    <a:pt x="44" y="14"/>
                    <a:pt x="70" y="1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44"/>
            <p:cNvSpPr/>
            <p:nvPr/>
          </p:nvSpPr>
          <p:spPr>
            <a:xfrm>
              <a:off x="6729414" y="3343276"/>
              <a:ext cx="93663" cy="68263"/>
            </a:xfrm>
            <a:custGeom>
              <a:avLst/>
              <a:gdLst/>
              <a:ahLst/>
              <a:cxnLst/>
              <a:rect l="l" t="t" r="r" b="b"/>
              <a:pathLst>
                <a:path w="71" h="52" extrusionOk="0">
                  <a:moveTo>
                    <a:pt x="14" y="45"/>
                  </a:moveTo>
                  <a:cubicBezTo>
                    <a:pt x="15" y="45"/>
                    <a:pt x="16" y="46"/>
                    <a:pt x="17" y="46"/>
                  </a:cubicBezTo>
                  <a:cubicBezTo>
                    <a:pt x="27" y="52"/>
                    <a:pt x="39" y="46"/>
                    <a:pt x="34" y="32"/>
                  </a:cubicBezTo>
                  <a:cubicBezTo>
                    <a:pt x="34" y="31"/>
                    <a:pt x="30" y="29"/>
                    <a:pt x="30" y="29"/>
                  </a:cubicBezTo>
                  <a:cubicBezTo>
                    <a:pt x="28" y="34"/>
                    <a:pt x="23" y="43"/>
                    <a:pt x="15" y="39"/>
                  </a:cubicBezTo>
                  <a:cubicBezTo>
                    <a:pt x="11" y="36"/>
                    <a:pt x="13" y="30"/>
                    <a:pt x="15" y="26"/>
                  </a:cubicBezTo>
                  <a:cubicBezTo>
                    <a:pt x="17" y="19"/>
                    <a:pt x="22" y="14"/>
                    <a:pt x="28" y="12"/>
                  </a:cubicBezTo>
                  <a:cubicBezTo>
                    <a:pt x="35" y="10"/>
                    <a:pt x="43" y="9"/>
                    <a:pt x="50" y="11"/>
                  </a:cubicBezTo>
                  <a:cubicBezTo>
                    <a:pt x="53" y="12"/>
                    <a:pt x="56" y="13"/>
                    <a:pt x="59" y="14"/>
                  </a:cubicBezTo>
                  <a:cubicBezTo>
                    <a:pt x="63" y="16"/>
                    <a:pt x="67" y="19"/>
                    <a:pt x="71" y="21"/>
                  </a:cubicBezTo>
                  <a:cubicBezTo>
                    <a:pt x="71" y="22"/>
                    <a:pt x="70" y="21"/>
                    <a:pt x="70" y="21"/>
                  </a:cubicBezTo>
                  <a:cubicBezTo>
                    <a:pt x="61" y="14"/>
                    <a:pt x="52" y="6"/>
                    <a:pt x="40" y="3"/>
                  </a:cubicBezTo>
                  <a:cubicBezTo>
                    <a:pt x="25" y="0"/>
                    <a:pt x="7" y="7"/>
                    <a:pt x="3" y="23"/>
                  </a:cubicBezTo>
                  <a:cubicBezTo>
                    <a:pt x="0" y="33"/>
                    <a:pt x="8" y="39"/>
                    <a:pt x="14" y="4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44"/>
            <p:cNvSpPr/>
            <p:nvPr/>
          </p:nvSpPr>
          <p:spPr>
            <a:xfrm>
              <a:off x="6899276" y="3470276"/>
              <a:ext cx="106363" cy="163513"/>
            </a:xfrm>
            <a:custGeom>
              <a:avLst/>
              <a:gdLst/>
              <a:ahLst/>
              <a:cxnLst/>
              <a:rect l="l" t="t" r="r" b="b"/>
              <a:pathLst>
                <a:path w="80" h="124" extrusionOk="0">
                  <a:moveTo>
                    <a:pt x="22" y="90"/>
                  </a:moveTo>
                  <a:cubicBezTo>
                    <a:pt x="17" y="77"/>
                    <a:pt x="18" y="57"/>
                    <a:pt x="17" y="44"/>
                  </a:cubicBezTo>
                  <a:cubicBezTo>
                    <a:pt x="17" y="29"/>
                    <a:pt x="17" y="16"/>
                    <a:pt x="16" y="1"/>
                  </a:cubicBezTo>
                  <a:cubicBezTo>
                    <a:pt x="16" y="1"/>
                    <a:pt x="15" y="1"/>
                    <a:pt x="15" y="0"/>
                  </a:cubicBezTo>
                  <a:cubicBezTo>
                    <a:pt x="14" y="34"/>
                    <a:pt x="0" y="105"/>
                    <a:pt x="44" y="119"/>
                  </a:cubicBezTo>
                  <a:cubicBezTo>
                    <a:pt x="62" y="124"/>
                    <a:pt x="80" y="106"/>
                    <a:pt x="66" y="90"/>
                  </a:cubicBezTo>
                  <a:cubicBezTo>
                    <a:pt x="62" y="86"/>
                    <a:pt x="56" y="82"/>
                    <a:pt x="50" y="84"/>
                  </a:cubicBezTo>
                  <a:cubicBezTo>
                    <a:pt x="46" y="85"/>
                    <a:pt x="40" y="90"/>
                    <a:pt x="41" y="95"/>
                  </a:cubicBezTo>
                  <a:cubicBezTo>
                    <a:pt x="41" y="96"/>
                    <a:pt x="41" y="96"/>
                    <a:pt x="41" y="97"/>
                  </a:cubicBezTo>
                  <a:cubicBezTo>
                    <a:pt x="43" y="100"/>
                    <a:pt x="47" y="101"/>
                    <a:pt x="50" y="100"/>
                  </a:cubicBezTo>
                  <a:cubicBezTo>
                    <a:pt x="52" y="99"/>
                    <a:pt x="54" y="98"/>
                    <a:pt x="54" y="95"/>
                  </a:cubicBezTo>
                  <a:cubicBezTo>
                    <a:pt x="55" y="93"/>
                    <a:pt x="54" y="91"/>
                    <a:pt x="51" y="90"/>
                  </a:cubicBezTo>
                  <a:cubicBezTo>
                    <a:pt x="55" y="87"/>
                    <a:pt x="62" y="91"/>
                    <a:pt x="63" y="95"/>
                  </a:cubicBezTo>
                  <a:cubicBezTo>
                    <a:pt x="65" y="99"/>
                    <a:pt x="64" y="104"/>
                    <a:pt x="61" y="108"/>
                  </a:cubicBezTo>
                  <a:cubicBezTo>
                    <a:pt x="47" y="123"/>
                    <a:pt x="28" y="105"/>
                    <a:pt x="22" y="9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44"/>
            <p:cNvSpPr/>
            <p:nvPr/>
          </p:nvSpPr>
          <p:spPr>
            <a:xfrm>
              <a:off x="6221413" y="3267075"/>
              <a:ext cx="415925" cy="327025"/>
            </a:xfrm>
            <a:custGeom>
              <a:avLst/>
              <a:gdLst/>
              <a:ahLst/>
              <a:cxnLst/>
              <a:rect l="l" t="t" r="r" b="b"/>
              <a:pathLst>
                <a:path w="314" h="247" extrusionOk="0">
                  <a:moveTo>
                    <a:pt x="153" y="80"/>
                  </a:moveTo>
                  <a:cubicBezTo>
                    <a:pt x="152" y="81"/>
                    <a:pt x="151" y="82"/>
                    <a:pt x="150" y="83"/>
                  </a:cubicBezTo>
                  <a:cubicBezTo>
                    <a:pt x="126" y="120"/>
                    <a:pt x="106" y="208"/>
                    <a:pt x="150" y="237"/>
                  </a:cubicBezTo>
                  <a:cubicBezTo>
                    <a:pt x="147" y="239"/>
                    <a:pt x="144" y="240"/>
                    <a:pt x="140" y="241"/>
                  </a:cubicBezTo>
                  <a:cubicBezTo>
                    <a:pt x="126" y="243"/>
                    <a:pt x="110" y="235"/>
                    <a:pt x="107" y="221"/>
                  </a:cubicBezTo>
                  <a:cubicBezTo>
                    <a:pt x="106" y="215"/>
                    <a:pt x="107" y="209"/>
                    <a:pt x="110" y="204"/>
                  </a:cubicBezTo>
                  <a:cubicBezTo>
                    <a:pt x="113" y="200"/>
                    <a:pt x="119" y="197"/>
                    <a:pt x="125" y="197"/>
                  </a:cubicBezTo>
                  <a:cubicBezTo>
                    <a:pt x="115" y="192"/>
                    <a:pt x="102" y="198"/>
                    <a:pt x="98" y="208"/>
                  </a:cubicBezTo>
                  <a:cubicBezTo>
                    <a:pt x="94" y="218"/>
                    <a:pt x="98" y="230"/>
                    <a:pt x="106" y="238"/>
                  </a:cubicBezTo>
                  <a:cubicBezTo>
                    <a:pt x="114" y="245"/>
                    <a:pt x="126" y="247"/>
                    <a:pt x="136" y="246"/>
                  </a:cubicBezTo>
                  <a:cubicBezTo>
                    <a:pt x="144" y="245"/>
                    <a:pt x="151" y="244"/>
                    <a:pt x="157" y="241"/>
                  </a:cubicBezTo>
                  <a:cubicBezTo>
                    <a:pt x="163" y="244"/>
                    <a:pt x="170" y="245"/>
                    <a:pt x="178" y="246"/>
                  </a:cubicBezTo>
                  <a:cubicBezTo>
                    <a:pt x="188" y="247"/>
                    <a:pt x="200" y="245"/>
                    <a:pt x="208" y="238"/>
                  </a:cubicBezTo>
                  <a:cubicBezTo>
                    <a:pt x="216" y="230"/>
                    <a:pt x="220" y="218"/>
                    <a:pt x="215" y="208"/>
                  </a:cubicBezTo>
                  <a:cubicBezTo>
                    <a:pt x="211" y="198"/>
                    <a:pt x="199" y="192"/>
                    <a:pt x="189" y="197"/>
                  </a:cubicBezTo>
                  <a:cubicBezTo>
                    <a:pt x="195" y="197"/>
                    <a:pt x="201" y="200"/>
                    <a:pt x="204" y="204"/>
                  </a:cubicBezTo>
                  <a:cubicBezTo>
                    <a:pt x="207" y="209"/>
                    <a:pt x="208" y="215"/>
                    <a:pt x="207" y="221"/>
                  </a:cubicBezTo>
                  <a:cubicBezTo>
                    <a:pt x="204" y="235"/>
                    <a:pt x="188" y="243"/>
                    <a:pt x="174" y="241"/>
                  </a:cubicBezTo>
                  <a:cubicBezTo>
                    <a:pt x="170" y="240"/>
                    <a:pt x="167" y="239"/>
                    <a:pt x="163" y="237"/>
                  </a:cubicBezTo>
                  <a:cubicBezTo>
                    <a:pt x="208" y="208"/>
                    <a:pt x="188" y="120"/>
                    <a:pt x="164" y="83"/>
                  </a:cubicBezTo>
                  <a:cubicBezTo>
                    <a:pt x="163" y="82"/>
                    <a:pt x="162" y="81"/>
                    <a:pt x="161" y="80"/>
                  </a:cubicBezTo>
                  <a:cubicBezTo>
                    <a:pt x="196" y="31"/>
                    <a:pt x="254" y="4"/>
                    <a:pt x="314" y="0"/>
                  </a:cubicBezTo>
                  <a:cubicBezTo>
                    <a:pt x="314" y="0"/>
                    <a:pt x="313" y="0"/>
                    <a:pt x="313" y="0"/>
                  </a:cubicBezTo>
                  <a:cubicBezTo>
                    <a:pt x="253" y="0"/>
                    <a:pt x="194" y="25"/>
                    <a:pt x="157" y="73"/>
                  </a:cubicBezTo>
                  <a:cubicBezTo>
                    <a:pt x="120" y="25"/>
                    <a:pt x="61" y="0"/>
                    <a:pt x="1" y="0"/>
                  </a:cubicBezTo>
                  <a:cubicBezTo>
                    <a:pt x="1" y="0"/>
                    <a:pt x="0" y="0"/>
                    <a:pt x="0" y="0"/>
                  </a:cubicBezTo>
                  <a:cubicBezTo>
                    <a:pt x="60" y="4"/>
                    <a:pt x="118" y="31"/>
                    <a:pt x="153" y="80"/>
                  </a:cubicBezTo>
                  <a:close/>
                  <a:moveTo>
                    <a:pt x="167" y="105"/>
                  </a:moveTo>
                  <a:cubicBezTo>
                    <a:pt x="183" y="138"/>
                    <a:pt x="189" y="181"/>
                    <a:pt x="172" y="215"/>
                  </a:cubicBezTo>
                  <a:cubicBezTo>
                    <a:pt x="168" y="222"/>
                    <a:pt x="163" y="228"/>
                    <a:pt x="157" y="233"/>
                  </a:cubicBezTo>
                  <a:cubicBezTo>
                    <a:pt x="151" y="228"/>
                    <a:pt x="146" y="222"/>
                    <a:pt x="142" y="215"/>
                  </a:cubicBezTo>
                  <a:cubicBezTo>
                    <a:pt x="125" y="181"/>
                    <a:pt x="131" y="138"/>
                    <a:pt x="146" y="105"/>
                  </a:cubicBezTo>
                  <a:cubicBezTo>
                    <a:pt x="150" y="98"/>
                    <a:pt x="153" y="92"/>
                    <a:pt x="157" y="86"/>
                  </a:cubicBezTo>
                  <a:cubicBezTo>
                    <a:pt x="161" y="92"/>
                    <a:pt x="164" y="98"/>
                    <a:pt x="167" y="10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44"/>
            <p:cNvSpPr/>
            <p:nvPr/>
          </p:nvSpPr>
          <p:spPr>
            <a:xfrm>
              <a:off x="6403976" y="3417888"/>
              <a:ext cx="49213" cy="122238"/>
            </a:xfrm>
            <a:custGeom>
              <a:avLst/>
              <a:gdLst/>
              <a:ahLst/>
              <a:cxnLst/>
              <a:rect l="l" t="t" r="r" b="b"/>
              <a:pathLst>
                <a:path w="37" h="92" extrusionOk="0">
                  <a:moveTo>
                    <a:pt x="19" y="92"/>
                  </a:moveTo>
                  <a:cubicBezTo>
                    <a:pt x="29" y="92"/>
                    <a:pt x="37" y="76"/>
                    <a:pt x="37" y="49"/>
                  </a:cubicBezTo>
                  <a:cubicBezTo>
                    <a:pt x="37" y="22"/>
                    <a:pt x="19" y="0"/>
                    <a:pt x="19" y="0"/>
                  </a:cubicBezTo>
                  <a:cubicBezTo>
                    <a:pt x="19" y="0"/>
                    <a:pt x="0" y="22"/>
                    <a:pt x="0" y="49"/>
                  </a:cubicBezTo>
                  <a:cubicBezTo>
                    <a:pt x="0" y="76"/>
                    <a:pt x="9" y="92"/>
                    <a:pt x="19" y="9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44"/>
            <p:cNvSpPr/>
            <p:nvPr/>
          </p:nvSpPr>
          <p:spPr>
            <a:xfrm>
              <a:off x="6421438" y="3319463"/>
              <a:ext cx="15875" cy="33338"/>
            </a:xfrm>
            <a:custGeom>
              <a:avLst/>
              <a:gdLst/>
              <a:ahLst/>
              <a:cxnLst/>
              <a:rect l="l" t="t" r="r" b="b"/>
              <a:pathLst>
                <a:path w="12" h="26" extrusionOk="0">
                  <a:moveTo>
                    <a:pt x="6" y="26"/>
                  </a:moveTo>
                  <a:cubicBezTo>
                    <a:pt x="11" y="24"/>
                    <a:pt x="12" y="15"/>
                    <a:pt x="12" y="11"/>
                  </a:cubicBezTo>
                  <a:cubicBezTo>
                    <a:pt x="11" y="6"/>
                    <a:pt x="9" y="3"/>
                    <a:pt x="6" y="0"/>
                  </a:cubicBezTo>
                  <a:cubicBezTo>
                    <a:pt x="3" y="3"/>
                    <a:pt x="1" y="6"/>
                    <a:pt x="0" y="11"/>
                  </a:cubicBezTo>
                  <a:cubicBezTo>
                    <a:pt x="0" y="15"/>
                    <a:pt x="1" y="24"/>
                    <a:pt x="6" y="2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44"/>
            <p:cNvSpPr/>
            <p:nvPr/>
          </p:nvSpPr>
          <p:spPr>
            <a:xfrm>
              <a:off x="6435726" y="3281363"/>
              <a:ext cx="90488" cy="65088"/>
            </a:xfrm>
            <a:custGeom>
              <a:avLst/>
              <a:gdLst/>
              <a:ahLst/>
              <a:cxnLst/>
              <a:rect l="l" t="t" r="r" b="b"/>
              <a:pathLst>
                <a:path w="68" h="50" extrusionOk="0">
                  <a:moveTo>
                    <a:pt x="3" y="49"/>
                  </a:moveTo>
                  <a:cubicBezTo>
                    <a:pt x="11" y="42"/>
                    <a:pt x="17" y="32"/>
                    <a:pt x="25" y="24"/>
                  </a:cubicBezTo>
                  <a:cubicBezTo>
                    <a:pt x="37" y="13"/>
                    <a:pt x="49" y="6"/>
                    <a:pt x="65" y="1"/>
                  </a:cubicBezTo>
                  <a:cubicBezTo>
                    <a:pt x="65" y="1"/>
                    <a:pt x="68" y="0"/>
                    <a:pt x="67" y="0"/>
                  </a:cubicBezTo>
                  <a:cubicBezTo>
                    <a:pt x="57" y="3"/>
                    <a:pt x="47" y="7"/>
                    <a:pt x="38" y="12"/>
                  </a:cubicBezTo>
                  <a:cubicBezTo>
                    <a:pt x="29" y="16"/>
                    <a:pt x="20" y="22"/>
                    <a:pt x="13" y="30"/>
                  </a:cubicBezTo>
                  <a:cubicBezTo>
                    <a:pt x="9" y="34"/>
                    <a:pt x="0" y="43"/>
                    <a:pt x="1" y="50"/>
                  </a:cubicBezTo>
                  <a:cubicBezTo>
                    <a:pt x="1" y="50"/>
                    <a:pt x="3" y="49"/>
                    <a:pt x="3" y="4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44"/>
            <p:cNvSpPr/>
            <p:nvPr/>
          </p:nvSpPr>
          <p:spPr>
            <a:xfrm>
              <a:off x="6332538" y="3281363"/>
              <a:ext cx="90488" cy="65088"/>
            </a:xfrm>
            <a:custGeom>
              <a:avLst/>
              <a:gdLst/>
              <a:ahLst/>
              <a:cxnLst/>
              <a:rect l="l" t="t" r="r" b="b"/>
              <a:pathLst>
                <a:path w="68" h="50" extrusionOk="0">
                  <a:moveTo>
                    <a:pt x="43" y="24"/>
                  </a:moveTo>
                  <a:cubicBezTo>
                    <a:pt x="51" y="32"/>
                    <a:pt x="57" y="42"/>
                    <a:pt x="65" y="49"/>
                  </a:cubicBezTo>
                  <a:cubicBezTo>
                    <a:pt x="65" y="49"/>
                    <a:pt x="66" y="50"/>
                    <a:pt x="66" y="50"/>
                  </a:cubicBezTo>
                  <a:cubicBezTo>
                    <a:pt x="68" y="43"/>
                    <a:pt x="59" y="34"/>
                    <a:pt x="55" y="30"/>
                  </a:cubicBezTo>
                  <a:cubicBezTo>
                    <a:pt x="48" y="22"/>
                    <a:pt x="39" y="16"/>
                    <a:pt x="30" y="12"/>
                  </a:cubicBezTo>
                  <a:cubicBezTo>
                    <a:pt x="20" y="7"/>
                    <a:pt x="11" y="3"/>
                    <a:pt x="0" y="0"/>
                  </a:cubicBezTo>
                  <a:cubicBezTo>
                    <a:pt x="0" y="0"/>
                    <a:pt x="2" y="1"/>
                    <a:pt x="3" y="1"/>
                  </a:cubicBezTo>
                  <a:cubicBezTo>
                    <a:pt x="19" y="6"/>
                    <a:pt x="31" y="13"/>
                    <a:pt x="43" y="2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44"/>
            <p:cNvSpPr/>
            <p:nvPr/>
          </p:nvSpPr>
          <p:spPr>
            <a:xfrm>
              <a:off x="6403976" y="3249613"/>
              <a:ext cx="50800" cy="87313"/>
            </a:xfrm>
            <a:custGeom>
              <a:avLst/>
              <a:gdLst/>
              <a:ahLst/>
              <a:cxnLst/>
              <a:rect l="l" t="t" r="r" b="b"/>
              <a:pathLst>
                <a:path w="38" h="66" extrusionOk="0">
                  <a:moveTo>
                    <a:pt x="33" y="34"/>
                  </a:moveTo>
                  <a:cubicBezTo>
                    <a:pt x="31" y="28"/>
                    <a:pt x="28" y="23"/>
                    <a:pt x="25" y="17"/>
                  </a:cubicBezTo>
                  <a:cubicBezTo>
                    <a:pt x="22" y="12"/>
                    <a:pt x="21" y="6"/>
                    <a:pt x="19" y="0"/>
                  </a:cubicBezTo>
                  <a:cubicBezTo>
                    <a:pt x="17" y="6"/>
                    <a:pt x="16" y="12"/>
                    <a:pt x="13" y="17"/>
                  </a:cubicBezTo>
                  <a:cubicBezTo>
                    <a:pt x="10" y="23"/>
                    <a:pt x="7" y="28"/>
                    <a:pt x="4" y="34"/>
                  </a:cubicBezTo>
                  <a:cubicBezTo>
                    <a:pt x="0" y="47"/>
                    <a:pt x="2" y="61"/>
                    <a:pt x="16" y="65"/>
                  </a:cubicBezTo>
                  <a:cubicBezTo>
                    <a:pt x="17" y="66"/>
                    <a:pt x="18" y="65"/>
                    <a:pt x="19" y="64"/>
                  </a:cubicBezTo>
                  <a:cubicBezTo>
                    <a:pt x="20" y="65"/>
                    <a:pt x="21" y="66"/>
                    <a:pt x="22" y="65"/>
                  </a:cubicBezTo>
                  <a:cubicBezTo>
                    <a:pt x="36" y="61"/>
                    <a:pt x="38" y="47"/>
                    <a:pt x="33" y="34"/>
                  </a:cubicBezTo>
                  <a:close/>
                  <a:moveTo>
                    <a:pt x="19" y="64"/>
                  </a:moveTo>
                  <a:cubicBezTo>
                    <a:pt x="9" y="55"/>
                    <a:pt x="7" y="44"/>
                    <a:pt x="12" y="32"/>
                  </a:cubicBezTo>
                  <a:cubicBezTo>
                    <a:pt x="14" y="28"/>
                    <a:pt x="16" y="24"/>
                    <a:pt x="19" y="19"/>
                  </a:cubicBezTo>
                  <a:cubicBezTo>
                    <a:pt x="21" y="24"/>
                    <a:pt x="24" y="28"/>
                    <a:pt x="26" y="32"/>
                  </a:cubicBezTo>
                  <a:cubicBezTo>
                    <a:pt x="31" y="44"/>
                    <a:pt x="29" y="55"/>
                    <a:pt x="19" y="6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44"/>
            <p:cNvSpPr/>
            <p:nvPr/>
          </p:nvSpPr>
          <p:spPr>
            <a:xfrm>
              <a:off x="5489576" y="3756025"/>
              <a:ext cx="1879600" cy="12700"/>
            </a:xfrm>
            <a:custGeom>
              <a:avLst/>
              <a:gdLst/>
              <a:ahLst/>
              <a:cxnLst/>
              <a:rect l="l" t="t" r="r" b="b"/>
              <a:pathLst>
                <a:path w="1422" h="10" extrusionOk="0">
                  <a:moveTo>
                    <a:pt x="1417" y="10"/>
                  </a:moveTo>
                  <a:cubicBezTo>
                    <a:pt x="5" y="10"/>
                    <a:pt x="5" y="10"/>
                    <a:pt x="5" y="10"/>
                  </a:cubicBezTo>
                  <a:cubicBezTo>
                    <a:pt x="2" y="10"/>
                    <a:pt x="0" y="8"/>
                    <a:pt x="0" y="5"/>
                  </a:cubicBezTo>
                  <a:cubicBezTo>
                    <a:pt x="0" y="2"/>
                    <a:pt x="2" y="0"/>
                    <a:pt x="5" y="0"/>
                  </a:cubicBezTo>
                  <a:cubicBezTo>
                    <a:pt x="1417" y="0"/>
                    <a:pt x="1417" y="0"/>
                    <a:pt x="1417" y="0"/>
                  </a:cubicBezTo>
                  <a:cubicBezTo>
                    <a:pt x="1420" y="0"/>
                    <a:pt x="1422" y="2"/>
                    <a:pt x="1422" y="5"/>
                  </a:cubicBezTo>
                  <a:cubicBezTo>
                    <a:pt x="1422" y="8"/>
                    <a:pt x="1420" y="10"/>
                    <a:pt x="1417" y="1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5" name="Google Shape;485;p44"/>
          <p:cNvGrpSpPr/>
          <p:nvPr/>
        </p:nvGrpSpPr>
        <p:grpSpPr>
          <a:xfrm>
            <a:off x="3632351" y="3929438"/>
            <a:ext cx="1879600" cy="523876"/>
            <a:chOff x="5489576" y="4064000"/>
            <a:chExt cx="1879600" cy="523876"/>
          </a:xfrm>
        </p:grpSpPr>
        <p:sp>
          <p:nvSpPr>
            <p:cNvPr id="486" name="Google Shape;486;p44"/>
            <p:cNvSpPr/>
            <p:nvPr/>
          </p:nvSpPr>
          <p:spPr>
            <a:xfrm>
              <a:off x="6442076" y="4070350"/>
              <a:ext cx="825501" cy="492125"/>
            </a:xfrm>
            <a:custGeom>
              <a:avLst/>
              <a:gdLst/>
              <a:ahLst/>
              <a:cxnLst/>
              <a:rect l="l" t="t" r="r" b="b"/>
              <a:pathLst>
                <a:path w="624" h="372" extrusionOk="0">
                  <a:moveTo>
                    <a:pt x="338" y="144"/>
                  </a:moveTo>
                  <a:cubicBezTo>
                    <a:pt x="332" y="128"/>
                    <a:pt x="311" y="117"/>
                    <a:pt x="290" y="124"/>
                  </a:cubicBezTo>
                  <a:cubicBezTo>
                    <a:pt x="274" y="129"/>
                    <a:pt x="263" y="139"/>
                    <a:pt x="252" y="150"/>
                  </a:cubicBezTo>
                  <a:cubicBezTo>
                    <a:pt x="230" y="173"/>
                    <a:pt x="216" y="192"/>
                    <a:pt x="180" y="193"/>
                  </a:cubicBezTo>
                  <a:cubicBezTo>
                    <a:pt x="158" y="193"/>
                    <a:pt x="139" y="186"/>
                    <a:pt x="119" y="176"/>
                  </a:cubicBezTo>
                  <a:cubicBezTo>
                    <a:pt x="119" y="176"/>
                    <a:pt x="117" y="177"/>
                    <a:pt x="117" y="177"/>
                  </a:cubicBezTo>
                  <a:cubicBezTo>
                    <a:pt x="145" y="201"/>
                    <a:pt x="186" y="200"/>
                    <a:pt x="218" y="184"/>
                  </a:cubicBezTo>
                  <a:cubicBezTo>
                    <a:pt x="248" y="169"/>
                    <a:pt x="271" y="118"/>
                    <a:pt x="309" y="125"/>
                  </a:cubicBezTo>
                  <a:cubicBezTo>
                    <a:pt x="325" y="128"/>
                    <a:pt x="332" y="151"/>
                    <a:pt x="326" y="165"/>
                  </a:cubicBezTo>
                  <a:cubicBezTo>
                    <a:pt x="321" y="175"/>
                    <a:pt x="301" y="185"/>
                    <a:pt x="290" y="181"/>
                  </a:cubicBezTo>
                  <a:cubicBezTo>
                    <a:pt x="280" y="177"/>
                    <a:pt x="278" y="152"/>
                    <a:pt x="294" y="152"/>
                  </a:cubicBezTo>
                  <a:cubicBezTo>
                    <a:pt x="296" y="152"/>
                    <a:pt x="300" y="149"/>
                    <a:pt x="302" y="149"/>
                  </a:cubicBezTo>
                  <a:cubicBezTo>
                    <a:pt x="286" y="144"/>
                    <a:pt x="263" y="159"/>
                    <a:pt x="270" y="177"/>
                  </a:cubicBezTo>
                  <a:cubicBezTo>
                    <a:pt x="280" y="199"/>
                    <a:pt x="314" y="190"/>
                    <a:pt x="327" y="177"/>
                  </a:cubicBezTo>
                  <a:cubicBezTo>
                    <a:pt x="334" y="171"/>
                    <a:pt x="337" y="164"/>
                    <a:pt x="338" y="158"/>
                  </a:cubicBezTo>
                  <a:cubicBezTo>
                    <a:pt x="340" y="188"/>
                    <a:pt x="345" y="217"/>
                    <a:pt x="337" y="247"/>
                  </a:cubicBezTo>
                  <a:cubicBezTo>
                    <a:pt x="337" y="249"/>
                    <a:pt x="336" y="250"/>
                    <a:pt x="335" y="252"/>
                  </a:cubicBezTo>
                  <a:cubicBezTo>
                    <a:pt x="333" y="254"/>
                    <a:pt x="329" y="256"/>
                    <a:pt x="326" y="255"/>
                  </a:cubicBezTo>
                  <a:cubicBezTo>
                    <a:pt x="323" y="255"/>
                    <a:pt x="321" y="254"/>
                    <a:pt x="319" y="252"/>
                  </a:cubicBezTo>
                  <a:cubicBezTo>
                    <a:pt x="316" y="250"/>
                    <a:pt x="314" y="251"/>
                    <a:pt x="311" y="253"/>
                  </a:cubicBezTo>
                  <a:cubicBezTo>
                    <a:pt x="306" y="256"/>
                    <a:pt x="301" y="259"/>
                    <a:pt x="294" y="258"/>
                  </a:cubicBezTo>
                  <a:cubicBezTo>
                    <a:pt x="286" y="257"/>
                    <a:pt x="283" y="249"/>
                    <a:pt x="281" y="243"/>
                  </a:cubicBezTo>
                  <a:cubicBezTo>
                    <a:pt x="282" y="242"/>
                    <a:pt x="283" y="241"/>
                    <a:pt x="284" y="240"/>
                  </a:cubicBezTo>
                  <a:cubicBezTo>
                    <a:pt x="285" y="239"/>
                    <a:pt x="287" y="239"/>
                    <a:pt x="289" y="239"/>
                  </a:cubicBezTo>
                  <a:cubicBezTo>
                    <a:pt x="292" y="240"/>
                    <a:pt x="295" y="245"/>
                    <a:pt x="290" y="247"/>
                  </a:cubicBezTo>
                  <a:cubicBezTo>
                    <a:pt x="290" y="247"/>
                    <a:pt x="290" y="248"/>
                    <a:pt x="290" y="248"/>
                  </a:cubicBezTo>
                  <a:cubicBezTo>
                    <a:pt x="297" y="246"/>
                    <a:pt x="295" y="238"/>
                    <a:pt x="289" y="236"/>
                  </a:cubicBezTo>
                  <a:cubicBezTo>
                    <a:pt x="289" y="236"/>
                    <a:pt x="288" y="236"/>
                    <a:pt x="287" y="236"/>
                  </a:cubicBezTo>
                  <a:cubicBezTo>
                    <a:pt x="298" y="232"/>
                    <a:pt x="303" y="212"/>
                    <a:pt x="290" y="202"/>
                  </a:cubicBezTo>
                  <a:cubicBezTo>
                    <a:pt x="264" y="180"/>
                    <a:pt x="238" y="214"/>
                    <a:pt x="241" y="239"/>
                  </a:cubicBezTo>
                  <a:cubicBezTo>
                    <a:pt x="245" y="271"/>
                    <a:pt x="273" y="299"/>
                    <a:pt x="305" y="285"/>
                  </a:cubicBezTo>
                  <a:cubicBezTo>
                    <a:pt x="315" y="280"/>
                    <a:pt x="324" y="274"/>
                    <a:pt x="330" y="266"/>
                  </a:cubicBezTo>
                  <a:cubicBezTo>
                    <a:pt x="301" y="331"/>
                    <a:pt x="220" y="370"/>
                    <a:pt x="153" y="367"/>
                  </a:cubicBezTo>
                  <a:cubicBezTo>
                    <a:pt x="131" y="367"/>
                    <a:pt x="108" y="361"/>
                    <a:pt x="88" y="350"/>
                  </a:cubicBezTo>
                  <a:cubicBezTo>
                    <a:pt x="87" y="349"/>
                    <a:pt x="87" y="349"/>
                    <a:pt x="86" y="348"/>
                  </a:cubicBezTo>
                  <a:cubicBezTo>
                    <a:pt x="79" y="340"/>
                    <a:pt x="75" y="330"/>
                    <a:pt x="76" y="319"/>
                  </a:cubicBezTo>
                  <a:cubicBezTo>
                    <a:pt x="77" y="314"/>
                    <a:pt x="78" y="309"/>
                    <a:pt x="80" y="304"/>
                  </a:cubicBezTo>
                  <a:cubicBezTo>
                    <a:pt x="83" y="298"/>
                    <a:pt x="86" y="295"/>
                    <a:pt x="90" y="290"/>
                  </a:cubicBezTo>
                  <a:cubicBezTo>
                    <a:pt x="91" y="289"/>
                    <a:pt x="92" y="288"/>
                    <a:pt x="92" y="287"/>
                  </a:cubicBezTo>
                  <a:cubicBezTo>
                    <a:pt x="91" y="285"/>
                    <a:pt x="87" y="285"/>
                    <a:pt x="85" y="283"/>
                  </a:cubicBezTo>
                  <a:cubicBezTo>
                    <a:pt x="83" y="281"/>
                    <a:pt x="80" y="279"/>
                    <a:pt x="76" y="280"/>
                  </a:cubicBezTo>
                  <a:cubicBezTo>
                    <a:pt x="75" y="280"/>
                    <a:pt x="75" y="280"/>
                    <a:pt x="74" y="280"/>
                  </a:cubicBezTo>
                  <a:cubicBezTo>
                    <a:pt x="77" y="277"/>
                    <a:pt x="78" y="273"/>
                    <a:pt x="79" y="270"/>
                  </a:cubicBezTo>
                  <a:cubicBezTo>
                    <a:pt x="82" y="260"/>
                    <a:pt x="73" y="250"/>
                    <a:pt x="77" y="240"/>
                  </a:cubicBezTo>
                  <a:cubicBezTo>
                    <a:pt x="78" y="240"/>
                    <a:pt x="77" y="239"/>
                    <a:pt x="76" y="239"/>
                  </a:cubicBezTo>
                  <a:cubicBezTo>
                    <a:pt x="74" y="239"/>
                    <a:pt x="72" y="240"/>
                    <a:pt x="71" y="242"/>
                  </a:cubicBezTo>
                  <a:cubicBezTo>
                    <a:pt x="53" y="252"/>
                    <a:pt x="41" y="274"/>
                    <a:pt x="39" y="296"/>
                  </a:cubicBezTo>
                  <a:cubicBezTo>
                    <a:pt x="37" y="266"/>
                    <a:pt x="40" y="226"/>
                    <a:pt x="69" y="216"/>
                  </a:cubicBezTo>
                  <a:cubicBezTo>
                    <a:pt x="81" y="211"/>
                    <a:pt x="95" y="214"/>
                    <a:pt x="102" y="226"/>
                  </a:cubicBezTo>
                  <a:cubicBezTo>
                    <a:pt x="103" y="229"/>
                    <a:pt x="107" y="237"/>
                    <a:pt x="104" y="240"/>
                  </a:cubicBezTo>
                  <a:cubicBezTo>
                    <a:pt x="103" y="243"/>
                    <a:pt x="100" y="246"/>
                    <a:pt x="97" y="244"/>
                  </a:cubicBezTo>
                  <a:cubicBezTo>
                    <a:pt x="94" y="242"/>
                    <a:pt x="93" y="238"/>
                    <a:pt x="95" y="235"/>
                  </a:cubicBezTo>
                  <a:cubicBezTo>
                    <a:pt x="95" y="235"/>
                    <a:pt x="90" y="235"/>
                    <a:pt x="89" y="236"/>
                  </a:cubicBezTo>
                  <a:cubicBezTo>
                    <a:pt x="88" y="238"/>
                    <a:pt x="87" y="240"/>
                    <a:pt x="87" y="242"/>
                  </a:cubicBezTo>
                  <a:cubicBezTo>
                    <a:pt x="86" y="244"/>
                    <a:pt x="86" y="247"/>
                    <a:pt x="89" y="249"/>
                  </a:cubicBezTo>
                  <a:cubicBezTo>
                    <a:pt x="94" y="252"/>
                    <a:pt x="102" y="248"/>
                    <a:pt x="105" y="244"/>
                  </a:cubicBezTo>
                  <a:cubicBezTo>
                    <a:pt x="124" y="225"/>
                    <a:pt x="100" y="201"/>
                    <a:pt x="77" y="208"/>
                  </a:cubicBezTo>
                  <a:cubicBezTo>
                    <a:pt x="53" y="215"/>
                    <a:pt x="34" y="245"/>
                    <a:pt x="31" y="273"/>
                  </a:cubicBezTo>
                  <a:cubicBezTo>
                    <a:pt x="31" y="267"/>
                    <a:pt x="31" y="261"/>
                    <a:pt x="32" y="255"/>
                  </a:cubicBezTo>
                  <a:cubicBezTo>
                    <a:pt x="37" y="220"/>
                    <a:pt x="69" y="182"/>
                    <a:pt x="107" y="196"/>
                  </a:cubicBezTo>
                  <a:cubicBezTo>
                    <a:pt x="121" y="201"/>
                    <a:pt x="131" y="217"/>
                    <a:pt x="135" y="230"/>
                  </a:cubicBezTo>
                  <a:cubicBezTo>
                    <a:pt x="137" y="238"/>
                    <a:pt x="138" y="247"/>
                    <a:pt x="133" y="254"/>
                  </a:cubicBezTo>
                  <a:cubicBezTo>
                    <a:pt x="131" y="257"/>
                    <a:pt x="128" y="259"/>
                    <a:pt x="124" y="261"/>
                  </a:cubicBezTo>
                  <a:cubicBezTo>
                    <a:pt x="121" y="262"/>
                    <a:pt x="119" y="262"/>
                    <a:pt x="116" y="263"/>
                  </a:cubicBezTo>
                  <a:cubicBezTo>
                    <a:pt x="114" y="263"/>
                    <a:pt x="112" y="263"/>
                    <a:pt x="109" y="263"/>
                  </a:cubicBezTo>
                  <a:cubicBezTo>
                    <a:pt x="109" y="263"/>
                    <a:pt x="105" y="263"/>
                    <a:pt x="105" y="263"/>
                  </a:cubicBezTo>
                  <a:cubicBezTo>
                    <a:pt x="110" y="266"/>
                    <a:pt x="116" y="265"/>
                    <a:pt x="122" y="263"/>
                  </a:cubicBezTo>
                  <a:cubicBezTo>
                    <a:pt x="127" y="262"/>
                    <a:pt x="132" y="259"/>
                    <a:pt x="137" y="255"/>
                  </a:cubicBezTo>
                  <a:cubicBezTo>
                    <a:pt x="144" y="249"/>
                    <a:pt x="148" y="243"/>
                    <a:pt x="150" y="237"/>
                  </a:cubicBezTo>
                  <a:cubicBezTo>
                    <a:pt x="149" y="238"/>
                    <a:pt x="165" y="244"/>
                    <a:pt x="167" y="244"/>
                  </a:cubicBezTo>
                  <a:cubicBezTo>
                    <a:pt x="173" y="246"/>
                    <a:pt x="179" y="247"/>
                    <a:pt x="186" y="247"/>
                  </a:cubicBezTo>
                  <a:cubicBezTo>
                    <a:pt x="197" y="247"/>
                    <a:pt x="209" y="245"/>
                    <a:pt x="218" y="238"/>
                  </a:cubicBezTo>
                  <a:cubicBezTo>
                    <a:pt x="222" y="234"/>
                    <a:pt x="225" y="229"/>
                    <a:pt x="227" y="223"/>
                  </a:cubicBezTo>
                  <a:cubicBezTo>
                    <a:pt x="227" y="220"/>
                    <a:pt x="228" y="216"/>
                    <a:pt x="227" y="212"/>
                  </a:cubicBezTo>
                  <a:cubicBezTo>
                    <a:pt x="225" y="205"/>
                    <a:pt x="217" y="197"/>
                    <a:pt x="210" y="197"/>
                  </a:cubicBezTo>
                  <a:cubicBezTo>
                    <a:pt x="202" y="197"/>
                    <a:pt x="195" y="204"/>
                    <a:pt x="195" y="212"/>
                  </a:cubicBezTo>
                  <a:cubicBezTo>
                    <a:pt x="195" y="220"/>
                    <a:pt x="202" y="226"/>
                    <a:pt x="210" y="226"/>
                  </a:cubicBezTo>
                  <a:cubicBezTo>
                    <a:pt x="216" y="226"/>
                    <a:pt x="221" y="223"/>
                    <a:pt x="223" y="217"/>
                  </a:cubicBezTo>
                  <a:cubicBezTo>
                    <a:pt x="219" y="241"/>
                    <a:pt x="193" y="249"/>
                    <a:pt x="170" y="243"/>
                  </a:cubicBezTo>
                  <a:cubicBezTo>
                    <a:pt x="163" y="241"/>
                    <a:pt x="156" y="238"/>
                    <a:pt x="150" y="234"/>
                  </a:cubicBezTo>
                  <a:cubicBezTo>
                    <a:pt x="155" y="207"/>
                    <a:pt x="115" y="184"/>
                    <a:pt x="86" y="190"/>
                  </a:cubicBezTo>
                  <a:cubicBezTo>
                    <a:pt x="11" y="205"/>
                    <a:pt x="0" y="297"/>
                    <a:pt x="57" y="343"/>
                  </a:cubicBezTo>
                  <a:cubicBezTo>
                    <a:pt x="63" y="347"/>
                    <a:pt x="69" y="351"/>
                    <a:pt x="75" y="355"/>
                  </a:cubicBezTo>
                  <a:cubicBezTo>
                    <a:pt x="80" y="357"/>
                    <a:pt x="86" y="359"/>
                    <a:pt x="91" y="362"/>
                  </a:cubicBezTo>
                  <a:cubicBezTo>
                    <a:pt x="103" y="367"/>
                    <a:pt x="117" y="370"/>
                    <a:pt x="130" y="371"/>
                  </a:cubicBezTo>
                  <a:cubicBezTo>
                    <a:pt x="134" y="371"/>
                    <a:pt x="139" y="372"/>
                    <a:pt x="143" y="372"/>
                  </a:cubicBezTo>
                  <a:cubicBezTo>
                    <a:pt x="152" y="372"/>
                    <a:pt x="160" y="371"/>
                    <a:pt x="169" y="370"/>
                  </a:cubicBezTo>
                  <a:cubicBezTo>
                    <a:pt x="187" y="368"/>
                    <a:pt x="204" y="364"/>
                    <a:pt x="221" y="358"/>
                  </a:cubicBezTo>
                  <a:cubicBezTo>
                    <a:pt x="237" y="353"/>
                    <a:pt x="252" y="346"/>
                    <a:pt x="267" y="338"/>
                  </a:cubicBezTo>
                  <a:cubicBezTo>
                    <a:pt x="311" y="313"/>
                    <a:pt x="348" y="273"/>
                    <a:pt x="353" y="221"/>
                  </a:cubicBezTo>
                  <a:cubicBezTo>
                    <a:pt x="355" y="202"/>
                    <a:pt x="353" y="182"/>
                    <a:pt x="353" y="163"/>
                  </a:cubicBezTo>
                  <a:cubicBezTo>
                    <a:pt x="352" y="148"/>
                    <a:pt x="350" y="132"/>
                    <a:pt x="355" y="118"/>
                  </a:cubicBezTo>
                  <a:cubicBezTo>
                    <a:pt x="359" y="103"/>
                    <a:pt x="370" y="93"/>
                    <a:pt x="385" y="91"/>
                  </a:cubicBezTo>
                  <a:cubicBezTo>
                    <a:pt x="398" y="89"/>
                    <a:pt x="409" y="95"/>
                    <a:pt x="417" y="104"/>
                  </a:cubicBezTo>
                  <a:cubicBezTo>
                    <a:pt x="418" y="105"/>
                    <a:pt x="419" y="105"/>
                    <a:pt x="420" y="104"/>
                  </a:cubicBezTo>
                  <a:cubicBezTo>
                    <a:pt x="426" y="93"/>
                    <a:pt x="421" y="98"/>
                    <a:pt x="425" y="103"/>
                  </a:cubicBezTo>
                  <a:cubicBezTo>
                    <a:pt x="429" y="107"/>
                    <a:pt x="430" y="113"/>
                    <a:pt x="434" y="118"/>
                  </a:cubicBezTo>
                  <a:cubicBezTo>
                    <a:pt x="438" y="123"/>
                    <a:pt x="443" y="127"/>
                    <a:pt x="448" y="130"/>
                  </a:cubicBezTo>
                  <a:cubicBezTo>
                    <a:pt x="451" y="131"/>
                    <a:pt x="454" y="133"/>
                    <a:pt x="457" y="134"/>
                  </a:cubicBezTo>
                  <a:cubicBezTo>
                    <a:pt x="459" y="134"/>
                    <a:pt x="458" y="133"/>
                    <a:pt x="459" y="131"/>
                  </a:cubicBezTo>
                  <a:cubicBezTo>
                    <a:pt x="460" y="129"/>
                    <a:pt x="460" y="128"/>
                    <a:pt x="461" y="126"/>
                  </a:cubicBezTo>
                  <a:cubicBezTo>
                    <a:pt x="461" y="124"/>
                    <a:pt x="462" y="121"/>
                    <a:pt x="462" y="119"/>
                  </a:cubicBezTo>
                  <a:cubicBezTo>
                    <a:pt x="463" y="115"/>
                    <a:pt x="463" y="110"/>
                    <a:pt x="462" y="106"/>
                  </a:cubicBezTo>
                  <a:cubicBezTo>
                    <a:pt x="460" y="93"/>
                    <a:pt x="452" y="82"/>
                    <a:pt x="441" y="74"/>
                  </a:cubicBezTo>
                  <a:cubicBezTo>
                    <a:pt x="430" y="67"/>
                    <a:pt x="415" y="64"/>
                    <a:pt x="402" y="66"/>
                  </a:cubicBezTo>
                  <a:cubicBezTo>
                    <a:pt x="389" y="69"/>
                    <a:pt x="378" y="74"/>
                    <a:pt x="370" y="82"/>
                  </a:cubicBezTo>
                  <a:cubicBezTo>
                    <a:pt x="382" y="67"/>
                    <a:pt x="393" y="54"/>
                    <a:pt x="411" y="44"/>
                  </a:cubicBezTo>
                  <a:cubicBezTo>
                    <a:pt x="421" y="38"/>
                    <a:pt x="432" y="35"/>
                    <a:pt x="444" y="33"/>
                  </a:cubicBezTo>
                  <a:cubicBezTo>
                    <a:pt x="453" y="31"/>
                    <a:pt x="463" y="30"/>
                    <a:pt x="472" y="33"/>
                  </a:cubicBezTo>
                  <a:cubicBezTo>
                    <a:pt x="476" y="35"/>
                    <a:pt x="480" y="37"/>
                    <a:pt x="483" y="39"/>
                  </a:cubicBezTo>
                  <a:cubicBezTo>
                    <a:pt x="487" y="43"/>
                    <a:pt x="491" y="46"/>
                    <a:pt x="490" y="51"/>
                  </a:cubicBezTo>
                  <a:cubicBezTo>
                    <a:pt x="487" y="49"/>
                    <a:pt x="483" y="47"/>
                    <a:pt x="479" y="47"/>
                  </a:cubicBezTo>
                  <a:cubicBezTo>
                    <a:pt x="470" y="47"/>
                    <a:pt x="463" y="54"/>
                    <a:pt x="463" y="63"/>
                  </a:cubicBezTo>
                  <a:cubicBezTo>
                    <a:pt x="463" y="72"/>
                    <a:pt x="470" y="79"/>
                    <a:pt x="479" y="79"/>
                  </a:cubicBezTo>
                  <a:cubicBezTo>
                    <a:pt x="483" y="79"/>
                    <a:pt x="487" y="77"/>
                    <a:pt x="490" y="74"/>
                  </a:cubicBezTo>
                  <a:cubicBezTo>
                    <a:pt x="494" y="70"/>
                    <a:pt x="495" y="65"/>
                    <a:pt x="495" y="60"/>
                  </a:cubicBezTo>
                  <a:cubicBezTo>
                    <a:pt x="495" y="55"/>
                    <a:pt x="495" y="51"/>
                    <a:pt x="493" y="46"/>
                  </a:cubicBezTo>
                  <a:cubicBezTo>
                    <a:pt x="486" y="32"/>
                    <a:pt x="469" y="27"/>
                    <a:pt x="455" y="27"/>
                  </a:cubicBezTo>
                  <a:cubicBezTo>
                    <a:pt x="429" y="28"/>
                    <a:pt x="395" y="41"/>
                    <a:pt x="375" y="63"/>
                  </a:cubicBezTo>
                  <a:cubicBezTo>
                    <a:pt x="378" y="60"/>
                    <a:pt x="381" y="56"/>
                    <a:pt x="384" y="53"/>
                  </a:cubicBezTo>
                  <a:cubicBezTo>
                    <a:pt x="411" y="26"/>
                    <a:pt x="453" y="14"/>
                    <a:pt x="491" y="21"/>
                  </a:cubicBezTo>
                  <a:cubicBezTo>
                    <a:pt x="489" y="21"/>
                    <a:pt x="478" y="22"/>
                    <a:pt x="474" y="23"/>
                  </a:cubicBezTo>
                  <a:cubicBezTo>
                    <a:pt x="472" y="24"/>
                    <a:pt x="473" y="26"/>
                    <a:pt x="474" y="26"/>
                  </a:cubicBezTo>
                  <a:cubicBezTo>
                    <a:pt x="492" y="28"/>
                    <a:pt x="507" y="31"/>
                    <a:pt x="517" y="47"/>
                  </a:cubicBezTo>
                  <a:cubicBezTo>
                    <a:pt x="520" y="53"/>
                    <a:pt x="522" y="58"/>
                    <a:pt x="522" y="64"/>
                  </a:cubicBezTo>
                  <a:cubicBezTo>
                    <a:pt x="523" y="67"/>
                    <a:pt x="523" y="69"/>
                    <a:pt x="522" y="72"/>
                  </a:cubicBezTo>
                  <a:cubicBezTo>
                    <a:pt x="522" y="75"/>
                    <a:pt x="522" y="78"/>
                    <a:pt x="523" y="80"/>
                  </a:cubicBezTo>
                  <a:cubicBezTo>
                    <a:pt x="524" y="83"/>
                    <a:pt x="525" y="86"/>
                    <a:pt x="528" y="88"/>
                  </a:cubicBezTo>
                  <a:cubicBezTo>
                    <a:pt x="529" y="89"/>
                    <a:pt x="531" y="90"/>
                    <a:pt x="533" y="90"/>
                  </a:cubicBezTo>
                  <a:cubicBezTo>
                    <a:pt x="535" y="91"/>
                    <a:pt x="538" y="91"/>
                    <a:pt x="539" y="92"/>
                  </a:cubicBezTo>
                  <a:cubicBezTo>
                    <a:pt x="544" y="95"/>
                    <a:pt x="544" y="100"/>
                    <a:pt x="543" y="104"/>
                  </a:cubicBezTo>
                  <a:cubicBezTo>
                    <a:pt x="543" y="105"/>
                    <a:pt x="543" y="105"/>
                    <a:pt x="544" y="105"/>
                  </a:cubicBezTo>
                  <a:cubicBezTo>
                    <a:pt x="544" y="105"/>
                    <a:pt x="544" y="105"/>
                    <a:pt x="544" y="104"/>
                  </a:cubicBezTo>
                  <a:cubicBezTo>
                    <a:pt x="545" y="102"/>
                    <a:pt x="545" y="101"/>
                    <a:pt x="546" y="99"/>
                  </a:cubicBezTo>
                  <a:cubicBezTo>
                    <a:pt x="553" y="75"/>
                    <a:pt x="543" y="46"/>
                    <a:pt x="523" y="31"/>
                  </a:cubicBezTo>
                  <a:cubicBezTo>
                    <a:pt x="544" y="42"/>
                    <a:pt x="561" y="60"/>
                    <a:pt x="569" y="85"/>
                  </a:cubicBezTo>
                  <a:cubicBezTo>
                    <a:pt x="578" y="111"/>
                    <a:pt x="572" y="141"/>
                    <a:pt x="552" y="160"/>
                  </a:cubicBezTo>
                  <a:cubicBezTo>
                    <a:pt x="537" y="175"/>
                    <a:pt x="514" y="180"/>
                    <a:pt x="498" y="163"/>
                  </a:cubicBezTo>
                  <a:cubicBezTo>
                    <a:pt x="489" y="154"/>
                    <a:pt x="479" y="125"/>
                    <a:pt x="504" y="125"/>
                  </a:cubicBezTo>
                  <a:cubicBezTo>
                    <a:pt x="506" y="125"/>
                    <a:pt x="509" y="123"/>
                    <a:pt x="510" y="123"/>
                  </a:cubicBezTo>
                  <a:cubicBezTo>
                    <a:pt x="497" y="122"/>
                    <a:pt x="484" y="126"/>
                    <a:pt x="477" y="138"/>
                  </a:cubicBezTo>
                  <a:cubicBezTo>
                    <a:pt x="472" y="146"/>
                    <a:pt x="471" y="152"/>
                    <a:pt x="472" y="158"/>
                  </a:cubicBezTo>
                  <a:cubicBezTo>
                    <a:pt x="457" y="143"/>
                    <a:pt x="426" y="144"/>
                    <a:pt x="407" y="155"/>
                  </a:cubicBezTo>
                  <a:cubicBezTo>
                    <a:pt x="373" y="173"/>
                    <a:pt x="368" y="213"/>
                    <a:pt x="361" y="246"/>
                  </a:cubicBezTo>
                  <a:cubicBezTo>
                    <a:pt x="349" y="297"/>
                    <a:pt x="319" y="322"/>
                    <a:pt x="275" y="347"/>
                  </a:cubicBezTo>
                  <a:cubicBezTo>
                    <a:pt x="275" y="346"/>
                    <a:pt x="276" y="346"/>
                    <a:pt x="276" y="346"/>
                  </a:cubicBezTo>
                  <a:cubicBezTo>
                    <a:pt x="302" y="333"/>
                    <a:pt x="329" y="319"/>
                    <a:pt x="348" y="296"/>
                  </a:cubicBezTo>
                  <a:cubicBezTo>
                    <a:pt x="374" y="263"/>
                    <a:pt x="371" y="221"/>
                    <a:pt x="388" y="186"/>
                  </a:cubicBezTo>
                  <a:cubicBezTo>
                    <a:pt x="400" y="162"/>
                    <a:pt x="430" y="138"/>
                    <a:pt x="456" y="158"/>
                  </a:cubicBezTo>
                  <a:cubicBezTo>
                    <a:pt x="466" y="166"/>
                    <a:pt x="471" y="183"/>
                    <a:pt x="467" y="196"/>
                  </a:cubicBezTo>
                  <a:cubicBezTo>
                    <a:pt x="461" y="213"/>
                    <a:pt x="431" y="227"/>
                    <a:pt x="418" y="208"/>
                  </a:cubicBezTo>
                  <a:cubicBezTo>
                    <a:pt x="413" y="201"/>
                    <a:pt x="412" y="190"/>
                    <a:pt x="419" y="184"/>
                  </a:cubicBezTo>
                  <a:cubicBezTo>
                    <a:pt x="422" y="182"/>
                    <a:pt x="427" y="179"/>
                    <a:pt x="431" y="180"/>
                  </a:cubicBezTo>
                  <a:cubicBezTo>
                    <a:pt x="432" y="180"/>
                    <a:pt x="434" y="181"/>
                    <a:pt x="434" y="182"/>
                  </a:cubicBezTo>
                  <a:cubicBezTo>
                    <a:pt x="434" y="183"/>
                    <a:pt x="433" y="184"/>
                    <a:pt x="432" y="184"/>
                  </a:cubicBezTo>
                  <a:cubicBezTo>
                    <a:pt x="431" y="186"/>
                    <a:pt x="431" y="188"/>
                    <a:pt x="431" y="189"/>
                  </a:cubicBezTo>
                  <a:cubicBezTo>
                    <a:pt x="434" y="196"/>
                    <a:pt x="444" y="192"/>
                    <a:pt x="446" y="186"/>
                  </a:cubicBezTo>
                  <a:cubicBezTo>
                    <a:pt x="448" y="180"/>
                    <a:pt x="442" y="176"/>
                    <a:pt x="437" y="175"/>
                  </a:cubicBezTo>
                  <a:cubicBezTo>
                    <a:pt x="427" y="172"/>
                    <a:pt x="416" y="176"/>
                    <a:pt x="409" y="183"/>
                  </a:cubicBezTo>
                  <a:cubicBezTo>
                    <a:pt x="401" y="191"/>
                    <a:pt x="401" y="202"/>
                    <a:pt x="407" y="212"/>
                  </a:cubicBezTo>
                  <a:cubicBezTo>
                    <a:pt x="426" y="238"/>
                    <a:pt x="471" y="216"/>
                    <a:pt x="478" y="192"/>
                  </a:cubicBezTo>
                  <a:cubicBezTo>
                    <a:pt x="481" y="182"/>
                    <a:pt x="480" y="175"/>
                    <a:pt x="478" y="168"/>
                  </a:cubicBezTo>
                  <a:cubicBezTo>
                    <a:pt x="492" y="180"/>
                    <a:pt x="522" y="180"/>
                    <a:pt x="537" y="175"/>
                  </a:cubicBezTo>
                  <a:cubicBezTo>
                    <a:pt x="624" y="144"/>
                    <a:pt x="591" y="38"/>
                    <a:pt x="514" y="16"/>
                  </a:cubicBezTo>
                  <a:cubicBezTo>
                    <a:pt x="458" y="0"/>
                    <a:pt x="385" y="28"/>
                    <a:pt x="354" y="77"/>
                  </a:cubicBezTo>
                  <a:cubicBezTo>
                    <a:pt x="340" y="99"/>
                    <a:pt x="337" y="121"/>
                    <a:pt x="338" y="144"/>
                  </a:cubicBezTo>
                  <a:close/>
                  <a:moveTo>
                    <a:pt x="297" y="282"/>
                  </a:moveTo>
                  <a:cubicBezTo>
                    <a:pt x="272" y="290"/>
                    <a:pt x="254" y="266"/>
                    <a:pt x="249" y="244"/>
                  </a:cubicBezTo>
                  <a:cubicBezTo>
                    <a:pt x="246" y="234"/>
                    <a:pt x="247" y="224"/>
                    <a:pt x="252" y="215"/>
                  </a:cubicBezTo>
                  <a:cubicBezTo>
                    <a:pt x="257" y="207"/>
                    <a:pt x="264" y="202"/>
                    <a:pt x="273" y="202"/>
                  </a:cubicBezTo>
                  <a:cubicBezTo>
                    <a:pt x="291" y="203"/>
                    <a:pt x="291" y="212"/>
                    <a:pt x="275" y="229"/>
                  </a:cubicBezTo>
                  <a:cubicBezTo>
                    <a:pt x="274" y="229"/>
                    <a:pt x="272" y="231"/>
                    <a:pt x="274" y="232"/>
                  </a:cubicBezTo>
                  <a:cubicBezTo>
                    <a:pt x="277" y="235"/>
                    <a:pt x="280" y="237"/>
                    <a:pt x="283" y="237"/>
                  </a:cubicBezTo>
                  <a:cubicBezTo>
                    <a:pt x="283" y="237"/>
                    <a:pt x="282" y="237"/>
                    <a:pt x="281" y="238"/>
                  </a:cubicBezTo>
                  <a:cubicBezTo>
                    <a:pt x="279" y="239"/>
                    <a:pt x="277" y="241"/>
                    <a:pt x="276" y="243"/>
                  </a:cubicBezTo>
                  <a:cubicBezTo>
                    <a:pt x="275" y="247"/>
                    <a:pt x="275" y="252"/>
                    <a:pt x="276" y="256"/>
                  </a:cubicBezTo>
                  <a:cubicBezTo>
                    <a:pt x="277" y="263"/>
                    <a:pt x="282" y="271"/>
                    <a:pt x="288" y="275"/>
                  </a:cubicBezTo>
                  <a:cubicBezTo>
                    <a:pt x="293" y="278"/>
                    <a:pt x="299" y="279"/>
                    <a:pt x="305" y="279"/>
                  </a:cubicBezTo>
                  <a:cubicBezTo>
                    <a:pt x="303" y="280"/>
                    <a:pt x="300" y="281"/>
                    <a:pt x="297" y="282"/>
                  </a:cubicBezTo>
                  <a:close/>
                  <a:moveTo>
                    <a:pt x="316" y="273"/>
                  </a:moveTo>
                  <a:cubicBezTo>
                    <a:pt x="308" y="276"/>
                    <a:pt x="301" y="278"/>
                    <a:pt x="292" y="273"/>
                  </a:cubicBezTo>
                  <a:cubicBezTo>
                    <a:pt x="281" y="268"/>
                    <a:pt x="278" y="257"/>
                    <a:pt x="280" y="246"/>
                  </a:cubicBezTo>
                  <a:cubicBezTo>
                    <a:pt x="281" y="254"/>
                    <a:pt x="288" y="260"/>
                    <a:pt x="296" y="261"/>
                  </a:cubicBezTo>
                  <a:cubicBezTo>
                    <a:pt x="298" y="261"/>
                    <a:pt x="300" y="262"/>
                    <a:pt x="302" y="261"/>
                  </a:cubicBezTo>
                  <a:cubicBezTo>
                    <a:pt x="304" y="261"/>
                    <a:pt x="305" y="260"/>
                    <a:pt x="307" y="259"/>
                  </a:cubicBezTo>
                  <a:cubicBezTo>
                    <a:pt x="311" y="258"/>
                    <a:pt x="316" y="259"/>
                    <a:pt x="320" y="260"/>
                  </a:cubicBezTo>
                  <a:cubicBezTo>
                    <a:pt x="321" y="261"/>
                    <a:pt x="323" y="262"/>
                    <a:pt x="324" y="262"/>
                  </a:cubicBezTo>
                  <a:cubicBezTo>
                    <a:pt x="325" y="263"/>
                    <a:pt x="327" y="263"/>
                    <a:pt x="328" y="262"/>
                  </a:cubicBezTo>
                  <a:cubicBezTo>
                    <a:pt x="324" y="266"/>
                    <a:pt x="321" y="270"/>
                    <a:pt x="316" y="273"/>
                  </a:cubicBezTo>
                  <a:close/>
                  <a:moveTo>
                    <a:pt x="61" y="318"/>
                  </a:moveTo>
                  <a:cubicBezTo>
                    <a:pt x="54" y="300"/>
                    <a:pt x="56" y="281"/>
                    <a:pt x="61" y="262"/>
                  </a:cubicBezTo>
                  <a:cubicBezTo>
                    <a:pt x="61" y="261"/>
                    <a:pt x="61" y="261"/>
                    <a:pt x="60" y="261"/>
                  </a:cubicBezTo>
                  <a:cubicBezTo>
                    <a:pt x="52" y="280"/>
                    <a:pt x="51" y="308"/>
                    <a:pt x="60" y="330"/>
                  </a:cubicBezTo>
                  <a:cubicBezTo>
                    <a:pt x="55" y="326"/>
                    <a:pt x="51" y="321"/>
                    <a:pt x="48" y="317"/>
                  </a:cubicBezTo>
                  <a:cubicBezTo>
                    <a:pt x="44" y="308"/>
                    <a:pt x="42" y="299"/>
                    <a:pt x="43" y="288"/>
                  </a:cubicBezTo>
                  <a:cubicBezTo>
                    <a:pt x="45" y="269"/>
                    <a:pt x="56" y="255"/>
                    <a:pt x="71" y="244"/>
                  </a:cubicBezTo>
                  <a:cubicBezTo>
                    <a:pt x="70" y="246"/>
                    <a:pt x="70" y="249"/>
                    <a:pt x="70" y="251"/>
                  </a:cubicBezTo>
                  <a:cubicBezTo>
                    <a:pt x="71" y="257"/>
                    <a:pt x="74" y="261"/>
                    <a:pt x="74" y="267"/>
                  </a:cubicBezTo>
                  <a:cubicBezTo>
                    <a:pt x="74" y="272"/>
                    <a:pt x="72" y="277"/>
                    <a:pt x="68" y="280"/>
                  </a:cubicBezTo>
                  <a:cubicBezTo>
                    <a:pt x="67" y="281"/>
                    <a:pt x="64" y="283"/>
                    <a:pt x="64" y="284"/>
                  </a:cubicBezTo>
                  <a:cubicBezTo>
                    <a:pt x="63" y="287"/>
                    <a:pt x="66" y="288"/>
                    <a:pt x="68" y="287"/>
                  </a:cubicBezTo>
                  <a:cubicBezTo>
                    <a:pt x="71" y="285"/>
                    <a:pt x="73" y="283"/>
                    <a:pt x="77" y="283"/>
                  </a:cubicBezTo>
                  <a:cubicBezTo>
                    <a:pt x="79" y="283"/>
                    <a:pt x="86" y="288"/>
                    <a:pt x="87" y="287"/>
                  </a:cubicBezTo>
                  <a:cubicBezTo>
                    <a:pt x="71" y="297"/>
                    <a:pt x="67" y="321"/>
                    <a:pt x="74" y="338"/>
                  </a:cubicBezTo>
                  <a:cubicBezTo>
                    <a:pt x="75" y="339"/>
                    <a:pt x="75" y="340"/>
                    <a:pt x="76" y="342"/>
                  </a:cubicBezTo>
                  <a:cubicBezTo>
                    <a:pt x="70" y="335"/>
                    <a:pt x="65" y="328"/>
                    <a:pt x="61" y="318"/>
                  </a:cubicBezTo>
                  <a:close/>
                  <a:moveTo>
                    <a:pt x="412" y="74"/>
                  </a:moveTo>
                  <a:cubicBezTo>
                    <a:pt x="405" y="73"/>
                    <a:pt x="397" y="74"/>
                    <a:pt x="389" y="76"/>
                  </a:cubicBezTo>
                  <a:cubicBezTo>
                    <a:pt x="390" y="76"/>
                    <a:pt x="390" y="76"/>
                    <a:pt x="391" y="75"/>
                  </a:cubicBezTo>
                  <a:cubicBezTo>
                    <a:pt x="403" y="70"/>
                    <a:pt x="416" y="69"/>
                    <a:pt x="429" y="73"/>
                  </a:cubicBezTo>
                  <a:cubicBezTo>
                    <a:pt x="440" y="77"/>
                    <a:pt x="450" y="85"/>
                    <a:pt x="456" y="95"/>
                  </a:cubicBezTo>
                  <a:cubicBezTo>
                    <a:pt x="459" y="101"/>
                    <a:pt x="460" y="107"/>
                    <a:pt x="461" y="113"/>
                  </a:cubicBezTo>
                  <a:cubicBezTo>
                    <a:pt x="461" y="116"/>
                    <a:pt x="461" y="119"/>
                    <a:pt x="460" y="122"/>
                  </a:cubicBezTo>
                  <a:cubicBezTo>
                    <a:pt x="460" y="124"/>
                    <a:pt x="459" y="126"/>
                    <a:pt x="459" y="128"/>
                  </a:cubicBezTo>
                  <a:cubicBezTo>
                    <a:pt x="459" y="128"/>
                    <a:pt x="458" y="129"/>
                    <a:pt x="458" y="130"/>
                  </a:cubicBezTo>
                  <a:cubicBezTo>
                    <a:pt x="458" y="130"/>
                    <a:pt x="458" y="131"/>
                    <a:pt x="458" y="132"/>
                  </a:cubicBezTo>
                  <a:cubicBezTo>
                    <a:pt x="441" y="122"/>
                    <a:pt x="430" y="110"/>
                    <a:pt x="427" y="90"/>
                  </a:cubicBezTo>
                  <a:cubicBezTo>
                    <a:pt x="426" y="89"/>
                    <a:pt x="423" y="88"/>
                    <a:pt x="423" y="90"/>
                  </a:cubicBezTo>
                  <a:cubicBezTo>
                    <a:pt x="416" y="103"/>
                    <a:pt x="411" y="92"/>
                    <a:pt x="401" y="88"/>
                  </a:cubicBezTo>
                  <a:cubicBezTo>
                    <a:pt x="397" y="86"/>
                    <a:pt x="392" y="85"/>
                    <a:pt x="387" y="85"/>
                  </a:cubicBezTo>
                  <a:cubicBezTo>
                    <a:pt x="393" y="82"/>
                    <a:pt x="399" y="80"/>
                    <a:pt x="407" y="79"/>
                  </a:cubicBezTo>
                  <a:cubicBezTo>
                    <a:pt x="424" y="79"/>
                    <a:pt x="439" y="89"/>
                    <a:pt x="448" y="103"/>
                  </a:cubicBezTo>
                  <a:cubicBezTo>
                    <a:pt x="448" y="103"/>
                    <a:pt x="449" y="103"/>
                    <a:pt x="449" y="102"/>
                  </a:cubicBezTo>
                  <a:cubicBezTo>
                    <a:pt x="442" y="87"/>
                    <a:pt x="429" y="76"/>
                    <a:pt x="412" y="74"/>
                  </a:cubicBezTo>
                  <a:close/>
                  <a:moveTo>
                    <a:pt x="495" y="62"/>
                  </a:moveTo>
                  <a:cubicBezTo>
                    <a:pt x="495" y="62"/>
                    <a:pt x="495" y="62"/>
                    <a:pt x="495" y="62"/>
                  </a:cubicBezTo>
                  <a:cubicBezTo>
                    <a:pt x="495" y="62"/>
                    <a:pt x="495" y="62"/>
                    <a:pt x="495" y="62"/>
                  </a:cubicBezTo>
                  <a:cubicBezTo>
                    <a:pt x="495" y="62"/>
                    <a:pt x="495" y="62"/>
                    <a:pt x="495" y="62"/>
                  </a:cubicBezTo>
                  <a:close/>
                  <a:moveTo>
                    <a:pt x="534" y="49"/>
                  </a:moveTo>
                  <a:cubicBezTo>
                    <a:pt x="544" y="61"/>
                    <a:pt x="548" y="77"/>
                    <a:pt x="546" y="91"/>
                  </a:cubicBezTo>
                  <a:cubicBezTo>
                    <a:pt x="547" y="87"/>
                    <a:pt x="542" y="84"/>
                    <a:pt x="538" y="83"/>
                  </a:cubicBezTo>
                  <a:cubicBezTo>
                    <a:pt x="536" y="83"/>
                    <a:pt x="533" y="82"/>
                    <a:pt x="531" y="80"/>
                  </a:cubicBezTo>
                  <a:cubicBezTo>
                    <a:pt x="527" y="77"/>
                    <a:pt x="528" y="72"/>
                    <a:pt x="528" y="67"/>
                  </a:cubicBezTo>
                  <a:cubicBezTo>
                    <a:pt x="528" y="55"/>
                    <a:pt x="522" y="43"/>
                    <a:pt x="513" y="34"/>
                  </a:cubicBezTo>
                  <a:cubicBezTo>
                    <a:pt x="521" y="38"/>
                    <a:pt x="528" y="42"/>
                    <a:pt x="534" y="4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 name="Google Shape;487;p44"/>
            <p:cNvSpPr/>
            <p:nvPr/>
          </p:nvSpPr>
          <p:spPr>
            <a:xfrm>
              <a:off x="6605588" y="4395788"/>
              <a:ext cx="244475" cy="150813"/>
            </a:xfrm>
            <a:custGeom>
              <a:avLst/>
              <a:gdLst/>
              <a:ahLst/>
              <a:cxnLst/>
              <a:rect l="l" t="t" r="r" b="b"/>
              <a:pathLst>
                <a:path w="184" h="114" extrusionOk="0">
                  <a:moveTo>
                    <a:pt x="59" y="38"/>
                  </a:moveTo>
                  <a:cubicBezTo>
                    <a:pt x="58" y="38"/>
                    <a:pt x="56" y="37"/>
                    <a:pt x="55" y="38"/>
                  </a:cubicBezTo>
                  <a:cubicBezTo>
                    <a:pt x="53" y="38"/>
                    <a:pt x="53" y="39"/>
                    <a:pt x="52" y="40"/>
                  </a:cubicBezTo>
                  <a:cubicBezTo>
                    <a:pt x="50" y="43"/>
                    <a:pt x="49" y="45"/>
                    <a:pt x="49" y="49"/>
                  </a:cubicBezTo>
                  <a:cubicBezTo>
                    <a:pt x="49" y="52"/>
                    <a:pt x="50" y="55"/>
                    <a:pt x="52" y="58"/>
                  </a:cubicBezTo>
                  <a:cubicBezTo>
                    <a:pt x="58" y="63"/>
                    <a:pt x="67" y="64"/>
                    <a:pt x="74" y="61"/>
                  </a:cubicBezTo>
                  <a:cubicBezTo>
                    <a:pt x="83" y="58"/>
                    <a:pt x="89" y="50"/>
                    <a:pt x="89" y="41"/>
                  </a:cubicBezTo>
                  <a:cubicBezTo>
                    <a:pt x="91" y="8"/>
                    <a:pt x="51" y="4"/>
                    <a:pt x="29" y="16"/>
                  </a:cubicBezTo>
                  <a:cubicBezTo>
                    <a:pt x="7" y="28"/>
                    <a:pt x="0" y="58"/>
                    <a:pt x="11" y="79"/>
                  </a:cubicBezTo>
                  <a:cubicBezTo>
                    <a:pt x="25" y="106"/>
                    <a:pt x="59" y="114"/>
                    <a:pt x="86" y="109"/>
                  </a:cubicBezTo>
                  <a:cubicBezTo>
                    <a:pt x="127" y="101"/>
                    <a:pt x="158" y="77"/>
                    <a:pt x="184" y="46"/>
                  </a:cubicBezTo>
                  <a:cubicBezTo>
                    <a:pt x="183" y="46"/>
                    <a:pt x="181" y="46"/>
                    <a:pt x="181" y="47"/>
                  </a:cubicBezTo>
                  <a:cubicBezTo>
                    <a:pt x="150" y="74"/>
                    <a:pt x="114" y="112"/>
                    <a:pt x="70" y="104"/>
                  </a:cubicBezTo>
                  <a:cubicBezTo>
                    <a:pt x="44" y="99"/>
                    <a:pt x="19" y="80"/>
                    <a:pt x="18" y="52"/>
                  </a:cubicBezTo>
                  <a:cubicBezTo>
                    <a:pt x="16" y="23"/>
                    <a:pt x="45" y="0"/>
                    <a:pt x="70" y="20"/>
                  </a:cubicBezTo>
                  <a:cubicBezTo>
                    <a:pt x="84" y="30"/>
                    <a:pt x="86" y="45"/>
                    <a:pt x="72" y="54"/>
                  </a:cubicBezTo>
                  <a:cubicBezTo>
                    <a:pt x="68" y="57"/>
                    <a:pt x="62" y="60"/>
                    <a:pt x="57" y="56"/>
                  </a:cubicBezTo>
                  <a:cubicBezTo>
                    <a:pt x="51" y="52"/>
                    <a:pt x="52" y="41"/>
                    <a:pt x="59" y="3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44"/>
            <p:cNvSpPr/>
            <p:nvPr/>
          </p:nvSpPr>
          <p:spPr>
            <a:xfrm>
              <a:off x="6729413" y="4425950"/>
              <a:ext cx="93663" cy="66675"/>
            </a:xfrm>
            <a:custGeom>
              <a:avLst/>
              <a:gdLst/>
              <a:ahLst/>
              <a:cxnLst/>
              <a:rect l="l" t="t" r="r" b="b"/>
              <a:pathLst>
                <a:path w="71" h="51" extrusionOk="0">
                  <a:moveTo>
                    <a:pt x="15" y="13"/>
                  </a:moveTo>
                  <a:cubicBezTo>
                    <a:pt x="23" y="8"/>
                    <a:pt x="28" y="17"/>
                    <a:pt x="30" y="23"/>
                  </a:cubicBezTo>
                  <a:cubicBezTo>
                    <a:pt x="30" y="23"/>
                    <a:pt x="34" y="20"/>
                    <a:pt x="34" y="20"/>
                  </a:cubicBezTo>
                  <a:cubicBezTo>
                    <a:pt x="39" y="6"/>
                    <a:pt x="27" y="0"/>
                    <a:pt x="17" y="5"/>
                  </a:cubicBezTo>
                  <a:cubicBezTo>
                    <a:pt x="16" y="6"/>
                    <a:pt x="15" y="6"/>
                    <a:pt x="14" y="7"/>
                  </a:cubicBezTo>
                  <a:cubicBezTo>
                    <a:pt x="8" y="12"/>
                    <a:pt x="0" y="19"/>
                    <a:pt x="3" y="28"/>
                  </a:cubicBezTo>
                  <a:cubicBezTo>
                    <a:pt x="7" y="44"/>
                    <a:pt x="25" y="51"/>
                    <a:pt x="40" y="48"/>
                  </a:cubicBezTo>
                  <a:cubicBezTo>
                    <a:pt x="52" y="46"/>
                    <a:pt x="61" y="38"/>
                    <a:pt x="70" y="30"/>
                  </a:cubicBezTo>
                  <a:cubicBezTo>
                    <a:pt x="70" y="30"/>
                    <a:pt x="71" y="30"/>
                    <a:pt x="71" y="30"/>
                  </a:cubicBezTo>
                  <a:cubicBezTo>
                    <a:pt x="67" y="32"/>
                    <a:pt x="63" y="35"/>
                    <a:pt x="59" y="37"/>
                  </a:cubicBezTo>
                  <a:cubicBezTo>
                    <a:pt x="56" y="39"/>
                    <a:pt x="53" y="39"/>
                    <a:pt x="50" y="40"/>
                  </a:cubicBezTo>
                  <a:cubicBezTo>
                    <a:pt x="43" y="42"/>
                    <a:pt x="35" y="41"/>
                    <a:pt x="28" y="39"/>
                  </a:cubicBezTo>
                  <a:cubicBezTo>
                    <a:pt x="22" y="37"/>
                    <a:pt x="17" y="32"/>
                    <a:pt x="15" y="26"/>
                  </a:cubicBezTo>
                  <a:cubicBezTo>
                    <a:pt x="13" y="22"/>
                    <a:pt x="11" y="15"/>
                    <a:pt x="15" y="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44"/>
            <p:cNvSpPr/>
            <p:nvPr/>
          </p:nvSpPr>
          <p:spPr>
            <a:xfrm>
              <a:off x="6899276" y="4202113"/>
              <a:ext cx="106363" cy="163513"/>
            </a:xfrm>
            <a:custGeom>
              <a:avLst/>
              <a:gdLst/>
              <a:ahLst/>
              <a:cxnLst/>
              <a:rect l="l" t="t" r="r" b="b"/>
              <a:pathLst>
                <a:path w="80" h="124" extrusionOk="0">
                  <a:moveTo>
                    <a:pt x="54" y="29"/>
                  </a:moveTo>
                  <a:cubicBezTo>
                    <a:pt x="54" y="27"/>
                    <a:pt x="52" y="25"/>
                    <a:pt x="50" y="24"/>
                  </a:cubicBezTo>
                  <a:cubicBezTo>
                    <a:pt x="47" y="24"/>
                    <a:pt x="43" y="24"/>
                    <a:pt x="41" y="27"/>
                  </a:cubicBezTo>
                  <a:cubicBezTo>
                    <a:pt x="41" y="28"/>
                    <a:pt x="41" y="29"/>
                    <a:pt x="41" y="30"/>
                  </a:cubicBezTo>
                  <a:cubicBezTo>
                    <a:pt x="40" y="35"/>
                    <a:pt x="46" y="39"/>
                    <a:pt x="50" y="41"/>
                  </a:cubicBezTo>
                  <a:cubicBezTo>
                    <a:pt x="56" y="42"/>
                    <a:pt x="62" y="39"/>
                    <a:pt x="66" y="34"/>
                  </a:cubicBezTo>
                  <a:cubicBezTo>
                    <a:pt x="80" y="18"/>
                    <a:pt x="62" y="0"/>
                    <a:pt x="44" y="6"/>
                  </a:cubicBezTo>
                  <a:cubicBezTo>
                    <a:pt x="0" y="20"/>
                    <a:pt x="14" y="91"/>
                    <a:pt x="15" y="124"/>
                  </a:cubicBezTo>
                  <a:cubicBezTo>
                    <a:pt x="15" y="124"/>
                    <a:pt x="16" y="124"/>
                    <a:pt x="16" y="123"/>
                  </a:cubicBezTo>
                  <a:cubicBezTo>
                    <a:pt x="17" y="109"/>
                    <a:pt x="17" y="96"/>
                    <a:pt x="17" y="81"/>
                  </a:cubicBezTo>
                  <a:cubicBezTo>
                    <a:pt x="18" y="67"/>
                    <a:pt x="17" y="47"/>
                    <a:pt x="22" y="34"/>
                  </a:cubicBezTo>
                  <a:cubicBezTo>
                    <a:pt x="28" y="20"/>
                    <a:pt x="47" y="1"/>
                    <a:pt x="61" y="17"/>
                  </a:cubicBezTo>
                  <a:cubicBezTo>
                    <a:pt x="64" y="20"/>
                    <a:pt x="65" y="26"/>
                    <a:pt x="63" y="30"/>
                  </a:cubicBezTo>
                  <a:cubicBezTo>
                    <a:pt x="62" y="33"/>
                    <a:pt x="55" y="38"/>
                    <a:pt x="51" y="35"/>
                  </a:cubicBezTo>
                  <a:cubicBezTo>
                    <a:pt x="54" y="34"/>
                    <a:pt x="55" y="31"/>
                    <a:pt x="54" y="2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44"/>
            <p:cNvSpPr/>
            <p:nvPr/>
          </p:nvSpPr>
          <p:spPr>
            <a:xfrm>
              <a:off x="5591176" y="4070350"/>
              <a:ext cx="825501" cy="492125"/>
            </a:xfrm>
            <a:custGeom>
              <a:avLst/>
              <a:gdLst/>
              <a:ahLst/>
              <a:cxnLst/>
              <a:rect l="l" t="t" r="r" b="b"/>
              <a:pathLst>
                <a:path w="624" h="372" extrusionOk="0">
                  <a:moveTo>
                    <a:pt x="87" y="175"/>
                  </a:moveTo>
                  <a:cubicBezTo>
                    <a:pt x="102" y="180"/>
                    <a:pt x="132" y="180"/>
                    <a:pt x="146" y="168"/>
                  </a:cubicBezTo>
                  <a:cubicBezTo>
                    <a:pt x="143" y="175"/>
                    <a:pt x="143" y="182"/>
                    <a:pt x="146" y="192"/>
                  </a:cubicBezTo>
                  <a:cubicBezTo>
                    <a:pt x="153" y="216"/>
                    <a:pt x="198" y="238"/>
                    <a:pt x="216" y="212"/>
                  </a:cubicBezTo>
                  <a:cubicBezTo>
                    <a:pt x="223" y="202"/>
                    <a:pt x="223" y="191"/>
                    <a:pt x="214" y="183"/>
                  </a:cubicBezTo>
                  <a:cubicBezTo>
                    <a:pt x="208" y="176"/>
                    <a:pt x="196" y="172"/>
                    <a:pt x="187" y="175"/>
                  </a:cubicBezTo>
                  <a:cubicBezTo>
                    <a:pt x="182" y="176"/>
                    <a:pt x="176" y="180"/>
                    <a:pt x="178" y="186"/>
                  </a:cubicBezTo>
                  <a:cubicBezTo>
                    <a:pt x="180" y="192"/>
                    <a:pt x="189" y="196"/>
                    <a:pt x="193" y="189"/>
                  </a:cubicBezTo>
                  <a:cubicBezTo>
                    <a:pt x="193" y="188"/>
                    <a:pt x="193" y="186"/>
                    <a:pt x="192" y="184"/>
                  </a:cubicBezTo>
                  <a:cubicBezTo>
                    <a:pt x="191" y="184"/>
                    <a:pt x="190" y="183"/>
                    <a:pt x="190" y="182"/>
                  </a:cubicBezTo>
                  <a:cubicBezTo>
                    <a:pt x="190" y="181"/>
                    <a:pt x="192" y="180"/>
                    <a:pt x="193" y="180"/>
                  </a:cubicBezTo>
                  <a:cubicBezTo>
                    <a:pt x="197" y="179"/>
                    <a:pt x="201" y="182"/>
                    <a:pt x="204" y="184"/>
                  </a:cubicBezTo>
                  <a:cubicBezTo>
                    <a:pt x="212" y="190"/>
                    <a:pt x="211" y="201"/>
                    <a:pt x="206" y="208"/>
                  </a:cubicBezTo>
                  <a:cubicBezTo>
                    <a:pt x="193" y="227"/>
                    <a:pt x="163" y="213"/>
                    <a:pt x="157" y="196"/>
                  </a:cubicBezTo>
                  <a:cubicBezTo>
                    <a:pt x="153" y="183"/>
                    <a:pt x="158" y="166"/>
                    <a:pt x="168" y="158"/>
                  </a:cubicBezTo>
                  <a:cubicBezTo>
                    <a:pt x="194" y="138"/>
                    <a:pt x="224" y="162"/>
                    <a:pt x="236" y="186"/>
                  </a:cubicBezTo>
                  <a:cubicBezTo>
                    <a:pt x="253" y="221"/>
                    <a:pt x="250" y="263"/>
                    <a:pt x="276" y="296"/>
                  </a:cubicBezTo>
                  <a:cubicBezTo>
                    <a:pt x="295" y="319"/>
                    <a:pt x="322" y="333"/>
                    <a:pt x="348" y="346"/>
                  </a:cubicBezTo>
                  <a:cubicBezTo>
                    <a:pt x="348" y="346"/>
                    <a:pt x="349" y="346"/>
                    <a:pt x="349" y="347"/>
                  </a:cubicBezTo>
                  <a:cubicBezTo>
                    <a:pt x="305" y="322"/>
                    <a:pt x="275" y="297"/>
                    <a:pt x="263" y="246"/>
                  </a:cubicBezTo>
                  <a:cubicBezTo>
                    <a:pt x="256" y="213"/>
                    <a:pt x="251" y="173"/>
                    <a:pt x="217" y="155"/>
                  </a:cubicBezTo>
                  <a:cubicBezTo>
                    <a:pt x="198" y="144"/>
                    <a:pt x="167" y="143"/>
                    <a:pt x="152" y="158"/>
                  </a:cubicBezTo>
                  <a:cubicBezTo>
                    <a:pt x="153" y="152"/>
                    <a:pt x="152" y="146"/>
                    <a:pt x="147" y="138"/>
                  </a:cubicBezTo>
                  <a:cubicBezTo>
                    <a:pt x="139" y="126"/>
                    <a:pt x="127" y="122"/>
                    <a:pt x="114" y="123"/>
                  </a:cubicBezTo>
                  <a:cubicBezTo>
                    <a:pt x="115" y="123"/>
                    <a:pt x="118" y="125"/>
                    <a:pt x="120" y="125"/>
                  </a:cubicBezTo>
                  <a:cubicBezTo>
                    <a:pt x="145" y="125"/>
                    <a:pt x="135" y="154"/>
                    <a:pt x="126" y="163"/>
                  </a:cubicBezTo>
                  <a:cubicBezTo>
                    <a:pt x="110" y="180"/>
                    <a:pt x="87" y="175"/>
                    <a:pt x="72" y="160"/>
                  </a:cubicBezTo>
                  <a:cubicBezTo>
                    <a:pt x="52" y="141"/>
                    <a:pt x="46" y="111"/>
                    <a:pt x="54" y="85"/>
                  </a:cubicBezTo>
                  <a:cubicBezTo>
                    <a:pt x="63" y="60"/>
                    <a:pt x="80" y="42"/>
                    <a:pt x="100" y="31"/>
                  </a:cubicBezTo>
                  <a:cubicBezTo>
                    <a:pt x="81" y="46"/>
                    <a:pt x="70" y="75"/>
                    <a:pt x="78" y="99"/>
                  </a:cubicBezTo>
                  <a:cubicBezTo>
                    <a:pt x="78" y="101"/>
                    <a:pt x="79" y="102"/>
                    <a:pt x="79" y="104"/>
                  </a:cubicBezTo>
                  <a:cubicBezTo>
                    <a:pt x="80" y="105"/>
                    <a:pt x="80" y="105"/>
                    <a:pt x="80" y="105"/>
                  </a:cubicBezTo>
                  <a:cubicBezTo>
                    <a:pt x="81" y="105"/>
                    <a:pt x="81" y="105"/>
                    <a:pt x="81" y="104"/>
                  </a:cubicBezTo>
                  <a:cubicBezTo>
                    <a:pt x="80" y="100"/>
                    <a:pt x="80" y="95"/>
                    <a:pt x="84" y="92"/>
                  </a:cubicBezTo>
                  <a:cubicBezTo>
                    <a:pt x="86" y="91"/>
                    <a:pt x="88" y="91"/>
                    <a:pt x="90" y="90"/>
                  </a:cubicBezTo>
                  <a:cubicBezTo>
                    <a:pt x="92" y="90"/>
                    <a:pt x="95" y="89"/>
                    <a:pt x="96" y="88"/>
                  </a:cubicBezTo>
                  <a:cubicBezTo>
                    <a:pt x="99" y="86"/>
                    <a:pt x="100" y="83"/>
                    <a:pt x="101" y="80"/>
                  </a:cubicBezTo>
                  <a:cubicBezTo>
                    <a:pt x="102" y="78"/>
                    <a:pt x="102" y="75"/>
                    <a:pt x="102" y="72"/>
                  </a:cubicBezTo>
                  <a:cubicBezTo>
                    <a:pt x="101" y="69"/>
                    <a:pt x="101" y="67"/>
                    <a:pt x="102" y="64"/>
                  </a:cubicBezTo>
                  <a:cubicBezTo>
                    <a:pt x="102" y="58"/>
                    <a:pt x="104" y="53"/>
                    <a:pt x="107" y="47"/>
                  </a:cubicBezTo>
                  <a:cubicBezTo>
                    <a:pt x="117" y="31"/>
                    <a:pt x="132" y="28"/>
                    <a:pt x="150" y="26"/>
                  </a:cubicBezTo>
                  <a:cubicBezTo>
                    <a:pt x="151" y="26"/>
                    <a:pt x="152" y="24"/>
                    <a:pt x="150" y="23"/>
                  </a:cubicBezTo>
                  <a:cubicBezTo>
                    <a:pt x="146" y="22"/>
                    <a:pt x="135" y="21"/>
                    <a:pt x="133" y="21"/>
                  </a:cubicBezTo>
                  <a:cubicBezTo>
                    <a:pt x="171" y="14"/>
                    <a:pt x="213" y="26"/>
                    <a:pt x="240" y="53"/>
                  </a:cubicBezTo>
                  <a:cubicBezTo>
                    <a:pt x="243" y="56"/>
                    <a:pt x="246" y="60"/>
                    <a:pt x="249" y="63"/>
                  </a:cubicBezTo>
                  <a:cubicBezTo>
                    <a:pt x="228" y="41"/>
                    <a:pt x="195" y="28"/>
                    <a:pt x="169" y="27"/>
                  </a:cubicBezTo>
                  <a:cubicBezTo>
                    <a:pt x="154" y="27"/>
                    <a:pt x="138" y="32"/>
                    <a:pt x="131" y="46"/>
                  </a:cubicBezTo>
                  <a:cubicBezTo>
                    <a:pt x="129" y="51"/>
                    <a:pt x="129" y="55"/>
                    <a:pt x="129" y="60"/>
                  </a:cubicBezTo>
                  <a:cubicBezTo>
                    <a:pt x="129" y="65"/>
                    <a:pt x="130" y="70"/>
                    <a:pt x="134" y="74"/>
                  </a:cubicBezTo>
                  <a:cubicBezTo>
                    <a:pt x="136" y="77"/>
                    <a:pt x="141" y="79"/>
                    <a:pt x="145" y="79"/>
                  </a:cubicBezTo>
                  <a:cubicBezTo>
                    <a:pt x="153" y="79"/>
                    <a:pt x="160" y="72"/>
                    <a:pt x="160" y="63"/>
                  </a:cubicBezTo>
                  <a:cubicBezTo>
                    <a:pt x="160" y="54"/>
                    <a:pt x="153" y="47"/>
                    <a:pt x="145" y="47"/>
                  </a:cubicBezTo>
                  <a:cubicBezTo>
                    <a:pt x="141" y="47"/>
                    <a:pt x="137" y="49"/>
                    <a:pt x="134" y="51"/>
                  </a:cubicBezTo>
                  <a:cubicBezTo>
                    <a:pt x="133" y="46"/>
                    <a:pt x="137" y="43"/>
                    <a:pt x="141" y="39"/>
                  </a:cubicBezTo>
                  <a:cubicBezTo>
                    <a:pt x="144" y="37"/>
                    <a:pt x="148" y="35"/>
                    <a:pt x="152" y="33"/>
                  </a:cubicBezTo>
                  <a:cubicBezTo>
                    <a:pt x="161" y="30"/>
                    <a:pt x="171" y="31"/>
                    <a:pt x="180" y="33"/>
                  </a:cubicBezTo>
                  <a:cubicBezTo>
                    <a:pt x="191" y="35"/>
                    <a:pt x="202" y="38"/>
                    <a:pt x="212" y="44"/>
                  </a:cubicBezTo>
                  <a:cubicBezTo>
                    <a:pt x="231" y="54"/>
                    <a:pt x="242" y="67"/>
                    <a:pt x="254" y="82"/>
                  </a:cubicBezTo>
                  <a:cubicBezTo>
                    <a:pt x="246" y="74"/>
                    <a:pt x="235" y="69"/>
                    <a:pt x="222" y="66"/>
                  </a:cubicBezTo>
                  <a:cubicBezTo>
                    <a:pt x="209" y="64"/>
                    <a:pt x="194" y="67"/>
                    <a:pt x="183" y="74"/>
                  </a:cubicBezTo>
                  <a:cubicBezTo>
                    <a:pt x="172" y="82"/>
                    <a:pt x="164" y="93"/>
                    <a:pt x="162" y="106"/>
                  </a:cubicBezTo>
                  <a:cubicBezTo>
                    <a:pt x="161" y="110"/>
                    <a:pt x="161" y="115"/>
                    <a:pt x="162" y="119"/>
                  </a:cubicBezTo>
                  <a:cubicBezTo>
                    <a:pt x="162" y="121"/>
                    <a:pt x="163" y="124"/>
                    <a:pt x="163" y="126"/>
                  </a:cubicBezTo>
                  <a:cubicBezTo>
                    <a:pt x="164" y="128"/>
                    <a:pt x="164" y="129"/>
                    <a:pt x="165" y="131"/>
                  </a:cubicBezTo>
                  <a:cubicBezTo>
                    <a:pt x="165" y="133"/>
                    <a:pt x="165" y="134"/>
                    <a:pt x="167" y="134"/>
                  </a:cubicBezTo>
                  <a:cubicBezTo>
                    <a:pt x="170" y="133"/>
                    <a:pt x="173" y="131"/>
                    <a:pt x="176" y="130"/>
                  </a:cubicBezTo>
                  <a:cubicBezTo>
                    <a:pt x="181" y="127"/>
                    <a:pt x="186" y="123"/>
                    <a:pt x="190" y="118"/>
                  </a:cubicBezTo>
                  <a:cubicBezTo>
                    <a:pt x="193" y="113"/>
                    <a:pt x="195" y="107"/>
                    <a:pt x="199" y="103"/>
                  </a:cubicBezTo>
                  <a:cubicBezTo>
                    <a:pt x="203" y="98"/>
                    <a:pt x="198" y="93"/>
                    <a:pt x="204" y="104"/>
                  </a:cubicBezTo>
                  <a:cubicBezTo>
                    <a:pt x="205" y="105"/>
                    <a:pt x="206" y="105"/>
                    <a:pt x="207" y="104"/>
                  </a:cubicBezTo>
                  <a:cubicBezTo>
                    <a:pt x="215" y="95"/>
                    <a:pt x="226" y="89"/>
                    <a:pt x="238" y="91"/>
                  </a:cubicBezTo>
                  <a:cubicBezTo>
                    <a:pt x="254" y="93"/>
                    <a:pt x="265" y="103"/>
                    <a:pt x="269" y="118"/>
                  </a:cubicBezTo>
                  <a:cubicBezTo>
                    <a:pt x="274" y="132"/>
                    <a:pt x="272" y="148"/>
                    <a:pt x="271" y="163"/>
                  </a:cubicBezTo>
                  <a:cubicBezTo>
                    <a:pt x="270" y="182"/>
                    <a:pt x="269" y="202"/>
                    <a:pt x="271" y="221"/>
                  </a:cubicBezTo>
                  <a:cubicBezTo>
                    <a:pt x="276" y="273"/>
                    <a:pt x="313" y="313"/>
                    <a:pt x="357" y="338"/>
                  </a:cubicBezTo>
                  <a:cubicBezTo>
                    <a:pt x="372" y="346"/>
                    <a:pt x="387" y="353"/>
                    <a:pt x="403" y="358"/>
                  </a:cubicBezTo>
                  <a:cubicBezTo>
                    <a:pt x="420" y="364"/>
                    <a:pt x="437" y="368"/>
                    <a:pt x="455" y="370"/>
                  </a:cubicBezTo>
                  <a:cubicBezTo>
                    <a:pt x="463" y="371"/>
                    <a:pt x="472" y="372"/>
                    <a:pt x="481" y="372"/>
                  </a:cubicBezTo>
                  <a:cubicBezTo>
                    <a:pt x="485" y="372"/>
                    <a:pt x="490" y="371"/>
                    <a:pt x="494" y="371"/>
                  </a:cubicBezTo>
                  <a:cubicBezTo>
                    <a:pt x="507" y="370"/>
                    <a:pt x="521" y="367"/>
                    <a:pt x="533" y="362"/>
                  </a:cubicBezTo>
                  <a:cubicBezTo>
                    <a:pt x="538" y="359"/>
                    <a:pt x="544" y="357"/>
                    <a:pt x="549" y="355"/>
                  </a:cubicBezTo>
                  <a:cubicBezTo>
                    <a:pt x="555" y="351"/>
                    <a:pt x="561" y="347"/>
                    <a:pt x="567" y="343"/>
                  </a:cubicBezTo>
                  <a:cubicBezTo>
                    <a:pt x="624" y="297"/>
                    <a:pt x="612" y="205"/>
                    <a:pt x="538" y="190"/>
                  </a:cubicBezTo>
                  <a:cubicBezTo>
                    <a:pt x="509" y="184"/>
                    <a:pt x="469" y="207"/>
                    <a:pt x="473" y="234"/>
                  </a:cubicBezTo>
                  <a:cubicBezTo>
                    <a:pt x="468" y="238"/>
                    <a:pt x="461" y="241"/>
                    <a:pt x="453" y="243"/>
                  </a:cubicBezTo>
                  <a:cubicBezTo>
                    <a:pt x="431" y="249"/>
                    <a:pt x="405" y="241"/>
                    <a:pt x="401" y="217"/>
                  </a:cubicBezTo>
                  <a:cubicBezTo>
                    <a:pt x="403" y="223"/>
                    <a:pt x="408" y="226"/>
                    <a:pt x="414" y="226"/>
                  </a:cubicBezTo>
                  <a:cubicBezTo>
                    <a:pt x="422" y="226"/>
                    <a:pt x="428" y="220"/>
                    <a:pt x="428" y="212"/>
                  </a:cubicBezTo>
                  <a:cubicBezTo>
                    <a:pt x="428" y="204"/>
                    <a:pt x="422" y="197"/>
                    <a:pt x="414" y="197"/>
                  </a:cubicBezTo>
                  <a:cubicBezTo>
                    <a:pt x="407" y="197"/>
                    <a:pt x="399" y="205"/>
                    <a:pt x="397" y="212"/>
                  </a:cubicBezTo>
                  <a:cubicBezTo>
                    <a:pt x="396" y="216"/>
                    <a:pt x="397" y="220"/>
                    <a:pt x="397" y="223"/>
                  </a:cubicBezTo>
                  <a:cubicBezTo>
                    <a:pt x="398" y="229"/>
                    <a:pt x="402" y="234"/>
                    <a:pt x="406" y="238"/>
                  </a:cubicBezTo>
                  <a:cubicBezTo>
                    <a:pt x="415" y="245"/>
                    <a:pt x="427" y="247"/>
                    <a:pt x="438" y="247"/>
                  </a:cubicBezTo>
                  <a:cubicBezTo>
                    <a:pt x="445" y="247"/>
                    <a:pt x="451" y="246"/>
                    <a:pt x="457" y="244"/>
                  </a:cubicBezTo>
                  <a:cubicBezTo>
                    <a:pt x="459" y="244"/>
                    <a:pt x="475" y="238"/>
                    <a:pt x="474" y="237"/>
                  </a:cubicBezTo>
                  <a:cubicBezTo>
                    <a:pt x="476" y="243"/>
                    <a:pt x="480" y="249"/>
                    <a:pt x="487" y="255"/>
                  </a:cubicBezTo>
                  <a:cubicBezTo>
                    <a:pt x="492" y="259"/>
                    <a:pt x="497" y="262"/>
                    <a:pt x="502" y="263"/>
                  </a:cubicBezTo>
                  <a:cubicBezTo>
                    <a:pt x="507" y="265"/>
                    <a:pt x="514" y="266"/>
                    <a:pt x="519" y="263"/>
                  </a:cubicBezTo>
                  <a:cubicBezTo>
                    <a:pt x="519" y="263"/>
                    <a:pt x="515" y="263"/>
                    <a:pt x="515" y="263"/>
                  </a:cubicBezTo>
                  <a:cubicBezTo>
                    <a:pt x="512" y="263"/>
                    <a:pt x="510" y="263"/>
                    <a:pt x="508" y="263"/>
                  </a:cubicBezTo>
                  <a:cubicBezTo>
                    <a:pt x="505" y="262"/>
                    <a:pt x="503" y="262"/>
                    <a:pt x="500" y="261"/>
                  </a:cubicBezTo>
                  <a:cubicBezTo>
                    <a:pt x="496" y="259"/>
                    <a:pt x="493" y="257"/>
                    <a:pt x="491" y="254"/>
                  </a:cubicBezTo>
                  <a:cubicBezTo>
                    <a:pt x="486" y="247"/>
                    <a:pt x="486" y="238"/>
                    <a:pt x="489" y="230"/>
                  </a:cubicBezTo>
                  <a:cubicBezTo>
                    <a:pt x="493" y="217"/>
                    <a:pt x="503" y="201"/>
                    <a:pt x="517" y="196"/>
                  </a:cubicBezTo>
                  <a:cubicBezTo>
                    <a:pt x="555" y="182"/>
                    <a:pt x="587" y="220"/>
                    <a:pt x="592" y="255"/>
                  </a:cubicBezTo>
                  <a:cubicBezTo>
                    <a:pt x="593" y="261"/>
                    <a:pt x="593" y="267"/>
                    <a:pt x="593" y="273"/>
                  </a:cubicBezTo>
                  <a:cubicBezTo>
                    <a:pt x="589" y="245"/>
                    <a:pt x="571" y="215"/>
                    <a:pt x="546" y="208"/>
                  </a:cubicBezTo>
                  <a:cubicBezTo>
                    <a:pt x="524" y="201"/>
                    <a:pt x="500" y="225"/>
                    <a:pt x="519" y="244"/>
                  </a:cubicBezTo>
                  <a:cubicBezTo>
                    <a:pt x="522" y="248"/>
                    <a:pt x="530" y="252"/>
                    <a:pt x="535" y="249"/>
                  </a:cubicBezTo>
                  <a:cubicBezTo>
                    <a:pt x="538" y="247"/>
                    <a:pt x="538" y="244"/>
                    <a:pt x="537" y="242"/>
                  </a:cubicBezTo>
                  <a:cubicBezTo>
                    <a:pt x="537" y="240"/>
                    <a:pt x="536" y="238"/>
                    <a:pt x="535" y="236"/>
                  </a:cubicBezTo>
                  <a:cubicBezTo>
                    <a:pt x="533" y="235"/>
                    <a:pt x="529" y="235"/>
                    <a:pt x="529" y="235"/>
                  </a:cubicBezTo>
                  <a:cubicBezTo>
                    <a:pt x="531" y="238"/>
                    <a:pt x="530" y="242"/>
                    <a:pt x="527" y="244"/>
                  </a:cubicBezTo>
                  <a:cubicBezTo>
                    <a:pt x="524" y="246"/>
                    <a:pt x="521" y="243"/>
                    <a:pt x="519" y="240"/>
                  </a:cubicBezTo>
                  <a:cubicBezTo>
                    <a:pt x="517" y="237"/>
                    <a:pt x="521" y="229"/>
                    <a:pt x="522" y="226"/>
                  </a:cubicBezTo>
                  <a:cubicBezTo>
                    <a:pt x="529" y="214"/>
                    <a:pt x="543" y="211"/>
                    <a:pt x="555" y="216"/>
                  </a:cubicBezTo>
                  <a:cubicBezTo>
                    <a:pt x="584" y="226"/>
                    <a:pt x="587" y="266"/>
                    <a:pt x="585" y="296"/>
                  </a:cubicBezTo>
                  <a:cubicBezTo>
                    <a:pt x="583" y="274"/>
                    <a:pt x="571" y="252"/>
                    <a:pt x="552" y="242"/>
                  </a:cubicBezTo>
                  <a:cubicBezTo>
                    <a:pt x="551" y="240"/>
                    <a:pt x="550" y="239"/>
                    <a:pt x="548" y="239"/>
                  </a:cubicBezTo>
                  <a:cubicBezTo>
                    <a:pt x="547" y="239"/>
                    <a:pt x="546" y="240"/>
                    <a:pt x="546" y="240"/>
                  </a:cubicBezTo>
                  <a:cubicBezTo>
                    <a:pt x="551" y="250"/>
                    <a:pt x="542" y="260"/>
                    <a:pt x="545" y="270"/>
                  </a:cubicBezTo>
                  <a:cubicBezTo>
                    <a:pt x="546" y="273"/>
                    <a:pt x="547" y="277"/>
                    <a:pt x="550" y="280"/>
                  </a:cubicBezTo>
                  <a:cubicBezTo>
                    <a:pt x="549" y="280"/>
                    <a:pt x="549" y="280"/>
                    <a:pt x="548" y="280"/>
                  </a:cubicBezTo>
                  <a:cubicBezTo>
                    <a:pt x="544" y="279"/>
                    <a:pt x="541" y="281"/>
                    <a:pt x="538" y="283"/>
                  </a:cubicBezTo>
                  <a:cubicBezTo>
                    <a:pt x="537" y="285"/>
                    <a:pt x="532" y="285"/>
                    <a:pt x="532" y="287"/>
                  </a:cubicBezTo>
                  <a:cubicBezTo>
                    <a:pt x="532" y="288"/>
                    <a:pt x="533" y="289"/>
                    <a:pt x="534" y="290"/>
                  </a:cubicBezTo>
                  <a:cubicBezTo>
                    <a:pt x="538" y="295"/>
                    <a:pt x="541" y="298"/>
                    <a:pt x="544" y="304"/>
                  </a:cubicBezTo>
                  <a:cubicBezTo>
                    <a:pt x="546" y="309"/>
                    <a:pt x="547" y="314"/>
                    <a:pt x="548" y="319"/>
                  </a:cubicBezTo>
                  <a:cubicBezTo>
                    <a:pt x="549" y="330"/>
                    <a:pt x="545" y="340"/>
                    <a:pt x="538" y="348"/>
                  </a:cubicBezTo>
                  <a:cubicBezTo>
                    <a:pt x="537" y="349"/>
                    <a:pt x="537" y="349"/>
                    <a:pt x="536" y="350"/>
                  </a:cubicBezTo>
                  <a:cubicBezTo>
                    <a:pt x="516" y="361"/>
                    <a:pt x="493" y="367"/>
                    <a:pt x="471" y="367"/>
                  </a:cubicBezTo>
                  <a:cubicBezTo>
                    <a:pt x="404" y="370"/>
                    <a:pt x="323" y="331"/>
                    <a:pt x="294" y="266"/>
                  </a:cubicBezTo>
                  <a:cubicBezTo>
                    <a:pt x="300" y="274"/>
                    <a:pt x="309" y="280"/>
                    <a:pt x="319" y="285"/>
                  </a:cubicBezTo>
                  <a:cubicBezTo>
                    <a:pt x="351" y="299"/>
                    <a:pt x="379" y="271"/>
                    <a:pt x="383" y="239"/>
                  </a:cubicBezTo>
                  <a:cubicBezTo>
                    <a:pt x="386" y="214"/>
                    <a:pt x="360" y="180"/>
                    <a:pt x="334" y="202"/>
                  </a:cubicBezTo>
                  <a:cubicBezTo>
                    <a:pt x="321" y="212"/>
                    <a:pt x="326" y="232"/>
                    <a:pt x="337" y="236"/>
                  </a:cubicBezTo>
                  <a:cubicBezTo>
                    <a:pt x="336" y="236"/>
                    <a:pt x="335" y="236"/>
                    <a:pt x="334" y="236"/>
                  </a:cubicBezTo>
                  <a:cubicBezTo>
                    <a:pt x="329" y="238"/>
                    <a:pt x="326" y="246"/>
                    <a:pt x="333" y="248"/>
                  </a:cubicBezTo>
                  <a:cubicBezTo>
                    <a:pt x="334" y="248"/>
                    <a:pt x="334" y="247"/>
                    <a:pt x="334" y="247"/>
                  </a:cubicBezTo>
                  <a:cubicBezTo>
                    <a:pt x="329" y="245"/>
                    <a:pt x="332" y="240"/>
                    <a:pt x="335" y="239"/>
                  </a:cubicBezTo>
                  <a:cubicBezTo>
                    <a:pt x="337" y="239"/>
                    <a:pt x="339" y="239"/>
                    <a:pt x="340" y="240"/>
                  </a:cubicBezTo>
                  <a:cubicBezTo>
                    <a:pt x="341" y="241"/>
                    <a:pt x="342" y="242"/>
                    <a:pt x="343" y="243"/>
                  </a:cubicBezTo>
                  <a:cubicBezTo>
                    <a:pt x="341" y="249"/>
                    <a:pt x="338" y="257"/>
                    <a:pt x="330" y="258"/>
                  </a:cubicBezTo>
                  <a:cubicBezTo>
                    <a:pt x="323" y="259"/>
                    <a:pt x="318" y="256"/>
                    <a:pt x="312" y="253"/>
                  </a:cubicBezTo>
                  <a:cubicBezTo>
                    <a:pt x="310" y="251"/>
                    <a:pt x="308" y="250"/>
                    <a:pt x="305" y="252"/>
                  </a:cubicBezTo>
                  <a:cubicBezTo>
                    <a:pt x="303" y="254"/>
                    <a:pt x="301" y="255"/>
                    <a:pt x="298" y="255"/>
                  </a:cubicBezTo>
                  <a:cubicBezTo>
                    <a:pt x="295" y="256"/>
                    <a:pt x="291" y="254"/>
                    <a:pt x="289" y="252"/>
                  </a:cubicBezTo>
                  <a:cubicBezTo>
                    <a:pt x="288" y="250"/>
                    <a:pt x="287" y="249"/>
                    <a:pt x="286" y="247"/>
                  </a:cubicBezTo>
                  <a:cubicBezTo>
                    <a:pt x="279" y="217"/>
                    <a:pt x="284" y="188"/>
                    <a:pt x="285" y="158"/>
                  </a:cubicBezTo>
                  <a:cubicBezTo>
                    <a:pt x="287" y="164"/>
                    <a:pt x="290" y="171"/>
                    <a:pt x="297" y="177"/>
                  </a:cubicBezTo>
                  <a:cubicBezTo>
                    <a:pt x="310" y="190"/>
                    <a:pt x="344" y="199"/>
                    <a:pt x="354" y="177"/>
                  </a:cubicBezTo>
                  <a:cubicBezTo>
                    <a:pt x="361" y="159"/>
                    <a:pt x="338" y="144"/>
                    <a:pt x="322" y="149"/>
                  </a:cubicBezTo>
                  <a:cubicBezTo>
                    <a:pt x="324" y="149"/>
                    <a:pt x="328" y="152"/>
                    <a:pt x="330" y="152"/>
                  </a:cubicBezTo>
                  <a:cubicBezTo>
                    <a:pt x="346" y="152"/>
                    <a:pt x="344" y="177"/>
                    <a:pt x="334" y="181"/>
                  </a:cubicBezTo>
                  <a:cubicBezTo>
                    <a:pt x="323" y="185"/>
                    <a:pt x="303" y="175"/>
                    <a:pt x="298" y="165"/>
                  </a:cubicBezTo>
                  <a:cubicBezTo>
                    <a:pt x="292" y="151"/>
                    <a:pt x="299" y="128"/>
                    <a:pt x="315" y="125"/>
                  </a:cubicBezTo>
                  <a:cubicBezTo>
                    <a:pt x="353" y="118"/>
                    <a:pt x="376" y="169"/>
                    <a:pt x="406" y="184"/>
                  </a:cubicBezTo>
                  <a:cubicBezTo>
                    <a:pt x="438" y="200"/>
                    <a:pt x="479" y="201"/>
                    <a:pt x="507" y="177"/>
                  </a:cubicBezTo>
                  <a:cubicBezTo>
                    <a:pt x="507" y="177"/>
                    <a:pt x="505" y="176"/>
                    <a:pt x="505" y="176"/>
                  </a:cubicBezTo>
                  <a:cubicBezTo>
                    <a:pt x="485" y="186"/>
                    <a:pt x="466" y="193"/>
                    <a:pt x="444" y="193"/>
                  </a:cubicBezTo>
                  <a:cubicBezTo>
                    <a:pt x="408" y="192"/>
                    <a:pt x="394" y="173"/>
                    <a:pt x="372" y="150"/>
                  </a:cubicBezTo>
                  <a:cubicBezTo>
                    <a:pt x="361" y="139"/>
                    <a:pt x="349" y="129"/>
                    <a:pt x="334" y="124"/>
                  </a:cubicBezTo>
                  <a:cubicBezTo>
                    <a:pt x="312" y="117"/>
                    <a:pt x="292" y="128"/>
                    <a:pt x="286" y="144"/>
                  </a:cubicBezTo>
                  <a:cubicBezTo>
                    <a:pt x="287" y="121"/>
                    <a:pt x="284" y="99"/>
                    <a:pt x="270" y="77"/>
                  </a:cubicBezTo>
                  <a:cubicBezTo>
                    <a:pt x="239" y="28"/>
                    <a:pt x="166" y="0"/>
                    <a:pt x="110" y="16"/>
                  </a:cubicBezTo>
                  <a:cubicBezTo>
                    <a:pt x="33" y="38"/>
                    <a:pt x="0" y="144"/>
                    <a:pt x="87" y="175"/>
                  </a:cubicBezTo>
                  <a:close/>
                  <a:moveTo>
                    <a:pt x="129" y="62"/>
                  </a:moveTo>
                  <a:cubicBezTo>
                    <a:pt x="129" y="62"/>
                    <a:pt x="129" y="62"/>
                    <a:pt x="129" y="62"/>
                  </a:cubicBezTo>
                  <a:cubicBezTo>
                    <a:pt x="129" y="62"/>
                    <a:pt x="129" y="62"/>
                    <a:pt x="129" y="62"/>
                  </a:cubicBezTo>
                  <a:cubicBezTo>
                    <a:pt x="129" y="62"/>
                    <a:pt x="129" y="62"/>
                    <a:pt x="129" y="62"/>
                  </a:cubicBezTo>
                  <a:close/>
                  <a:moveTo>
                    <a:pt x="222" y="88"/>
                  </a:moveTo>
                  <a:cubicBezTo>
                    <a:pt x="212" y="92"/>
                    <a:pt x="208" y="103"/>
                    <a:pt x="201" y="90"/>
                  </a:cubicBezTo>
                  <a:cubicBezTo>
                    <a:pt x="200" y="88"/>
                    <a:pt x="198" y="89"/>
                    <a:pt x="197" y="90"/>
                  </a:cubicBezTo>
                  <a:cubicBezTo>
                    <a:pt x="194" y="110"/>
                    <a:pt x="183" y="122"/>
                    <a:pt x="166" y="132"/>
                  </a:cubicBezTo>
                  <a:cubicBezTo>
                    <a:pt x="166" y="131"/>
                    <a:pt x="166" y="130"/>
                    <a:pt x="166" y="130"/>
                  </a:cubicBezTo>
                  <a:cubicBezTo>
                    <a:pt x="166" y="129"/>
                    <a:pt x="165" y="128"/>
                    <a:pt x="165" y="128"/>
                  </a:cubicBezTo>
                  <a:cubicBezTo>
                    <a:pt x="165" y="126"/>
                    <a:pt x="164" y="124"/>
                    <a:pt x="164" y="122"/>
                  </a:cubicBezTo>
                  <a:cubicBezTo>
                    <a:pt x="163" y="119"/>
                    <a:pt x="163" y="116"/>
                    <a:pt x="163" y="113"/>
                  </a:cubicBezTo>
                  <a:cubicBezTo>
                    <a:pt x="164" y="107"/>
                    <a:pt x="165" y="101"/>
                    <a:pt x="168" y="95"/>
                  </a:cubicBezTo>
                  <a:cubicBezTo>
                    <a:pt x="174" y="85"/>
                    <a:pt x="184" y="77"/>
                    <a:pt x="195" y="73"/>
                  </a:cubicBezTo>
                  <a:cubicBezTo>
                    <a:pt x="208" y="69"/>
                    <a:pt x="221" y="70"/>
                    <a:pt x="233" y="75"/>
                  </a:cubicBezTo>
                  <a:cubicBezTo>
                    <a:pt x="233" y="76"/>
                    <a:pt x="234" y="76"/>
                    <a:pt x="235" y="76"/>
                  </a:cubicBezTo>
                  <a:cubicBezTo>
                    <a:pt x="227" y="74"/>
                    <a:pt x="219" y="73"/>
                    <a:pt x="212" y="74"/>
                  </a:cubicBezTo>
                  <a:cubicBezTo>
                    <a:pt x="195" y="76"/>
                    <a:pt x="182" y="87"/>
                    <a:pt x="175" y="102"/>
                  </a:cubicBezTo>
                  <a:cubicBezTo>
                    <a:pt x="175" y="103"/>
                    <a:pt x="176" y="103"/>
                    <a:pt x="176" y="103"/>
                  </a:cubicBezTo>
                  <a:cubicBezTo>
                    <a:pt x="185" y="89"/>
                    <a:pt x="200" y="79"/>
                    <a:pt x="217" y="79"/>
                  </a:cubicBezTo>
                  <a:cubicBezTo>
                    <a:pt x="225" y="80"/>
                    <a:pt x="231" y="82"/>
                    <a:pt x="237" y="85"/>
                  </a:cubicBezTo>
                  <a:cubicBezTo>
                    <a:pt x="232" y="85"/>
                    <a:pt x="227" y="86"/>
                    <a:pt x="222" y="88"/>
                  </a:cubicBezTo>
                  <a:close/>
                  <a:moveTo>
                    <a:pt x="550" y="338"/>
                  </a:moveTo>
                  <a:cubicBezTo>
                    <a:pt x="556" y="321"/>
                    <a:pt x="553" y="297"/>
                    <a:pt x="537" y="287"/>
                  </a:cubicBezTo>
                  <a:cubicBezTo>
                    <a:pt x="537" y="288"/>
                    <a:pt x="545" y="283"/>
                    <a:pt x="547" y="283"/>
                  </a:cubicBezTo>
                  <a:cubicBezTo>
                    <a:pt x="551" y="283"/>
                    <a:pt x="552" y="285"/>
                    <a:pt x="556" y="287"/>
                  </a:cubicBezTo>
                  <a:cubicBezTo>
                    <a:pt x="557" y="288"/>
                    <a:pt x="561" y="287"/>
                    <a:pt x="560" y="284"/>
                  </a:cubicBezTo>
                  <a:cubicBezTo>
                    <a:pt x="560" y="283"/>
                    <a:pt x="557" y="281"/>
                    <a:pt x="556" y="280"/>
                  </a:cubicBezTo>
                  <a:cubicBezTo>
                    <a:pt x="552" y="277"/>
                    <a:pt x="550" y="272"/>
                    <a:pt x="550" y="267"/>
                  </a:cubicBezTo>
                  <a:cubicBezTo>
                    <a:pt x="550" y="261"/>
                    <a:pt x="552" y="257"/>
                    <a:pt x="554" y="251"/>
                  </a:cubicBezTo>
                  <a:cubicBezTo>
                    <a:pt x="554" y="249"/>
                    <a:pt x="554" y="246"/>
                    <a:pt x="553" y="244"/>
                  </a:cubicBezTo>
                  <a:cubicBezTo>
                    <a:pt x="568" y="255"/>
                    <a:pt x="579" y="269"/>
                    <a:pt x="581" y="288"/>
                  </a:cubicBezTo>
                  <a:cubicBezTo>
                    <a:pt x="582" y="299"/>
                    <a:pt x="580" y="308"/>
                    <a:pt x="576" y="317"/>
                  </a:cubicBezTo>
                  <a:cubicBezTo>
                    <a:pt x="573" y="321"/>
                    <a:pt x="569" y="326"/>
                    <a:pt x="564" y="330"/>
                  </a:cubicBezTo>
                  <a:cubicBezTo>
                    <a:pt x="573" y="308"/>
                    <a:pt x="572" y="280"/>
                    <a:pt x="564" y="261"/>
                  </a:cubicBezTo>
                  <a:cubicBezTo>
                    <a:pt x="563" y="261"/>
                    <a:pt x="563" y="261"/>
                    <a:pt x="563" y="262"/>
                  </a:cubicBezTo>
                  <a:cubicBezTo>
                    <a:pt x="568" y="281"/>
                    <a:pt x="570" y="300"/>
                    <a:pt x="563" y="318"/>
                  </a:cubicBezTo>
                  <a:cubicBezTo>
                    <a:pt x="559" y="328"/>
                    <a:pt x="554" y="335"/>
                    <a:pt x="548" y="342"/>
                  </a:cubicBezTo>
                  <a:cubicBezTo>
                    <a:pt x="548" y="340"/>
                    <a:pt x="549" y="339"/>
                    <a:pt x="550" y="338"/>
                  </a:cubicBezTo>
                  <a:close/>
                  <a:moveTo>
                    <a:pt x="343" y="238"/>
                  </a:moveTo>
                  <a:cubicBezTo>
                    <a:pt x="342" y="237"/>
                    <a:pt x="341" y="237"/>
                    <a:pt x="341" y="237"/>
                  </a:cubicBezTo>
                  <a:cubicBezTo>
                    <a:pt x="344" y="237"/>
                    <a:pt x="347" y="235"/>
                    <a:pt x="350" y="232"/>
                  </a:cubicBezTo>
                  <a:cubicBezTo>
                    <a:pt x="352" y="231"/>
                    <a:pt x="350" y="229"/>
                    <a:pt x="349" y="229"/>
                  </a:cubicBezTo>
                  <a:cubicBezTo>
                    <a:pt x="333" y="212"/>
                    <a:pt x="333" y="203"/>
                    <a:pt x="351" y="202"/>
                  </a:cubicBezTo>
                  <a:cubicBezTo>
                    <a:pt x="360" y="202"/>
                    <a:pt x="367" y="207"/>
                    <a:pt x="372" y="215"/>
                  </a:cubicBezTo>
                  <a:cubicBezTo>
                    <a:pt x="377" y="224"/>
                    <a:pt x="378" y="234"/>
                    <a:pt x="375" y="244"/>
                  </a:cubicBezTo>
                  <a:cubicBezTo>
                    <a:pt x="370" y="266"/>
                    <a:pt x="352" y="290"/>
                    <a:pt x="326" y="282"/>
                  </a:cubicBezTo>
                  <a:cubicBezTo>
                    <a:pt x="324" y="281"/>
                    <a:pt x="321" y="280"/>
                    <a:pt x="318" y="279"/>
                  </a:cubicBezTo>
                  <a:cubicBezTo>
                    <a:pt x="325" y="279"/>
                    <a:pt x="331" y="278"/>
                    <a:pt x="336" y="275"/>
                  </a:cubicBezTo>
                  <a:cubicBezTo>
                    <a:pt x="342" y="271"/>
                    <a:pt x="347" y="263"/>
                    <a:pt x="348" y="256"/>
                  </a:cubicBezTo>
                  <a:cubicBezTo>
                    <a:pt x="348" y="252"/>
                    <a:pt x="349" y="247"/>
                    <a:pt x="348" y="243"/>
                  </a:cubicBezTo>
                  <a:cubicBezTo>
                    <a:pt x="347" y="241"/>
                    <a:pt x="345" y="239"/>
                    <a:pt x="343" y="238"/>
                  </a:cubicBezTo>
                  <a:close/>
                  <a:moveTo>
                    <a:pt x="300" y="262"/>
                  </a:moveTo>
                  <a:cubicBezTo>
                    <a:pt x="301" y="262"/>
                    <a:pt x="302" y="261"/>
                    <a:pt x="304" y="260"/>
                  </a:cubicBezTo>
                  <a:cubicBezTo>
                    <a:pt x="308" y="259"/>
                    <a:pt x="313" y="258"/>
                    <a:pt x="317" y="259"/>
                  </a:cubicBezTo>
                  <a:cubicBezTo>
                    <a:pt x="319" y="260"/>
                    <a:pt x="320" y="261"/>
                    <a:pt x="322" y="261"/>
                  </a:cubicBezTo>
                  <a:cubicBezTo>
                    <a:pt x="324" y="262"/>
                    <a:pt x="326" y="261"/>
                    <a:pt x="328" y="261"/>
                  </a:cubicBezTo>
                  <a:cubicBezTo>
                    <a:pt x="336" y="260"/>
                    <a:pt x="343" y="254"/>
                    <a:pt x="344" y="246"/>
                  </a:cubicBezTo>
                  <a:cubicBezTo>
                    <a:pt x="345" y="257"/>
                    <a:pt x="343" y="268"/>
                    <a:pt x="332" y="273"/>
                  </a:cubicBezTo>
                  <a:cubicBezTo>
                    <a:pt x="323" y="278"/>
                    <a:pt x="316" y="276"/>
                    <a:pt x="308" y="273"/>
                  </a:cubicBezTo>
                  <a:cubicBezTo>
                    <a:pt x="303" y="270"/>
                    <a:pt x="300" y="266"/>
                    <a:pt x="296" y="262"/>
                  </a:cubicBezTo>
                  <a:cubicBezTo>
                    <a:pt x="297" y="263"/>
                    <a:pt x="299" y="263"/>
                    <a:pt x="300" y="262"/>
                  </a:cubicBezTo>
                  <a:close/>
                  <a:moveTo>
                    <a:pt x="111" y="34"/>
                  </a:moveTo>
                  <a:cubicBezTo>
                    <a:pt x="102" y="43"/>
                    <a:pt x="96" y="55"/>
                    <a:pt x="96" y="67"/>
                  </a:cubicBezTo>
                  <a:cubicBezTo>
                    <a:pt x="96" y="72"/>
                    <a:pt x="97" y="77"/>
                    <a:pt x="93" y="80"/>
                  </a:cubicBezTo>
                  <a:cubicBezTo>
                    <a:pt x="91" y="82"/>
                    <a:pt x="88" y="83"/>
                    <a:pt x="85" y="83"/>
                  </a:cubicBezTo>
                  <a:cubicBezTo>
                    <a:pt x="82" y="84"/>
                    <a:pt x="77" y="87"/>
                    <a:pt x="78" y="91"/>
                  </a:cubicBezTo>
                  <a:cubicBezTo>
                    <a:pt x="75" y="77"/>
                    <a:pt x="79" y="61"/>
                    <a:pt x="90" y="49"/>
                  </a:cubicBezTo>
                  <a:cubicBezTo>
                    <a:pt x="96" y="42"/>
                    <a:pt x="103" y="38"/>
                    <a:pt x="111" y="3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44"/>
            <p:cNvSpPr/>
            <p:nvPr/>
          </p:nvSpPr>
          <p:spPr>
            <a:xfrm>
              <a:off x="5962651" y="4064000"/>
              <a:ext cx="933450" cy="257175"/>
            </a:xfrm>
            <a:custGeom>
              <a:avLst/>
              <a:gdLst/>
              <a:ahLst/>
              <a:cxnLst/>
              <a:rect l="l" t="t" r="r" b="b"/>
              <a:pathLst>
                <a:path w="706" h="195" extrusionOk="0">
                  <a:moveTo>
                    <a:pt x="9" y="23"/>
                  </a:moveTo>
                  <a:cubicBezTo>
                    <a:pt x="12" y="24"/>
                    <a:pt x="17" y="25"/>
                    <a:pt x="18" y="28"/>
                  </a:cubicBezTo>
                  <a:cubicBezTo>
                    <a:pt x="19" y="32"/>
                    <a:pt x="18" y="38"/>
                    <a:pt x="20" y="42"/>
                  </a:cubicBezTo>
                  <a:cubicBezTo>
                    <a:pt x="22" y="44"/>
                    <a:pt x="24" y="45"/>
                    <a:pt x="27" y="46"/>
                  </a:cubicBezTo>
                  <a:cubicBezTo>
                    <a:pt x="35" y="50"/>
                    <a:pt x="45" y="53"/>
                    <a:pt x="51" y="60"/>
                  </a:cubicBezTo>
                  <a:cubicBezTo>
                    <a:pt x="57" y="67"/>
                    <a:pt x="59" y="73"/>
                    <a:pt x="61" y="80"/>
                  </a:cubicBezTo>
                  <a:cubicBezTo>
                    <a:pt x="58" y="130"/>
                    <a:pt x="108" y="170"/>
                    <a:pt x="156" y="179"/>
                  </a:cubicBezTo>
                  <a:cubicBezTo>
                    <a:pt x="242" y="195"/>
                    <a:pt x="305" y="126"/>
                    <a:pt x="338" y="53"/>
                  </a:cubicBezTo>
                  <a:cubicBezTo>
                    <a:pt x="341" y="48"/>
                    <a:pt x="343" y="43"/>
                    <a:pt x="345" y="38"/>
                  </a:cubicBezTo>
                  <a:cubicBezTo>
                    <a:pt x="345" y="38"/>
                    <a:pt x="345" y="37"/>
                    <a:pt x="345" y="37"/>
                  </a:cubicBezTo>
                  <a:cubicBezTo>
                    <a:pt x="346" y="35"/>
                    <a:pt x="346" y="33"/>
                    <a:pt x="347" y="32"/>
                  </a:cubicBezTo>
                  <a:cubicBezTo>
                    <a:pt x="347" y="35"/>
                    <a:pt x="347" y="37"/>
                    <a:pt x="347" y="40"/>
                  </a:cubicBezTo>
                  <a:cubicBezTo>
                    <a:pt x="346" y="53"/>
                    <a:pt x="341" y="62"/>
                    <a:pt x="336" y="73"/>
                  </a:cubicBezTo>
                  <a:cubicBezTo>
                    <a:pt x="325" y="95"/>
                    <a:pt x="334" y="111"/>
                    <a:pt x="352" y="125"/>
                  </a:cubicBezTo>
                  <a:cubicBezTo>
                    <a:pt x="352" y="125"/>
                    <a:pt x="353" y="125"/>
                    <a:pt x="353" y="125"/>
                  </a:cubicBezTo>
                  <a:cubicBezTo>
                    <a:pt x="353" y="125"/>
                    <a:pt x="354" y="125"/>
                    <a:pt x="354" y="125"/>
                  </a:cubicBezTo>
                  <a:cubicBezTo>
                    <a:pt x="372" y="111"/>
                    <a:pt x="381" y="95"/>
                    <a:pt x="370" y="73"/>
                  </a:cubicBezTo>
                  <a:cubicBezTo>
                    <a:pt x="365" y="62"/>
                    <a:pt x="360" y="53"/>
                    <a:pt x="359" y="40"/>
                  </a:cubicBezTo>
                  <a:cubicBezTo>
                    <a:pt x="359" y="37"/>
                    <a:pt x="359" y="35"/>
                    <a:pt x="359" y="32"/>
                  </a:cubicBezTo>
                  <a:cubicBezTo>
                    <a:pt x="360" y="33"/>
                    <a:pt x="360" y="35"/>
                    <a:pt x="361" y="37"/>
                  </a:cubicBezTo>
                  <a:cubicBezTo>
                    <a:pt x="361" y="37"/>
                    <a:pt x="361" y="38"/>
                    <a:pt x="361" y="38"/>
                  </a:cubicBezTo>
                  <a:cubicBezTo>
                    <a:pt x="363" y="43"/>
                    <a:pt x="365" y="48"/>
                    <a:pt x="368" y="53"/>
                  </a:cubicBezTo>
                  <a:cubicBezTo>
                    <a:pt x="400" y="126"/>
                    <a:pt x="464" y="195"/>
                    <a:pt x="550" y="179"/>
                  </a:cubicBezTo>
                  <a:cubicBezTo>
                    <a:pt x="598" y="170"/>
                    <a:pt x="648" y="130"/>
                    <a:pt x="645" y="80"/>
                  </a:cubicBezTo>
                  <a:cubicBezTo>
                    <a:pt x="647" y="73"/>
                    <a:pt x="649" y="67"/>
                    <a:pt x="654" y="60"/>
                  </a:cubicBezTo>
                  <a:cubicBezTo>
                    <a:pt x="661" y="53"/>
                    <a:pt x="671" y="50"/>
                    <a:pt x="679" y="46"/>
                  </a:cubicBezTo>
                  <a:cubicBezTo>
                    <a:pt x="681" y="45"/>
                    <a:pt x="684" y="44"/>
                    <a:pt x="686" y="42"/>
                  </a:cubicBezTo>
                  <a:cubicBezTo>
                    <a:pt x="688" y="38"/>
                    <a:pt x="687" y="32"/>
                    <a:pt x="688" y="28"/>
                  </a:cubicBezTo>
                  <a:cubicBezTo>
                    <a:pt x="689" y="25"/>
                    <a:pt x="694" y="24"/>
                    <a:pt x="696" y="23"/>
                  </a:cubicBezTo>
                  <a:cubicBezTo>
                    <a:pt x="700" y="22"/>
                    <a:pt x="702" y="21"/>
                    <a:pt x="705" y="24"/>
                  </a:cubicBezTo>
                  <a:cubicBezTo>
                    <a:pt x="706" y="22"/>
                    <a:pt x="705" y="20"/>
                    <a:pt x="704" y="19"/>
                  </a:cubicBezTo>
                  <a:cubicBezTo>
                    <a:pt x="699" y="16"/>
                    <a:pt x="690" y="17"/>
                    <a:pt x="686" y="19"/>
                  </a:cubicBezTo>
                  <a:cubicBezTo>
                    <a:pt x="679" y="20"/>
                    <a:pt x="673" y="24"/>
                    <a:pt x="668" y="28"/>
                  </a:cubicBezTo>
                  <a:cubicBezTo>
                    <a:pt x="656" y="37"/>
                    <a:pt x="647" y="51"/>
                    <a:pt x="643" y="65"/>
                  </a:cubicBezTo>
                  <a:cubicBezTo>
                    <a:pt x="641" y="60"/>
                    <a:pt x="639" y="54"/>
                    <a:pt x="637" y="49"/>
                  </a:cubicBezTo>
                  <a:cubicBezTo>
                    <a:pt x="628" y="31"/>
                    <a:pt x="614" y="23"/>
                    <a:pt x="597" y="14"/>
                  </a:cubicBezTo>
                  <a:cubicBezTo>
                    <a:pt x="570" y="0"/>
                    <a:pt x="533" y="10"/>
                    <a:pt x="514" y="32"/>
                  </a:cubicBezTo>
                  <a:cubicBezTo>
                    <a:pt x="502" y="47"/>
                    <a:pt x="496" y="68"/>
                    <a:pt x="511" y="83"/>
                  </a:cubicBezTo>
                  <a:cubicBezTo>
                    <a:pt x="522" y="95"/>
                    <a:pt x="542" y="100"/>
                    <a:pt x="558" y="96"/>
                  </a:cubicBezTo>
                  <a:cubicBezTo>
                    <a:pt x="572" y="92"/>
                    <a:pt x="587" y="76"/>
                    <a:pt x="587" y="60"/>
                  </a:cubicBezTo>
                  <a:cubicBezTo>
                    <a:pt x="587" y="45"/>
                    <a:pt x="566" y="36"/>
                    <a:pt x="554" y="43"/>
                  </a:cubicBezTo>
                  <a:cubicBezTo>
                    <a:pt x="545" y="49"/>
                    <a:pt x="535" y="60"/>
                    <a:pt x="542" y="71"/>
                  </a:cubicBezTo>
                  <a:cubicBezTo>
                    <a:pt x="547" y="77"/>
                    <a:pt x="553" y="76"/>
                    <a:pt x="558" y="72"/>
                  </a:cubicBezTo>
                  <a:cubicBezTo>
                    <a:pt x="560" y="71"/>
                    <a:pt x="564" y="68"/>
                    <a:pt x="564" y="65"/>
                  </a:cubicBezTo>
                  <a:cubicBezTo>
                    <a:pt x="564" y="66"/>
                    <a:pt x="561" y="68"/>
                    <a:pt x="560" y="68"/>
                  </a:cubicBezTo>
                  <a:cubicBezTo>
                    <a:pt x="556" y="76"/>
                    <a:pt x="547" y="62"/>
                    <a:pt x="547" y="58"/>
                  </a:cubicBezTo>
                  <a:cubicBezTo>
                    <a:pt x="546" y="48"/>
                    <a:pt x="552" y="46"/>
                    <a:pt x="561" y="48"/>
                  </a:cubicBezTo>
                  <a:cubicBezTo>
                    <a:pt x="568" y="50"/>
                    <a:pt x="573" y="56"/>
                    <a:pt x="576" y="62"/>
                  </a:cubicBezTo>
                  <a:cubicBezTo>
                    <a:pt x="577" y="66"/>
                    <a:pt x="577" y="69"/>
                    <a:pt x="576" y="72"/>
                  </a:cubicBezTo>
                  <a:cubicBezTo>
                    <a:pt x="564" y="91"/>
                    <a:pt x="542" y="102"/>
                    <a:pt x="524" y="82"/>
                  </a:cubicBezTo>
                  <a:cubicBezTo>
                    <a:pt x="517" y="74"/>
                    <a:pt x="515" y="64"/>
                    <a:pt x="516" y="54"/>
                  </a:cubicBezTo>
                  <a:cubicBezTo>
                    <a:pt x="519" y="18"/>
                    <a:pt x="558" y="6"/>
                    <a:pt x="587" y="19"/>
                  </a:cubicBezTo>
                  <a:cubicBezTo>
                    <a:pt x="633" y="39"/>
                    <a:pt x="641" y="95"/>
                    <a:pt x="617" y="134"/>
                  </a:cubicBezTo>
                  <a:cubicBezTo>
                    <a:pt x="589" y="180"/>
                    <a:pt x="538" y="183"/>
                    <a:pt x="493" y="168"/>
                  </a:cubicBezTo>
                  <a:cubicBezTo>
                    <a:pt x="529" y="175"/>
                    <a:pt x="569" y="171"/>
                    <a:pt x="581" y="139"/>
                  </a:cubicBezTo>
                  <a:cubicBezTo>
                    <a:pt x="593" y="107"/>
                    <a:pt x="545" y="89"/>
                    <a:pt x="533" y="119"/>
                  </a:cubicBezTo>
                  <a:cubicBezTo>
                    <a:pt x="533" y="120"/>
                    <a:pt x="533" y="120"/>
                    <a:pt x="533" y="120"/>
                  </a:cubicBezTo>
                  <a:cubicBezTo>
                    <a:pt x="532" y="122"/>
                    <a:pt x="531" y="125"/>
                    <a:pt x="531" y="127"/>
                  </a:cubicBezTo>
                  <a:cubicBezTo>
                    <a:pt x="531" y="136"/>
                    <a:pt x="538" y="143"/>
                    <a:pt x="547" y="143"/>
                  </a:cubicBezTo>
                  <a:cubicBezTo>
                    <a:pt x="556" y="143"/>
                    <a:pt x="563" y="136"/>
                    <a:pt x="563" y="127"/>
                  </a:cubicBezTo>
                  <a:cubicBezTo>
                    <a:pt x="563" y="118"/>
                    <a:pt x="556" y="111"/>
                    <a:pt x="547" y="111"/>
                  </a:cubicBezTo>
                  <a:cubicBezTo>
                    <a:pt x="545" y="111"/>
                    <a:pt x="544" y="112"/>
                    <a:pt x="542" y="112"/>
                  </a:cubicBezTo>
                  <a:cubicBezTo>
                    <a:pt x="547" y="109"/>
                    <a:pt x="552" y="107"/>
                    <a:pt x="558" y="107"/>
                  </a:cubicBezTo>
                  <a:cubicBezTo>
                    <a:pt x="575" y="107"/>
                    <a:pt x="583" y="129"/>
                    <a:pt x="575" y="142"/>
                  </a:cubicBezTo>
                  <a:cubicBezTo>
                    <a:pt x="567" y="157"/>
                    <a:pt x="549" y="163"/>
                    <a:pt x="533" y="165"/>
                  </a:cubicBezTo>
                  <a:cubicBezTo>
                    <a:pt x="510" y="168"/>
                    <a:pt x="489" y="163"/>
                    <a:pt x="468" y="156"/>
                  </a:cubicBezTo>
                  <a:cubicBezTo>
                    <a:pt x="459" y="152"/>
                    <a:pt x="452" y="147"/>
                    <a:pt x="445" y="141"/>
                  </a:cubicBezTo>
                  <a:cubicBezTo>
                    <a:pt x="432" y="131"/>
                    <a:pt x="421" y="120"/>
                    <a:pt x="411" y="108"/>
                  </a:cubicBezTo>
                  <a:cubicBezTo>
                    <a:pt x="438" y="129"/>
                    <a:pt x="470" y="132"/>
                    <a:pt x="498" y="105"/>
                  </a:cubicBezTo>
                  <a:cubicBezTo>
                    <a:pt x="499" y="104"/>
                    <a:pt x="499" y="102"/>
                    <a:pt x="498" y="102"/>
                  </a:cubicBezTo>
                  <a:cubicBezTo>
                    <a:pt x="482" y="97"/>
                    <a:pt x="483" y="76"/>
                    <a:pt x="465" y="75"/>
                  </a:cubicBezTo>
                  <a:cubicBezTo>
                    <a:pt x="460" y="74"/>
                    <a:pt x="442" y="82"/>
                    <a:pt x="438" y="83"/>
                  </a:cubicBezTo>
                  <a:cubicBezTo>
                    <a:pt x="439" y="81"/>
                    <a:pt x="438" y="69"/>
                    <a:pt x="438" y="69"/>
                  </a:cubicBezTo>
                  <a:cubicBezTo>
                    <a:pt x="450" y="69"/>
                    <a:pt x="461" y="67"/>
                    <a:pt x="469" y="61"/>
                  </a:cubicBezTo>
                  <a:cubicBezTo>
                    <a:pt x="485" y="50"/>
                    <a:pt x="494" y="27"/>
                    <a:pt x="472" y="15"/>
                  </a:cubicBezTo>
                  <a:cubicBezTo>
                    <a:pt x="459" y="7"/>
                    <a:pt x="432" y="17"/>
                    <a:pt x="433" y="36"/>
                  </a:cubicBezTo>
                  <a:cubicBezTo>
                    <a:pt x="434" y="56"/>
                    <a:pt x="463" y="46"/>
                    <a:pt x="461" y="33"/>
                  </a:cubicBezTo>
                  <a:cubicBezTo>
                    <a:pt x="461" y="34"/>
                    <a:pt x="457" y="36"/>
                    <a:pt x="457" y="37"/>
                  </a:cubicBezTo>
                  <a:cubicBezTo>
                    <a:pt x="453" y="45"/>
                    <a:pt x="444" y="38"/>
                    <a:pt x="442" y="33"/>
                  </a:cubicBezTo>
                  <a:cubicBezTo>
                    <a:pt x="437" y="20"/>
                    <a:pt x="453" y="17"/>
                    <a:pt x="462" y="20"/>
                  </a:cubicBezTo>
                  <a:cubicBezTo>
                    <a:pt x="476" y="26"/>
                    <a:pt x="484" y="46"/>
                    <a:pt x="471" y="57"/>
                  </a:cubicBezTo>
                  <a:cubicBezTo>
                    <a:pt x="458" y="69"/>
                    <a:pt x="430" y="60"/>
                    <a:pt x="415" y="53"/>
                  </a:cubicBezTo>
                  <a:cubicBezTo>
                    <a:pt x="401" y="47"/>
                    <a:pt x="392" y="36"/>
                    <a:pt x="382" y="24"/>
                  </a:cubicBezTo>
                  <a:cubicBezTo>
                    <a:pt x="382" y="24"/>
                    <a:pt x="382" y="25"/>
                    <a:pt x="382" y="25"/>
                  </a:cubicBezTo>
                  <a:cubicBezTo>
                    <a:pt x="383" y="48"/>
                    <a:pt x="408" y="65"/>
                    <a:pt x="433" y="68"/>
                  </a:cubicBezTo>
                  <a:cubicBezTo>
                    <a:pt x="428" y="71"/>
                    <a:pt x="410" y="69"/>
                    <a:pt x="406" y="68"/>
                  </a:cubicBezTo>
                  <a:cubicBezTo>
                    <a:pt x="391" y="67"/>
                    <a:pt x="382" y="60"/>
                    <a:pt x="375" y="50"/>
                  </a:cubicBezTo>
                  <a:cubicBezTo>
                    <a:pt x="368" y="38"/>
                    <a:pt x="362" y="25"/>
                    <a:pt x="356" y="13"/>
                  </a:cubicBezTo>
                  <a:cubicBezTo>
                    <a:pt x="356" y="13"/>
                    <a:pt x="353" y="14"/>
                    <a:pt x="353" y="14"/>
                  </a:cubicBezTo>
                  <a:cubicBezTo>
                    <a:pt x="353" y="14"/>
                    <a:pt x="353" y="15"/>
                    <a:pt x="353" y="15"/>
                  </a:cubicBezTo>
                  <a:cubicBezTo>
                    <a:pt x="353" y="15"/>
                    <a:pt x="353" y="15"/>
                    <a:pt x="353" y="15"/>
                  </a:cubicBezTo>
                  <a:cubicBezTo>
                    <a:pt x="353" y="14"/>
                    <a:pt x="353" y="14"/>
                    <a:pt x="353" y="14"/>
                  </a:cubicBezTo>
                  <a:cubicBezTo>
                    <a:pt x="353" y="14"/>
                    <a:pt x="350" y="13"/>
                    <a:pt x="350" y="13"/>
                  </a:cubicBezTo>
                  <a:cubicBezTo>
                    <a:pt x="344" y="25"/>
                    <a:pt x="337" y="38"/>
                    <a:pt x="331" y="50"/>
                  </a:cubicBezTo>
                  <a:cubicBezTo>
                    <a:pt x="323" y="60"/>
                    <a:pt x="314" y="67"/>
                    <a:pt x="300" y="68"/>
                  </a:cubicBezTo>
                  <a:cubicBezTo>
                    <a:pt x="296" y="69"/>
                    <a:pt x="278" y="71"/>
                    <a:pt x="273" y="68"/>
                  </a:cubicBezTo>
                  <a:cubicBezTo>
                    <a:pt x="298" y="65"/>
                    <a:pt x="323" y="48"/>
                    <a:pt x="324" y="25"/>
                  </a:cubicBezTo>
                  <a:cubicBezTo>
                    <a:pt x="324" y="25"/>
                    <a:pt x="323" y="24"/>
                    <a:pt x="323" y="24"/>
                  </a:cubicBezTo>
                  <a:cubicBezTo>
                    <a:pt x="314" y="36"/>
                    <a:pt x="305" y="47"/>
                    <a:pt x="291" y="53"/>
                  </a:cubicBezTo>
                  <a:cubicBezTo>
                    <a:pt x="276" y="60"/>
                    <a:pt x="248" y="69"/>
                    <a:pt x="235" y="57"/>
                  </a:cubicBezTo>
                  <a:cubicBezTo>
                    <a:pt x="222" y="46"/>
                    <a:pt x="230" y="26"/>
                    <a:pt x="244" y="20"/>
                  </a:cubicBezTo>
                  <a:cubicBezTo>
                    <a:pt x="252" y="17"/>
                    <a:pt x="269" y="20"/>
                    <a:pt x="264" y="33"/>
                  </a:cubicBezTo>
                  <a:cubicBezTo>
                    <a:pt x="262" y="38"/>
                    <a:pt x="253" y="45"/>
                    <a:pt x="249" y="37"/>
                  </a:cubicBezTo>
                  <a:cubicBezTo>
                    <a:pt x="249" y="36"/>
                    <a:pt x="245" y="34"/>
                    <a:pt x="245" y="33"/>
                  </a:cubicBezTo>
                  <a:cubicBezTo>
                    <a:pt x="243" y="46"/>
                    <a:pt x="272" y="56"/>
                    <a:pt x="273" y="36"/>
                  </a:cubicBezTo>
                  <a:cubicBezTo>
                    <a:pt x="274" y="17"/>
                    <a:pt x="247" y="7"/>
                    <a:pt x="234" y="15"/>
                  </a:cubicBezTo>
                  <a:cubicBezTo>
                    <a:pt x="212" y="27"/>
                    <a:pt x="221" y="50"/>
                    <a:pt x="237" y="61"/>
                  </a:cubicBezTo>
                  <a:cubicBezTo>
                    <a:pt x="245" y="67"/>
                    <a:pt x="256" y="69"/>
                    <a:pt x="268" y="69"/>
                  </a:cubicBezTo>
                  <a:cubicBezTo>
                    <a:pt x="268" y="69"/>
                    <a:pt x="266" y="81"/>
                    <a:pt x="268" y="83"/>
                  </a:cubicBezTo>
                  <a:cubicBezTo>
                    <a:pt x="264" y="82"/>
                    <a:pt x="246" y="74"/>
                    <a:pt x="241" y="75"/>
                  </a:cubicBezTo>
                  <a:cubicBezTo>
                    <a:pt x="222" y="76"/>
                    <a:pt x="224" y="97"/>
                    <a:pt x="208" y="102"/>
                  </a:cubicBezTo>
                  <a:cubicBezTo>
                    <a:pt x="207" y="102"/>
                    <a:pt x="207" y="104"/>
                    <a:pt x="207" y="105"/>
                  </a:cubicBezTo>
                  <a:cubicBezTo>
                    <a:pt x="236" y="132"/>
                    <a:pt x="268" y="129"/>
                    <a:pt x="294" y="108"/>
                  </a:cubicBezTo>
                  <a:cubicBezTo>
                    <a:pt x="285" y="120"/>
                    <a:pt x="274" y="131"/>
                    <a:pt x="261" y="141"/>
                  </a:cubicBezTo>
                  <a:cubicBezTo>
                    <a:pt x="254" y="147"/>
                    <a:pt x="246" y="152"/>
                    <a:pt x="238" y="156"/>
                  </a:cubicBezTo>
                  <a:cubicBezTo>
                    <a:pt x="217" y="163"/>
                    <a:pt x="196" y="168"/>
                    <a:pt x="172" y="165"/>
                  </a:cubicBezTo>
                  <a:cubicBezTo>
                    <a:pt x="157" y="163"/>
                    <a:pt x="139" y="157"/>
                    <a:pt x="131" y="142"/>
                  </a:cubicBezTo>
                  <a:cubicBezTo>
                    <a:pt x="123" y="129"/>
                    <a:pt x="131" y="107"/>
                    <a:pt x="148" y="107"/>
                  </a:cubicBezTo>
                  <a:cubicBezTo>
                    <a:pt x="154" y="107"/>
                    <a:pt x="159" y="109"/>
                    <a:pt x="163" y="112"/>
                  </a:cubicBezTo>
                  <a:cubicBezTo>
                    <a:pt x="162" y="112"/>
                    <a:pt x="160" y="111"/>
                    <a:pt x="159" y="111"/>
                  </a:cubicBezTo>
                  <a:cubicBezTo>
                    <a:pt x="150" y="111"/>
                    <a:pt x="143" y="118"/>
                    <a:pt x="143" y="127"/>
                  </a:cubicBezTo>
                  <a:cubicBezTo>
                    <a:pt x="143" y="136"/>
                    <a:pt x="150" y="143"/>
                    <a:pt x="159" y="143"/>
                  </a:cubicBezTo>
                  <a:cubicBezTo>
                    <a:pt x="167" y="143"/>
                    <a:pt x="174" y="136"/>
                    <a:pt x="174" y="127"/>
                  </a:cubicBezTo>
                  <a:cubicBezTo>
                    <a:pt x="174" y="125"/>
                    <a:pt x="174" y="122"/>
                    <a:pt x="173" y="120"/>
                  </a:cubicBezTo>
                  <a:cubicBezTo>
                    <a:pt x="173" y="120"/>
                    <a:pt x="173" y="120"/>
                    <a:pt x="173" y="119"/>
                  </a:cubicBezTo>
                  <a:cubicBezTo>
                    <a:pt x="161" y="89"/>
                    <a:pt x="113" y="107"/>
                    <a:pt x="125" y="139"/>
                  </a:cubicBezTo>
                  <a:cubicBezTo>
                    <a:pt x="137" y="171"/>
                    <a:pt x="177" y="175"/>
                    <a:pt x="212" y="168"/>
                  </a:cubicBezTo>
                  <a:cubicBezTo>
                    <a:pt x="168" y="183"/>
                    <a:pt x="117" y="180"/>
                    <a:pt x="89" y="134"/>
                  </a:cubicBezTo>
                  <a:cubicBezTo>
                    <a:pt x="65" y="95"/>
                    <a:pt x="73" y="39"/>
                    <a:pt x="118" y="19"/>
                  </a:cubicBezTo>
                  <a:cubicBezTo>
                    <a:pt x="148" y="6"/>
                    <a:pt x="187" y="18"/>
                    <a:pt x="190" y="54"/>
                  </a:cubicBezTo>
                  <a:cubicBezTo>
                    <a:pt x="191" y="64"/>
                    <a:pt x="189" y="74"/>
                    <a:pt x="182" y="82"/>
                  </a:cubicBezTo>
                  <a:cubicBezTo>
                    <a:pt x="164" y="102"/>
                    <a:pt x="142" y="91"/>
                    <a:pt x="130" y="72"/>
                  </a:cubicBezTo>
                  <a:cubicBezTo>
                    <a:pt x="129" y="69"/>
                    <a:pt x="129" y="66"/>
                    <a:pt x="130" y="62"/>
                  </a:cubicBezTo>
                  <a:cubicBezTo>
                    <a:pt x="133" y="56"/>
                    <a:pt x="138" y="50"/>
                    <a:pt x="145" y="48"/>
                  </a:cubicBezTo>
                  <a:cubicBezTo>
                    <a:pt x="154" y="46"/>
                    <a:pt x="160" y="48"/>
                    <a:pt x="159" y="58"/>
                  </a:cubicBezTo>
                  <a:cubicBezTo>
                    <a:pt x="159" y="62"/>
                    <a:pt x="150" y="76"/>
                    <a:pt x="145" y="68"/>
                  </a:cubicBezTo>
                  <a:cubicBezTo>
                    <a:pt x="145" y="68"/>
                    <a:pt x="142" y="66"/>
                    <a:pt x="142" y="65"/>
                  </a:cubicBezTo>
                  <a:cubicBezTo>
                    <a:pt x="142" y="68"/>
                    <a:pt x="146" y="71"/>
                    <a:pt x="148" y="72"/>
                  </a:cubicBezTo>
                  <a:cubicBezTo>
                    <a:pt x="153" y="76"/>
                    <a:pt x="159" y="77"/>
                    <a:pt x="163" y="71"/>
                  </a:cubicBezTo>
                  <a:cubicBezTo>
                    <a:pt x="171" y="60"/>
                    <a:pt x="160" y="49"/>
                    <a:pt x="152" y="43"/>
                  </a:cubicBezTo>
                  <a:cubicBezTo>
                    <a:pt x="140" y="36"/>
                    <a:pt x="119" y="45"/>
                    <a:pt x="119" y="60"/>
                  </a:cubicBezTo>
                  <a:cubicBezTo>
                    <a:pt x="119" y="76"/>
                    <a:pt x="134" y="92"/>
                    <a:pt x="148" y="96"/>
                  </a:cubicBezTo>
                  <a:cubicBezTo>
                    <a:pt x="164" y="100"/>
                    <a:pt x="184" y="95"/>
                    <a:pt x="195" y="83"/>
                  </a:cubicBezTo>
                  <a:cubicBezTo>
                    <a:pt x="210" y="68"/>
                    <a:pt x="204" y="47"/>
                    <a:pt x="192" y="32"/>
                  </a:cubicBezTo>
                  <a:cubicBezTo>
                    <a:pt x="173" y="10"/>
                    <a:pt x="136" y="0"/>
                    <a:pt x="109" y="14"/>
                  </a:cubicBezTo>
                  <a:cubicBezTo>
                    <a:pt x="92" y="23"/>
                    <a:pt x="78" y="31"/>
                    <a:pt x="69" y="49"/>
                  </a:cubicBezTo>
                  <a:cubicBezTo>
                    <a:pt x="66" y="54"/>
                    <a:pt x="65" y="60"/>
                    <a:pt x="63" y="65"/>
                  </a:cubicBezTo>
                  <a:cubicBezTo>
                    <a:pt x="59" y="51"/>
                    <a:pt x="50" y="37"/>
                    <a:pt x="38" y="28"/>
                  </a:cubicBezTo>
                  <a:cubicBezTo>
                    <a:pt x="33" y="24"/>
                    <a:pt x="27" y="20"/>
                    <a:pt x="20" y="19"/>
                  </a:cubicBezTo>
                  <a:cubicBezTo>
                    <a:pt x="15" y="17"/>
                    <a:pt x="7" y="16"/>
                    <a:pt x="2" y="19"/>
                  </a:cubicBezTo>
                  <a:cubicBezTo>
                    <a:pt x="1" y="20"/>
                    <a:pt x="0" y="22"/>
                    <a:pt x="1" y="24"/>
                  </a:cubicBezTo>
                  <a:cubicBezTo>
                    <a:pt x="3" y="21"/>
                    <a:pt x="6" y="22"/>
                    <a:pt x="9" y="23"/>
                  </a:cubicBezTo>
                  <a:close/>
                  <a:moveTo>
                    <a:pt x="657" y="44"/>
                  </a:moveTo>
                  <a:cubicBezTo>
                    <a:pt x="664" y="35"/>
                    <a:pt x="675" y="27"/>
                    <a:pt x="686" y="24"/>
                  </a:cubicBezTo>
                  <a:cubicBezTo>
                    <a:pt x="684" y="25"/>
                    <a:pt x="683" y="27"/>
                    <a:pt x="681" y="29"/>
                  </a:cubicBezTo>
                  <a:cubicBezTo>
                    <a:pt x="680" y="30"/>
                    <a:pt x="681" y="31"/>
                    <a:pt x="681" y="32"/>
                  </a:cubicBezTo>
                  <a:cubicBezTo>
                    <a:pt x="688" y="39"/>
                    <a:pt x="663" y="46"/>
                    <a:pt x="659" y="48"/>
                  </a:cubicBezTo>
                  <a:cubicBezTo>
                    <a:pt x="655" y="51"/>
                    <a:pt x="652" y="54"/>
                    <a:pt x="649" y="58"/>
                  </a:cubicBezTo>
                  <a:cubicBezTo>
                    <a:pt x="651" y="53"/>
                    <a:pt x="654" y="48"/>
                    <a:pt x="657" y="44"/>
                  </a:cubicBezTo>
                  <a:close/>
                  <a:moveTo>
                    <a:pt x="398" y="74"/>
                  </a:moveTo>
                  <a:cubicBezTo>
                    <a:pt x="406" y="75"/>
                    <a:pt x="416" y="74"/>
                    <a:pt x="424" y="74"/>
                  </a:cubicBezTo>
                  <a:cubicBezTo>
                    <a:pt x="434" y="73"/>
                    <a:pt x="443" y="68"/>
                    <a:pt x="428" y="82"/>
                  </a:cubicBezTo>
                  <a:cubicBezTo>
                    <a:pt x="426" y="84"/>
                    <a:pt x="427" y="87"/>
                    <a:pt x="430" y="88"/>
                  </a:cubicBezTo>
                  <a:cubicBezTo>
                    <a:pt x="450" y="93"/>
                    <a:pt x="471" y="70"/>
                    <a:pt x="486" y="98"/>
                  </a:cubicBezTo>
                  <a:cubicBezTo>
                    <a:pt x="486" y="100"/>
                    <a:pt x="492" y="102"/>
                    <a:pt x="492" y="103"/>
                  </a:cubicBezTo>
                  <a:cubicBezTo>
                    <a:pt x="492" y="109"/>
                    <a:pt x="481" y="113"/>
                    <a:pt x="477" y="115"/>
                  </a:cubicBezTo>
                  <a:cubicBezTo>
                    <a:pt x="454" y="126"/>
                    <a:pt x="424" y="120"/>
                    <a:pt x="407" y="101"/>
                  </a:cubicBezTo>
                  <a:cubicBezTo>
                    <a:pt x="402" y="96"/>
                    <a:pt x="398" y="90"/>
                    <a:pt x="394" y="84"/>
                  </a:cubicBezTo>
                  <a:cubicBezTo>
                    <a:pt x="414" y="99"/>
                    <a:pt x="440" y="106"/>
                    <a:pt x="464" y="107"/>
                  </a:cubicBezTo>
                  <a:cubicBezTo>
                    <a:pt x="465" y="107"/>
                    <a:pt x="465" y="107"/>
                    <a:pt x="464" y="107"/>
                  </a:cubicBezTo>
                  <a:cubicBezTo>
                    <a:pt x="434" y="103"/>
                    <a:pt x="411" y="89"/>
                    <a:pt x="387" y="71"/>
                  </a:cubicBezTo>
                  <a:cubicBezTo>
                    <a:pt x="386" y="71"/>
                    <a:pt x="386" y="70"/>
                    <a:pt x="386" y="70"/>
                  </a:cubicBezTo>
                  <a:cubicBezTo>
                    <a:pt x="390" y="72"/>
                    <a:pt x="394" y="73"/>
                    <a:pt x="398" y="74"/>
                  </a:cubicBezTo>
                  <a:close/>
                  <a:moveTo>
                    <a:pt x="365" y="103"/>
                  </a:moveTo>
                  <a:cubicBezTo>
                    <a:pt x="363" y="111"/>
                    <a:pt x="357" y="117"/>
                    <a:pt x="353" y="125"/>
                  </a:cubicBezTo>
                  <a:cubicBezTo>
                    <a:pt x="349" y="117"/>
                    <a:pt x="342" y="111"/>
                    <a:pt x="341" y="103"/>
                  </a:cubicBezTo>
                  <a:cubicBezTo>
                    <a:pt x="339" y="95"/>
                    <a:pt x="342" y="88"/>
                    <a:pt x="345" y="80"/>
                  </a:cubicBezTo>
                  <a:cubicBezTo>
                    <a:pt x="345" y="97"/>
                    <a:pt x="348" y="106"/>
                    <a:pt x="353" y="106"/>
                  </a:cubicBezTo>
                  <a:cubicBezTo>
                    <a:pt x="358" y="106"/>
                    <a:pt x="361" y="97"/>
                    <a:pt x="361" y="80"/>
                  </a:cubicBezTo>
                  <a:cubicBezTo>
                    <a:pt x="364" y="88"/>
                    <a:pt x="367" y="95"/>
                    <a:pt x="365" y="103"/>
                  </a:cubicBezTo>
                  <a:close/>
                  <a:moveTo>
                    <a:pt x="229" y="115"/>
                  </a:moveTo>
                  <a:cubicBezTo>
                    <a:pt x="225" y="113"/>
                    <a:pt x="214" y="109"/>
                    <a:pt x="214" y="103"/>
                  </a:cubicBezTo>
                  <a:cubicBezTo>
                    <a:pt x="214" y="102"/>
                    <a:pt x="219" y="100"/>
                    <a:pt x="220" y="98"/>
                  </a:cubicBezTo>
                  <a:cubicBezTo>
                    <a:pt x="235" y="70"/>
                    <a:pt x="256" y="93"/>
                    <a:pt x="276" y="88"/>
                  </a:cubicBezTo>
                  <a:cubicBezTo>
                    <a:pt x="279" y="87"/>
                    <a:pt x="280" y="84"/>
                    <a:pt x="278" y="82"/>
                  </a:cubicBezTo>
                  <a:cubicBezTo>
                    <a:pt x="263" y="68"/>
                    <a:pt x="272" y="73"/>
                    <a:pt x="282" y="74"/>
                  </a:cubicBezTo>
                  <a:cubicBezTo>
                    <a:pt x="290" y="74"/>
                    <a:pt x="300" y="75"/>
                    <a:pt x="307" y="74"/>
                  </a:cubicBezTo>
                  <a:cubicBezTo>
                    <a:pt x="312" y="73"/>
                    <a:pt x="316" y="72"/>
                    <a:pt x="320" y="70"/>
                  </a:cubicBezTo>
                  <a:cubicBezTo>
                    <a:pt x="320" y="70"/>
                    <a:pt x="319" y="71"/>
                    <a:pt x="319" y="71"/>
                  </a:cubicBezTo>
                  <a:cubicBezTo>
                    <a:pt x="295" y="89"/>
                    <a:pt x="272" y="103"/>
                    <a:pt x="242" y="107"/>
                  </a:cubicBezTo>
                  <a:cubicBezTo>
                    <a:pt x="241" y="107"/>
                    <a:pt x="241" y="107"/>
                    <a:pt x="242" y="107"/>
                  </a:cubicBezTo>
                  <a:cubicBezTo>
                    <a:pt x="266" y="106"/>
                    <a:pt x="292" y="99"/>
                    <a:pt x="311" y="84"/>
                  </a:cubicBezTo>
                  <a:cubicBezTo>
                    <a:pt x="308" y="90"/>
                    <a:pt x="304" y="96"/>
                    <a:pt x="299" y="101"/>
                  </a:cubicBezTo>
                  <a:cubicBezTo>
                    <a:pt x="282" y="120"/>
                    <a:pt x="252" y="126"/>
                    <a:pt x="229" y="115"/>
                  </a:cubicBezTo>
                  <a:close/>
                  <a:moveTo>
                    <a:pt x="48" y="44"/>
                  </a:moveTo>
                  <a:cubicBezTo>
                    <a:pt x="52" y="48"/>
                    <a:pt x="55" y="53"/>
                    <a:pt x="57" y="58"/>
                  </a:cubicBezTo>
                  <a:cubicBezTo>
                    <a:pt x="54" y="54"/>
                    <a:pt x="51" y="51"/>
                    <a:pt x="47" y="48"/>
                  </a:cubicBezTo>
                  <a:cubicBezTo>
                    <a:pt x="43" y="46"/>
                    <a:pt x="18" y="39"/>
                    <a:pt x="24" y="32"/>
                  </a:cubicBezTo>
                  <a:cubicBezTo>
                    <a:pt x="25" y="31"/>
                    <a:pt x="25" y="30"/>
                    <a:pt x="25" y="29"/>
                  </a:cubicBezTo>
                  <a:cubicBezTo>
                    <a:pt x="23" y="27"/>
                    <a:pt x="22" y="25"/>
                    <a:pt x="20" y="24"/>
                  </a:cubicBezTo>
                  <a:cubicBezTo>
                    <a:pt x="31" y="27"/>
                    <a:pt x="41" y="35"/>
                    <a:pt x="48" y="4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44"/>
            <p:cNvSpPr/>
            <p:nvPr/>
          </p:nvSpPr>
          <p:spPr>
            <a:xfrm>
              <a:off x="6008688" y="4395788"/>
              <a:ext cx="242888" cy="150813"/>
            </a:xfrm>
            <a:custGeom>
              <a:avLst/>
              <a:gdLst/>
              <a:ahLst/>
              <a:cxnLst/>
              <a:rect l="l" t="t" r="r" b="b"/>
              <a:pathLst>
                <a:path w="184" h="114" extrusionOk="0">
                  <a:moveTo>
                    <a:pt x="114" y="104"/>
                  </a:moveTo>
                  <a:cubicBezTo>
                    <a:pt x="70" y="112"/>
                    <a:pt x="33" y="74"/>
                    <a:pt x="3" y="47"/>
                  </a:cubicBezTo>
                  <a:cubicBezTo>
                    <a:pt x="3" y="46"/>
                    <a:pt x="1" y="46"/>
                    <a:pt x="0" y="46"/>
                  </a:cubicBezTo>
                  <a:cubicBezTo>
                    <a:pt x="26" y="77"/>
                    <a:pt x="57" y="101"/>
                    <a:pt x="97" y="109"/>
                  </a:cubicBezTo>
                  <a:cubicBezTo>
                    <a:pt x="125" y="114"/>
                    <a:pt x="159" y="106"/>
                    <a:pt x="172" y="79"/>
                  </a:cubicBezTo>
                  <a:cubicBezTo>
                    <a:pt x="184" y="58"/>
                    <a:pt x="177" y="28"/>
                    <a:pt x="155" y="16"/>
                  </a:cubicBezTo>
                  <a:cubicBezTo>
                    <a:pt x="133" y="4"/>
                    <a:pt x="93" y="8"/>
                    <a:pt x="95" y="41"/>
                  </a:cubicBezTo>
                  <a:cubicBezTo>
                    <a:pt x="95" y="50"/>
                    <a:pt x="101" y="58"/>
                    <a:pt x="110" y="61"/>
                  </a:cubicBezTo>
                  <a:cubicBezTo>
                    <a:pt x="117" y="64"/>
                    <a:pt x="126" y="63"/>
                    <a:pt x="131" y="58"/>
                  </a:cubicBezTo>
                  <a:cubicBezTo>
                    <a:pt x="134" y="55"/>
                    <a:pt x="135" y="52"/>
                    <a:pt x="135" y="49"/>
                  </a:cubicBezTo>
                  <a:cubicBezTo>
                    <a:pt x="135" y="45"/>
                    <a:pt x="134" y="43"/>
                    <a:pt x="132" y="40"/>
                  </a:cubicBezTo>
                  <a:cubicBezTo>
                    <a:pt x="131" y="39"/>
                    <a:pt x="130" y="38"/>
                    <a:pt x="129" y="38"/>
                  </a:cubicBezTo>
                  <a:cubicBezTo>
                    <a:pt x="128" y="37"/>
                    <a:pt x="126" y="38"/>
                    <a:pt x="125" y="38"/>
                  </a:cubicBezTo>
                  <a:cubicBezTo>
                    <a:pt x="131" y="41"/>
                    <a:pt x="132" y="52"/>
                    <a:pt x="126" y="56"/>
                  </a:cubicBezTo>
                  <a:cubicBezTo>
                    <a:pt x="122" y="60"/>
                    <a:pt x="116" y="57"/>
                    <a:pt x="112" y="54"/>
                  </a:cubicBezTo>
                  <a:cubicBezTo>
                    <a:pt x="98" y="45"/>
                    <a:pt x="100" y="30"/>
                    <a:pt x="113" y="20"/>
                  </a:cubicBezTo>
                  <a:cubicBezTo>
                    <a:pt x="139" y="0"/>
                    <a:pt x="167" y="23"/>
                    <a:pt x="166" y="52"/>
                  </a:cubicBezTo>
                  <a:cubicBezTo>
                    <a:pt x="165" y="80"/>
                    <a:pt x="140" y="99"/>
                    <a:pt x="114" y="10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44"/>
            <p:cNvSpPr/>
            <p:nvPr/>
          </p:nvSpPr>
          <p:spPr>
            <a:xfrm>
              <a:off x="6035676" y="4425950"/>
              <a:ext cx="93663" cy="66675"/>
            </a:xfrm>
            <a:custGeom>
              <a:avLst/>
              <a:gdLst/>
              <a:ahLst/>
              <a:cxnLst/>
              <a:rect l="l" t="t" r="r" b="b"/>
              <a:pathLst>
                <a:path w="71" h="51" extrusionOk="0">
                  <a:moveTo>
                    <a:pt x="56" y="7"/>
                  </a:moveTo>
                  <a:cubicBezTo>
                    <a:pt x="56" y="6"/>
                    <a:pt x="55" y="6"/>
                    <a:pt x="54" y="5"/>
                  </a:cubicBezTo>
                  <a:cubicBezTo>
                    <a:pt x="43" y="0"/>
                    <a:pt x="32" y="6"/>
                    <a:pt x="37" y="20"/>
                  </a:cubicBezTo>
                  <a:cubicBezTo>
                    <a:pt x="37" y="20"/>
                    <a:pt x="40" y="23"/>
                    <a:pt x="40" y="23"/>
                  </a:cubicBezTo>
                  <a:cubicBezTo>
                    <a:pt x="43" y="17"/>
                    <a:pt x="48" y="8"/>
                    <a:pt x="55" y="13"/>
                  </a:cubicBezTo>
                  <a:cubicBezTo>
                    <a:pt x="60" y="15"/>
                    <a:pt x="58" y="22"/>
                    <a:pt x="56" y="26"/>
                  </a:cubicBezTo>
                  <a:cubicBezTo>
                    <a:pt x="54" y="32"/>
                    <a:pt x="49" y="37"/>
                    <a:pt x="43" y="39"/>
                  </a:cubicBezTo>
                  <a:cubicBezTo>
                    <a:pt x="35" y="41"/>
                    <a:pt x="28" y="42"/>
                    <a:pt x="21" y="40"/>
                  </a:cubicBezTo>
                  <a:cubicBezTo>
                    <a:pt x="18" y="39"/>
                    <a:pt x="14" y="39"/>
                    <a:pt x="12" y="37"/>
                  </a:cubicBezTo>
                  <a:cubicBezTo>
                    <a:pt x="8" y="35"/>
                    <a:pt x="4" y="32"/>
                    <a:pt x="0" y="30"/>
                  </a:cubicBezTo>
                  <a:cubicBezTo>
                    <a:pt x="0" y="30"/>
                    <a:pt x="0" y="30"/>
                    <a:pt x="1" y="30"/>
                  </a:cubicBezTo>
                  <a:cubicBezTo>
                    <a:pt x="10" y="38"/>
                    <a:pt x="19" y="46"/>
                    <a:pt x="31" y="48"/>
                  </a:cubicBezTo>
                  <a:cubicBezTo>
                    <a:pt x="45" y="51"/>
                    <a:pt x="64" y="44"/>
                    <a:pt x="68" y="28"/>
                  </a:cubicBezTo>
                  <a:cubicBezTo>
                    <a:pt x="71" y="19"/>
                    <a:pt x="63" y="12"/>
                    <a:pt x="56"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44"/>
            <p:cNvSpPr/>
            <p:nvPr/>
          </p:nvSpPr>
          <p:spPr>
            <a:xfrm>
              <a:off x="5853113" y="4202113"/>
              <a:ext cx="106363" cy="163513"/>
            </a:xfrm>
            <a:custGeom>
              <a:avLst/>
              <a:gdLst/>
              <a:ahLst/>
              <a:cxnLst/>
              <a:rect l="l" t="t" r="r" b="b"/>
              <a:pathLst>
                <a:path w="80" h="124" extrusionOk="0">
                  <a:moveTo>
                    <a:pt x="58" y="34"/>
                  </a:moveTo>
                  <a:cubicBezTo>
                    <a:pt x="63" y="47"/>
                    <a:pt x="62" y="67"/>
                    <a:pt x="63" y="81"/>
                  </a:cubicBezTo>
                  <a:cubicBezTo>
                    <a:pt x="63" y="96"/>
                    <a:pt x="63" y="109"/>
                    <a:pt x="64" y="123"/>
                  </a:cubicBezTo>
                  <a:cubicBezTo>
                    <a:pt x="64" y="124"/>
                    <a:pt x="64" y="124"/>
                    <a:pt x="64" y="124"/>
                  </a:cubicBezTo>
                  <a:cubicBezTo>
                    <a:pt x="66" y="91"/>
                    <a:pt x="80" y="20"/>
                    <a:pt x="36" y="6"/>
                  </a:cubicBezTo>
                  <a:cubicBezTo>
                    <a:pt x="18" y="0"/>
                    <a:pt x="0" y="18"/>
                    <a:pt x="13" y="34"/>
                  </a:cubicBezTo>
                  <a:cubicBezTo>
                    <a:pt x="17" y="39"/>
                    <a:pt x="24" y="42"/>
                    <a:pt x="30" y="41"/>
                  </a:cubicBezTo>
                  <a:cubicBezTo>
                    <a:pt x="34" y="39"/>
                    <a:pt x="40" y="35"/>
                    <a:pt x="39" y="30"/>
                  </a:cubicBezTo>
                  <a:cubicBezTo>
                    <a:pt x="39" y="29"/>
                    <a:pt x="39" y="28"/>
                    <a:pt x="39" y="27"/>
                  </a:cubicBezTo>
                  <a:cubicBezTo>
                    <a:pt x="37" y="24"/>
                    <a:pt x="33" y="24"/>
                    <a:pt x="30" y="24"/>
                  </a:cubicBezTo>
                  <a:cubicBezTo>
                    <a:pt x="28" y="25"/>
                    <a:pt x="26" y="27"/>
                    <a:pt x="25" y="29"/>
                  </a:cubicBezTo>
                  <a:cubicBezTo>
                    <a:pt x="25" y="31"/>
                    <a:pt x="26" y="34"/>
                    <a:pt x="28" y="35"/>
                  </a:cubicBezTo>
                  <a:cubicBezTo>
                    <a:pt x="25" y="38"/>
                    <a:pt x="18" y="33"/>
                    <a:pt x="17" y="30"/>
                  </a:cubicBezTo>
                  <a:cubicBezTo>
                    <a:pt x="15" y="26"/>
                    <a:pt x="16" y="20"/>
                    <a:pt x="19" y="17"/>
                  </a:cubicBezTo>
                  <a:cubicBezTo>
                    <a:pt x="33" y="1"/>
                    <a:pt x="52" y="20"/>
                    <a:pt x="58" y="3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44"/>
            <p:cNvSpPr/>
            <p:nvPr/>
          </p:nvSpPr>
          <p:spPr>
            <a:xfrm>
              <a:off x="6221413" y="4241800"/>
              <a:ext cx="415925" cy="327025"/>
            </a:xfrm>
            <a:custGeom>
              <a:avLst/>
              <a:gdLst/>
              <a:ahLst/>
              <a:cxnLst/>
              <a:rect l="l" t="t" r="r" b="b"/>
              <a:pathLst>
                <a:path w="314" h="247" extrusionOk="0">
                  <a:moveTo>
                    <a:pt x="161" y="168"/>
                  </a:moveTo>
                  <a:cubicBezTo>
                    <a:pt x="162" y="167"/>
                    <a:pt x="163" y="166"/>
                    <a:pt x="164" y="165"/>
                  </a:cubicBezTo>
                  <a:cubicBezTo>
                    <a:pt x="188" y="127"/>
                    <a:pt x="208" y="39"/>
                    <a:pt x="163" y="10"/>
                  </a:cubicBezTo>
                  <a:cubicBezTo>
                    <a:pt x="167" y="9"/>
                    <a:pt x="170" y="7"/>
                    <a:pt x="174" y="7"/>
                  </a:cubicBezTo>
                  <a:cubicBezTo>
                    <a:pt x="188" y="4"/>
                    <a:pt x="204" y="13"/>
                    <a:pt x="207" y="26"/>
                  </a:cubicBezTo>
                  <a:cubicBezTo>
                    <a:pt x="208" y="32"/>
                    <a:pt x="207" y="38"/>
                    <a:pt x="204" y="43"/>
                  </a:cubicBezTo>
                  <a:cubicBezTo>
                    <a:pt x="201" y="48"/>
                    <a:pt x="195" y="51"/>
                    <a:pt x="189" y="50"/>
                  </a:cubicBezTo>
                  <a:cubicBezTo>
                    <a:pt x="199" y="55"/>
                    <a:pt x="211" y="49"/>
                    <a:pt x="215" y="39"/>
                  </a:cubicBezTo>
                  <a:cubicBezTo>
                    <a:pt x="220" y="29"/>
                    <a:pt x="216" y="17"/>
                    <a:pt x="208" y="10"/>
                  </a:cubicBezTo>
                  <a:cubicBezTo>
                    <a:pt x="200" y="3"/>
                    <a:pt x="188" y="0"/>
                    <a:pt x="178" y="1"/>
                  </a:cubicBezTo>
                  <a:cubicBezTo>
                    <a:pt x="170" y="2"/>
                    <a:pt x="163" y="4"/>
                    <a:pt x="157" y="7"/>
                  </a:cubicBezTo>
                  <a:cubicBezTo>
                    <a:pt x="151" y="4"/>
                    <a:pt x="144" y="2"/>
                    <a:pt x="136" y="1"/>
                  </a:cubicBezTo>
                  <a:cubicBezTo>
                    <a:pt x="126" y="0"/>
                    <a:pt x="114" y="3"/>
                    <a:pt x="106" y="10"/>
                  </a:cubicBezTo>
                  <a:cubicBezTo>
                    <a:pt x="98" y="17"/>
                    <a:pt x="94" y="29"/>
                    <a:pt x="98" y="39"/>
                  </a:cubicBezTo>
                  <a:cubicBezTo>
                    <a:pt x="102" y="49"/>
                    <a:pt x="115" y="55"/>
                    <a:pt x="125" y="50"/>
                  </a:cubicBezTo>
                  <a:cubicBezTo>
                    <a:pt x="119" y="51"/>
                    <a:pt x="113" y="48"/>
                    <a:pt x="110" y="43"/>
                  </a:cubicBezTo>
                  <a:cubicBezTo>
                    <a:pt x="107" y="38"/>
                    <a:pt x="106" y="32"/>
                    <a:pt x="107" y="26"/>
                  </a:cubicBezTo>
                  <a:cubicBezTo>
                    <a:pt x="110" y="13"/>
                    <a:pt x="126" y="4"/>
                    <a:pt x="140" y="7"/>
                  </a:cubicBezTo>
                  <a:cubicBezTo>
                    <a:pt x="144" y="7"/>
                    <a:pt x="147" y="9"/>
                    <a:pt x="150" y="10"/>
                  </a:cubicBezTo>
                  <a:cubicBezTo>
                    <a:pt x="106" y="39"/>
                    <a:pt x="126" y="127"/>
                    <a:pt x="150" y="165"/>
                  </a:cubicBezTo>
                  <a:cubicBezTo>
                    <a:pt x="151" y="166"/>
                    <a:pt x="152" y="167"/>
                    <a:pt x="153" y="168"/>
                  </a:cubicBezTo>
                  <a:cubicBezTo>
                    <a:pt x="118" y="216"/>
                    <a:pt x="60" y="243"/>
                    <a:pt x="0" y="247"/>
                  </a:cubicBezTo>
                  <a:cubicBezTo>
                    <a:pt x="0" y="247"/>
                    <a:pt x="1" y="247"/>
                    <a:pt x="1" y="247"/>
                  </a:cubicBezTo>
                  <a:cubicBezTo>
                    <a:pt x="61" y="247"/>
                    <a:pt x="120" y="223"/>
                    <a:pt x="157" y="174"/>
                  </a:cubicBezTo>
                  <a:cubicBezTo>
                    <a:pt x="194" y="223"/>
                    <a:pt x="253" y="247"/>
                    <a:pt x="313" y="247"/>
                  </a:cubicBezTo>
                  <a:cubicBezTo>
                    <a:pt x="313" y="247"/>
                    <a:pt x="314" y="247"/>
                    <a:pt x="314" y="247"/>
                  </a:cubicBezTo>
                  <a:cubicBezTo>
                    <a:pt x="254" y="243"/>
                    <a:pt x="196" y="216"/>
                    <a:pt x="161" y="168"/>
                  </a:cubicBezTo>
                  <a:close/>
                  <a:moveTo>
                    <a:pt x="146" y="142"/>
                  </a:moveTo>
                  <a:cubicBezTo>
                    <a:pt x="131" y="109"/>
                    <a:pt x="125" y="67"/>
                    <a:pt x="142" y="33"/>
                  </a:cubicBezTo>
                  <a:cubicBezTo>
                    <a:pt x="146" y="26"/>
                    <a:pt x="151" y="19"/>
                    <a:pt x="157" y="15"/>
                  </a:cubicBezTo>
                  <a:cubicBezTo>
                    <a:pt x="163" y="19"/>
                    <a:pt x="168" y="26"/>
                    <a:pt x="172" y="33"/>
                  </a:cubicBezTo>
                  <a:cubicBezTo>
                    <a:pt x="189" y="67"/>
                    <a:pt x="183" y="109"/>
                    <a:pt x="167" y="142"/>
                  </a:cubicBezTo>
                  <a:cubicBezTo>
                    <a:pt x="164" y="149"/>
                    <a:pt x="161" y="155"/>
                    <a:pt x="157" y="161"/>
                  </a:cubicBezTo>
                  <a:cubicBezTo>
                    <a:pt x="153" y="155"/>
                    <a:pt x="150" y="149"/>
                    <a:pt x="146" y="14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44"/>
            <p:cNvSpPr/>
            <p:nvPr/>
          </p:nvSpPr>
          <p:spPr>
            <a:xfrm>
              <a:off x="6403976" y="4295775"/>
              <a:ext cx="49213" cy="123825"/>
            </a:xfrm>
            <a:custGeom>
              <a:avLst/>
              <a:gdLst/>
              <a:ahLst/>
              <a:cxnLst/>
              <a:rect l="l" t="t" r="r" b="b"/>
              <a:pathLst>
                <a:path w="37" h="93" extrusionOk="0">
                  <a:moveTo>
                    <a:pt x="19" y="0"/>
                  </a:moveTo>
                  <a:cubicBezTo>
                    <a:pt x="9" y="0"/>
                    <a:pt x="0" y="16"/>
                    <a:pt x="0" y="44"/>
                  </a:cubicBezTo>
                  <a:cubicBezTo>
                    <a:pt x="0" y="71"/>
                    <a:pt x="19" y="93"/>
                    <a:pt x="19" y="93"/>
                  </a:cubicBezTo>
                  <a:cubicBezTo>
                    <a:pt x="19" y="93"/>
                    <a:pt x="37" y="71"/>
                    <a:pt x="37" y="44"/>
                  </a:cubicBezTo>
                  <a:cubicBezTo>
                    <a:pt x="37" y="16"/>
                    <a:pt x="29" y="0"/>
                    <a:pt x="1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44"/>
            <p:cNvSpPr/>
            <p:nvPr/>
          </p:nvSpPr>
          <p:spPr>
            <a:xfrm>
              <a:off x="6421438" y="4484688"/>
              <a:ext cx="15875" cy="31750"/>
            </a:xfrm>
            <a:custGeom>
              <a:avLst/>
              <a:gdLst/>
              <a:ahLst/>
              <a:cxnLst/>
              <a:rect l="l" t="t" r="r" b="b"/>
              <a:pathLst>
                <a:path w="12" h="25" extrusionOk="0">
                  <a:moveTo>
                    <a:pt x="6" y="0"/>
                  </a:moveTo>
                  <a:cubicBezTo>
                    <a:pt x="1" y="2"/>
                    <a:pt x="0" y="11"/>
                    <a:pt x="0" y="15"/>
                  </a:cubicBezTo>
                  <a:cubicBezTo>
                    <a:pt x="1" y="19"/>
                    <a:pt x="3" y="22"/>
                    <a:pt x="6" y="25"/>
                  </a:cubicBezTo>
                  <a:cubicBezTo>
                    <a:pt x="9" y="22"/>
                    <a:pt x="11" y="19"/>
                    <a:pt x="12" y="15"/>
                  </a:cubicBezTo>
                  <a:cubicBezTo>
                    <a:pt x="12" y="11"/>
                    <a:pt x="11" y="2"/>
                    <a:pt x="6"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44"/>
            <p:cNvSpPr/>
            <p:nvPr/>
          </p:nvSpPr>
          <p:spPr>
            <a:xfrm>
              <a:off x="6332538" y="4491038"/>
              <a:ext cx="90488" cy="65088"/>
            </a:xfrm>
            <a:custGeom>
              <a:avLst/>
              <a:gdLst/>
              <a:ahLst/>
              <a:cxnLst/>
              <a:rect l="l" t="t" r="r" b="b"/>
              <a:pathLst>
                <a:path w="68" h="49" extrusionOk="0">
                  <a:moveTo>
                    <a:pt x="65" y="0"/>
                  </a:moveTo>
                  <a:cubicBezTo>
                    <a:pt x="57" y="8"/>
                    <a:pt x="51" y="17"/>
                    <a:pt x="43" y="25"/>
                  </a:cubicBezTo>
                  <a:cubicBezTo>
                    <a:pt x="31" y="36"/>
                    <a:pt x="19" y="44"/>
                    <a:pt x="3" y="48"/>
                  </a:cubicBezTo>
                  <a:cubicBezTo>
                    <a:pt x="2" y="48"/>
                    <a:pt x="0" y="49"/>
                    <a:pt x="0" y="49"/>
                  </a:cubicBezTo>
                  <a:cubicBezTo>
                    <a:pt x="11" y="47"/>
                    <a:pt x="20" y="43"/>
                    <a:pt x="30" y="38"/>
                  </a:cubicBezTo>
                  <a:cubicBezTo>
                    <a:pt x="39" y="33"/>
                    <a:pt x="48" y="27"/>
                    <a:pt x="55" y="19"/>
                  </a:cubicBezTo>
                  <a:cubicBezTo>
                    <a:pt x="59" y="15"/>
                    <a:pt x="68" y="7"/>
                    <a:pt x="66" y="0"/>
                  </a:cubicBezTo>
                  <a:cubicBezTo>
                    <a:pt x="66" y="0"/>
                    <a:pt x="65" y="0"/>
                    <a:pt x="65"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44"/>
            <p:cNvSpPr/>
            <p:nvPr/>
          </p:nvSpPr>
          <p:spPr>
            <a:xfrm>
              <a:off x="6435726" y="4491038"/>
              <a:ext cx="90488" cy="65088"/>
            </a:xfrm>
            <a:custGeom>
              <a:avLst/>
              <a:gdLst/>
              <a:ahLst/>
              <a:cxnLst/>
              <a:rect l="l" t="t" r="r" b="b"/>
              <a:pathLst>
                <a:path w="68" h="49" extrusionOk="0">
                  <a:moveTo>
                    <a:pt x="25" y="25"/>
                  </a:moveTo>
                  <a:cubicBezTo>
                    <a:pt x="17" y="17"/>
                    <a:pt x="11" y="8"/>
                    <a:pt x="3" y="0"/>
                  </a:cubicBezTo>
                  <a:cubicBezTo>
                    <a:pt x="3" y="0"/>
                    <a:pt x="1" y="0"/>
                    <a:pt x="1" y="0"/>
                  </a:cubicBezTo>
                  <a:cubicBezTo>
                    <a:pt x="0" y="7"/>
                    <a:pt x="9" y="15"/>
                    <a:pt x="13" y="19"/>
                  </a:cubicBezTo>
                  <a:cubicBezTo>
                    <a:pt x="20" y="27"/>
                    <a:pt x="29" y="33"/>
                    <a:pt x="38" y="38"/>
                  </a:cubicBezTo>
                  <a:cubicBezTo>
                    <a:pt x="47" y="43"/>
                    <a:pt x="57" y="47"/>
                    <a:pt x="67" y="49"/>
                  </a:cubicBezTo>
                  <a:cubicBezTo>
                    <a:pt x="68" y="49"/>
                    <a:pt x="65" y="48"/>
                    <a:pt x="65" y="48"/>
                  </a:cubicBezTo>
                  <a:cubicBezTo>
                    <a:pt x="49" y="44"/>
                    <a:pt x="37" y="36"/>
                    <a:pt x="25" y="2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44"/>
            <p:cNvSpPr/>
            <p:nvPr/>
          </p:nvSpPr>
          <p:spPr>
            <a:xfrm>
              <a:off x="6403976" y="4500563"/>
              <a:ext cx="50800" cy="87313"/>
            </a:xfrm>
            <a:custGeom>
              <a:avLst/>
              <a:gdLst/>
              <a:ahLst/>
              <a:cxnLst/>
              <a:rect l="l" t="t" r="r" b="b"/>
              <a:pathLst>
                <a:path w="38" h="65" extrusionOk="0">
                  <a:moveTo>
                    <a:pt x="4" y="31"/>
                  </a:moveTo>
                  <a:cubicBezTo>
                    <a:pt x="7" y="37"/>
                    <a:pt x="10" y="43"/>
                    <a:pt x="13" y="49"/>
                  </a:cubicBezTo>
                  <a:cubicBezTo>
                    <a:pt x="16" y="54"/>
                    <a:pt x="17" y="59"/>
                    <a:pt x="19" y="65"/>
                  </a:cubicBezTo>
                  <a:cubicBezTo>
                    <a:pt x="21" y="59"/>
                    <a:pt x="22" y="54"/>
                    <a:pt x="25" y="49"/>
                  </a:cubicBezTo>
                  <a:cubicBezTo>
                    <a:pt x="28" y="43"/>
                    <a:pt x="31" y="37"/>
                    <a:pt x="33" y="31"/>
                  </a:cubicBezTo>
                  <a:cubicBezTo>
                    <a:pt x="38" y="19"/>
                    <a:pt x="36" y="4"/>
                    <a:pt x="22" y="0"/>
                  </a:cubicBezTo>
                  <a:cubicBezTo>
                    <a:pt x="21" y="0"/>
                    <a:pt x="20" y="1"/>
                    <a:pt x="19" y="1"/>
                  </a:cubicBezTo>
                  <a:cubicBezTo>
                    <a:pt x="18" y="1"/>
                    <a:pt x="17" y="0"/>
                    <a:pt x="16" y="0"/>
                  </a:cubicBezTo>
                  <a:cubicBezTo>
                    <a:pt x="2" y="4"/>
                    <a:pt x="0" y="19"/>
                    <a:pt x="4" y="31"/>
                  </a:cubicBezTo>
                  <a:close/>
                  <a:moveTo>
                    <a:pt x="19" y="2"/>
                  </a:moveTo>
                  <a:cubicBezTo>
                    <a:pt x="29" y="10"/>
                    <a:pt x="31" y="22"/>
                    <a:pt x="26" y="34"/>
                  </a:cubicBezTo>
                  <a:cubicBezTo>
                    <a:pt x="24" y="38"/>
                    <a:pt x="21" y="42"/>
                    <a:pt x="19" y="46"/>
                  </a:cubicBezTo>
                  <a:cubicBezTo>
                    <a:pt x="16" y="42"/>
                    <a:pt x="14" y="38"/>
                    <a:pt x="12" y="34"/>
                  </a:cubicBezTo>
                  <a:cubicBezTo>
                    <a:pt x="7" y="22"/>
                    <a:pt x="9" y="10"/>
                    <a:pt x="19"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44"/>
            <p:cNvSpPr/>
            <p:nvPr/>
          </p:nvSpPr>
          <p:spPr>
            <a:xfrm>
              <a:off x="5489576" y="4068763"/>
              <a:ext cx="1879600" cy="12700"/>
            </a:xfrm>
            <a:custGeom>
              <a:avLst/>
              <a:gdLst/>
              <a:ahLst/>
              <a:cxnLst/>
              <a:rect l="l" t="t" r="r" b="b"/>
              <a:pathLst>
                <a:path w="1422" h="9" extrusionOk="0">
                  <a:moveTo>
                    <a:pt x="1417" y="9"/>
                  </a:moveTo>
                  <a:cubicBezTo>
                    <a:pt x="5" y="9"/>
                    <a:pt x="5" y="9"/>
                    <a:pt x="5" y="9"/>
                  </a:cubicBezTo>
                  <a:cubicBezTo>
                    <a:pt x="2" y="9"/>
                    <a:pt x="0" y="7"/>
                    <a:pt x="0" y="4"/>
                  </a:cubicBezTo>
                  <a:cubicBezTo>
                    <a:pt x="0" y="2"/>
                    <a:pt x="2" y="0"/>
                    <a:pt x="5" y="0"/>
                  </a:cubicBezTo>
                  <a:cubicBezTo>
                    <a:pt x="1417" y="0"/>
                    <a:pt x="1417" y="0"/>
                    <a:pt x="1417" y="0"/>
                  </a:cubicBezTo>
                  <a:cubicBezTo>
                    <a:pt x="1420" y="0"/>
                    <a:pt x="1422" y="2"/>
                    <a:pt x="1422" y="4"/>
                  </a:cubicBezTo>
                  <a:cubicBezTo>
                    <a:pt x="1422" y="7"/>
                    <a:pt x="1420" y="9"/>
                    <a:pt x="1417" y="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4" name="Google Shape;514;p46"/>
          <p:cNvSpPr txBox="1">
            <a:spLocks noGrp="1"/>
          </p:cNvSpPr>
          <p:nvPr>
            <p:ph type="title"/>
          </p:nvPr>
        </p:nvSpPr>
        <p:spPr>
          <a:xfrm>
            <a:off x="837050" y="1286813"/>
            <a:ext cx="3519600" cy="136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 picture always reinforces </a:t>
            </a:r>
            <a:endParaRPr/>
          </a:p>
          <a:p>
            <a:pPr marL="0" lvl="0" indent="0" algn="ctr" rtl="0">
              <a:spcBef>
                <a:spcPts val="0"/>
              </a:spcBef>
              <a:spcAft>
                <a:spcPts val="0"/>
              </a:spcAft>
              <a:buNone/>
            </a:pPr>
            <a:r>
              <a:rPr lang="en"/>
              <a:t>the concept</a:t>
            </a:r>
            <a:endParaRPr/>
          </a:p>
        </p:txBody>
      </p:sp>
      <p:sp>
        <p:nvSpPr>
          <p:cNvPr id="515" name="Google Shape;515;p46"/>
          <p:cNvSpPr txBox="1">
            <a:spLocks noGrp="1"/>
          </p:cNvSpPr>
          <p:nvPr>
            <p:ph type="subTitle" idx="1"/>
          </p:nvPr>
        </p:nvSpPr>
        <p:spPr>
          <a:xfrm>
            <a:off x="837050" y="2961288"/>
            <a:ext cx="35196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Images reveal large amounts of data, so remember: use an image instead of a long text. Your audience will appreciate it</a:t>
            </a:r>
            <a:endParaRPr/>
          </a:p>
        </p:txBody>
      </p:sp>
      <p:cxnSp>
        <p:nvCxnSpPr>
          <p:cNvPr id="516" name="Google Shape;516;p46"/>
          <p:cNvCxnSpPr/>
          <p:nvPr/>
        </p:nvCxnSpPr>
        <p:spPr>
          <a:xfrm>
            <a:off x="1027100" y="2802875"/>
            <a:ext cx="3139500" cy="0"/>
          </a:xfrm>
          <a:prstGeom prst="straightConnector1">
            <a:avLst/>
          </a:prstGeom>
          <a:noFill/>
          <a:ln w="9525" cap="flat" cmpd="sng">
            <a:solidFill>
              <a:schemeClr val="dk1"/>
            </a:solidFill>
            <a:prstDash val="solid"/>
            <a:round/>
            <a:headEnd type="diamond" w="med" len="med"/>
            <a:tailEnd type="diamond" w="med" len="med"/>
          </a:ln>
        </p:spPr>
      </p:cxnSp>
      <p:sp>
        <p:nvSpPr>
          <p:cNvPr id="2" name="Рисунок 1"/>
          <p:cNvSpPr>
            <a:spLocks noGrp="1"/>
          </p:cNvSpPr>
          <p:nvPr>
            <p:ph type="pic" idx="2"/>
          </p:nvPr>
        </p:nvSpPr>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8"/>
          <p:cNvSpPr txBox="1">
            <a:spLocks noGrp="1"/>
          </p:cNvSpPr>
          <p:nvPr>
            <p:ph type="subTitle" idx="1"/>
          </p:nvPr>
        </p:nvSpPr>
        <p:spPr>
          <a:xfrm>
            <a:off x="2500500" y="1188349"/>
            <a:ext cx="41430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Jupiter’s rotation period</a:t>
            </a:r>
            <a:endParaRPr/>
          </a:p>
        </p:txBody>
      </p:sp>
      <p:sp>
        <p:nvSpPr>
          <p:cNvPr id="563" name="Google Shape;563;p48"/>
          <p:cNvSpPr txBox="1">
            <a:spLocks noGrp="1"/>
          </p:cNvSpPr>
          <p:nvPr>
            <p:ph type="title"/>
          </p:nvPr>
        </p:nvSpPr>
        <p:spPr>
          <a:xfrm>
            <a:off x="2500500" y="651825"/>
            <a:ext cx="41430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9h 55m 23s</a:t>
            </a:r>
            <a:endParaRPr/>
          </a:p>
        </p:txBody>
      </p:sp>
      <p:sp>
        <p:nvSpPr>
          <p:cNvPr id="564" name="Google Shape;564;p48"/>
          <p:cNvSpPr txBox="1">
            <a:spLocks noGrp="1"/>
          </p:cNvSpPr>
          <p:nvPr>
            <p:ph type="title" idx="2"/>
          </p:nvPr>
        </p:nvSpPr>
        <p:spPr>
          <a:xfrm>
            <a:off x="2500500" y="2004087"/>
            <a:ext cx="41430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333,000</a:t>
            </a:r>
            <a:endParaRPr/>
          </a:p>
        </p:txBody>
      </p:sp>
      <p:sp>
        <p:nvSpPr>
          <p:cNvPr id="565" name="Google Shape;565;p48"/>
          <p:cNvSpPr txBox="1">
            <a:spLocks noGrp="1"/>
          </p:cNvSpPr>
          <p:nvPr>
            <p:ph type="subTitle" idx="3"/>
          </p:nvPr>
        </p:nvSpPr>
        <p:spPr>
          <a:xfrm>
            <a:off x="2500500" y="2540610"/>
            <a:ext cx="41430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The Sun’s mass compared to Earth’s</a:t>
            </a:r>
            <a:endParaRPr/>
          </a:p>
        </p:txBody>
      </p:sp>
      <p:sp>
        <p:nvSpPr>
          <p:cNvPr id="566" name="Google Shape;566;p48"/>
          <p:cNvSpPr txBox="1">
            <a:spLocks noGrp="1"/>
          </p:cNvSpPr>
          <p:nvPr>
            <p:ph type="title" idx="4"/>
          </p:nvPr>
        </p:nvSpPr>
        <p:spPr>
          <a:xfrm>
            <a:off x="2500500" y="3356349"/>
            <a:ext cx="41430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386,000 km</a:t>
            </a:r>
            <a:endParaRPr/>
          </a:p>
        </p:txBody>
      </p:sp>
      <p:sp>
        <p:nvSpPr>
          <p:cNvPr id="567" name="Google Shape;567;p48"/>
          <p:cNvSpPr txBox="1">
            <a:spLocks noGrp="1"/>
          </p:cNvSpPr>
          <p:nvPr>
            <p:ph type="subTitle" idx="5"/>
          </p:nvPr>
        </p:nvSpPr>
        <p:spPr>
          <a:xfrm>
            <a:off x="2500500" y="3892872"/>
            <a:ext cx="4143000" cy="59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Distance between Earth and the Moon</a:t>
            </a:r>
            <a:endParaRPr/>
          </a:p>
        </p:txBody>
      </p:sp>
      <p:cxnSp>
        <p:nvCxnSpPr>
          <p:cNvPr id="568" name="Google Shape;568;p48"/>
          <p:cNvCxnSpPr/>
          <p:nvPr/>
        </p:nvCxnSpPr>
        <p:spPr>
          <a:xfrm>
            <a:off x="3002250" y="1787125"/>
            <a:ext cx="3139500" cy="0"/>
          </a:xfrm>
          <a:prstGeom prst="straightConnector1">
            <a:avLst/>
          </a:prstGeom>
          <a:noFill/>
          <a:ln w="9525" cap="flat" cmpd="sng">
            <a:solidFill>
              <a:schemeClr val="dk1"/>
            </a:solidFill>
            <a:prstDash val="solid"/>
            <a:round/>
            <a:headEnd type="diamond" w="med" len="med"/>
            <a:tailEnd type="diamond" w="med" len="med"/>
          </a:ln>
        </p:spPr>
      </p:cxnSp>
      <p:cxnSp>
        <p:nvCxnSpPr>
          <p:cNvPr id="569" name="Google Shape;569;p48"/>
          <p:cNvCxnSpPr/>
          <p:nvPr/>
        </p:nvCxnSpPr>
        <p:spPr>
          <a:xfrm>
            <a:off x="3002250" y="3185575"/>
            <a:ext cx="3139500" cy="0"/>
          </a:xfrm>
          <a:prstGeom prst="straightConnector1">
            <a:avLst/>
          </a:prstGeom>
          <a:noFill/>
          <a:ln w="9525" cap="flat" cmpd="sng">
            <a:solidFill>
              <a:schemeClr val="dk1"/>
            </a:solidFill>
            <a:prstDash val="solid"/>
            <a:round/>
            <a:headEnd type="diamond" w="med" len="med"/>
            <a:tailEnd type="diamond" w="med" len="med"/>
          </a:ln>
        </p:spPr>
      </p:cxnSp>
      <p:grpSp>
        <p:nvGrpSpPr>
          <p:cNvPr id="570" name="Google Shape;570;p48"/>
          <p:cNvGrpSpPr/>
          <p:nvPr/>
        </p:nvGrpSpPr>
        <p:grpSpPr>
          <a:xfrm rot="-5400000">
            <a:off x="48175" y="2425285"/>
            <a:ext cx="1793152" cy="463054"/>
            <a:chOff x="6686551" y="2373313"/>
            <a:chExt cx="1204913" cy="311150"/>
          </a:xfrm>
        </p:grpSpPr>
        <p:sp>
          <p:nvSpPr>
            <p:cNvPr id="571" name="Google Shape;571;p48"/>
            <p:cNvSpPr/>
            <p:nvPr/>
          </p:nvSpPr>
          <p:spPr>
            <a:xfrm>
              <a:off x="6686551" y="2433638"/>
              <a:ext cx="577849" cy="250825"/>
            </a:xfrm>
            <a:custGeom>
              <a:avLst/>
              <a:gdLst/>
              <a:ahLst/>
              <a:cxnLst/>
              <a:rect l="l" t="t" r="r" b="b"/>
              <a:pathLst>
                <a:path w="437" h="190" extrusionOk="0">
                  <a:moveTo>
                    <a:pt x="393" y="53"/>
                  </a:moveTo>
                  <a:cubicBezTo>
                    <a:pt x="340" y="0"/>
                    <a:pt x="254" y="41"/>
                    <a:pt x="208" y="82"/>
                  </a:cubicBezTo>
                  <a:cubicBezTo>
                    <a:pt x="168" y="117"/>
                    <a:pt x="100" y="190"/>
                    <a:pt x="47" y="133"/>
                  </a:cubicBezTo>
                  <a:cubicBezTo>
                    <a:pt x="34" y="119"/>
                    <a:pt x="28" y="92"/>
                    <a:pt x="40" y="75"/>
                  </a:cubicBezTo>
                  <a:cubicBezTo>
                    <a:pt x="48" y="65"/>
                    <a:pt x="62" y="60"/>
                    <a:pt x="74" y="63"/>
                  </a:cubicBezTo>
                  <a:cubicBezTo>
                    <a:pt x="86" y="66"/>
                    <a:pt x="95" y="84"/>
                    <a:pt x="83" y="93"/>
                  </a:cubicBezTo>
                  <a:cubicBezTo>
                    <a:pt x="83" y="88"/>
                    <a:pt x="79" y="82"/>
                    <a:pt x="74" y="83"/>
                  </a:cubicBezTo>
                  <a:cubicBezTo>
                    <a:pt x="69" y="83"/>
                    <a:pt x="65" y="89"/>
                    <a:pt x="66" y="94"/>
                  </a:cubicBezTo>
                  <a:cubicBezTo>
                    <a:pt x="68" y="99"/>
                    <a:pt x="74" y="102"/>
                    <a:pt x="79" y="101"/>
                  </a:cubicBezTo>
                  <a:cubicBezTo>
                    <a:pt x="90" y="101"/>
                    <a:pt x="98" y="96"/>
                    <a:pt x="100" y="86"/>
                  </a:cubicBezTo>
                  <a:cubicBezTo>
                    <a:pt x="102" y="80"/>
                    <a:pt x="101" y="74"/>
                    <a:pt x="97" y="69"/>
                  </a:cubicBezTo>
                  <a:cubicBezTo>
                    <a:pt x="90" y="59"/>
                    <a:pt x="76" y="53"/>
                    <a:pt x="64" y="55"/>
                  </a:cubicBezTo>
                  <a:cubicBezTo>
                    <a:pt x="0" y="64"/>
                    <a:pt x="10" y="150"/>
                    <a:pt x="72" y="158"/>
                  </a:cubicBezTo>
                  <a:cubicBezTo>
                    <a:pt x="150" y="168"/>
                    <a:pt x="196" y="89"/>
                    <a:pt x="254" y="54"/>
                  </a:cubicBezTo>
                  <a:cubicBezTo>
                    <a:pt x="293" y="30"/>
                    <a:pt x="342" y="26"/>
                    <a:pt x="375" y="60"/>
                  </a:cubicBezTo>
                  <a:cubicBezTo>
                    <a:pt x="393" y="78"/>
                    <a:pt x="400" y="103"/>
                    <a:pt x="391" y="127"/>
                  </a:cubicBezTo>
                  <a:cubicBezTo>
                    <a:pt x="378" y="157"/>
                    <a:pt x="341" y="166"/>
                    <a:pt x="323" y="137"/>
                  </a:cubicBezTo>
                  <a:cubicBezTo>
                    <a:pt x="316" y="125"/>
                    <a:pt x="316" y="110"/>
                    <a:pt x="327" y="102"/>
                  </a:cubicBezTo>
                  <a:cubicBezTo>
                    <a:pt x="332" y="98"/>
                    <a:pt x="338" y="97"/>
                    <a:pt x="344" y="98"/>
                  </a:cubicBezTo>
                  <a:cubicBezTo>
                    <a:pt x="350" y="99"/>
                    <a:pt x="353" y="103"/>
                    <a:pt x="357" y="108"/>
                  </a:cubicBezTo>
                  <a:cubicBezTo>
                    <a:pt x="353" y="106"/>
                    <a:pt x="350" y="110"/>
                    <a:pt x="349" y="114"/>
                  </a:cubicBezTo>
                  <a:cubicBezTo>
                    <a:pt x="348" y="124"/>
                    <a:pt x="360" y="128"/>
                    <a:pt x="367" y="124"/>
                  </a:cubicBezTo>
                  <a:cubicBezTo>
                    <a:pt x="378" y="117"/>
                    <a:pt x="373" y="105"/>
                    <a:pt x="367" y="97"/>
                  </a:cubicBezTo>
                  <a:cubicBezTo>
                    <a:pt x="362" y="91"/>
                    <a:pt x="355" y="88"/>
                    <a:pt x="347" y="88"/>
                  </a:cubicBezTo>
                  <a:cubicBezTo>
                    <a:pt x="330" y="89"/>
                    <a:pt x="314" y="102"/>
                    <a:pt x="306" y="116"/>
                  </a:cubicBezTo>
                  <a:cubicBezTo>
                    <a:pt x="294" y="138"/>
                    <a:pt x="311" y="155"/>
                    <a:pt x="332" y="161"/>
                  </a:cubicBezTo>
                  <a:cubicBezTo>
                    <a:pt x="392" y="179"/>
                    <a:pt x="437" y="98"/>
                    <a:pt x="393"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48"/>
            <p:cNvSpPr/>
            <p:nvPr/>
          </p:nvSpPr>
          <p:spPr>
            <a:xfrm>
              <a:off x="6786564" y="2413001"/>
              <a:ext cx="476250" cy="220663"/>
            </a:xfrm>
            <a:custGeom>
              <a:avLst/>
              <a:gdLst/>
              <a:ahLst/>
              <a:cxnLst/>
              <a:rect l="l" t="t" r="r" b="b"/>
              <a:pathLst>
                <a:path w="361" h="168" extrusionOk="0">
                  <a:moveTo>
                    <a:pt x="313" y="32"/>
                  </a:moveTo>
                  <a:cubicBezTo>
                    <a:pt x="283" y="17"/>
                    <a:pt x="249" y="18"/>
                    <a:pt x="218" y="27"/>
                  </a:cubicBezTo>
                  <a:cubicBezTo>
                    <a:pt x="191" y="35"/>
                    <a:pt x="166" y="47"/>
                    <a:pt x="144" y="63"/>
                  </a:cubicBezTo>
                  <a:cubicBezTo>
                    <a:pt x="137" y="69"/>
                    <a:pt x="131" y="75"/>
                    <a:pt x="124" y="81"/>
                  </a:cubicBezTo>
                  <a:cubicBezTo>
                    <a:pt x="105" y="100"/>
                    <a:pt x="86" y="121"/>
                    <a:pt x="62" y="136"/>
                  </a:cubicBezTo>
                  <a:cubicBezTo>
                    <a:pt x="46" y="146"/>
                    <a:pt x="26" y="150"/>
                    <a:pt x="10" y="136"/>
                  </a:cubicBezTo>
                  <a:cubicBezTo>
                    <a:pt x="9" y="135"/>
                    <a:pt x="3" y="130"/>
                    <a:pt x="2" y="127"/>
                  </a:cubicBezTo>
                  <a:cubicBezTo>
                    <a:pt x="0" y="131"/>
                    <a:pt x="0" y="137"/>
                    <a:pt x="2" y="141"/>
                  </a:cubicBezTo>
                  <a:cubicBezTo>
                    <a:pt x="9" y="153"/>
                    <a:pt x="23" y="158"/>
                    <a:pt x="35" y="155"/>
                  </a:cubicBezTo>
                  <a:cubicBezTo>
                    <a:pt x="51" y="152"/>
                    <a:pt x="64" y="139"/>
                    <a:pt x="77" y="130"/>
                  </a:cubicBezTo>
                  <a:cubicBezTo>
                    <a:pt x="90" y="119"/>
                    <a:pt x="103" y="108"/>
                    <a:pt x="115" y="96"/>
                  </a:cubicBezTo>
                  <a:cubicBezTo>
                    <a:pt x="165" y="48"/>
                    <a:pt x="239" y="0"/>
                    <a:pt x="307" y="44"/>
                  </a:cubicBezTo>
                  <a:cubicBezTo>
                    <a:pt x="325" y="56"/>
                    <a:pt x="339" y="74"/>
                    <a:pt x="344" y="96"/>
                  </a:cubicBezTo>
                  <a:cubicBezTo>
                    <a:pt x="350" y="122"/>
                    <a:pt x="340" y="146"/>
                    <a:pt x="328" y="168"/>
                  </a:cubicBezTo>
                  <a:cubicBezTo>
                    <a:pt x="334" y="162"/>
                    <a:pt x="341" y="157"/>
                    <a:pt x="346" y="150"/>
                  </a:cubicBezTo>
                  <a:cubicBezTo>
                    <a:pt x="349" y="146"/>
                    <a:pt x="352" y="141"/>
                    <a:pt x="354" y="136"/>
                  </a:cubicBezTo>
                  <a:cubicBezTo>
                    <a:pt x="358" y="127"/>
                    <a:pt x="360" y="117"/>
                    <a:pt x="360" y="107"/>
                  </a:cubicBezTo>
                  <a:cubicBezTo>
                    <a:pt x="361" y="88"/>
                    <a:pt x="353" y="68"/>
                    <a:pt x="341" y="53"/>
                  </a:cubicBezTo>
                  <a:cubicBezTo>
                    <a:pt x="333" y="44"/>
                    <a:pt x="323" y="37"/>
                    <a:pt x="313"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3" name="Google Shape;573;p48"/>
            <p:cNvSpPr/>
            <p:nvPr/>
          </p:nvSpPr>
          <p:spPr>
            <a:xfrm>
              <a:off x="6915151" y="2490788"/>
              <a:ext cx="258763" cy="160338"/>
            </a:xfrm>
            <a:custGeom>
              <a:avLst/>
              <a:gdLst/>
              <a:ahLst/>
              <a:cxnLst/>
              <a:rect l="l" t="t" r="r" b="b"/>
              <a:pathLst>
                <a:path w="195" h="121" extrusionOk="0">
                  <a:moveTo>
                    <a:pt x="187" y="27"/>
                  </a:moveTo>
                  <a:cubicBezTo>
                    <a:pt x="188" y="31"/>
                    <a:pt x="188" y="34"/>
                    <a:pt x="189" y="39"/>
                  </a:cubicBezTo>
                  <a:cubicBezTo>
                    <a:pt x="193" y="34"/>
                    <a:pt x="195" y="31"/>
                    <a:pt x="193" y="24"/>
                  </a:cubicBezTo>
                  <a:cubicBezTo>
                    <a:pt x="192" y="19"/>
                    <a:pt x="188" y="16"/>
                    <a:pt x="185" y="13"/>
                  </a:cubicBezTo>
                  <a:cubicBezTo>
                    <a:pt x="178" y="7"/>
                    <a:pt x="168" y="3"/>
                    <a:pt x="159" y="3"/>
                  </a:cubicBezTo>
                  <a:cubicBezTo>
                    <a:pt x="142" y="3"/>
                    <a:pt x="125" y="11"/>
                    <a:pt x="112" y="21"/>
                  </a:cubicBezTo>
                  <a:cubicBezTo>
                    <a:pt x="95" y="34"/>
                    <a:pt x="84" y="53"/>
                    <a:pt x="73" y="71"/>
                  </a:cubicBezTo>
                  <a:cubicBezTo>
                    <a:pt x="70" y="77"/>
                    <a:pt x="66" y="84"/>
                    <a:pt x="62" y="90"/>
                  </a:cubicBezTo>
                  <a:cubicBezTo>
                    <a:pt x="53" y="101"/>
                    <a:pt x="32" y="121"/>
                    <a:pt x="16" y="111"/>
                  </a:cubicBezTo>
                  <a:cubicBezTo>
                    <a:pt x="9" y="105"/>
                    <a:pt x="4" y="90"/>
                    <a:pt x="13" y="84"/>
                  </a:cubicBezTo>
                  <a:cubicBezTo>
                    <a:pt x="12" y="85"/>
                    <a:pt x="13" y="88"/>
                    <a:pt x="14" y="89"/>
                  </a:cubicBezTo>
                  <a:cubicBezTo>
                    <a:pt x="15" y="90"/>
                    <a:pt x="17" y="91"/>
                    <a:pt x="19" y="91"/>
                  </a:cubicBezTo>
                  <a:cubicBezTo>
                    <a:pt x="22" y="91"/>
                    <a:pt x="26" y="88"/>
                    <a:pt x="27" y="84"/>
                  </a:cubicBezTo>
                  <a:cubicBezTo>
                    <a:pt x="28" y="78"/>
                    <a:pt x="22" y="75"/>
                    <a:pt x="17" y="76"/>
                  </a:cubicBezTo>
                  <a:cubicBezTo>
                    <a:pt x="12" y="77"/>
                    <a:pt x="8" y="81"/>
                    <a:pt x="5" y="85"/>
                  </a:cubicBezTo>
                  <a:cubicBezTo>
                    <a:pt x="1" y="91"/>
                    <a:pt x="0" y="101"/>
                    <a:pt x="3" y="109"/>
                  </a:cubicBezTo>
                  <a:cubicBezTo>
                    <a:pt x="9" y="120"/>
                    <a:pt x="22" y="120"/>
                    <a:pt x="33" y="117"/>
                  </a:cubicBezTo>
                  <a:cubicBezTo>
                    <a:pt x="50" y="114"/>
                    <a:pt x="62" y="101"/>
                    <a:pt x="73" y="88"/>
                  </a:cubicBezTo>
                  <a:cubicBezTo>
                    <a:pt x="84" y="74"/>
                    <a:pt x="94" y="58"/>
                    <a:pt x="105" y="44"/>
                  </a:cubicBezTo>
                  <a:cubicBezTo>
                    <a:pt x="119" y="26"/>
                    <a:pt x="141" y="0"/>
                    <a:pt x="166" y="9"/>
                  </a:cubicBezTo>
                  <a:cubicBezTo>
                    <a:pt x="173" y="11"/>
                    <a:pt x="179" y="15"/>
                    <a:pt x="183" y="20"/>
                  </a:cubicBezTo>
                  <a:cubicBezTo>
                    <a:pt x="185" y="22"/>
                    <a:pt x="187" y="25"/>
                    <a:pt x="187"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48"/>
            <p:cNvSpPr/>
            <p:nvPr/>
          </p:nvSpPr>
          <p:spPr>
            <a:xfrm>
              <a:off x="7313614" y="2433638"/>
              <a:ext cx="577850" cy="250825"/>
            </a:xfrm>
            <a:custGeom>
              <a:avLst/>
              <a:gdLst/>
              <a:ahLst/>
              <a:cxnLst/>
              <a:rect l="l" t="t" r="r" b="b"/>
              <a:pathLst>
                <a:path w="438" h="190" extrusionOk="0">
                  <a:moveTo>
                    <a:pt x="45" y="53"/>
                  </a:moveTo>
                  <a:cubicBezTo>
                    <a:pt x="98" y="0"/>
                    <a:pt x="183" y="41"/>
                    <a:pt x="230" y="82"/>
                  </a:cubicBezTo>
                  <a:cubicBezTo>
                    <a:pt x="270" y="117"/>
                    <a:pt x="337" y="190"/>
                    <a:pt x="391" y="133"/>
                  </a:cubicBezTo>
                  <a:cubicBezTo>
                    <a:pt x="404" y="119"/>
                    <a:pt x="410" y="92"/>
                    <a:pt x="397" y="75"/>
                  </a:cubicBezTo>
                  <a:cubicBezTo>
                    <a:pt x="390" y="65"/>
                    <a:pt x="376" y="60"/>
                    <a:pt x="364" y="63"/>
                  </a:cubicBezTo>
                  <a:cubicBezTo>
                    <a:pt x="351" y="66"/>
                    <a:pt x="342" y="84"/>
                    <a:pt x="355" y="93"/>
                  </a:cubicBezTo>
                  <a:cubicBezTo>
                    <a:pt x="354" y="88"/>
                    <a:pt x="358" y="82"/>
                    <a:pt x="364" y="83"/>
                  </a:cubicBezTo>
                  <a:cubicBezTo>
                    <a:pt x="369" y="83"/>
                    <a:pt x="372" y="89"/>
                    <a:pt x="371" y="94"/>
                  </a:cubicBezTo>
                  <a:cubicBezTo>
                    <a:pt x="370" y="99"/>
                    <a:pt x="363" y="102"/>
                    <a:pt x="358" y="101"/>
                  </a:cubicBezTo>
                  <a:cubicBezTo>
                    <a:pt x="348" y="101"/>
                    <a:pt x="340" y="96"/>
                    <a:pt x="337" y="86"/>
                  </a:cubicBezTo>
                  <a:cubicBezTo>
                    <a:pt x="336" y="80"/>
                    <a:pt x="337" y="74"/>
                    <a:pt x="341" y="69"/>
                  </a:cubicBezTo>
                  <a:cubicBezTo>
                    <a:pt x="348" y="59"/>
                    <a:pt x="362" y="53"/>
                    <a:pt x="374" y="55"/>
                  </a:cubicBezTo>
                  <a:cubicBezTo>
                    <a:pt x="438" y="64"/>
                    <a:pt x="428" y="150"/>
                    <a:pt x="366" y="158"/>
                  </a:cubicBezTo>
                  <a:cubicBezTo>
                    <a:pt x="287" y="168"/>
                    <a:pt x="241" y="89"/>
                    <a:pt x="184" y="54"/>
                  </a:cubicBezTo>
                  <a:cubicBezTo>
                    <a:pt x="145" y="30"/>
                    <a:pt x="96" y="26"/>
                    <a:pt x="63" y="60"/>
                  </a:cubicBezTo>
                  <a:cubicBezTo>
                    <a:pt x="45" y="78"/>
                    <a:pt x="37" y="103"/>
                    <a:pt x="47" y="127"/>
                  </a:cubicBezTo>
                  <a:cubicBezTo>
                    <a:pt x="59" y="157"/>
                    <a:pt x="97" y="166"/>
                    <a:pt x="115" y="137"/>
                  </a:cubicBezTo>
                  <a:cubicBezTo>
                    <a:pt x="121" y="125"/>
                    <a:pt x="122" y="110"/>
                    <a:pt x="111" y="102"/>
                  </a:cubicBezTo>
                  <a:cubicBezTo>
                    <a:pt x="106" y="98"/>
                    <a:pt x="100" y="97"/>
                    <a:pt x="94" y="98"/>
                  </a:cubicBezTo>
                  <a:cubicBezTo>
                    <a:pt x="87" y="99"/>
                    <a:pt x="85" y="103"/>
                    <a:pt x="80" y="108"/>
                  </a:cubicBezTo>
                  <a:cubicBezTo>
                    <a:pt x="85" y="106"/>
                    <a:pt x="88" y="110"/>
                    <a:pt x="88" y="114"/>
                  </a:cubicBezTo>
                  <a:cubicBezTo>
                    <a:pt x="90" y="124"/>
                    <a:pt x="78" y="128"/>
                    <a:pt x="71" y="124"/>
                  </a:cubicBezTo>
                  <a:cubicBezTo>
                    <a:pt x="60" y="117"/>
                    <a:pt x="64" y="105"/>
                    <a:pt x="71" y="97"/>
                  </a:cubicBezTo>
                  <a:cubicBezTo>
                    <a:pt x="76" y="91"/>
                    <a:pt x="83" y="88"/>
                    <a:pt x="91" y="88"/>
                  </a:cubicBezTo>
                  <a:cubicBezTo>
                    <a:pt x="107" y="89"/>
                    <a:pt x="124" y="102"/>
                    <a:pt x="132" y="116"/>
                  </a:cubicBezTo>
                  <a:cubicBezTo>
                    <a:pt x="144" y="138"/>
                    <a:pt x="127" y="155"/>
                    <a:pt x="106" y="161"/>
                  </a:cubicBezTo>
                  <a:cubicBezTo>
                    <a:pt x="45" y="179"/>
                    <a:pt x="0" y="98"/>
                    <a:pt x="45"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48"/>
            <p:cNvSpPr/>
            <p:nvPr/>
          </p:nvSpPr>
          <p:spPr>
            <a:xfrm>
              <a:off x="7315201" y="2413001"/>
              <a:ext cx="477838" cy="220663"/>
            </a:xfrm>
            <a:custGeom>
              <a:avLst/>
              <a:gdLst/>
              <a:ahLst/>
              <a:cxnLst/>
              <a:rect l="l" t="t" r="r" b="b"/>
              <a:pathLst>
                <a:path w="361" h="168" extrusionOk="0">
                  <a:moveTo>
                    <a:pt x="48" y="32"/>
                  </a:moveTo>
                  <a:cubicBezTo>
                    <a:pt x="78" y="17"/>
                    <a:pt x="112" y="18"/>
                    <a:pt x="143" y="27"/>
                  </a:cubicBezTo>
                  <a:cubicBezTo>
                    <a:pt x="170" y="35"/>
                    <a:pt x="195" y="47"/>
                    <a:pt x="217" y="63"/>
                  </a:cubicBezTo>
                  <a:cubicBezTo>
                    <a:pt x="224" y="69"/>
                    <a:pt x="230" y="75"/>
                    <a:pt x="236" y="81"/>
                  </a:cubicBezTo>
                  <a:cubicBezTo>
                    <a:pt x="256" y="100"/>
                    <a:pt x="275" y="121"/>
                    <a:pt x="298" y="136"/>
                  </a:cubicBezTo>
                  <a:cubicBezTo>
                    <a:pt x="315" y="146"/>
                    <a:pt x="335" y="150"/>
                    <a:pt x="351" y="136"/>
                  </a:cubicBezTo>
                  <a:cubicBezTo>
                    <a:pt x="352" y="135"/>
                    <a:pt x="358" y="130"/>
                    <a:pt x="359" y="127"/>
                  </a:cubicBezTo>
                  <a:cubicBezTo>
                    <a:pt x="361" y="131"/>
                    <a:pt x="360" y="137"/>
                    <a:pt x="358" y="141"/>
                  </a:cubicBezTo>
                  <a:cubicBezTo>
                    <a:pt x="352" y="153"/>
                    <a:pt x="338" y="158"/>
                    <a:pt x="325" y="155"/>
                  </a:cubicBezTo>
                  <a:cubicBezTo>
                    <a:pt x="310" y="152"/>
                    <a:pt x="296" y="139"/>
                    <a:pt x="284" y="130"/>
                  </a:cubicBezTo>
                  <a:cubicBezTo>
                    <a:pt x="270" y="119"/>
                    <a:pt x="258" y="108"/>
                    <a:pt x="245" y="96"/>
                  </a:cubicBezTo>
                  <a:cubicBezTo>
                    <a:pt x="195" y="48"/>
                    <a:pt x="121" y="0"/>
                    <a:pt x="54" y="44"/>
                  </a:cubicBezTo>
                  <a:cubicBezTo>
                    <a:pt x="36" y="56"/>
                    <a:pt x="21" y="74"/>
                    <a:pt x="16" y="96"/>
                  </a:cubicBezTo>
                  <a:cubicBezTo>
                    <a:pt x="10" y="122"/>
                    <a:pt x="20" y="146"/>
                    <a:pt x="33" y="168"/>
                  </a:cubicBezTo>
                  <a:cubicBezTo>
                    <a:pt x="26" y="162"/>
                    <a:pt x="20" y="157"/>
                    <a:pt x="15" y="150"/>
                  </a:cubicBezTo>
                  <a:cubicBezTo>
                    <a:pt x="12" y="146"/>
                    <a:pt x="9" y="141"/>
                    <a:pt x="7" y="136"/>
                  </a:cubicBezTo>
                  <a:cubicBezTo>
                    <a:pt x="3" y="127"/>
                    <a:pt x="1" y="117"/>
                    <a:pt x="0" y="107"/>
                  </a:cubicBezTo>
                  <a:cubicBezTo>
                    <a:pt x="0" y="88"/>
                    <a:pt x="7" y="68"/>
                    <a:pt x="20" y="53"/>
                  </a:cubicBezTo>
                  <a:cubicBezTo>
                    <a:pt x="28" y="44"/>
                    <a:pt x="37" y="37"/>
                    <a:pt x="48"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6" name="Google Shape;576;p48"/>
            <p:cNvSpPr/>
            <p:nvPr/>
          </p:nvSpPr>
          <p:spPr>
            <a:xfrm>
              <a:off x="7404101" y="2490788"/>
              <a:ext cx="258763" cy="160338"/>
            </a:xfrm>
            <a:custGeom>
              <a:avLst/>
              <a:gdLst/>
              <a:ahLst/>
              <a:cxnLst/>
              <a:rect l="l" t="t" r="r" b="b"/>
              <a:pathLst>
                <a:path w="196" h="121" extrusionOk="0">
                  <a:moveTo>
                    <a:pt x="8" y="27"/>
                  </a:moveTo>
                  <a:cubicBezTo>
                    <a:pt x="7" y="31"/>
                    <a:pt x="7" y="34"/>
                    <a:pt x="7" y="39"/>
                  </a:cubicBezTo>
                  <a:cubicBezTo>
                    <a:pt x="3" y="34"/>
                    <a:pt x="0" y="31"/>
                    <a:pt x="3" y="24"/>
                  </a:cubicBezTo>
                  <a:cubicBezTo>
                    <a:pt x="4" y="19"/>
                    <a:pt x="7" y="16"/>
                    <a:pt x="11" y="13"/>
                  </a:cubicBezTo>
                  <a:cubicBezTo>
                    <a:pt x="18" y="7"/>
                    <a:pt x="28" y="3"/>
                    <a:pt x="37" y="3"/>
                  </a:cubicBezTo>
                  <a:cubicBezTo>
                    <a:pt x="54" y="3"/>
                    <a:pt x="71" y="11"/>
                    <a:pt x="84" y="21"/>
                  </a:cubicBezTo>
                  <a:cubicBezTo>
                    <a:pt x="101" y="34"/>
                    <a:pt x="112" y="53"/>
                    <a:pt x="122" y="71"/>
                  </a:cubicBezTo>
                  <a:cubicBezTo>
                    <a:pt x="126" y="77"/>
                    <a:pt x="129" y="84"/>
                    <a:pt x="134" y="90"/>
                  </a:cubicBezTo>
                  <a:cubicBezTo>
                    <a:pt x="143" y="101"/>
                    <a:pt x="163" y="121"/>
                    <a:pt x="179" y="111"/>
                  </a:cubicBezTo>
                  <a:cubicBezTo>
                    <a:pt x="187" y="105"/>
                    <a:pt x="192" y="90"/>
                    <a:pt x="183" y="84"/>
                  </a:cubicBezTo>
                  <a:cubicBezTo>
                    <a:pt x="184" y="85"/>
                    <a:pt x="183" y="88"/>
                    <a:pt x="182" y="89"/>
                  </a:cubicBezTo>
                  <a:cubicBezTo>
                    <a:pt x="181" y="90"/>
                    <a:pt x="178" y="91"/>
                    <a:pt x="177" y="91"/>
                  </a:cubicBezTo>
                  <a:cubicBezTo>
                    <a:pt x="173" y="91"/>
                    <a:pt x="170" y="88"/>
                    <a:pt x="169" y="84"/>
                  </a:cubicBezTo>
                  <a:cubicBezTo>
                    <a:pt x="168" y="78"/>
                    <a:pt x="173" y="75"/>
                    <a:pt x="179" y="76"/>
                  </a:cubicBezTo>
                  <a:cubicBezTo>
                    <a:pt x="183" y="77"/>
                    <a:pt x="188" y="81"/>
                    <a:pt x="190" y="85"/>
                  </a:cubicBezTo>
                  <a:cubicBezTo>
                    <a:pt x="195" y="91"/>
                    <a:pt x="196" y="101"/>
                    <a:pt x="192" y="109"/>
                  </a:cubicBezTo>
                  <a:cubicBezTo>
                    <a:pt x="186" y="120"/>
                    <a:pt x="173" y="120"/>
                    <a:pt x="162" y="117"/>
                  </a:cubicBezTo>
                  <a:cubicBezTo>
                    <a:pt x="146" y="114"/>
                    <a:pt x="133" y="101"/>
                    <a:pt x="123" y="88"/>
                  </a:cubicBezTo>
                  <a:cubicBezTo>
                    <a:pt x="112" y="74"/>
                    <a:pt x="102" y="58"/>
                    <a:pt x="90" y="44"/>
                  </a:cubicBezTo>
                  <a:cubicBezTo>
                    <a:pt x="77" y="26"/>
                    <a:pt x="55" y="0"/>
                    <a:pt x="29" y="9"/>
                  </a:cubicBezTo>
                  <a:cubicBezTo>
                    <a:pt x="23" y="11"/>
                    <a:pt x="17" y="15"/>
                    <a:pt x="12" y="20"/>
                  </a:cubicBezTo>
                  <a:cubicBezTo>
                    <a:pt x="10" y="22"/>
                    <a:pt x="9" y="25"/>
                    <a:pt x="8"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7" name="Google Shape;577;p48"/>
            <p:cNvSpPr/>
            <p:nvPr/>
          </p:nvSpPr>
          <p:spPr>
            <a:xfrm>
              <a:off x="7227889" y="2373313"/>
              <a:ext cx="122238" cy="173038"/>
            </a:xfrm>
            <a:custGeom>
              <a:avLst/>
              <a:gdLst/>
              <a:ahLst/>
              <a:cxnLst/>
              <a:rect l="l" t="t" r="r" b="b"/>
              <a:pathLst>
                <a:path w="93" h="131" extrusionOk="0">
                  <a:moveTo>
                    <a:pt x="47" y="131"/>
                  </a:moveTo>
                  <a:cubicBezTo>
                    <a:pt x="88" y="98"/>
                    <a:pt x="93" y="35"/>
                    <a:pt x="49" y="1"/>
                  </a:cubicBezTo>
                  <a:cubicBezTo>
                    <a:pt x="49" y="1"/>
                    <a:pt x="48" y="0"/>
                    <a:pt x="47" y="0"/>
                  </a:cubicBezTo>
                  <a:cubicBezTo>
                    <a:pt x="46" y="0"/>
                    <a:pt x="45" y="1"/>
                    <a:pt x="44" y="1"/>
                  </a:cubicBezTo>
                  <a:cubicBezTo>
                    <a:pt x="0" y="35"/>
                    <a:pt x="5" y="98"/>
                    <a:pt x="47" y="131"/>
                  </a:cubicBezTo>
                  <a:close/>
                  <a:moveTo>
                    <a:pt x="47" y="9"/>
                  </a:moveTo>
                  <a:cubicBezTo>
                    <a:pt x="56" y="26"/>
                    <a:pt x="66" y="41"/>
                    <a:pt x="67" y="64"/>
                  </a:cubicBezTo>
                  <a:cubicBezTo>
                    <a:pt x="67" y="88"/>
                    <a:pt x="60" y="108"/>
                    <a:pt x="47" y="127"/>
                  </a:cubicBezTo>
                  <a:cubicBezTo>
                    <a:pt x="34" y="108"/>
                    <a:pt x="26" y="88"/>
                    <a:pt x="27" y="64"/>
                  </a:cubicBezTo>
                  <a:cubicBezTo>
                    <a:pt x="27" y="41"/>
                    <a:pt x="37" y="26"/>
                    <a:pt x="47" y="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48"/>
            <p:cNvSpPr/>
            <p:nvPr/>
          </p:nvSpPr>
          <p:spPr>
            <a:xfrm>
              <a:off x="7267576" y="2576513"/>
              <a:ext cx="42863" cy="57150"/>
            </a:xfrm>
            <a:custGeom>
              <a:avLst/>
              <a:gdLst/>
              <a:ahLst/>
              <a:cxnLst/>
              <a:rect l="l" t="t" r="r" b="b"/>
              <a:pathLst>
                <a:path w="32" h="44" extrusionOk="0">
                  <a:moveTo>
                    <a:pt x="16" y="0"/>
                  </a:moveTo>
                  <a:cubicBezTo>
                    <a:pt x="7" y="6"/>
                    <a:pt x="0" y="16"/>
                    <a:pt x="1" y="28"/>
                  </a:cubicBezTo>
                  <a:cubicBezTo>
                    <a:pt x="3" y="36"/>
                    <a:pt x="9" y="41"/>
                    <a:pt x="16" y="44"/>
                  </a:cubicBezTo>
                  <a:cubicBezTo>
                    <a:pt x="23" y="41"/>
                    <a:pt x="29" y="36"/>
                    <a:pt x="30" y="28"/>
                  </a:cubicBezTo>
                  <a:cubicBezTo>
                    <a:pt x="32" y="16"/>
                    <a:pt x="25" y="6"/>
                    <a:pt x="16" y="0"/>
                  </a:cubicBezTo>
                  <a:close/>
                  <a:moveTo>
                    <a:pt x="16" y="28"/>
                  </a:moveTo>
                  <a:cubicBezTo>
                    <a:pt x="12" y="20"/>
                    <a:pt x="11" y="11"/>
                    <a:pt x="16" y="4"/>
                  </a:cubicBezTo>
                  <a:cubicBezTo>
                    <a:pt x="20" y="11"/>
                    <a:pt x="20" y="20"/>
                    <a:pt x="16" y="2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79" name="Google Shape;579;p48"/>
          <p:cNvGrpSpPr/>
          <p:nvPr/>
        </p:nvGrpSpPr>
        <p:grpSpPr>
          <a:xfrm rot="5400000" flipH="1">
            <a:off x="7302675" y="2340235"/>
            <a:ext cx="1793152" cy="463054"/>
            <a:chOff x="6686551" y="2373313"/>
            <a:chExt cx="1204913" cy="311150"/>
          </a:xfrm>
        </p:grpSpPr>
        <p:sp>
          <p:nvSpPr>
            <p:cNvPr id="580" name="Google Shape;580;p48"/>
            <p:cNvSpPr/>
            <p:nvPr/>
          </p:nvSpPr>
          <p:spPr>
            <a:xfrm>
              <a:off x="6686551" y="2433638"/>
              <a:ext cx="577849" cy="250825"/>
            </a:xfrm>
            <a:custGeom>
              <a:avLst/>
              <a:gdLst/>
              <a:ahLst/>
              <a:cxnLst/>
              <a:rect l="l" t="t" r="r" b="b"/>
              <a:pathLst>
                <a:path w="437" h="190" extrusionOk="0">
                  <a:moveTo>
                    <a:pt x="393" y="53"/>
                  </a:moveTo>
                  <a:cubicBezTo>
                    <a:pt x="340" y="0"/>
                    <a:pt x="254" y="41"/>
                    <a:pt x="208" y="82"/>
                  </a:cubicBezTo>
                  <a:cubicBezTo>
                    <a:pt x="168" y="117"/>
                    <a:pt x="100" y="190"/>
                    <a:pt x="47" y="133"/>
                  </a:cubicBezTo>
                  <a:cubicBezTo>
                    <a:pt x="34" y="119"/>
                    <a:pt x="28" y="92"/>
                    <a:pt x="40" y="75"/>
                  </a:cubicBezTo>
                  <a:cubicBezTo>
                    <a:pt x="48" y="65"/>
                    <a:pt x="62" y="60"/>
                    <a:pt x="74" y="63"/>
                  </a:cubicBezTo>
                  <a:cubicBezTo>
                    <a:pt x="86" y="66"/>
                    <a:pt x="95" y="84"/>
                    <a:pt x="83" y="93"/>
                  </a:cubicBezTo>
                  <a:cubicBezTo>
                    <a:pt x="83" y="88"/>
                    <a:pt x="79" y="82"/>
                    <a:pt x="74" y="83"/>
                  </a:cubicBezTo>
                  <a:cubicBezTo>
                    <a:pt x="69" y="83"/>
                    <a:pt x="65" y="89"/>
                    <a:pt x="66" y="94"/>
                  </a:cubicBezTo>
                  <a:cubicBezTo>
                    <a:pt x="68" y="99"/>
                    <a:pt x="74" y="102"/>
                    <a:pt x="79" y="101"/>
                  </a:cubicBezTo>
                  <a:cubicBezTo>
                    <a:pt x="90" y="101"/>
                    <a:pt x="98" y="96"/>
                    <a:pt x="100" y="86"/>
                  </a:cubicBezTo>
                  <a:cubicBezTo>
                    <a:pt x="102" y="80"/>
                    <a:pt x="101" y="74"/>
                    <a:pt x="97" y="69"/>
                  </a:cubicBezTo>
                  <a:cubicBezTo>
                    <a:pt x="90" y="59"/>
                    <a:pt x="76" y="53"/>
                    <a:pt x="64" y="55"/>
                  </a:cubicBezTo>
                  <a:cubicBezTo>
                    <a:pt x="0" y="64"/>
                    <a:pt x="10" y="150"/>
                    <a:pt x="72" y="158"/>
                  </a:cubicBezTo>
                  <a:cubicBezTo>
                    <a:pt x="150" y="168"/>
                    <a:pt x="196" y="89"/>
                    <a:pt x="254" y="54"/>
                  </a:cubicBezTo>
                  <a:cubicBezTo>
                    <a:pt x="293" y="30"/>
                    <a:pt x="342" y="26"/>
                    <a:pt x="375" y="60"/>
                  </a:cubicBezTo>
                  <a:cubicBezTo>
                    <a:pt x="393" y="78"/>
                    <a:pt x="400" y="103"/>
                    <a:pt x="391" y="127"/>
                  </a:cubicBezTo>
                  <a:cubicBezTo>
                    <a:pt x="378" y="157"/>
                    <a:pt x="341" y="166"/>
                    <a:pt x="323" y="137"/>
                  </a:cubicBezTo>
                  <a:cubicBezTo>
                    <a:pt x="316" y="125"/>
                    <a:pt x="316" y="110"/>
                    <a:pt x="327" y="102"/>
                  </a:cubicBezTo>
                  <a:cubicBezTo>
                    <a:pt x="332" y="98"/>
                    <a:pt x="338" y="97"/>
                    <a:pt x="344" y="98"/>
                  </a:cubicBezTo>
                  <a:cubicBezTo>
                    <a:pt x="350" y="99"/>
                    <a:pt x="353" y="103"/>
                    <a:pt x="357" y="108"/>
                  </a:cubicBezTo>
                  <a:cubicBezTo>
                    <a:pt x="353" y="106"/>
                    <a:pt x="350" y="110"/>
                    <a:pt x="349" y="114"/>
                  </a:cubicBezTo>
                  <a:cubicBezTo>
                    <a:pt x="348" y="124"/>
                    <a:pt x="360" y="128"/>
                    <a:pt x="367" y="124"/>
                  </a:cubicBezTo>
                  <a:cubicBezTo>
                    <a:pt x="378" y="117"/>
                    <a:pt x="373" y="105"/>
                    <a:pt x="367" y="97"/>
                  </a:cubicBezTo>
                  <a:cubicBezTo>
                    <a:pt x="362" y="91"/>
                    <a:pt x="355" y="88"/>
                    <a:pt x="347" y="88"/>
                  </a:cubicBezTo>
                  <a:cubicBezTo>
                    <a:pt x="330" y="89"/>
                    <a:pt x="314" y="102"/>
                    <a:pt x="306" y="116"/>
                  </a:cubicBezTo>
                  <a:cubicBezTo>
                    <a:pt x="294" y="138"/>
                    <a:pt x="311" y="155"/>
                    <a:pt x="332" y="161"/>
                  </a:cubicBezTo>
                  <a:cubicBezTo>
                    <a:pt x="392" y="179"/>
                    <a:pt x="437" y="98"/>
                    <a:pt x="393"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1" name="Google Shape;581;p48"/>
            <p:cNvSpPr/>
            <p:nvPr/>
          </p:nvSpPr>
          <p:spPr>
            <a:xfrm>
              <a:off x="6786564" y="2413001"/>
              <a:ext cx="476250" cy="220663"/>
            </a:xfrm>
            <a:custGeom>
              <a:avLst/>
              <a:gdLst/>
              <a:ahLst/>
              <a:cxnLst/>
              <a:rect l="l" t="t" r="r" b="b"/>
              <a:pathLst>
                <a:path w="361" h="168" extrusionOk="0">
                  <a:moveTo>
                    <a:pt x="313" y="32"/>
                  </a:moveTo>
                  <a:cubicBezTo>
                    <a:pt x="283" y="17"/>
                    <a:pt x="249" y="18"/>
                    <a:pt x="218" y="27"/>
                  </a:cubicBezTo>
                  <a:cubicBezTo>
                    <a:pt x="191" y="35"/>
                    <a:pt x="166" y="47"/>
                    <a:pt x="144" y="63"/>
                  </a:cubicBezTo>
                  <a:cubicBezTo>
                    <a:pt x="137" y="69"/>
                    <a:pt x="131" y="75"/>
                    <a:pt x="124" y="81"/>
                  </a:cubicBezTo>
                  <a:cubicBezTo>
                    <a:pt x="105" y="100"/>
                    <a:pt x="86" y="121"/>
                    <a:pt x="62" y="136"/>
                  </a:cubicBezTo>
                  <a:cubicBezTo>
                    <a:pt x="46" y="146"/>
                    <a:pt x="26" y="150"/>
                    <a:pt x="10" y="136"/>
                  </a:cubicBezTo>
                  <a:cubicBezTo>
                    <a:pt x="9" y="135"/>
                    <a:pt x="3" y="130"/>
                    <a:pt x="2" y="127"/>
                  </a:cubicBezTo>
                  <a:cubicBezTo>
                    <a:pt x="0" y="131"/>
                    <a:pt x="0" y="137"/>
                    <a:pt x="2" y="141"/>
                  </a:cubicBezTo>
                  <a:cubicBezTo>
                    <a:pt x="9" y="153"/>
                    <a:pt x="23" y="158"/>
                    <a:pt x="35" y="155"/>
                  </a:cubicBezTo>
                  <a:cubicBezTo>
                    <a:pt x="51" y="152"/>
                    <a:pt x="64" y="139"/>
                    <a:pt x="77" y="130"/>
                  </a:cubicBezTo>
                  <a:cubicBezTo>
                    <a:pt x="90" y="119"/>
                    <a:pt x="103" y="108"/>
                    <a:pt x="115" y="96"/>
                  </a:cubicBezTo>
                  <a:cubicBezTo>
                    <a:pt x="165" y="48"/>
                    <a:pt x="239" y="0"/>
                    <a:pt x="307" y="44"/>
                  </a:cubicBezTo>
                  <a:cubicBezTo>
                    <a:pt x="325" y="56"/>
                    <a:pt x="339" y="74"/>
                    <a:pt x="344" y="96"/>
                  </a:cubicBezTo>
                  <a:cubicBezTo>
                    <a:pt x="350" y="122"/>
                    <a:pt x="340" y="146"/>
                    <a:pt x="328" y="168"/>
                  </a:cubicBezTo>
                  <a:cubicBezTo>
                    <a:pt x="334" y="162"/>
                    <a:pt x="341" y="157"/>
                    <a:pt x="346" y="150"/>
                  </a:cubicBezTo>
                  <a:cubicBezTo>
                    <a:pt x="349" y="146"/>
                    <a:pt x="352" y="141"/>
                    <a:pt x="354" y="136"/>
                  </a:cubicBezTo>
                  <a:cubicBezTo>
                    <a:pt x="358" y="127"/>
                    <a:pt x="360" y="117"/>
                    <a:pt x="360" y="107"/>
                  </a:cubicBezTo>
                  <a:cubicBezTo>
                    <a:pt x="361" y="88"/>
                    <a:pt x="353" y="68"/>
                    <a:pt x="341" y="53"/>
                  </a:cubicBezTo>
                  <a:cubicBezTo>
                    <a:pt x="333" y="44"/>
                    <a:pt x="323" y="37"/>
                    <a:pt x="313"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2" name="Google Shape;582;p48"/>
            <p:cNvSpPr/>
            <p:nvPr/>
          </p:nvSpPr>
          <p:spPr>
            <a:xfrm>
              <a:off x="6915151" y="2490788"/>
              <a:ext cx="258763" cy="160338"/>
            </a:xfrm>
            <a:custGeom>
              <a:avLst/>
              <a:gdLst/>
              <a:ahLst/>
              <a:cxnLst/>
              <a:rect l="l" t="t" r="r" b="b"/>
              <a:pathLst>
                <a:path w="195" h="121" extrusionOk="0">
                  <a:moveTo>
                    <a:pt x="187" y="27"/>
                  </a:moveTo>
                  <a:cubicBezTo>
                    <a:pt x="188" y="31"/>
                    <a:pt x="188" y="34"/>
                    <a:pt x="189" y="39"/>
                  </a:cubicBezTo>
                  <a:cubicBezTo>
                    <a:pt x="193" y="34"/>
                    <a:pt x="195" y="31"/>
                    <a:pt x="193" y="24"/>
                  </a:cubicBezTo>
                  <a:cubicBezTo>
                    <a:pt x="192" y="19"/>
                    <a:pt x="188" y="16"/>
                    <a:pt x="185" y="13"/>
                  </a:cubicBezTo>
                  <a:cubicBezTo>
                    <a:pt x="178" y="7"/>
                    <a:pt x="168" y="3"/>
                    <a:pt x="159" y="3"/>
                  </a:cubicBezTo>
                  <a:cubicBezTo>
                    <a:pt x="142" y="3"/>
                    <a:pt x="125" y="11"/>
                    <a:pt x="112" y="21"/>
                  </a:cubicBezTo>
                  <a:cubicBezTo>
                    <a:pt x="95" y="34"/>
                    <a:pt x="84" y="53"/>
                    <a:pt x="73" y="71"/>
                  </a:cubicBezTo>
                  <a:cubicBezTo>
                    <a:pt x="70" y="77"/>
                    <a:pt x="66" y="84"/>
                    <a:pt x="62" y="90"/>
                  </a:cubicBezTo>
                  <a:cubicBezTo>
                    <a:pt x="53" y="101"/>
                    <a:pt x="32" y="121"/>
                    <a:pt x="16" y="111"/>
                  </a:cubicBezTo>
                  <a:cubicBezTo>
                    <a:pt x="9" y="105"/>
                    <a:pt x="4" y="90"/>
                    <a:pt x="13" y="84"/>
                  </a:cubicBezTo>
                  <a:cubicBezTo>
                    <a:pt x="12" y="85"/>
                    <a:pt x="13" y="88"/>
                    <a:pt x="14" y="89"/>
                  </a:cubicBezTo>
                  <a:cubicBezTo>
                    <a:pt x="15" y="90"/>
                    <a:pt x="17" y="91"/>
                    <a:pt x="19" y="91"/>
                  </a:cubicBezTo>
                  <a:cubicBezTo>
                    <a:pt x="22" y="91"/>
                    <a:pt x="26" y="88"/>
                    <a:pt x="27" y="84"/>
                  </a:cubicBezTo>
                  <a:cubicBezTo>
                    <a:pt x="28" y="78"/>
                    <a:pt x="22" y="75"/>
                    <a:pt x="17" y="76"/>
                  </a:cubicBezTo>
                  <a:cubicBezTo>
                    <a:pt x="12" y="77"/>
                    <a:pt x="8" y="81"/>
                    <a:pt x="5" y="85"/>
                  </a:cubicBezTo>
                  <a:cubicBezTo>
                    <a:pt x="1" y="91"/>
                    <a:pt x="0" y="101"/>
                    <a:pt x="3" y="109"/>
                  </a:cubicBezTo>
                  <a:cubicBezTo>
                    <a:pt x="9" y="120"/>
                    <a:pt x="22" y="120"/>
                    <a:pt x="33" y="117"/>
                  </a:cubicBezTo>
                  <a:cubicBezTo>
                    <a:pt x="50" y="114"/>
                    <a:pt x="62" y="101"/>
                    <a:pt x="73" y="88"/>
                  </a:cubicBezTo>
                  <a:cubicBezTo>
                    <a:pt x="84" y="74"/>
                    <a:pt x="94" y="58"/>
                    <a:pt x="105" y="44"/>
                  </a:cubicBezTo>
                  <a:cubicBezTo>
                    <a:pt x="119" y="26"/>
                    <a:pt x="141" y="0"/>
                    <a:pt x="166" y="9"/>
                  </a:cubicBezTo>
                  <a:cubicBezTo>
                    <a:pt x="173" y="11"/>
                    <a:pt x="179" y="15"/>
                    <a:pt x="183" y="20"/>
                  </a:cubicBezTo>
                  <a:cubicBezTo>
                    <a:pt x="185" y="22"/>
                    <a:pt x="187" y="25"/>
                    <a:pt x="187"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48"/>
            <p:cNvSpPr/>
            <p:nvPr/>
          </p:nvSpPr>
          <p:spPr>
            <a:xfrm>
              <a:off x="7313614" y="2433638"/>
              <a:ext cx="577850" cy="250825"/>
            </a:xfrm>
            <a:custGeom>
              <a:avLst/>
              <a:gdLst/>
              <a:ahLst/>
              <a:cxnLst/>
              <a:rect l="l" t="t" r="r" b="b"/>
              <a:pathLst>
                <a:path w="438" h="190" extrusionOk="0">
                  <a:moveTo>
                    <a:pt x="45" y="53"/>
                  </a:moveTo>
                  <a:cubicBezTo>
                    <a:pt x="98" y="0"/>
                    <a:pt x="183" y="41"/>
                    <a:pt x="230" y="82"/>
                  </a:cubicBezTo>
                  <a:cubicBezTo>
                    <a:pt x="270" y="117"/>
                    <a:pt x="337" y="190"/>
                    <a:pt x="391" y="133"/>
                  </a:cubicBezTo>
                  <a:cubicBezTo>
                    <a:pt x="404" y="119"/>
                    <a:pt x="410" y="92"/>
                    <a:pt x="397" y="75"/>
                  </a:cubicBezTo>
                  <a:cubicBezTo>
                    <a:pt x="390" y="65"/>
                    <a:pt x="376" y="60"/>
                    <a:pt x="364" y="63"/>
                  </a:cubicBezTo>
                  <a:cubicBezTo>
                    <a:pt x="351" y="66"/>
                    <a:pt x="342" y="84"/>
                    <a:pt x="355" y="93"/>
                  </a:cubicBezTo>
                  <a:cubicBezTo>
                    <a:pt x="354" y="88"/>
                    <a:pt x="358" y="82"/>
                    <a:pt x="364" y="83"/>
                  </a:cubicBezTo>
                  <a:cubicBezTo>
                    <a:pt x="369" y="83"/>
                    <a:pt x="372" y="89"/>
                    <a:pt x="371" y="94"/>
                  </a:cubicBezTo>
                  <a:cubicBezTo>
                    <a:pt x="370" y="99"/>
                    <a:pt x="363" y="102"/>
                    <a:pt x="358" y="101"/>
                  </a:cubicBezTo>
                  <a:cubicBezTo>
                    <a:pt x="348" y="101"/>
                    <a:pt x="340" y="96"/>
                    <a:pt x="337" y="86"/>
                  </a:cubicBezTo>
                  <a:cubicBezTo>
                    <a:pt x="336" y="80"/>
                    <a:pt x="337" y="74"/>
                    <a:pt x="341" y="69"/>
                  </a:cubicBezTo>
                  <a:cubicBezTo>
                    <a:pt x="348" y="59"/>
                    <a:pt x="362" y="53"/>
                    <a:pt x="374" y="55"/>
                  </a:cubicBezTo>
                  <a:cubicBezTo>
                    <a:pt x="438" y="64"/>
                    <a:pt x="428" y="150"/>
                    <a:pt x="366" y="158"/>
                  </a:cubicBezTo>
                  <a:cubicBezTo>
                    <a:pt x="287" y="168"/>
                    <a:pt x="241" y="89"/>
                    <a:pt x="184" y="54"/>
                  </a:cubicBezTo>
                  <a:cubicBezTo>
                    <a:pt x="145" y="30"/>
                    <a:pt x="96" y="26"/>
                    <a:pt x="63" y="60"/>
                  </a:cubicBezTo>
                  <a:cubicBezTo>
                    <a:pt x="45" y="78"/>
                    <a:pt x="37" y="103"/>
                    <a:pt x="47" y="127"/>
                  </a:cubicBezTo>
                  <a:cubicBezTo>
                    <a:pt x="59" y="157"/>
                    <a:pt x="97" y="166"/>
                    <a:pt x="115" y="137"/>
                  </a:cubicBezTo>
                  <a:cubicBezTo>
                    <a:pt x="121" y="125"/>
                    <a:pt x="122" y="110"/>
                    <a:pt x="111" y="102"/>
                  </a:cubicBezTo>
                  <a:cubicBezTo>
                    <a:pt x="106" y="98"/>
                    <a:pt x="100" y="97"/>
                    <a:pt x="94" y="98"/>
                  </a:cubicBezTo>
                  <a:cubicBezTo>
                    <a:pt x="87" y="99"/>
                    <a:pt x="85" y="103"/>
                    <a:pt x="80" y="108"/>
                  </a:cubicBezTo>
                  <a:cubicBezTo>
                    <a:pt x="85" y="106"/>
                    <a:pt x="88" y="110"/>
                    <a:pt x="88" y="114"/>
                  </a:cubicBezTo>
                  <a:cubicBezTo>
                    <a:pt x="90" y="124"/>
                    <a:pt x="78" y="128"/>
                    <a:pt x="71" y="124"/>
                  </a:cubicBezTo>
                  <a:cubicBezTo>
                    <a:pt x="60" y="117"/>
                    <a:pt x="64" y="105"/>
                    <a:pt x="71" y="97"/>
                  </a:cubicBezTo>
                  <a:cubicBezTo>
                    <a:pt x="76" y="91"/>
                    <a:pt x="83" y="88"/>
                    <a:pt x="91" y="88"/>
                  </a:cubicBezTo>
                  <a:cubicBezTo>
                    <a:pt x="107" y="89"/>
                    <a:pt x="124" y="102"/>
                    <a:pt x="132" y="116"/>
                  </a:cubicBezTo>
                  <a:cubicBezTo>
                    <a:pt x="144" y="138"/>
                    <a:pt x="127" y="155"/>
                    <a:pt x="106" y="161"/>
                  </a:cubicBezTo>
                  <a:cubicBezTo>
                    <a:pt x="45" y="179"/>
                    <a:pt x="0" y="98"/>
                    <a:pt x="45"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48"/>
            <p:cNvSpPr/>
            <p:nvPr/>
          </p:nvSpPr>
          <p:spPr>
            <a:xfrm>
              <a:off x="7315201" y="2413001"/>
              <a:ext cx="477838" cy="220663"/>
            </a:xfrm>
            <a:custGeom>
              <a:avLst/>
              <a:gdLst/>
              <a:ahLst/>
              <a:cxnLst/>
              <a:rect l="l" t="t" r="r" b="b"/>
              <a:pathLst>
                <a:path w="361" h="168" extrusionOk="0">
                  <a:moveTo>
                    <a:pt x="48" y="32"/>
                  </a:moveTo>
                  <a:cubicBezTo>
                    <a:pt x="78" y="17"/>
                    <a:pt x="112" y="18"/>
                    <a:pt x="143" y="27"/>
                  </a:cubicBezTo>
                  <a:cubicBezTo>
                    <a:pt x="170" y="35"/>
                    <a:pt x="195" y="47"/>
                    <a:pt x="217" y="63"/>
                  </a:cubicBezTo>
                  <a:cubicBezTo>
                    <a:pt x="224" y="69"/>
                    <a:pt x="230" y="75"/>
                    <a:pt x="236" y="81"/>
                  </a:cubicBezTo>
                  <a:cubicBezTo>
                    <a:pt x="256" y="100"/>
                    <a:pt x="275" y="121"/>
                    <a:pt x="298" y="136"/>
                  </a:cubicBezTo>
                  <a:cubicBezTo>
                    <a:pt x="315" y="146"/>
                    <a:pt x="335" y="150"/>
                    <a:pt x="351" y="136"/>
                  </a:cubicBezTo>
                  <a:cubicBezTo>
                    <a:pt x="352" y="135"/>
                    <a:pt x="358" y="130"/>
                    <a:pt x="359" y="127"/>
                  </a:cubicBezTo>
                  <a:cubicBezTo>
                    <a:pt x="361" y="131"/>
                    <a:pt x="360" y="137"/>
                    <a:pt x="358" y="141"/>
                  </a:cubicBezTo>
                  <a:cubicBezTo>
                    <a:pt x="352" y="153"/>
                    <a:pt x="338" y="158"/>
                    <a:pt x="325" y="155"/>
                  </a:cubicBezTo>
                  <a:cubicBezTo>
                    <a:pt x="310" y="152"/>
                    <a:pt x="296" y="139"/>
                    <a:pt x="284" y="130"/>
                  </a:cubicBezTo>
                  <a:cubicBezTo>
                    <a:pt x="270" y="119"/>
                    <a:pt x="258" y="108"/>
                    <a:pt x="245" y="96"/>
                  </a:cubicBezTo>
                  <a:cubicBezTo>
                    <a:pt x="195" y="48"/>
                    <a:pt x="121" y="0"/>
                    <a:pt x="54" y="44"/>
                  </a:cubicBezTo>
                  <a:cubicBezTo>
                    <a:pt x="36" y="56"/>
                    <a:pt x="21" y="74"/>
                    <a:pt x="16" y="96"/>
                  </a:cubicBezTo>
                  <a:cubicBezTo>
                    <a:pt x="10" y="122"/>
                    <a:pt x="20" y="146"/>
                    <a:pt x="33" y="168"/>
                  </a:cubicBezTo>
                  <a:cubicBezTo>
                    <a:pt x="26" y="162"/>
                    <a:pt x="20" y="157"/>
                    <a:pt x="15" y="150"/>
                  </a:cubicBezTo>
                  <a:cubicBezTo>
                    <a:pt x="12" y="146"/>
                    <a:pt x="9" y="141"/>
                    <a:pt x="7" y="136"/>
                  </a:cubicBezTo>
                  <a:cubicBezTo>
                    <a:pt x="3" y="127"/>
                    <a:pt x="1" y="117"/>
                    <a:pt x="0" y="107"/>
                  </a:cubicBezTo>
                  <a:cubicBezTo>
                    <a:pt x="0" y="88"/>
                    <a:pt x="7" y="68"/>
                    <a:pt x="20" y="53"/>
                  </a:cubicBezTo>
                  <a:cubicBezTo>
                    <a:pt x="28" y="44"/>
                    <a:pt x="37" y="37"/>
                    <a:pt x="48"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48"/>
            <p:cNvSpPr/>
            <p:nvPr/>
          </p:nvSpPr>
          <p:spPr>
            <a:xfrm>
              <a:off x="7404101" y="2490788"/>
              <a:ext cx="258763" cy="160338"/>
            </a:xfrm>
            <a:custGeom>
              <a:avLst/>
              <a:gdLst/>
              <a:ahLst/>
              <a:cxnLst/>
              <a:rect l="l" t="t" r="r" b="b"/>
              <a:pathLst>
                <a:path w="196" h="121" extrusionOk="0">
                  <a:moveTo>
                    <a:pt x="8" y="27"/>
                  </a:moveTo>
                  <a:cubicBezTo>
                    <a:pt x="7" y="31"/>
                    <a:pt x="7" y="34"/>
                    <a:pt x="7" y="39"/>
                  </a:cubicBezTo>
                  <a:cubicBezTo>
                    <a:pt x="3" y="34"/>
                    <a:pt x="0" y="31"/>
                    <a:pt x="3" y="24"/>
                  </a:cubicBezTo>
                  <a:cubicBezTo>
                    <a:pt x="4" y="19"/>
                    <a:pt x="7" y="16"/>
                    <a:pt x="11" y="13"/>
                  </a:cubicBezTo>
                  <a:cubicBezTo>
                    <a:pt x="18" y="7"/>
                    <a:pt x="28" y="3"/>
                    <a:pt x="37" y="3"/>
                  </a:cubicBezTo>
                  <a:cubicBezTo>
                    <a:pt x="54" y="3"/>
                    <a:pt x="71" y="11"/>
                    <a:pt x="84" y="21"/>
                  </a:cubicBezTo>
                  <a:cubicBezTo>
                    <a:pt x="101" y="34"/>
                    <a:pt x="112" y="53"/>
                    <a:pt x="122" y="71"/>
                  </a:cubicBezTo>
                  <a:cubicBezTo>
                    <a:pt x="126" y="77"/>
                    <a:pt x="129" y="84"/>
                    <a:pt x="134" y="90"/>
                  </a:cubicBezTo>
                  <a:cubicBezTo>
                    <a:pt x="143" y="101"/>
                    <a:pt x="163" y="121"/>
                    <a:pt x="179" y="111"/>
                  </a:cubicBezTo>
                  <a:cubicBezTo>
                    <a:pt x="187" y="105"/>
                    <a:pt x="192" y="90"/>
                    <a:pt x="183" y="84"/>
                  </a:cubicBezTo>
                  <a:cubicBezTo>
                    <a:pt x="184" y="85"/>
                    <a:pt x="183" y="88"/>
                    <a:pt x="182" y="89"/>
                  </a:cubicBezTo>
                  <a:cubicBezTo>
                    <a:pt x="181" y="90"/>
                    <a:pt x="178" y="91"/>
                    <a:pt x="177" y="91"/>
                  </a:cubicBezTo>
                  <a:cubicBezTo>
                    <a:pt x="173" y="91"/>
                    <a:pt x="170" y="88"/>
                    <a:pt x="169" y="84"/>
                  </a:cubicBezTo>
                  <a:cubicBezTo>
                    <a:pt x="168" y="78"/>
                    <a:pt x="173" y="75"/>
                    <a:pt x="179" y="76"/>
                  </a:cubicBezTo>
                  <a:cubicBezTo>
                    <a:pt x="183" y="77"/>
                    <a:pt x="188" y="81"/>
                    <a:pt x="190" y="85"/>
                  </a:cubicBezTo>
                  <a:cubicBezTo>
                    <a:pt x="195" y="91"/>
                    <a:pt x="196" y="101"/>
                    <a:pt x="192" y="109"/>
                  </a:cubicBezTo>
                  <a:cubicBezTo>
                    <a:pt x="186" y="120"/>
                    <a:pt x="173" y="120"/>
                    <a:pt x="162" y="117"/>
                  </a:cubicBezTo>
                  <a:cubicBezTo>
                    <a:pt x="146" y="114"/>
                    <a:pt x="133" y="101"/>
                    <a:pt x="123" y="88"/>
                  </a:cubicBezTo>
                  <a:cubicBezTo>
                    <a:pt x="112" y="74"/>
                    <a:pt x="102" y="58"/>
                    <a:pt x="90" y="44"/>
                  </a:cubicBezTo>
                  <a:cubicBezTo>
                    <a:pt x="77" y="26"/>
                    <a:pt x="55" y="0"/>
                    <a:pt x="29" y="9"/>
                  </a:cubicBezTo>
                  <a:cubicBezTo>
                    <a:pt x="23" y="11"/>
                    <a:pt x="17" y="15"/>
                    <a:pt x="12" y="20"/>
                  </a:cubicBezTo>
                  <a:cubicBezTo>
                    <a:pt x="10" y="22"/>
                    <a:pt x="9" y="25"/>
                    <a:pt x="8"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48"/>
            <p:cNvSpPr/>
            <p:nvPr/>
          </p:nvSpPr>
          <p:spPr>
            <a:xfrm>
              <a:off x="7227889" y="2373313"/>
              <a:ext cx="122238" cy="173038"/>
            </a:xfrm>
            <a:custGeom>
              <a:avLst/>
              <a:gdLst/>
              <a:ahLst/>
              <a:cxnLst/>
              <a:rect l="l" t="t" r="r" b="b"/>
              <a:pathLst>
                <a:path w="93" h="131" extrusionOk="0">
                  <a:moveTo>
                    <a:pt x="47" y="131"/>
                  </a:moveTo>
                  <a:cubicBezTo>
                    <a:pt x="88" y="98"/>
                    <a:pt x="93" y="35"/>
                    <a:pt x="49" y="1"/>
                  </a:cubicBezTo>
                  <a:cubicBezTo>
                    <a:pt x="49" y="1"/>
                    <a:pt x="48" y="0"/>
                    <a:pt x="47" y="0"/>
                  </a:cubicBezTo>
                  <a:cubicBezTo>
                    <a:pt x="46" y="0"/>
                    <a:pt x="45" y="1"/>
                    <a:pt x="44" y="1"/>
                  </a:cubicBezTo>
                  <a:cubicBezTo>
                    <a:pt x="0" y="35"/>
                    <a:pt x="5" y="98"/>
                    <a:pt x="47" y="131"/>
                  </a:cubicBezTo>
                  <a:close/>
                  <a:moveTo>
                    <a:pt x="47" y="9"/>
                  </a:moveTo>
                  <a:cubicBezTo>
                    <a:pt x="56" y="26"/>
                    <a:pt x="66" y="41"/>
                    <a:pt x="67" y="64"/>
                  </a:cubicBezTo>
                  <a:cubicBezTo>
                    <a:pt x="67" y="88"/>
                    <a:pt x="60" y="108"/>
                    <a:pt x="47" y="127"/>
                  </a:cubicBezTo>
                  <a:cubicBezTo>
                    <a:pt x="34" y="108"/>
                    <a:pt x="26" y="88"/>
                    <a:pt x="27" y="64"/>
                  </a:cubicBezTo>
                  <a:cubicBezTo>
                    <a:pt x="27" y="41"/>
                    <a:pt x="37" y="26"/>
                    <a:pt x="47" y="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48"/>
            <p:cNvSpPr/>
            <p:nvPr/>
          </p:nvSpPr>
          <p:spPr>
            <a:xfrm>
              <a:off x="7267576" y="2576513"/>
              <a:ext cx="42863" cy="57150"/>
            </a:xfrm>
            <a:custGeom>
              <a:avLst/>
              <a:gdLst/>
              <a:ahLst/>
              <a:cxnLst/>
              <a:rect l="l" t="t" r="r" b="b"/>
              <a:pathLst>
                <a:path w="32" h="44" extrusionOk="0">
                  <a:moveTo>
                    <a:pt x="16" y="0"/>
                  </a:moveTo>
                  <a:cubicBezTo>
                    <a:pt x="7" y="6"/>
                    <a:pt x="0" y="16"/>
                    <a:pt x="1" y="28"/>
                  </a:cubicBezTo>
                  <a:cubicBezTo>
                    <a:pt x="3" y="36"/>
                    <a:pt x="9" y="41"/>
                    <a:pt x="16" y="44"/>
                  </a:cubicBezTo>
                  <a:cubicBezTo>
                    <a:pt x="23" y="41"/>
                    <a:pt x="29" y="36"/>
                    <a:pt x="30" y="28"/>
                  </a:cubicBezTo>
                  <a:cubicBezTo>
                    <a:pt x="32" y="16"/>
                    <a:pt x="25" y="6"/>
                    <a:pt x="16" y="0"/>
                  </a:cubicBezTo>
                  <a:close/>
                  <a:moveTo>
                    <a:pt x="16" y="28"/>
                  </a:moveTo>
                  <a:cubicBezTo>
                    <a:pt x="12" y="20"/>
                    <a:pt x="11" y="11"/>
                    <a:pt x="16" y="4"/>
                  </a:cubicBezTo>
                  <a:cubicBezTo>
                    <a:pt x="20" y="11"/>
                    <a:pt x="20" y="20"/>
                    <a:pt x="16" y="2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49"/>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main power of Napoleon Bonaparte</a:t>
            </a:r>
            <a:endParaRPr/>
          </a:p>
        </p:txBody>
      </p:sp>
      <p:sp>
        <p:nvSpPr>
          <p:cNvPr id="593" name="Google Shape;593;p49"/>
          <p:cNvSpPr txBox="1">
            <a:spLocks noGrp="1"/>
          </p:cNvSpPr>
          <p:nvPr>
            <p:ph type="subTitle" idx="4294967295"/>
          </p:nvPr>
        </p:nvSpPr>
        <p:spPr>
          <a:xfrm>
            <a:off x="938500" y="3629175"/>
            <a:ext cx="2173200" cy="88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594" name="Google Shape;594;p49"/>
          <p:cNvSpPr txBox="1">
            <a:spLocks noGrp="1"/>
          </p:cNvSpPr>
          <p:nvPr>
            <p:ph type="subTitle" idx="4294967295"/>
          </p:nvPr>
        </p:nvSpPr>
        <p:spPr>
          <a:xfrm>
            <a:off x="938500" y="3144675"/>
            <a:ext cx="2173200" cy="4845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latin typeface="Prata"/>
                <a:ea typeface="Prata"/>
                <a:cs typeface="Prata"/>
                <a:sym typeface="Prata"/>
              </a:rPr>
              <a:t>Military</a:t>
            </a:r>
            <a:endParaRPr sz="1800">
              <a:latin typeface="Prata"/>
              <a:ea typeface="Prata"/>
              <a:cs typeface="Prata"/>
              <a:sym typeface="Prata"/>
            </a:endParaRPr>
          </a:p>
        </p:txBody>
      </p:sp>
      <p:sp>
        <p:nvSpPr>
          <p:cNvPr id="595" name="Google Shape;595;p49"/>
          <p:cNvSpPr txBox="1">
            <a:spLocks noGrp="1"/>
          </p:cNvSpPr>
          <p:nvPr>
            <p:ph type="subTitle" idx="4294967295"/>
          </p:nvPr>
        </p:nvSpPr>
        <p:spPr>
          <a:xfrm>
            <a:off x="3485400" y="3629175"/>
            <a:ext cx="2173200" cy="88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596" name="Google Shape;596;p49"/>
          <p:cNvSpPr txBox="1">
            <a:spLocks noGrp="1"/>
          </p:cNvSpPr>
          <p:nvPr>
            <p:ph type="subTitle" idx="4294967295"/>
          </p:nvPr>
        </p:nvSpPr>
        <p:spPr>
          <a:xfrm>
            <a:off x="3485400" y="3144675"/>
            <a:ext cx="2173200" cy="4845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latin typeface="Prata"/>
                <a:ea typeface="Prata"/>
                <a:cs typeface="Prata"/>
                <a:sym typeface="Prata"/>
              </a:rPr>
              <a:t>Political</a:t>
            </a:r>
            <a:endParaRPr sz="1800">
              <a:latin typeface="Prata"/>
              <a:ea typeface="Prata"/>
              <a:cs typeface="Prata"/>
              <a:sym typeface="Prata"/>
            </a:endParaRPr>
          </a:p>
        </p:txBody>
      </p:sp>
      <p:sp>
        <p:nvSpPr>
          <p:cNvPr id="597" name="Google Shape;597;p49"/>
          <p:cNvSpPr txBox="1">
            <a:spLocks noGrp="1"/>
          </p:cNvSpPr>
          <p:nvPr>
            <p:ph type="subTitle" idx="4294967295"/>
          </p:nvPr>
        </p:nvSpPr>
        <p:spPr>
          <a:xfrm>
            <a:off x="6032300" y="3629175"/>
            <a:ext cx="2173200" cy="88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598" name="Google Shape;598;p49"/>
          <p:cNvSpPr txBox="1">
            <a:spLocks noGrp="1"/>
          </p:cNvSpPr>
          <p:nvPr>
            <p:ph type="subTitle" idx="4294967295"/>
          </p:nvPr>
        </p:nvSpPr>
        <p:spPr>
          <a:xfrm>
            <a:off x="6032300" y="3144675"/>
            <a:ext cx="2173200" cy="4845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latin typeface="Prata"/>
                <a:ea typeface="Prata"/>
                <a:cs typeface="Prata"/>
                <a:sym typeface="Prata"/>
              </a:rPr>
              <a:t>Leadership</a:t>
            </a:r>
            <a:endParaRPr sz="1800">
              <a:latin typeface="Prata"/>
              <a:ea typeface="Prata"/>
              <a:cs typeface="Prata"/>
              <a:sym typeface="Prata"/>
            </a:endParaRPr>
          </a:p>
        </p:txBody>
      </p:sp>
      <p:sp>
        <p:nvSpPr>
          <p:cNvPr id="599" name="Google Shape;599;p49"/>
          <p:cNvSpPr txBox="1">
            <a:spLocks noGrp="1"/>
          </p:cNvSpPr>
          <p:nvPr>
            <p:ph type="title" idx="4294967295"/>
          </p:nvPr>
        </p:nvSpPr>
        <p:spPr>
          <a:xfrm>
            <a:off x="4063663" y="1372213"/>
            <a:ext cx="1016700" cy="40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t>75%</a:t>
            </a:r>
            <a:endParaRPr sz="2400"/>
          </a:p>
        </p:txBody>
      </p:sp>
      <p:sp>
        <p:nvSpPr>
          <p:cNvPr id="600" name="Google Shape;600;p49"/>
          <p:cNvSpPr txBox="1">
            <a:spLocks noGrp="1"/>
          </p:cNvSpPr>
          <p:nvPr>
            <p:ph type="title" idx="4294967295"/>
          </p:nvPr>
        </p:nvSpPr>
        <p:spPr>
          <a:xfrm>
            <a:off x="6608175" y="1372213"/>
            <a:ext cx="1016700" cy="40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t>25%</a:t>
            </a:r>
            <a:endParaRPr sz="2400"/>
          </a:p>
        </p:txBody>
      </p:sp>
      <p:sp>
        <p:nvSpPr>
          <p:cNvPr id="601" name="Google Shape;601;p49"/>
          <p:cNvSpPr txBox="1">
            <a:spLocks noGrp="1"/>
          </p:cNvSpPr>
          <p:nvPr>
            <p:ph type="title" idx="4294967295"/>
          </p:nvPr>
        </p:nvSpPr>
        <p:spPr>
          <a:xfrm>
            <a:off x="1463188" y="1372213"/>
            <a:ext cx="1016700" cy="40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t>50%</a:t>
            </a:r>
            <a:endParaRPr sz="2400"/>
          </a:p>
        </p:txBody>
      </p:sp>
      <p:sp>
        <p:nvSpPr>
          <p:cNvPr id="602" name="Google Shape;602;p49"/>
          <p:cNvSpPr/>
          <p:nvPr/>
        </p:nvSpPr>
        <p:spPr>
          <a:xfrm>
            <a:off x="1689850" y="1920038"/>
            <a:ext cx="563400" cy="10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603" name="Google Shape;603;p49"/>
          <p:cNvSpPr/>
          <p:nvPr/>
        </p:nvSpPr>
        <p:spPr>
          <a:xfrm>
            <a:off x="4290300" y="1920038"/>
            <a:ext cx="563400" cy="10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604" name="Google Shape;604;p49"/>
          <p:cNvSpPr/>
          <p:nvPr/>
        </p:nvSpPr>
        <p:spPr>
          <a:xfrm>
            <a:off x="6834825" y="1920038"/>
            <a:ext cx="563400" cy="1083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605" name="Google Shape;605;p49"/>
          <p:cNvSpPr/>
          <p:nvPr/>
        </p:nvSpPr>
        <p:spPr>
          <a:xfrm>
            <a:off x="1689850" y="2430944"/>
            <a:ext cx="563400" cy="572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606" name="Google Shape;606;p49"/>
          <p:cNvSpPr/>
          <p:nvPr/>
        </p:nvSpPr>
        <p:spPr>
          <a:xfrm>
            <a:off x="4290325" y="2199600"/>
            <a:ext cx="563400" cy="8043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607" name="Google Shape;607;p49"/>
          <p:cNvSpPr/>
          <p:nvPr/>
        </p:nvSpPr>
        <p:spPr>
          <a:xfrm>
            <a:off x="6834825" y="2698241"/>
            <a:ext cx="563400" cy="305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grpSp>
        <p:nvGrpSpPr>
          <p:cNvPr id="612" name="Google Shape;612;p50"/>
          <p:cNvGrpSpPr/>
          <p:nvPr/>
        </p:nvGrpSpPr>
        <p:grpSpPr>
          <a:xfrm>
            <a:off x="4778144" y="1260418"/>
            <a:ext cx="3652508" cy="2798650"/>
            <a:chOff x="331763" y="414153"/>
            <a:chExt cx="6903246" cy="5289453"/>
          </a:xfrm>
        </p:grpSpPr>
        <p:sp>
          <p:nvSpPr>
            <p:cNvPr id="613" name="Google Shape;613;p50"/>
            <p:cNvSpPr/>
            <p:nvPr/>
          </p:nvSpPr>
          <p:spPr>
            <a:xfrm>
              <a:off x="2953125" y="4768032"/>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0"/>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0"/>
            <p:cNvSpPr/>
            <p:nvPr/>
          </p:nvSpPr>
          <p:spPr>
            <a:xfrm>
              <a:off x="2772650" y="5476732"/>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16" name="Google Shape;616;p50"/>
          <p:cNvPicPr preferRelativeResize="0"/>
          <p:nvPr/>
        </p:nvPicPr>
        <p:blipFill>
          <a:blip r:embed="rId3">
            <a:alphaModFix/>
          </a:blip>
          <a:stretch>
            <a:fillRect/>
          </a:stretch>
        </p:blipFill>
        <p:spPr>
          <a:xfrm>
            <a:off x="4875927" y="1440527"/>
            <a:ext cx="3456986" cy="1944549"/>
          </a:xfrm>
          <a:prstGeom prst="rect">
            <a:avLst/>
          </a:prstGeom>
          <a:noFill/>
          <a:ln w="9525" cap="flat" cmpd="sng">
            <a:solidFill>
              <a:schemeClr val="dk1"/>
            </a:solidFill>
            <a:prstDash val="solid"/>
            <a:round/>
            <a:headEnd type="none" w="sm" len="sm"/>
            <a:tailEnd type="none" w="sm" len="sm"/>
          </a:ln>
        </p:spPr>
      </p:pic>
      <p:sp>
        <p:nvSpPr>
          <p:cNvPr id="617" name="Google Shape;617;p50"/>
          <p:cNvSpPr txBox="1">
            <a:spLocks noGrp="1"/>
          </p:cNvSpPr>
          <p:nvPr>
            <p:ph type="title"/>
          </p:nvPr>
        </p:nvSpPr>
        <p:spPr>
          <a:xfrm>
            <a:off x="940500" y="1843350"/>
            <a:ext cx="3410700" cy="57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Computer mockup</a:t>
            </a:r>
            <a:endParaRPr/>
          </a:p>
        </p:txBody>
      </p:sp>
      <p:sp>
        <p:nvSpPr>
          <p:cNvPr id="618" name="Google Shape;618;p50"/>
          <p:cNvSpPr txBox="1">
            <a:spLocks noGrp="1"/>
          </p:cNvSpPr>
          <p:nvPr>
            <p:ph type="subTitle" idx="1"/>
          </p:nvPr>
        </p:nvSpPr>
        <p:spPr>
          <a:xfrm>
            <a:off x="940500" y="2724150"/>
            <a:ext cx="34107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cxnSp>
        <p:nvCxnSpPr>
          <p:cNvPr id="619" name="Google Shape;619;p50"/>
          <p:cNvCxnSpPr/>
          <p:nvPr/>
        </p:nvCxnSpPr>
        <p:spPr>
          <a:xfrm>
            <a:off x="932850" y="2571750"/>
            <a:ext cx="3426000" cy="0"/>
          </a:xfrm>
          <a:prstGeom prst="straightConnector1">
            <a:avLst/>
          </a:prstGeom>
          <a:noFill/>
          <a:ln w="9525" cap="flat" cmpd="sng">
            <a:solidFill>
              <a:schemeClr val="dk1"/>
            </a:solidFill>
            <a:prstDash val="solid"/>
            <a:round/>
            <a:headEnd type="diamond" w="med" len="med"/>
            <a:tailEnd type="diamond"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grpSp>
        <p:nvGrpSpPr>
          <p:cNvPr id="624" name="Google Shape;624;p51"/>
          <p:cNvGrpSpPr/>
          <p:nvPr/>
        </p:nvGrpSpPr>
        <p:grpSpPr>
          <a:xfrm>
            <a:off x="1137601" y="735610"/>
            <a:ext cx="2697276" cy="3672287"/>
            <a:chOff x="1561951" y="735560"/>
            <a:chExt cx="2697276" cy="3672287"/>
          </a:xfrm>
        </p:grpSpPr>
        <p:sp>
          <p:nvSpPr>
            <p:cNvPr id="625" name="Google Shape;625;p51"/>
            <p:cNvSpPr/>
            <p:nvPr/>
          </p:nvSpPr>
          <p:spPr>
            <a:xfrm>
              <a:off x="1561951" y="735560"/>
              <a:ext cx="2697276" cy="3672287"/>
            </a:xfrm>
            <a:custGeom>
              <a:avLst/>
              <a:gdLst/>
              <a:ahLst/>
              <a:cxnLst/>
              <a:rect l="l" t="t" r="r" b="b"/>
              <a:pathLst>
                <a:path w="143096" h="190426" extrusionOk="0">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1"/>
            <p:cNvSpPr/>
            <p:nvPr/>
          </p:nvSpPr>
          <p:spPr>
            <a:xfrm>
              <a:off x="2683150" y="4146799"/>
              <a:ext cx="458108" cy="136609"/>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 name="Google Shape;628;p51"/>
          <p:cNvSpPr txBox="1">
            <a:spLocks noGrp="1"/>
          </p:cNvSpPr>
          <p:nvPr>
            <p:ph type="title"/>
          </p:nvPr>
        </p:nvSpPr>
        <p:spPr>
          <a:xfrm>
            <a:off x="4586400" y="1843400"/>
            <a:ext cx="3413700" cy="57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Tablet mockup</a:t>
            </a:r>
            <a:endParaRPr/>
          </a:p>
        </p:txBody>
      </p:sp>
      <p:sp>
        <p:nvSpPr>
          <p:cNvPr id="629" name="Google Shape;629;p51"/>
          <p:cNvSpPr txBox="1">
            <a:spLocks noGrp="1"/>
          </p:cNvSpPr>
          <p:nvPr>
            <p:ph type="subTitle" idx="1"/>
          </p:nvPr>
        </p:nvSpPr>
        <p:spPr>
          <a:xfrm>
            <a:off x="4592712" y="2714450"/>
            <a:ext cx="34137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cxnSp>
        <p:nvCxnSpPr>
          <p:cNvPr id="630" name="Google Shape;630;p51"/>
          <p:cNvCxnSpPr/>
          <p:nvPr/>
        </p:nvCxnSpPr>
        <p:spPr>
          <a:xfrm>
            <a:off x="4580250" y="2571800"/>
            <a:ext cx="3426000" cy="0"/>
          </a:xfrm>
          <a:prstGeom prst="straightConnector1">
            <a:avLst/>
          </a:prstGeom>
          <a:noFill/>
          <a:ln w="9525" cap="flat" cmpd="sng">
            <a:solidFill>
              <a:schemeClr val="dk1"/>
            </a:solidFill>
            <a:prstDash val="solid"/>
            <a:round/>
            <a:headEnd type="diamond" w="med" len="med"/>
            <a:tailEnd type="diamond"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52"/>
          <p:cNvSpPr txBox="1">
            <a:spLocks noGrp="1"/>
          </p:cNvSpPr>
          <p:nvPr>
            <p:ph type="title"/>
          </p:nvPr>
        </p:nvSpPr>
        <p:spPr>
          <a:xfrm>
            <a:off x="940500" y="1843350"/>
            <a:ext cx="3410700" cy="57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Phone mockup</a:t>
            </a:r>
            <a:endParaRPr/>
          </a:p>
        </p:txBody>
      </p:sp>
      <p:sp>
        <p:nvSpPr>
          <p:cNvPr id="636" name="Google Shape;636;p52"/>
          <p:cNvSpPr txBox="1">
            <a:spLocks noGrp="1"/>
          </p:cNvSpPr>
          <p:nvPr>
            <p:ph type="subTitle" idx="1"/>
          </p:nvPr>
        </p:nvSpPr>
        <p:spPr>
          <a:xfrm>
            <a:off x="940500" y="2724150"/>
            <a:ext cx="3410700"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sp>
        <p:nvSpPr>
          <p:cNvPr id="637" name="Google Shape;637;p52"/>
          <p:cNvSpPr/>
          <p:nvPr/>
        </p:nvSpPr>
        <p:spPr>
          <a:xfrm>
            <a:off x="5976279" y="891931"/>
            <a:ext cx="1664618" cy="3176204"/>
          </a:xfrm>
          <a:custGeom>
            <a:avLst/>
            <a:gdLst/>
            <a:ahLst/>
            <a:cxnLst/>
            <a:rect l="l" t="t" r="r" b="b"/>
            <a:pathLst>
              <a:path w="84552" h="161331" extrusionOk="0">
                <a:moveTo>
                  <a:pt x="1" y="1"/>
                </a:moveTo>
                <a:lnTo>
                  <a:pt x="1" y="161331"/>
                </a:lnTo>
                <a:lnTo>
                  <a:pt x="84551" y="161331"/>
                </a:lnTo>
                <a:lnTo>
                  <a:pt x="84551" y="1"/>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8" name="Google Shape;638;p52"/>
          <p:cNvGrpSpPr/>
          <p:nvPr/>
        </p:nvGrpSpPr>
        <p:grpSpPr>
          <a:xfrm>
            <a:off x="5891101" y="709411"/>
            <a:ext cx="1834973" cy="3724678"/>
            <a:chOff x="5186401" y="494525"/>
            <a:chExt cx="1834973" cy="3724678"/>
          </a:xfrm>
        </p:grpSpPr>
        <p:sp>
          <p:nvSpPr>
            <p:cNvPr id="639" name="Google Shape;639;p52"/>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2"/>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41" name="Google Shape;641;p52"/>
          <p:cNvPicPr preferRelativeResize="0"/>
          <p:nvPr/>
        </p:nvPicPr>
        <p:blipFill rotWithShape="1">
          <a:blip r:embed="rId3">
            <a:alphaModFix/>
          </a:blip>
          <a:srcRect l="61387" r="9132"/>
          <a:stretch/>
        </p:blipFill>
        <p:spPr>
          <a:xfrm>
            <a:off x="5976288" y="891935"/>
            <a:ext cx="1664599" cy="3176198"/>
          </a:xfrm>
          <a:prstGeom prst="rect">
            <a:avLst/>
          </a:prstGeom>
          <a:noFill/>
          <a:ln w="9525" cap="flat" cmpd="sng">
            <a:solidFill>
              <a:schemeClr val="dk1"/>
            </a:solidFill>
            <a:prstDash val="solid"/>
            <a:round/>
            <a:headEnd type="none" w="sm" len="sm"/>
            <a:tailEnd type="none" w="sm" len="sm"/>
          </a:ln>
        </p:spPr>
      </p:pic>
      <p:cxnSp>
        <p:nvCxnSpPr>
          <p:cNvPr id="642" name="Google Shape;642;p52"/>
          <p:cNvCxnSpPr/>
          <p:nvPr/>
        </p:nvCxnSpPr>
        <p:spPr>
          <a:xfrm>
            <a:off x="932850" y="2571750"/>
            <a:ext cx="3426000" cy="0"/>
          </a:xfrm>
          <a:prstGeom prst="straightConnector1">
            <a:avLst/>
          </a:prstGeom>
          <a:noFill/>
          <a:ln w="9525" cap="flat" cmpd="sng">
            <a:solidFill>
              <a:schemeClr val="dk1"/>
            </a:solidFill>
            <a:prstDash val="solid"/>
            <a:round/>
            <a:headEnd type="diamond" w="med" len="med"/>
            <a:tailEnd type="diamond"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55"/>
          <p:cNvSpPr txBox="1"/>
          <p:nvPr/>
        </p:nvSpPr>
        <p:spPr>
          <a:xfrm>
            <a:off x="719999" y="1709350"/>
            <a:ext cx="2020800" cy="484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Use of artillery</a:t>
            </a:r>
            <a:endParaRPr sz="1800">
              <a:solidFill>
                <a:schemeClr val="dk1"/>
              </a:solidFill>
              <a:latin typeface="Prata"/>
              <a:ea typeface="Prata"/>
              <a:cs typeface="Prata"/>
              <a:sym typeface="Prata"/>
            </a:endParaRPr>
          </a:p>
        </p:txBody>
      </p:sp>
      <p:sp>
        <p:nvSpPr>
          <p:cNvPr id="740" name="Google Shape;740;p55"/>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aspects of Napoleon’s tactics</a:t>
            </a:r>
            <a:endParaRPr/>
          </a:p>
        </p:txBody>
      </p:sp>
      <p:sp>
        <p:nvSpPr>
          <p:cNvPr id="741" name="Google Shape;741;p55"/>
          <p:cNvSpPr txBox="1"/>
          <p:nvPr/>
        </p:nvSpPr>
        <p:spPr>
          <a:xfrm>
            <a:off x="3519600" y="2463750"/>
            <a:ext cx="2104800" cy="572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Conquer</a:t>
            </a:r>
            <a:endParaRPr sz="1800">
              <a:solidFill>
                <a:schemeClr val="dk1"/>
              </a:solidFill>
              <a:latin typeface="Prata"/>
              <a:ea typeface="Prata"/>
              <a:cs typeface="Prata"/>
              <a:sym typeface="Prata"/>
            </a:endParaRPr>
          </a:p>
        </p:txBody>
      </p:sp>
      <p:cxnSp>
        <p:nvCxnSpPr>
          <p:cNvPr id="742" name="Google Shape;742;p55"/>
          <p:cNvCxnSpPr>
            <a:stCxn id="741" idx="0"/>
            <a:endCxn id="743" idx="1"/>
          </p:cNvCxnSpPr>
          <p:nvPr/>
        </p:nvCxnSpPr>
        <p:spPr>
          <a:xfrm rot="-5400000">
            <a:off x="5231550" y="1292100"/>
            <a:ext cx="512100" cy="1831200"/>
          </a:xfrm>
          <a:prstGeom prst="bentConnector2">
            <a:avLst/>
          </a:prstGeom>
          <a:noFill/>
          <a:ln w="9525" cap="flat" cmpd="sng">
            <a:solidFill>
              <a:srgbClr val="333333"/>
            </a:solidFill>
            <a:prstDash val="solid"/>
            <a:round/>
            <a:headEnd type="none" w="med" len="med"/>
            <a:tailEnd type="none" w="med" len="med"/>
          </a:ln>
        </p:spPr>
      </p:cxnSp>
      <p:cxnSp>
        <p:nvCxnSpPr>
          <p:cNvPr id="744" name="Google Shape;744;p55"/>
          <p:cNvCxnSpPr>
            <a:stCxn id="741" idx="2"/>
            <a:endCxn id="745" idx="1"/>
          </p:cNvCxnSpPr>
          <p:nvPr/>
        </p:nvCxnSpPr>
        <p:spPr>
          <a:xfrm rot="-5400000" flipH="1">
            <a:off x="5246400" y="2362050"/>
            <a:ext cx="482400" cy="1831200"/>
          </a:xfrm>
          <a:prstGeom prst="bentConnector2">
            <a:avLst/>
          </a:prstGeom>
          <a:noFill/>
          <a:ln w="9525" cap="flat" cmpd="sng">
            <a:solidFill>
              <a:srgbClr val="333333"/>
            </a:solidFill>
            <a:prstDash val="solid"/>
            <a:round/>
            <a:headEnd type="none" w="med" len="med"/>
            <a:tailEnd type="none" w="med" len="med"/>
          </a:ln>
        </p:spPr>
      </p:cxnSp>
      <p:sp>
        <p:nvSpPr>
          <p:cNvPr id="746" name="Google Shape;746;p55"/>
          <p:cNvSpPr txBox="1"/>
          <p:nvPr/>
        </p:nvSpPr>
        <p:spPr>
          <a:xfrm>
            <a:off x="719999" y="3276630"/>
            <a:ext cx="2020800" cy="484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Maneuver war</a:t>
            </a:r>
            <a:endParaRPr sz="1800">
              <a:solidFill>
                <a:schemeClr val="dk1"/>
              </a:solidFill>
              <a:latin typeface="Prata"/>
              <a:ea typeface="Prata"/>
              <a:cs typeface="Prata"/>
              <a:sym typeface="Prata"/>
            </a:endParaRPr>
          </a:p>
        </p:txBody>
      </p:sp>
      <p:sp>
        <p:nvSpPr>
          <p:cNvPr id="743" name="Google Shape;743;p55"/>
          <p:cNvSpPr txBox="1"/>
          <p:nvPr/>
        </p:nvSpPr>
        <p:spPr>
          <a:xfrm>
            <a:off x="6403199" y="1709350"/>
            <a:ext cx="2020800" cy="484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Flex formation</a:t>
            </a:r>
            <a:endParaRPr sz="1800">
              <a:solidFill>
                <a:schemeClr val="dk1"/>
              </a:solidFill>
              <a:latin typeface="Prata"/>
              <a:ea typeface="Prata"/>
              <a:cs typeface="Prata"/>
              <a:sym typeface="Prata"/>
            </a:endParaRPr>
          </a:p>
        </p:txBody>
      </p:sp>
      <p:sp>
        <p:nvSpPr>
          <p:cNvPr id="745" name="Google Shape;745;p55"/>
          <p:cNvSpPr txBox="1"/>
          <p:nvPr/>
        </p:nvSpPr>
        <p:spPr>
          <a:xfrm>
            <a:off x="6403199" y="3276630"/>
            <a:ext cx="2020800" cy="484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Arm tactics</a:t>
            </a:r>
            <a:endParaRPr sz="1800">
              <a:solidFill>
                <a:schemeClr val="dk1"/>
              </a:solidFill>
              <a:latin typeface="Prata"/>
              <a:ea typeface="Prata"/>
              <a:cs typeface="Prata"/>
              <a:sym typeface="Prata"/>
            </a:endParaRPr>
          </a:p>
        </p:txBody>
      </p:sp>
      <p:cxnSp>
        <p:nvCxnSpPr>
          <p:cNvPr id="747" name="Google Shape;747;p55"/>
          <p:cNvCxnSpPr>
            <a:stCxn id="741" idx="0"/>
            <a:endCxn id="739" idx="3"/>
          </p:cNvCxnSpPr>
          <p:nvPr/>
        </p:nvCxnSpPr>
        <p:spPr>
          <a:xfrm rot="5400000" flipH="1">
            <a:off x="3400350" y="1292100"/>
            <a:ext cx="512100" cy="1831200"/>
          </a:xfrm>
          <a:prstGeom prst="bentConnector2">
            <a:avLst/>
          </a:prstGeom>
          <a:noFill/>
          <a:ln w="9525" cap="flat" cmpd="sng">
            <a:solidFill>
              <a:srgbClr val="333333"/>
            </a:solidFill>
            <a:prstDash val="solid"/>
            <a:round/>
            <a:headEnd type="none" w="med" len="med"/>
            <a:tailEnd type="none" w="med" len="med"/>
          </a:ln>
        </p:spPr>
      </p:cxnSp>
      <p:cxnSp>
        <p:nvCxnSpPr>
          <p:cNvPr id="748" name="Google Shape;748;p55"/>
          <p:cNvCxnSpPr>
            <a:stCxn id="741" idx="2"/>
            <a:endCxn id="746" idx="3"/>
          </p:cNvCxnSpPr>
          <p:nvPr/>
        </p:nvCxnSpPr>
        <p:spPr>
          <a:xfrm rot="5400000">
            <a:off x="3415200" y="2362050"/>
            <a:ext cx="482400" cy="1831200"/>
          </a:xfrm>
          <a:prstGeom prst="bentConnector2">
            <a:avLst/>
          </a:prstGeom>
          <a:noFill/>
          <a:ln w="9525" cap="flat" cmpd="sng">
            <a:solidFill>
              <a:srgbClr val="333333"/>
            </a:solidFill>
            <a:prstDash val="solid"/>
            <a:round/>
            <a:headEnd type="none" w="med" len="med"/>
            <a:tailEnd type="none" w="med" len="med"/>
          </a:ln>
        </p:spPr>
      </p:cxnSp>
      <p:sp>
        <p:nvSpPr>
          <p:cNvPr id="749" name="Google Shape;749;p55"/>
          <p:cNvSpPr txBox="1"/>
          <p:nvPr/>
        </p:nvSpPr>
        <p:spPr>
          <a:xfrm>
            <a:off x="720000" y="2193848"/>
            <a:ext cx="2020800" cy="37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Mars is a red planet</a:t>
            </a:r>
            <a:endParaRPr>
              <a:solidFill>
                <a:schemeClr val="dk1"/>
              </a:solidFill>
              <a:latin typeface="Assistant"/>
              <a:ea typeface="Assistant"/>
              <a:cs typeface="Assistant"/>
              <a:sym typeface="Assistant"/>
            </a:endParaRPr>
          </a:p>
        </p:txBody>
      </p:sp>
      <p:sp>
        <p:nvSpPr>
          <p:cNvPr id="750" name="Google Shape;750;p55"/>
          <p:cNvSpPr txBox="1"/>
          <p:nvPr/>
        </p:nvSpPr>
        <p:spPr>
          <a:xfrm>
            <a:off x="720000" y="3761124"/>
            <a:ext cx="2020800" cy="37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Mercury is very small</a:t>
            </a:r>
            <a:endParaRPr>
              <a:solidFill>
                <a:schemeClr val="dk1"/>
              </a:solidFill>
              <a:latin typeface="Assistant"/>
              <a:ea typeface="Assistant"/>
              <a:cs typeface="Assistant"/>
              <a:sym typeface="Assistant"/>
            </a:endParaRPr>
          </a:p>
        </p:txBody>
      </p:sp>
      <p:sp>
        <p:nvSpPr>
          <p:cNvPr id="751" name="Google Shape;751;p55"/>
          <p:cNvSpPr txBox="1"/>
          <p:nvPr/>
        </p:nvSpPr>
        <p:spPr>
          <a:xfrm>
            <a:off x="6403200" y="2193848"/>
            <a:ext cx="2020800" cy="37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Venus is a hot planet</a:t>
            </a:r>
            <a:endParaRPr>
              <a:solidFill>
                <a:schemeClr val="dk1"/>
              </a:solidFill>
              <a:latin typeface="Assistant"/>
              <a:ea typeface="Assistant"/>
              <a:cs typeface="Assistant"/>
              <a:sym typeface="Assistant"/>
            </a:endParaRPr>
          </a:p>
        </p:txBody>
      </p:sp>
      <p:sp>
        <p:nvSpPr>
          <p:cNvPr id="752" name="Google Shape;752;p55"/>
          <p:cNvSpPr txBox="1"/>
          <p:nvPr/>
        </p:nvSpPr>
        <p:spPr>
          <a:xfrm>
            <a:off x="6403200" y="3761124"/>
            <a:ext cx="2020800" cy="37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Jupiter is a gas giant</a:t>
            </a:r>
            <a:endParaRPr>
              <a:solidFill>
                <a:schemeClr val="dk1"/>
              </a:solidFill>
              <a:latin typeface="Assistant"/>
              <a:ea typeface="Assistant"/>
              <a:cs typeface="Assistant"/>
              <a:sym typeface="Assistan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56"/>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French empire territories</a:t>
            </a:r>
            <a:endParaRPr/>
          </a:p>
        </p:txBody>
      </p:sp>
      <p:graphicFrame>
        <p:nvGraphicFramePr>
          <p:cNvPr id="758" name="Google Shape;758;p56"/>
          <p:cNvGraphicFramePr/>
          <p:nvPr/>
        </p:nvGraphicFramePr>
        <p:xfrm>
          <a:off x="719988" y="1557435"/>
          <a:ext cx="7703975" cy="2711425"/>
        </p:xfrm>
        <a:graphic>
          <a:graphicData uri="http://schemas.openxmlformats.org/drawingml/2006/table">
            <a:tbl>
              <a:tblPr>
                <a:noFill/>
                <a:tableStyleId>{C17A100B-9176-4B0E-B471-88663723A154}</a:tableStyleId>
              </a:tblPr>
              <a:tblGrid>
                <a:gridCol w="2127075">
                  <a:extLst>
                    <a:ext uri="{9D8B030D-6E8A-4147-A177-3AD203B41FA5}">
                      <a16:colId xmlns:a16="http://schemas.microsoft.com/office/drawing/2014/main" val="20000"/>
                    </a:ext>
                  </a:extLst>
                </a:gridCol>
                <a:gridCol w="2105350">
                  <a:extLst>
                    <a:ext uri="{9D8B030D-6E8A-4147-A177-3AD203B41FA5}">
                      <a16:colId xmlns:a16="http://schemas.microsoft.com/office/drawing/2014/main" val="20001"/>
                    </a:ext>
                  </a:extLst>
                </a:gridCol>
                <a:gridCol w="3471550">
                  <a:extLst>
                    <a:ext uri="{9D8B030D-6E8A-4147-A177-3AD203B41FA5}">
                      <a16:colId xmlns:a16="http://schemas.microsoft.com/office/drawing/2014/main" val="20002"/>
                    </a:ext>
                  </a:extLst>
                </a:gridCol>
              </a:tblGrid>
              <a:tr h="658525">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Country</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Year conquered</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Strategies</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84300">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Italy</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1805</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Earth is the third planet from the Sun and has life</a:t>
                      </a:r>
                      <a:endParaRPr>
                        <a:solidFill>
                          <a:schemeClr val="dk1"/>
                        </a:solidFill>
                        <a:latin typeface="Assistant"/>
                        <a:ea typeface="Assistant"/>
                        <a:cs typeface="Assistant"/>
                        <a:sym typeface="Assistan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84300">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Austria</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1805</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Saturn is composed of hydrogen and helium</a:t>
                      </a:r>
                      <a:endParaRPr>
                        <a:solidFill>
                          <a:schemeClr val="dk1"/>
                        </a:solidFill>
                        <a:latin typeface="Assistant"/>
                        <a:ea typeface="Assistant"/>
                        <a:cs typeface="Assistant"/>
                        <a:sym typeface="Assistan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84300">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Spain</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1814</a:t>
                      </a:r>
                      <a:endParaRPr sz="1800">
                        <a:solidFill>
                          <a:schemeClr val="dk1"/>
                        </a:solidFill>
                        <a:latin typeface="Prata"/>
                        <a:ea typeface="Prata"/>
                        <a:cs typeface="Prata"/>
                        <a:sym typeface="Prata"/>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Neptune is the fourth-largest planet in the Solar System</a:t>
                      </a:r>
                      <a:endParaRPr>
                        <a:solidFill>
                          <a:schemeClr val="dk1"/>
                        </a:solidFill>
                        <a:latin typeface="Assistant"/>
                        <a:ea typeface="Assistant"/>
                        <a:cs typeface="Assistant"/>
                        <a:sym typeface="Assistant"/>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57"/>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use this graph</a:t>
            </a:r>
            <a:endParaRPr/>
          </a:p>
        </p:txBody>
      </p:sp>
      <p:sp>
        <p:nvSpPr>
          <p:cNvPr id="764" name="Google Shape;764;p57"/>
          <p:cNvSpPr txBox="1"/>
          <p:nvPr/>
        </p:nvSpPr>
        <p:spPr>
          <a:xfrm>
            <a:off x="981900" y="4296500"/>
            <a:ext cx="7180200" cy="30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Assistant"/>
                <a:ea typeface="Assistant"/>
                <a:cs typeface="Assistant"/>
                <a:sym typeface="Assistant"/>
              </a:rPr>
              <a:t>Follow the link in the graph to modify its data and then paste the new one here. </a:t>
            </a:r>
            <a:r>
              <a:rPr lang="en" sz="1100" b="1" u="sng">
                <a:solidFill>
                  <a:schemeClr val="dk1"/>
                </a:solidFill>
                <a:latin typeface="Assistant"/>
                <a:ea typeface="Assistant"/>
                <a:cs typeface="Assistant"/>
                <a:sym typeface="Assistant"/>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100" b="1" u="sng">
              <a:solidFill>
                <a:schemeClr val="dk1"/>
              </a:solidFill>
              <a:latin typeface="Assistant"/>
              <a:ea typeface="Assistant"/>
              <a:cs typeface="Assistant"/>
              <a:sym typeface="Assistant"/>
            </a:endParaRPr>
          </a:p>
        </p:txBody>
      </p:sp>
      <p:sp>
        <p:nvSpPr>
          <p:cNvPr id="765" name="Google Shape;765;p57"/>
          <p:cNvSpPr txBox="1">
            <a:spLocks noGrp="1"/>
          </p:cNvSpPr>
          <p:nvPr>
            <p:ph type="title" idx="4294967295"/>
          </p:nvPr>
        </p:nvSpPr>
        <p:spPr>
          <a:xfrm>
            <a:off x="859213" y="1432324"/>
            <a:ext cx="1673100" cy="484500"/>
          </a:xfrm>
          <a:prstGeom prst="rect">
            <a:avLst/>
          </a:prstGeom>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1800"/>
              <a:t>Musket</a:t>
            </a:r>
            <a:endParaRPr sz="1800"/>
          </a:p>
        </p:txBody>
      </p:sp>
      <p:sp>
        <p:nvSpPr>
          <p:cNvPr id="766" name="Google Shape;766;p57"/>
          <p:cNvSpPr txBox="1">
            <a:spLocks noGrp="1"/>
          </p:cNvSpPr>
          <p:nvPr>
            <p:ph type="subTitle" idx="4294967295"/>
          </p:nvPr>
        </p:nvSpPr>
        <p:spPr>
          <a:xfrm>
            <a:off x="859213" y="1809149"/>
            <a:ext cx="1673100" cy="572700"/>
          </a:xfrm>
          <a:prstGeom prst="rect">
            <a:avLst/>
          </a:prstGeom>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t>Mercury is quite a small planet</a:t>
            </a:r>
            <a:endParaRPr/>
          </a:p>
        </p:txBody>
      </p:sp>
      <p:sp>
        <p:nvSpPr>
          <p:cNvPr id="767" name="Google Shape;767;p57"/>
          <p:cNvSpPr txBox="1">
            <a:spLocks noGrp="1"/>
          </p:cNvSpPr>
          <p:nvPr>
            <p:ph type="title" idx="4294967295"/>
          </p:nvPr>
        </p:nvSpPr>
        <p:spPr>
          <a:xfrm>
            <a:off x="859213" y="2995285"/>
            <a:ext cx="1673100" cy="484500"/>
          </a:xfrm>
          <a:prstGeom prst="rect">
            <a:avLst/>
          </a:prstGeom>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1800"/>
              <a:t>Canon</a:t>
            </a:r>
            <a:endParaRPr sz="1800"/>
          </a:p>
        </p:txBody>
      </p:sp>
      <p:sp>
        <p:nvSpPr>
          <p:cNvPr id="768" name="Google Shape;768;p57"/>
          <p:cNvSpPr txBox="1">
            <a:spLocks noGrp="1"/>
          </p:cNvSpPr>
          <p:nvPr>
            <p:ph type="subTitle" idx="4294967295"/>
          </p:nvPr>
        </p:nvSpPr>
        <p:spPr>
          <a:xfrm>
            <a:off x="859213" y="3372099"/>
            <a:ext cx="1673100" cy="572700"/>
          </a:xfrm>
          <a:prstGeom prst="rect">
            <a:avLst/>
          </a:prstGeom>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t>Jupiter is an enormous planet</a:t>
            </a:r>
            <a:endParaRPr/>
          </a:p>
        </p:txBody>
      </p:sp>
      <p:sp>
        <p:nvSpPr>
          <p:cNvPr id="769" name="Google Shape;769;p57"/>
          <p:cNvSpPr txBox="1">
            <a:spLocks noGrp="1"/>
          </p:cNvSpPr>
          <p:nvPr>
            <p:ph type="title" idx="4294967295"/>
          </p:nvPr>
        </p:nvSpPr>
        <p:spPr>
          <a:xfrm>
            <a:off x="6611688" y="1432324"/>
            <a:ext cx="1673100" cy="4845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t>Bayonet</a:t>
            </a:r>
            <a:endParaRPr sz="1800"/>
          </a:p>
        </p:txBody>
      </p:sp>
      <p:sp>
        <p:nvSpPr>
          <p:cNvPr id="770" name="Google Shape;770;p57"/>
          <p:cNvSpPr txBox="1">
            <a:spLocks noGrp="1"/>
          </p:cNvSpPr>
          <p:nvPr>
            <p:ph type="subTitle" idx="4294967295"/>
          </p:nvPr>
        </p:nvSpPr>
        <p:spPr>
          <a:xfrm>
            <a:off x="6611688" y="1809149"/>
            <a:ext cx="16731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Venus has very high temperatures</a:t>
            </a:r>
            <a:endParaRPr/>
          </a:p>
        </p:txBody>
      </p:sp>
      <p:sp>
        <p:nvSpPr>
          <p:cNvPr id="771" name="Google Shape;771;p57"/>
          <p:cNvSpPr txBox="1">
            <a:spLocks noGrp="1"/>
          </p:cNvSpPr>
          <p:nvPr>
            <p:ph type="title" idx="4294967295"/>
          </p:nvPr>
        </p:nvSpPr>
        <p:spPr>
          <a:xfrm>
            <a:off x="6611688" y="2995285"/>
            <a:ext cx="1673100" cy="48450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t>Cavalry</a:t>
            </a:r>
            <a:endParaRPr sz="1800"/>
          </a:p>
        </p:txBody>
      </p:sp>
      <p:sp>
        <p:nvSpPr>
          <p:cNvPr id="772" name="Google Shape;772;p57"/>
          <p:cNvSpPr txBox="1">
            <a:spLocks noGrp="1"/>
          </p:cNvSpPr>
          <p:nvPr>
            <p:ph type="subTitle" idx="4294967295"/>
          </p:nvPr>
        </p:nvSpPr>
        <p:spPr>
          <a:xfrm>
            <a:off x="6611688" y="3372099"/>
            <a:ext cx="16731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Saturn is a gas giant with rings</a:t>
            </a:r>
            <a:endParaRPr/>
          </a:p>
        </p:txBody>
      </p:sp>
      <p:pic>
        <p:nvPicPr>
          <p:cNvPr id="773" name="Google Shape;773;p57">
            <a:hlinkClick r:id="rId4"/>
          </p:cNvPr>
          <p:cNvPicPr preferRelativeResize="0"/>
          <p:nvPr/>
        </p:nvPicPr>
        <p:blipFill>
          <a:blip r:embed="rId5">
            <a:alphaModFix/>
          </a:blip>
          <a:stretch>
            <a:fillRect/>
          </a:stretch>
        </p:blipFill>
        <p:spPr>
          <a:xfrm>
            <a:off x="3115350" y="1322671"/>
            <a:ext cx="2913329" cy="2918964"/>
          </a:xfrm>
          <a:prstGeom prst="rect">
            <a:avLst/>
          </a:prstGeom>
          <a:noFill/>
          <a:ln>
            <a:noFill/>
          </a:ln>
        </p:spPr>
      </p:pic>
      <p:cxnSp>
        <p:nvCxnSpPr>
          <p:cNvPr id="774" name="Google Shape;774;p57"/>
          <p:cNvCxnSpPr>
            <a:stCxn id="765" idx="3"/>
          </p:cNvCxnSpPr>
          <p:nvPr/>
        </p:nvCxnSpPr>
        <p:spPr>
          <a:xfrm>
            <a:off x="2532313" y="1674574"/>
            <a:ext cx="967800" cy="3429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775" name="Google Shape;775;p57"/>
          <p:cNvCxnSpPr>
            <a:stCxn id="767" idx="3"/>
          </p:cNvCxnSpPr>
          <p:nvPr/>
        </p:nvCxnSpPr>
        <p:spPr>
          <a:xfrm>
            <a:off x="2532313" y="3237535"/>
            <a:ext cx="1189200" cy="5406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776" name="Google Shape;776;p57"/>
          <p:cNvCxnSpPr>
            <a:stCxn id="769" idx="1"/>
          </p:cNvCxnSpPr>
          <p:nvPr/>
        </p:nvCxnSpPr>
        <p:spPr>
          <a:xfrm flipH="1">
            <a:off x="5510988" y="1674574"/>
            <a:ext cx="1100700" cy="1698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777" name="Google Shape;777;p57"/>
          <p:cNvCxnSpPr>
            <a:stCxn id="771" idx="1"/>
          </p:cNvCxnSpPr>
          <p:nvPr/>
        </p:nvCxnSpPr>
        <p:spPr>
          <a:xfrm rot="10800000">
            <a:off x="5867088" y="3018235"/>
            <a:ext cx="744600" cy="219300"/>
          </a:xfrm>
          <a:prstGeom prst="bentConnector3">
            <a:avLst>
              <a:gd name="adj1" fmla="val 50000"/>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58"/>
          <p:cNvSpPr txBox="1"/>
          <p:nvPr/>
        </p:nvSpPr>
        <p:spPr>
          <a:xfrm flipH="1">
            <a:off x="3939175" y="2518422"/>
            <a:ext cx="4491600" cy="572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solidFill>
                  <a:schemeClr val="dk1"/>
                </a:solidFill>
                <a:latin typeface="Prata"/>
                <a:ea typeface="Prata"/>
                <a:cs typeface="Prata"/>
                <a:sym typeface="Prata"/>
              </a:rPr>
              <a:t>It’s far away from Earth</a:t>
            </a:r>
            <a:endParaRPr sz="1800">
              <a:solidFill>
                <a:schemeClr val="dk1"/>
              </a:solidFill>
              <a:latin typeface="Prata"/>
              <a:ea typeface="Prata"/>
              <a:cs typeface="Prata"/>
              <a:sym typeface="Prata"/>
            </a:endParaRPr>
          </a:p>
        </p:txBody>
      </p:sp>
      <p:sp>
        <p:nvSpPr>
          <p:cNvPr id="783" name="Google Shape;783;p58"/>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Find the correct answer</a:t>
            </a:r>
            <a:endParaRPr/>
          </a:p>
        </p:txBody>
      </p:sp>
      <p:sp>
        <p:nvSpPr>
          <p:cNvPr id="784" name="Google Shape;784;p58"/>
          <p:cNvSpPr txBox="1"/>
          <p:nvPr/>
        </p:nvSpPr>
        <p:spPr>
          <a:xfrm>
            <a:off x="711325" y="1226775"/>
            <a:ext cx="7994100" cy="48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1"/>
                </a:solidFill>
                <a:latin typeface="Assistant"/>
                <a:ea typeface="Assistant"/>
                <a:cs typeface="Assistant"/>
                <a:sym typeface="Assistant"/>
              </a:rPr>
              <a:t>Directions:</a:t>
            </a:r>
            <a:r>
              <a:rPr lang="en">
                <a:solidFill>
                  <a:schemeClr val="dk1"/>
                </a:solidFill>
                <a:latin typeface="Assistant"/>
                <a:ea typeface="Assistant"/>
                <a:cs typeface="Assistant"/>
                <a:sym typeface="Assistant"/>
              </a:rPr>
              <a:t> Connect to the correct answer</a:t>
            </a:r>
            <a:endParaRPr>
              <a:solidFill>
                <a:schemeClr val="dk1"/>
              </a:solidFill>
              <a:latin typeface="Assistant"/>
              <a:ea typeface="Assistant"/>
              <a:cs typeface="Assistant"/>
              <a:sym typeface="Assistant"/>
            </a:endParaRPr>
          </a:p>
        </p:txBody>
      </p:sp>
      <p:sp>
        <p:nvSpPr>
          <p:cNvPr id="785" name="Google Shape;785;p58"/>
          <p:cNvSpPr txBox="1"/>
          <p:nvPr/>
        </p:nvSpPr>
        <p:spPr>
          <a:xfrm flipH="1">
            <a:off x="713034" y="1900925"/>
            <a:ext cx="2021100" cy="572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Mercury</a:t>
            </a:r>
            <a:endParaRPr sz="1800">
              <a:solidFill>
                <a:schemeClr val="dk1"/>
              </a:solidFill>
              <a:latin typeface="Prata"/>
              <a:ea typeface="Prata"/>
              <a:cs typeface="Prata"/>
              <a:sym typeface="Prata"/>
            </a:endParaRPr>
          </a:p>
        </p:txBody>
      </p:sp>
      <p:sp>
        <p:nvSpPr>
          <p:cNvPr id="786" name="Google Shape;786;p58"/>
          <p:cNvSpPr txBox="1"/>
          <p:nvPr/>
        </p:nvSpPr>
        <p:spPr>
          <a:xfrm flipH="1">
            <a:off x="713034" y="2519750"/>
            <a:ext cx="2021100" cy="572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Saturn</a:t>
            </a:r>
            <a:endParaRPr sz="1800">
              <a:solidFill>
                <a:schemeClr val="dk1"/>
              </a:solidFill>
              <a:latin typeface="Prata"/>
              <a:ea typeface="Prata"/>
              <a:cs typeface="Prata"/>
              <a:sym typeface="Prata"/>
            </a:endParaRPr>
          </a:p>
        </p:txBody>
      </p:sp>
      <p:sp>
        <p:nvSpPr>
          <p:cNvPr id="787" name="Google Shape;787;p58"/>
          <p:cNvSpPr txBox="1"/>
          <p:nvPr/>
        </p:nvSpPr>
        <p:spPr>
          <a:xfrm flipH="1">
            <a:off x="713048" y="3138575"/>
            <a:ext cx="2021100" cy="572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Mars</a:t>
            </a:r>
            <a:endParaRPr sz="1800">
              <a:solidFill>
                <a:schemeClr val="dk1"/>
              </a:solidFill>
              <a:latin typeface="Prata"/>
              <a:ea typeface="Prata"/>
              <a:cs typeface="Prata"/>
              <a:sym typeface="Prata"/>
            </a:endParaRPr>
          </a:p>
        </p:txBody>
      </p:sp>
      <p:sp>
        <p:nvSpPr>
          <p:cNvPr id="788" name="Google Shape;788;p58"/>
          <p:cNvSpPr txBox="1"/>
          <p:nvPr/>
        </p:nvSpPr>
        <p:spPr>
          <a:xfrm flipH="1">
            <a:off x="713035" y="3757400"/>
            <a:ext cx="2021100" cy="572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Neptune</a:t>
            </a:r>
            <a:endParaRPr sz="1800">
              <a:solidFill>
                <a:schemeClr val="dk1"/>
              </a:solidFill>
              <a:latin typeface="Prata"/>
              <a:ea typeface="Prata"/>
              <a:cs typeface="Prata"/>
              <a:sym typeface="Prata"/>
            </a:endParaRPr>
          </a:p>
        </p:txBody>
      </p:sp>
      <p:sp>
        <p:nvSpPr>
          <p:cNvPr id="789" name="Google Shape;789;p58"/>
          <p:cNvSpPr txBox="1"/>
          <p:nvPr/>
        </p:nvSpPr>
        <p:spPr>
          <a:xfrm flipH="1">
            <a:off x="3939175" y="1900925"/>
            <a:ext cx="4491600" cy="572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solidFill>
                  <a:schemeClr val="dk1"/>
                </a:solidFill>
                <a:latin typeface="Prata"/>
                <a:ea typeface="Prata"/>
                <a:cs typeface="Prata"/>
                <a:sym typeface="Prata"/>
              </a:rPr>
              <a:t>It’s composed of hydrogen and helium</a:t>
            </a:r>
            <a:endParaRPr sz="1800">
              <a:solidFill>
                <a:schemeClr val="dk1"/>
              </a:solidFill>
              <a:latin typeface="Prata"/>
              <a:ea typeface="Prata"/>
              <a:cs typeface="Prata"/>
              <a:sym typeface="Prata"/>
            </a:endParaRPr>
          </a:p>
        </p:txBody>
      </p:sp>
      <p:sp>
        <p:nvSpPr>
          <p:cNvPr id="790" name="Google Shape;790;p58"/>
          <p:cNvSpPr txBox="1"/>
          <p:nvPr/>
        </p:nvSpPr>
        <p:spPr>
          <a:xfrm flipH="1">
            <a:off x="3939175" y="3135924"/>
            <a:ext cx="4491600" cy="572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solidFill>
                  <a:schemeClr val="dk1"/>
                </a:solidFill>
                <a:latin typeface="Prata"/>
                <a:ea typeface="Prata"/>
                <a:cs typeface="Prata"/>
                <a:sym typeface="Prata"/>
              </a:rPr>
              <a:t>It’s the closest planet to the Sun</a:t>
            </a:r>
            <a:endParaRPr sz="1800">
              <a:solidFill>
                <a:schemeClr val="dk1"/>
              </a:solidFill>
              <a:latin typeface="Prata"/>
              <a:ea typeface="Prata"/>
              <a:cs typeface="Prata"/>
              <a:sym typeface="Prata"/>
            </a:endParaRPr>
          </a:p>
        </p:txBody>
      </p:sp>
      <p:sp>
        <p:nvSpPr>
          <p:cNvPr id="791" name="Google Shape;791;p58"/>
          <p:cNvSpPr txBox="1"/>
          <p:nvPr/>
        </p:nvSpPr>
        <p:spPr>
          <a:xfrm flipH="1">
            <a:off x="3939175" y="3753375"/>
            <a:ext cx="4491600" cy="572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solidFill>
                  <a:schemeClr val="dk1"/>
                </a:solidFill>
                <a:latin typeface="Prata"/>
                <a:ea typeface="Prata"/>
                <a:cs typeface="Prata"/>
                <a:sym typeface="Prata"/>
              </a:rPr>
              <a:t>It’s actually a very cold place</a:t>
            </a:r>
            <a:endParaRPr sz="1800">
              <a:solidFill>
                <a:schemeClr val="dk1"/>
              </a:solidFill>
              <a:latin typeface="Prata"/>
              <a:ea typeface="Prata"/>
              <a:cs typeface="Prata"/>
              <a:sym typeface="Prata"/>
            </a:endParaRPr>
          </a:p>
        </p:txBody>
      </p:sp>
      <p:cxnSp>
        <p:nvCxnSpPr>
          <p:cNvPr id="792" name="Google Shape;792;p58"/>
          <p:cNvCxnSpPr>
            <a:stCxn id="785" idx="1"/>
            <a:endCxn id="790" idx="3"/>
          </p:cNvCxnSpPr>
          <p:nvPr/>
        </p:nvCxnSpPr>
        <p:spPr>
          <a:xfrm>
            <a:off x="2734134" y="2187275"/>
            <a:ext cx="1205100" cy="1235100"/>
          </a:xfrm>
          <a:prstGeom prst="bentConnector3">
            <a:avLst>
              <a:gd name="adj1" fmla="val 49998"/>
            </a:avLst>
          </a:prstGeom>
          <a:noFill/>
          <a:ln w="9525" cap="flat" cmpd="sng">
            <a:solidFill>
              <a:schemeClr val="dk1"/>
            </a:solidFill>
            <a:prstDash val="solid"/>
            <a:round/>
            <a:headEnd type="none" w="med" len="med"/>
            <a:tailEnd type="diamond" w="med" len="med"/>
          </a:ln>
        </p:spPr>
      </p:cxnSp>
      <p:cxnSp>
        <p:nvCxnSpPr>
          <p:cNvPr id="793" name="Google Shape;793;p58"/>
          <p:cNvCxnSpPr>
            <a:endCxn id="786" idx="1"/>
          </p:cNvCxnSpPr>
          <p:nvPr/>
        </p:nvCxnSpPr>
        <p:spPr>
          <a:xfrm rot="10800000">
            <a:off x="2734134" y="2806100"/>
            <a:ext cx="390000" cy="0"/>
          </a:xfrm>
          <a:prstGeom prst="straightConnector1">
            <a:avLst/>
          </a:prstGeom>
          <a:noFill/>
          <a:ln w="9525" cap="flat" cmpd="sng">
            <a:solidFill>
              <a:schemeClr val="dk1"/>
            </a:solidFill>
            <a:prstDash val="solid"/>
            <a:round/>
            <a:headEnd type="diamond" w="med" len="med"/>
            <a:tailEnd type="none" w="med" len="med"/>
          </a:ln>
        </p:spPr>
      </p:cxnSp>
      <p:cxnSp>
        <p:nvCxnSpPr>
          <p:cNvPr id="794" name="Google Shape;794;p58"/>
          <p:cNvCxnSpPr>
            <a:endCxn id="787" idx="1"/>
          </p:cNvCxnSpPr>
          <p:nvPr/>
        </p:nvCxnSpPr>
        <p:spPr>
          <a:xfrm rot="10800000">
            <a:off x="2734148" y="3424925"/>
            <a:ext cx="384600" cy="0"/>
          </a:xfrm>
          <a:prstGeom prst="straightConnector1">
            <a:avLst/>
          </a:prstGeom>
          <a:noFill/>
          <a:ln w="9525" cap="flat" cmpd="sng">
            <a:solidFill>
              <a:schemeClr val="dk1"/>
            </a:solidFill>
            <a:prstDash val="solid"/>
            <a:round/>
            <a:headEnd type="diamond" w="med" len="med"/>
            <a:tailEnd type="none" w="med" len="med"/>
          </a:ln>
        </p:spPr>
      </p:cxnSp>
      <p:cxnSp>
        <p:nvCxnSpPr>
          <p:cNvPr id="795" name="Google Shape;795;p58"/>
          <p:cNvCxnSpPr>
            <a:endCxn id="788" idx="1"/>
          </p:cNvCxnSpPr>
          <p:nvPr/>
        </p:nvCxnSpPr>
        <p:spPr>
          <a:xfrm flipH="1">
            <a:off x="2734135" y="4039850"/>
            <a:ext cx="387300" cy="3900"/>
          </a:xfrm>
          <a:prstGeom prst="straightConnector1">
            <a:avLst/>
          </a:prstGeom>
          <a:noFill/>
          <a:ln w="9525" cap="flat" cmpd="sng">
            <a:solidFill>
              <a:schemeClr val="dk1"/>
            </a:solidFill>
            <a:prstDash val="solid"/>
            <a:round/>
            <a:headEnd type="diamond"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59"/>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Multiple choice questions</a:t>
            </a:r>
            <a:endParaRPr/>
          </a:p>
        </p:txBody>
      </p:sp>
      <p:sp>
        <p:nvSpPr>
          <p:cNvPr id="801" name="Google Shape;801;p59"/>
          <p:cNvSpPr txBox="1"/>
          <p:nvPr/>
        </p:nvSpPr>
        <p:spPr>
          <a:xfrm>
            <a:off x="856350" y="1861750"/>
            <a:ext cx="7431300" cy="484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solidFill>
                  <a:schemeClr val="dk1"/>
                </a:solidFill>
                <a:latin typeface="Prata"/>
                <a:ea typeface="Prata"/>
                <a:cs typeface="Prata"/>
                <a:sym typeface="Prata"/>
              </a:rPr>
              <a:t>Question 1</a:t>
            </a:r>
            <a:endParaRPr sz="1800">
              <a:solidFill>
                <a:schemeClr val="dk1"/>
              </a:solidFill>
              <a:latin typeface="Prata"/>
              <a:ea typeface="Prata"/>
              <a:cs typeface="Prata"/>
              <a:sym typeface="Prata"/>
            </a:endParaRPr>
          </a:p>
        </p:txBody>
      </p:sp>
      <p:sp>
        <p:nvSpPr>
          <p:cNvPr id="802" name="Google Shape;802;p59"/>
          <p:cNvSpPr txBox="1"/>
          <p:nvPr/>
        </p:nvSpPr>
        <p:spPr>
          <a:xfrm>
            <a:off x="856350" y="2426776"/>
            <a:ext cx="7431300" cy="2063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ssistant"/>
                <a:ea typeface="Assistant"/>
                <a:cs typeface="Assistant"/>
                <a:sym typeface="Assistant"/>
              </a:rPr>
              <a:t>Which legal code, implemented by Napoleon Bonaparte in 1804, had a lasting impact on legal systems in many countries and emphasized principles of equality before the law, individual rights, and secularism?</a:t>
            </a:r>
            <a:endParaRPr>
              <a:solidFill>
                <a:schemeClr val="dk1"/>
              </a:solidFill>
              <a:latin typeface="Assistant"/>
              <a:ea typeface="Assistant"/>
              <a:cs typeface="Assistant"/>
              <a:sym typeface="Assistant"/>
            </a:endParaRPr>
          </a:p>
          <a:p>
            <a:pPr marL="457200" lvl="0" indent="-317500" algn="l" rtl="0">
              <a:lnSpc>
                <a:spcPct val="115000"/>
              </a:lnSpc>
              <a:spcBef>
                <a:spcPts val="1000"/>
              </a:spcBef>
              <a:spcAft>
                <a:spcPts val="0"/>
              </a:spcAft>
              <a:buClr>
                <a:schemeClr val="dk1"/>
              </a:buClr>
              <a:buSzPts val="1400"/>
              <a:buFont typeface="Assistant"/>
              <a:buAutoNum type="alphaUcPeriod"/>
            </a:pPr>
            <a:r>
              <a:rPr lang="en">
                <a:solidFill>
                  <a:schemeClr val="dk1"/>
                </a:solidFill>
                <a:latin typeface="Assistant"/>
                <a:ea typeface="Assistant"/>
                <a:cs typeface="Assistant"/>
                <a:sym typeface="Assistant"/>
              </a:rPr>
              <a:t>(     ) The Napoleonic Code</a:t>
            </a:r>
            <a:endParaRPr>
              <a:solidFill>
                <a:schemeClr val="dk1"/>
              </a:solidFill>
              <a:latin typeface="Assistant"/>
              <a:ea typeface="Assistant"/>
              <a:cs typeface="Assistant"/>
              <a:sym typeface="Assistant"/>
            </a:endParaRPr>
          </a:p>
          <a:p>
            <a:pPr marL="457200" lvl="0" indent="-317500" algn="l" rtl="0">
              <a:lnSpc>
                <a:spcPct val="115000"/>
              </a:lnSpc>
              <a:spcBef>
                <a:spcPts val="0"/>
              </a:spcBef>
              <a:spcAft>
                <a:spcPts val="0"/>
              </a:spcAft>
              <a:buClr>
                <a:schemeClr val="dk1"/>
              </a:buClr>
              <a:buSzPts val="1400"/>
              <a:buFont typeface="Assistant"/>
              <a:buAutoNum type="alphaUcPeriod"/>
            </a:pPr>
            <a:r>
              <a:rPr lang="en">
                <a:solidFill>
                  <a:schemeClr val="dk1"/>
                </a:solidFill>
                <a:latin typeface="Assistant"/>
                <a:ea typeface="Assistant"/>
                <a:cs typeface="Assistant"/>
                <a:sym typeface="Assistant"/>
              </a:rPr>
              <a:t>(     ) The Justinian Code</a:t>
            </a:r>
            <a:endParaRPr>
              <a:solidFill>
                <a:schemeClr val="dk1"/>
              </a:solidFill>
              <a:latin typeface="Assistant"/>
              <a:ea typeface="Assistant"/>
              <a:cs typeface="Assistant"/>
              <a:sym typeface="Assistant"/>
            </a:endParaRPr>
          </a:p>
          <a:p>
            <a:pPr marL="457200" lvl="0" indent="-317500" algn="l" rtl="0">
              <a:lnSpc>
                <a:spcPct val="115000"/>
              </a:lnSpc>
              <a:spcBef>
                <a:spcPts val="0"/>
              </a:spcBef>
              <a:spcAft>
                <a:spcPts val="0"/>
              </a:spcAft>
              <a:buClr>
                <a:schemeClr val="dk1"/>
              </a:buClr>
              <a:buSzPts val="1400"/>
              <a:buFont typeface="Assistant"/>
              <a:buAutoNum type="alphaUcPeriod"/>
            </a:pPr>
            <a:r>
              <a:rPr lang="en">
                <a:solidFill>
                  <a:schemeClr val="dk1"/>
                </a:solidFill>
                <a:latin typeface="Assistant"/>
                <a:ea typeface="Assistant"/>
                <a:cs typeface="Assistant"/>
                <a:sym typeface="Assistant"/>
              </a:rPr>
              <a:t>(     ) The Hammurabi Code</a:t>
            </a:r>
            <a:endParaRPr>
              <a:solidFill>
                <a:schemeClr val="dk1"/>
              </a:solidFill>
              <a:latin typeface="Assistant"/>
              <a:ea typeface="Assistant"/>
              <a:cs typeface="Assistant"/>
              <a:sym typeface="Assistant"/>
            </a:endParaRPr>
          </a:p>
          <a:p>
            <a:pPr marL="457200" lvl="0" indent="-317500" algn="l" rtl="0">
              <a:lnSpc>
                <a:spcPct val="115000"/>
              </a:lnSpc>
              <a:spcBef>
                <a:spcPts val="0"/>
              </a:spcBef>
              <a:spcAft>
                <a:spcPts val="0"/>
              </a:spcAft>
              <a:buClr>
                <a:schemeClr val="dk1"/>
              </a:buClr>
              <a:buSzPts val="1400"/>
              <a:buFont typeface="Assistant"/>
              <a:buAutoNum type="alphaUcPeriod"/>
            </a:pPr>
            <a:r>
              <a:rPr lang="en">
                <a:solidFill>
                  <a:schemeClr val="dk1"/>
                </a:solidFill>
                <a:latin typeface="Assistant"/>
                <a:ea typeface="Assistant"/>
                <a:cs typeface="Assistant"/>
                <a:sym typeface="Assistant"/>
              </a:rPr>
              <a:t>(     ) The Twelve Tables</a:t>
            </a:r>
            <a:endParaRPr>
              <a:solidFill>
                <a:schemeClr val="dk1"/>
              </a:solidFill>
              <a:latin typeface="Assistant"/>
              <a:ea typeface="Assistant"/>
              <a:cs typeface="Assistant"/>
              <a:sym typeface="Assistant"/>
            </a:endParaRPr>
          </a:p>
        </p:txBody>
      </p:sp>
      <p:sp>
        <p:nvSpPr>
          <p:cNvPr id="803" name="Google Shape;803;p59"/>
          <p:cNvSpPr txBox="1"/>
          <p:nvPr/>
        </p:nvSpPr>
        <p:spPr>
          <a:xfrm>
            <a:off x="711325" y="1226775"/>
            <a:ext cx="7994100" cy="48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1"/>
                </a:solidFill>
                <a:latin typeface="Assistant"/>
                <a:ea typeface="Assistant"/>
                <a:cs typeface="Assistant"/>
                <a:sym typeface="Assistant"/>
              </a:rPr>
              <a:t>Directions:</a:t>
            </a:r>
            <a:r>
              <a:rPr lang="en">
                <a:solidFill>
                  <a:schemeClr val="dk1"/>
                </a:solidFill>
                <a:latin typeface="Assistant"/>
                <a:ea typeface="Assistant"/>
                <a:cs typeface="Assistant"/>
                <a:sym typeface="Assistant"/>
              </a:rPr>
              <a:t> Please choose the correct answer by marking “X” in the parentheses</a:t>
            </a:r>
            <a:endParaRPr>
              <a:solidFill>
                <a:schemeClr val="dk1"/>
              </a:solidFill>
              <a:latin typeface="Assistant"/>
              <a:ea typeface="Assistant"/>
              <a:cs typeface="Assistant"/>
              <a:sym typeface="Assistan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60"/>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Group discussion</a:t>
            </a:r>
            <a:endParaRPr/>
          </a:p>
        </p:txBody>
      </p:sp>
      <p:sp>
        <p:nvSpPr>
          <p:cNvPr id="809" name="Google Shape;809;p60"/>
          <p:cNvSpPr txBox="1"/>
          <p:nvPr/>
        </p:nvSpPr>
        <p:spPr>
          <a:xfrm>
            <a:off x="2045438" y="1550675"/>
            <a:ext cx="50532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Main role of Napoleon Bonaparte</a:t>
            </a:r>
            <a:endParaRPr sz="1800">
              <a:solidFill>
                <a:schemeClr val="dk1"/>
              </a:solidFill>
              <a:latin typeface="Prata"/>
              <a:ea typeface="Prata"/>
              <a:cs typeface="Prata"/>
              <a:sym typeface="Prata"/>
            </a:endParaRPr>
          </a:p>
        </p:txBody>
      </p:sp>
      <p:sp>
        <p:nvSpPr>
          <p:cNvPr id="810" name="Google Shape;810;p60"/>
          <p:cNvSpPr txBox="1"/>
          <p:nvPr/>
        </p:nvSpPr>
        <p:spPr>
          <a:xfrm>
            <a:off x="1585600" y="3648325"/>
            <a:ext cx="2121300" cy="649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Despite being red, Mars is actually a cold place</a:t>
            </a:r>
            <a:endParaRPr>
              <a:solidFill>
                <a:schemeClr val="dk1"/>
              </a:solidFill>
              <a:latin typeface="Assistant"/>
              <a:ea typeface="Assistant"/>
              <a:cs typeface="Assistant"/>
              <a:sym typeface="Assistant"/>
            </a:endParaRPr>
          </a:p>
        </p:txBody>
      </p:sp>
      <p:sp>
        <p:nvSpPr>
          <p:cNvPr id="811" name="Google Shape;811;p60"/>
          <p:cNvSpPr txBox="1"/>
          <p:nvPr/>
        </p:nvSpPr>
        <p:spPr>
          <a:xfrm>
            <a:off x="1585675" y="3261700"/>
            <a:ext cx="2121300" cy="4482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Question 1</a:t>
            </a:r>
            <a:endParaRPr sz="1800">
              <a:solidFill>
                <a:schemeClr val="dk1"/>
              </a:solidFill>
              <a:latin typeface="Prata"/>
              <a:ea typeface="Prata"/>
              <a:cs typeface="Prata"/>
              <a:sym typeface="Prata"/>
            </a:endParaRPr>
          </a:p>
        </p:txBody>
      </p:sp>
      <p:sp>
        <p:nvSpPr>
          <p:cNvPr id="812" name="Google Shape;812;p60"/>
          <p:cNvSpPr txBox="1"/>
          <p:nvPr/>
        </p:nvSpPr>
        <p:spPr>
          <a:xfrm>
            <a:off x="5437075" y="3648325"/>
            <a:ext cx="2121300" cy="649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Neptune is the farthest planet from the Sun</a:t>
            </a:r>
            <a:endParaRPr>
              <a:solidFill>
                <a:schemeClr val="dk1"/>
              </a:solidFill>
              <a:latin typeface="Assistant"/>
              <a:ea typeface="Assistant"/>
              <a:cs typeface="Assistant"/>
              <a:sym typeface="Assistant"/>
            </a:endParaRPr>
          </a:p>
        </p:txBody>
      </p:sp>
      <p:sp>
        <p:nvSpPr>
          <p:cNvPr id="813" name="Google Shape;813;p60"/>
          <p:cNvSpPr txBox="1"/>
          <p:nvPr/>
        </p:nvSpPr>
        <p:spPr>
          <a:xfrm>
            <a:off x="5437100" y="3261700"/>
            <a:ext cx="2121300" cy="4482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Question 2</a:t>
            </a:r>
            <a:endParaRPr sz="1800">
              <a:solidFill>
                <a:schemeClr val="dk1"/>
              </a:solidFill>
              <a:latin typeface="Prata"/>
              <a:ea typeface="Prata"/>
              <a:cs typeface="Prata"/>
              <a:sym typeface="Prata"/>
            </a:endParaRPr>
          </a:p>
        </p:txBody>
      </p:sp>
      <p:cxnSp>
        <p:nvCxnSpPr>
          <p:cNvPr id="814" name="Google Shape;814;p60"/>
          <p:cNvCxnSpPr>
            <a:stCxn id="815" idx="2"/>
            <a:endCxn id="813" idx="0"/>
          </p:cNvCxnSpPr>
          <p:nvPr/>
        </p:nvCxnSpPr>
        <p:spPr>
          <a:xfrm rot="-5400000" flipH="1">
            <a:off x="5195513" y="1959550"/>
            <a:ext cx="678900" cy="1925700"/>
          </a:xfrm>
          <a:prstGeom prst="bentConnector3">
            <a:avLst>
              <a:gd name="adj1" fmla="val 49989"/>
            </a:avLst>
          </a:prstGeom>
          <a:noFill/>
          <a:ln w="9525" cap="flat" cmpd="sng">
            <a:solidFill>
              <a:schemeClr val="dk1"/>
            </a:solidFill>
            <a:prstDash val="solid"/>
            <a:round/>
            <a:headEnd type="none" w="med" len="med"/>
            <a:tailEnd type="none" w="med" len="med"/>
          </a:ln>
        </p:spPr>
      </p:cxnSp>
      <p:cxnSp>
        <p:nvCxnSpPr>
          <p:cNvPr id="816" name="Google Shape;816;p60"/>
          <p:cNvCxnSpPr/>
          <p:nvPr/>
        </p:nvCxnSpPr>
        <p:spPr>
          <a:xfrm rot="5400000">
            <a:off x="3269738" y="1959540"/>
            <a:ext cx="678900" cy="1925700"/>
          </a:xfrm>
          <a:prstGeom prst="bentConnector3">
            <a:avLst>
              <a:gd name="adj1" fmla="val 49989"/>
            </a:avLst>
          </a:prstGeom>
          <a:noFill/>
          <a:ln w="9525" cap="flat" cmpd="sng">
            <a:solidFill>
              <a:schemeClr val="dk1"/>
            </a:solidFill>
            <a:prstDash val="solid"/>
            <a:round/>
            <a:headEnd type="none" w="med" len="med"/>
            <a:tailEnd type="none" w="med" len="med"/>
          </a:ln>
        </p:spPr>
      </p:cxnSp>
      <p:sp>
        <p:nvSpPr>
          <p:cNvPr id="815" name="Google Shape;815;p60"/>
          <p:cNvSpPr txBox="1"/>
          <p:nvPr/>
        </p:nvSpPr>
        <p:spPr>
          <a:xfrm>
            <a:off x="2045513" y="1931950"/>
            <a:ext cx="5053200" cy="65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Discussion regarding the  role of Napoleon Bonaparte in constructing the French Empire </a:t>
            </a:r>
            <a:endParaRPr>
              <a:solidFill>
                <a:schemeClr val="dk1"/>
              </a:solidFill>
              <a:latin typeface="Assistant"/>
              <a:ea typeface="Assistant"/>
              <a:cs typeface="Assistant"/>
              <a:sym typeface="Assistan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61"/>
          <p:cNvSpPr txBox="1"/>
          <p:nvPr/>
        </p:nvSpPr>
        <p:spPr>
          <a:xfrm>
            <a:off x="4599625" y="1768225"/>
            <a:ext cx="3827700" cy="2554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Assistant"/>
              <a:buChar char="●"/>
            </a:pPr>
            <a:r>
              <a:rPr lang="en">
                <a:solidFill>
                  <a:schemeClr val="dk1"/>
                </a:solidFill>
                <a:latin typeface="Assistant"/>
                <a:ea typeface="Assistant"/>
                <a:cs typeface="Assistant"/>
                <a:sym typeface="Assistant"/>
              </a:rPr>
              <a:t>After his defeat at the Battle of Waterloo, Napoleon was exiled to which island?</a:t>
            </a:r>
            <a:endParaRPr>
              <a:solidFill>
                <a:schemeClr val="dk1"/>
              </a:solidFill>
              <a:latin typeface="Assistant"/>
              <a:ea typeface="Assistant"/>
              <a:cs typeface="Assistant"/>
              <a:sym typeface="Assistant"/>
            </a:endParaRPr>
          </a:p>
          <a:p>
            <a:pPr marL="457200" lvl="0" indent="-317500" algn="l" rtl="0">
              <a:lnSpc>
                <a:spcPct val="115000"/>
              </a:lnSpc>
              <a:spcBef>
                <a:spcPts val="0"/>
              </a:spcBef>
              <a:spcAft>
                <a:spcPts val="0"/>
              </a:spcAft>
              <a:buClr>
                <a:schemeClr val="dk1"/>
              </a:buClr>
              <a:buSzPts val="1400"/>
              <a:buFont typeface="Assistant"/>
              <a:buChar char="●"/>
            </a:pPr>
            <a:r>
              <a:rPr lang="en">
                <a:solidFill>
                  <a:schemeClr val="dk1"/>
                </a:solidFill>
                <a:latin typeface="Assistant"/>
                <a:ea typeface="Assistant"/>
                <a:cs typeface="Assistant"/>
                <a:sym typeface="Assistant"/>
              </a:rPr>
              <a:t>In addition to legal reforms, Napoleon implemented administrative changes. What was the system of regional administration he introduced?</a:t>
            </a:r>
            <a:endParaRPr>
              <a:solidFill>
                <a:schemeClr val="dk1"/>
              </a:solidFill>
              <a:latin typeface="Assistant"/>
              <a:ea typeface="Assistant"/>
              <a:cs typeface="Assistant"/>
              <a:sym typeface="Assistant"/>
            </a:endParaRPr>
          </a:p>
          <a:p>
            <a:pPr marL="457200" lvl="0" indent="-317500" algn="l" rtl="0">
              <a:lnSpc>
                <a:spcPct val="115000"/>
              </a:lnSpc>
              <a:spcBef>
                <a:spcPts val="0"/>
              </a:spcBef>
              <a:spcAft>
                <a:spcPts val="0"/>
              </a:spcAft>
              <a:buClr>
                <a:schemeClr val="dk1"/>
              </a:buClr>
              <a:buSzPts val="1400"/>
              <a:buFont typeface="Assistant"/>
              <a:buChar char="●"/>
            </a:pPr>
            <a:r>
              <a:rPr lang="en">
                <a:solidFill>
                  <a:schemeClr val="dk1"/>
                </a:solidFill>
                <a:latin typeface="Assistant"/>
                <a:ea typeface="Assistant"/>
                <a:cs typeface="Assistant"/>
                <a:sym typeface="Assistant"/>
              </a:rPr>
              <a:t>In what year did Napoleon become the Emperor of the French, solidifying his position as the leader of France?</a:t>
            </a:r>
            <a:endParaRPr>
              <a:solidFill>
                <a:schemeClr val="dk1"/>
              </a:solidFill>
              <a:latin typeface="Assistant"/>
              <a:ea typeface="Assistant"/>
              <a:cs typeface="Assistant"/>
              <a:sym typeface="Assistant"/>
            </a:endParaRPr>
          </a:p>
        </p:txBody>
      </p:sp>
      <p:sp>
        <p:nvSpPr>
          <p:cNvPr id="822" name="Google Shape;822;p61"/>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Short answer questions</a:t>
            </a:r>
            <a:endParaRPr/>
          </a:p>
        </p:txBody>
      </p:sp>
      <p:sp>
        <p:nvSpPr>
          <p:cNvPr id="823" name="Google Shape;823;p61"/>
          <p:cNvSpPr txBox="1"/>
          <p:nvPr/>
        </p:nvSpPr>
        <p:spPr>
          <a:xfrm>
            <a:off x="716675" y="1768225"/>
            <a:ext cx="3827700" cy="2554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Assistant"/>
              <a:buChar char="●"/>
            </a:pPr>
            <a:r>
              <a:rPr lang="en">
                <a:solidFill>
                  <a:schemeClr val="dk1"/>
                </a:solidFill>
                <a:latin typeface="Assistant"/>
                <a:ea typeface="Assistant"/>
                <a:cs typeface="Assistant"/>
                <a:sym typeface="Assistant"/>
              </a:rPr>
              <a:t>Which battle is often considered one of Napoleon's greatest victories, where he defeated the Russian forces in 1805?</a:t>
            </a:r>
            <a:endParaRPr>
              <a:solidFill>
                <a:schemeClr val="dk1"/>
              </a:solidFill>
              <a:latin typeface="Assistant"/>
              <a:ea typeface="Assistant"/>
              <a:cs typeface="Assistant"/>
              <a:sym typeface="Assistant"/>
            </a:endParaRPr>
          </a:p>
          <a:p>
            <a:pPr marL="457200" lvl="0" indent="-317500" algn="l" rtl="0">
              <a:lnSpc>
                <a:spcPct val="115000"/>
              </a:lnSpc>
              <a:spcBef>
                <a:spcPts val="0"/>
              </a:spcBef>
              <a:spcAft>
                <a:spcPts val="0"/>
              </a:spcAft>
              <a:buClr>
                <a:schemeClr val="dk1"/>
              </a:buClr>
              <a:buSzPts val="1400"/>
              <a:buFont typeface="Assistant"/>
              <a:buChar char="●"/>
            </a:pPr>
            <a:r>
              <a:rPr lang="en">
                <a:solidFill>
                  <a:schemeClr val="dk1"/>
                </a:solidFill>
                <a:latin typeface="Assistant"/>
                <a:ea typeface="Assistant"/>
                <a:cs typeface="Assistant"/>
                <a:sym typeface="Assistant"/>
              </a:rPr>
              <a:t>What was the name of the legal code implemented by Napoleon in 1804 that had a lasting impact in many countries?</a:t>
            </a:r>
            <a:endParaRPr>
              <a:solidFill>
                <a:schemeClr val="dk1"/>
              </a:solidFill>
              <a:latin typeface="Assistant"/>
              <a:ea typeface="Assistant"/>
              <a:cs typeface="Assistant"/>
              <a:sym typeface="Assistant"/>
            </a:endParaRPr>
          </a:p>
          <a:p>
            <a:pPr marL="457200" lvl="0" indent="-317500" algn="l" rtl="0">
              <a:lnSpc>
                <a:spcPct val="115000"/>
              </a:lnSpc>
              <a:spcBef>
                <a:spcPts val="0"/>
              </a:spcBef>
              <a:spcAft>
                <a:spcPts val="0"/>
              </a:spcAft>
              <a:buClr>
                <a:schemeClr val="dk1"/>
              </a:buClr>
              <a:buSzPts val="1400"/>
              <a:buFont typeface="Assistant"/>
              <a:buChar char="●"/>
            </a:pPr>
            <a:r>
              <a:rPr lang="en">
                <a:solidFill>
                  <a:schemeClr val="dk1"/>
                </a:solidFill>
                <a:latin typeface="Assistant"/>
                <a:ea typeface="Assistant"/>
                <a:cs typeface="Assistant"/>
                <a:sym typeface="Assistant"/>
              </a:rPr>
              <a:t>What event marked the beginning of the Spanish War of Independence during the Peninsular War (1808-1814)?</a:t>
            </a:r>
            <a:endParaRPr>
              <a:solidFill>
                <a:schemeClr val="dk1"/>
              </a:solidFill>
              <a:latin typeface="Assistant"/>
              <a:ea typeface="Assistant"/>
              <a:cs typeface="Assistant"/>
              <a:sym typeface="Assistant"/>
            </a:endParaRPr>
          </a:p>
        </p:txBody>
      </p:sp>
      <p:sp>
        <p:nvSpPr>
          <p:cNvPr id="824" name="Google Shape;824;p61"/>
          <p:cNvSpPr txBox="1"/>
          <p:nvPr/>
        </p:nvSpPr>
        <p:spPr>
          <a:xfrm>
            <a:off x="711325" y="1226775"/>
            <a:ext cx="7994100" cy="48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1"/>
                </a:solidFill>
                <a:latin typeface="Assistant"/>
                <a:ea typeface="Assistant"/>
                <a:cs typeface="Assistant"/>
                <a:sym typeface="Assistant"/>
              </a:rPr>
              <a:t>Directions:</a:t>
            </a:r>
            <a:r>
              <a:rPr lang="en">
                <a:solidFill>
                  <a:schemeClr val="dk1"/>
                </a:solidFill>
                <a:latin typeface="Assistant"/>
                <a:ea typeface="Assistant"/>
                <a:cs typeface="Assistant"/>
                <a:sym typeface="Assistant"/>
              </a:rPr>
              <a:t> Answer to the following short questions</a:t>
            </a:r>
            <a:endParaRPr>
              <a:solidFill>
                <a:schemeClr val="dk1"/>
              </a:solidFill>
              <a:latin typeface="Assistant"/>
              <a:ea typeface="Assistant"/>
              <a:cs typeface="Assistant"/>
              <a:sym typeface="Assistan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62"/>
          <p:cNvSpPr txBox="1"/>
          <p:nvPr/>
        </p:nvSpPr>
        <p:spPr>
          <a:xfrm>
            <a:off x="711325" y="1226775"/>
            <a:ext cx="7704000" cy="48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1"/>
                </a:solidFill>
                <a:latin typeface="Assistant"/>
                <a:ea typeface="Assistant"/>
                <a:cs typeface="Assistant"/>
                <a:sym typeface="Assistant"/>
              </a:rPr>
              <a:t>Directions:</a:t>
            </a:r>
            <a:r>
              <a:rPr lang="en">
                <a:solidFill>
                  <a:schemeClr val="dk1"/>
                </a:solidFill>
                <a:latin typeface="Assistant"/>
                <a:ea typeface="Assistant"/>
                <a:cs typeface="Assistant"/>
                <a:sym typeface="Assistant"/>
              </a:rPr>
              <a:t> Select two of the tactics and write a short answer about them</a:t>
            </a:r>
            <a:endParaRPr>
              <a:solidFill>
                <a:schemeClr val="dk1"/>
              </a:solidFill>
              <a:latin typeface="Assistant"/>
              <a:ea typeface="Assistant"/>
              <a:cs typeface="Assistant"/>
              <a:sym typeface="Assistant"/>
            </a:endParaRPr>
          </a:p>
        </p:txBody>
      </p:sp>
      <p:sp>
        <p:nvSpPr>
          <p:cNvPr id="830" name="Google Shape;830;p62"/>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Essay</a:t>
            </a:r>
            <a:endParaRPr/>
          </a:p>
        </p:txBody>
      </p:sp>
      <p:graphicFrame>
        <p:nvGraphicFramePr>
          <p:cNvPr id="831" name="Google Shape;831;p62"/>
          <p:cNvGraphicFramePr/>
          <p:nvPr/>
        </p:nvGraphicFramePr>
        <p:xfrm>
          <a:off x="843613" y="2304488"/>
          <a:ext cx="3000000" cy="3000000"/>
        </p:xfrm>
        <a:graphic>
          <a:graphicData uri="http://schemas.openxmlformats.org/drawingml/2006/table">
            <a:tbl>
              <a:tblPr>
                <a:noFill/>
                <a:tableStyleId>{D71D6737-87ED-4640-B076-219005CE93CE}</a:tableStyleId>
              </a:tblPr>
              <a:tblGrid>
                <a:gridCol w="2581050">
                  <a:extLst>
                    <a:ext uri="{9D8B030D-6E8A-4147-A177-3AD203B41FA5}">
                      <a16:colId xmlns:a16="http://schemas.microsoft.com/office/drawing/2014/main" val="20000"/>
                    </a:ext>
                  </a:extLst>
                </a:gridCol>
              </a:tblGrid>
              <a:tr h="514800">
                <a:tc>
                  <a:txBody>
                    <a:bodyPr/>
                    <a:lstStyle/>
                    <a:p>
                      <a:pPr marL="0" lvl="0" indent="0" algn="ctr" rtl="0">
                        <a:spcBef>
                          <a:spcPts val="0"/>
                        </a:spcBef>
                        <a:spcAft>
                          <a:spcPts val="0"/>
                        </a:spcAft>
                        <a:buNone/>
                      </a:pPr>
                      <a:r>
                        <a:rPr lang="en" sz="1800">
                          <a:solidFill>
                            <a:schemeClr val="dk1"/>
                          </a:solidFill>
                          <a:latin typeface="Prata"/>
                          <a:ea typeface="Prata"/>
                          <a:cs typeface="Prata"/>
                          <a:sym typeface="Prata"/>
                        </a:rPr>
                        <a:t>Tactics</a:t>
                      </a:r>
                      <a:endParaRPr sz="1800">
                        <a:solidFill>
                          <a:schemeClr val="dk1"/>
                        </a:solidFill>
                        <a:latin typeface="Prata"/>
                        <a:ea typeface="Prata"/>
                        <a:cs typeface="Prata"/>
                        <a:sym typeface="Prat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46175">
                <a:tc>
                  <a:txBody>
                    <a:bodyPr/>
                    <a:lstStyle/>
                    <a:p>
                      <a:pPr marL="0" lvl="0" indent="0" algn="ctr" rtl="0">
                        <a:spcBef>
                          <a:spcPts val="0"/>
                        </a:spcBef>
                        <a:spcAft>
                          <a:spcPts val="0"/>
                        </a:spcAft>
                        <a:buNone/>
                      </a:pPr>
                      <a:r>
                        <a:rPr lang="en">
                          <a:solidFill>
                            <a:schemeClr val="dk1"/>
                          </a:solidFill>
                          <a:latin typeface="Assistant"/>
                          <a:ea typeface="Assistant"/>
                          <a:cs typeface="Assistant"/>
                          <a:sym typeface="Assistant"/>
                        </a:rPr>
                        <a:t>Divide and Conquer</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6175">
                <a:tc>
                  <a:txBody>
                    <a:bodyPr/>
                    <a:lstStyle/>
                    <a:p>
                      <a:pPr marL="0" lvl="0" indent="0" algn="ctr" rtl="0">
                        <a:spcBef>
                          <a:spcPts val="0"/>
                        </a:spcBef>
                        <a:spcAft>
                          <a:spcPts val="0"/>
                        </a:spcAft>
                        <a:buNone/>
                      </a:pPr>
                      <a:r>
                        <a:rPr lang="en">
                          <a:solidFill>
                            <a:schemeClr val="dk1"/>
                          </a:solidFill>
                          <a:latin typeface="Assistant"/>
                          <a:ea typeface="Assistant"/>
                          <a:cs typeface="Assistant"/>
                          <a:sym typeface="Assistant"/>
                        </a:rPr>
                        <a:t>Maneuver Warfare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46175">
                <a:tc>
                  <a:txBody>
                    <a:bodyPr/>
                    <a:lstStyle/>
                    <a:p>
                      <a:pPr marL="0" lvl="0" indent="0" algn="ctr" rtl="0">
                        <a:spcBef>
                          <a:spcPts val="0"/>
                        </a:spcBef>
                        <a:spcAft>
                          <a:spcPts val="0"/>
                        </a:spcAft>
                        <a:buNone/>
                      </a:pPr>
                      <a:r>
                        <a:rPr lang="en">
                          <a:solidFill>
                            <a:schemeClr val="dk1"/>
                          </a:solidFill>
                          <a:latin typeface="Assistant"/>
                          <a:ea typeface="Assistant"/>
                          <a:cs typeface="Assistant"/>
                          <a:sym typeface="Assistant"/>
                        </a:rPr>
                        <a:t>Artillery Integration</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46175">
                <a:tc>
                  <a:txBody>
                    <a:bodyPr/>
                    <a:lstStyle/>
                    <a:p>
                      <a:pPr marL="0" lvl="0" indent="0" algn="ctr" rtl="0">
                        <a:spcBef>
                          <a:spcPts val="0"/>
                        </a:spcBef>
                        <a:spcAft>
                          <a:spcPts val="0"/>
                        </a:spcAft>
                        <a:buNone/>
                      </a:pPr>
                      <a:r>
                        <a:rPr lang="en">
                          <a:solidFill>
                            <a:schemeClr val="dk1"/>
                          </a:solidFill>
                          <a:latin typeface="Assistant"/>
                          <a:ea typeface="Assistant"/>
                          <a:cs typeface="Assistant"/>
                          <a:sym typeface="Assistant"/>
                        </a:rPr>
                        <a:t>Flexible Formation</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32" name="Google Shape;832;p62"/>
          <p:cNvSpPr txBox="1"/>
          <p:nvPr/>
        </p:nvSpPr>
        <p:spPr>
          <a:xfrm>
            <a:off x="3797125" y="2304500"/>
            <a:ext cx="2130600" cy="229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ssistant"/>
                <a:ea typeface="Assistant"/>
                <a:cs typeface="Assistant"/>
                <a:sym typeface="Assistant"/>
              </a:rPr>
              <a:t>Write your answer here ...</a:t>
            </a:r>
            <a:endParaRPr>
              <a:solidFill>
                <a:schemeClr val="dk1"/>
              </a:solidFill>
              <a:latin typeface="Assistant"/>
              <a:ea typeface="Assistant"/>
              <a:cs typeface="Assistant"/>
              <a:sym typeface="Assistant"/>
            </a:endParaRPr>
          </a:p>
        </p:txBody>
      </p:sp>
      <p:sp>
        <p:nvSpPr>
          <p:cNvPr id="833" name="Google Shape;833;p62"/>
          <p:cNvSpPr txBox="1"/>
          <p:nvPr/>
        </p:nvSpPr>
        <p:spPr>
          <a:xfrm>
            <a:off x="3787594" y="1819700"/>
            <a:ext cx="2130600" cy="484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solidFill>
                  <a:schemeClr val="dk1"/>
                </a:solidFill>
                <a:latin typeface="Prata"/>
                <a:ea typeface="Prata"/>
                <a:cs typeface="Prata"/>
                <a:sym typeface="Prata"/>
              </a:rPr>
              <a:t>Answer 1</a:t>
            </a:r>
            <a:endParaRPr sz="1800">
              <a:solidFill>
                <a:schemeClr val="dk1"/>
              </a:solidFill>
              <a:latin typeface="Prata"/>
              <a:ea typeface="Prata"/>
              <a:cs typeface="Prata"/>
              <a:sym typeface="Prata"/>
            </a:endParaRPr>
          </a:p>
        </p:txBody>
      </p:sp>
      <p:sp>
        <p:nvSpPr>
          <p:cNvPr id="834" name="Google Shape;834;p62"/>
          <p:cNvSpPr txBox="1"/>
          <p:nvPr/>
        </p:nvSpPr>
        <p:spPr>
          <a:xfrm>
            <a:off x="6300175" y="2304500"/>
            <a:ext cx="2130600" cy="229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ssistant"/>
                <a:ea typeface="Assistant"/>
                <a:cs typeface="Assistant"/>
                <a:sym typeface="Assistant"/>
              </a:rPr>
              <a:t>Write your answer here ...</a:t>
            </a:r>
            <a:endParaRPr>
              <a:solidFill>
                <a:schemeClr val="dk1"/>
              </a:solidFill>
              <a:latin typeface="Assistant"/>
              <a:ea typeface="Assistant"/>
              <a:cs typeface="Assistant"/>
              <a:sym typeface="Assistant"/>
            </a:endParaRPr>
          </a:p>
        </p:txBody>
      </p:sp>
      <p:sp>
        <p:nvSpPr>
          <p:cNvPr id="835" name="Google Shape;835;p62"/>
          <p:cNvSpPr txBox="1"/>
          <p:nvPr/>
        </p:nvSpPr>
        <p:spPr>
          <a:xfrm>
            <a:off x="6300182" y="1819700"/>
            <a:ext cx="2130600" cy="4848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1800">
                <a:solidFill>
                  <a:schemeClr val="dk1"/>
                </a:solidFill>
                <a:latin typeface="Prata"/>
                <a:ea typeface="Prata"/>
                <a:cs typeface="Prata"/>
                <a:sym typeface="Prata"/>
              </a:rPr>
              <a:t>Answer 2</a:t>
            </a:r>
            <a:endParaRPr sz="1800">
              <a:solidFill>
                <a:schemeClr val="dk1"/>
              </a:solidFill>
              <a:latin typeface="Prata"/>
              <a:ea typeface="Prata"/>
              <a:cs typeface="Prata"/>
              <a:sym typeface="Prat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64"/>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Fact-checking exercise</a:t>
            </a:r>
            <a:endParaRPr/>
          </a:p>
        </p:txBody>
      </p:sp>
      <p:sp>
        <p:nvSpPr>
          <p:cNvPr id="881" name="Google Shape;881;p64"/>
          <p:cNvSpPr txBox="1"/>
          <p:nvPr/>
        </p:nvSpPr>
        <p:spPr>
          <a:xfrm>
            <a:off x="711325" y="1230675"/>
            <a:ext cx="7722600" cy="68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1"/>
                </a:solidFill>
                <a:latin typeface="Assistant"/>
                <a:ea typeface="Assistant"/>
                <a:cs typeface="Assistant"/>
                <a:sym typeface="Assistant"/>
              </a:rPr>
              <a:t>Directions:</a:t>
            </a:r>
            <a:r>
              <a:rPr lang="en">
                <a:solidFill>
                  <a:schemeClr val="dk1"/>
                </a:solidFill>
                <a:latin typeface="Assistant"/>
                <a:ea typeface="Assistant"/>
                <a:cs typeface="Assistant"/>
                <a:sym typeface="Assistant"/>
              </a:rPr>
              <a:t> Divide the class into two groups and let each of them choose a Napoleon’s Bonaparte document from the following list. They should verify the news information using reliable sources.</a:t>
            </a:r>
            <a:endParaRPr>
              <a:solidFill>
                <a:schemeClr val="dk1"/>
              </a:solidFill>
              <a:latin typeface="Assistant"/>
              <a:ea typeface="Assistant"/>
              <a:cs typeface="Assistant"/>
              <a:sym typeface="Assistant"/>
            </a:endParaRPr>
          </a:p>
        </p:txBody>
      </p:sp>
      <p:graphicFrame>
        <p:nvGraphicFramePr>
          <p:cNvPr id="882" name="Google Shape;882;p64"/>
          <p:cNvGraphicFramePr/>
          <p:nvPr/>
        </p:nvGraphicFramePr>
        <p:xfrm>
          <a:off x="962750" y="2028700"/>
          <a:ext cx="3217850" cy="2709492"/>
        </p:xfrm>
        <a:graphic>
          <a:graphicData uri="http://schemas.openxmlformats.org/drawingml/2006/table">
            <a:tbl>
              <a:tblPr>
                <a:noFill/>
                <a:tableStyleId>{D71D6737-87ED-4640-B076-219005CE93CE}</a:tableStyleId>
              </a:tblPr>
              <a:tblGrid>
                <a:gridCol w="1608925">
                  <a:extLst>
                    <a:ext uri="{9D8B030D-6E8A-4147-A177-3AD203B41FA5}">
                      <a16:colId xmlns:a16="http://schemas.microsoft.com/office/drawing/2014/main" val="20000"/>
                    </a:ext>
                  </a:extLst>
                </a:gridCol>
                <a:gridCol w="1608925">
                  <a:extLst>
                    <a:ext uri="{9D8B030D-6E8A-4147-A177-3AD203B41FA5}">
                      <a16:colId xmlns:a16="http://schemas.microsoft.com/office/drawing/2014/main" val="20001"/>
                    </a:ext>
                  </a:extLst>
                </a:gridCol>
              </a:tblGrid>
              <a:tr h="382225">
                <a:tc gridSpan="2">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Group A</a:t>
                      </a:r>
                      <a:endParaRPr sz="1800">
                        <a:solidFill>
                          <a:schemeClr val="dk1"/>
                        </a:solidFill>
                        <a:latin typeface="Prata"/>
                        <a:ea typeface="Prata"/>
                        <a:cs typeface="Prata"/>
                        <a:sym typeface="Prat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379725">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Document</a:t>
                      </a:r>
                      <a:endParaRPr sz="1800">
                        <a:solidFill>
                          <a:schemeClr val="dk1"/>
                        </a:solidFill>
                        <a:latin typeface="Prata"/>
                        <a:ea typeface="Prata"/>
                        <a:cs typeface="Prata"/>
                        <a:sym typeface="Prat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Link</a:t>
                      </a:r>
                      <a:endParaRPr sz="1800">
                        <a:solidFill>
                          <a:schemeClr val="dk1"/>
                        </a:solidFill>
                        <a:latin typeface="Prata"/>
                        <a:ea typeface="Prata"/>
                        <a:cs typeface="Prata"/>
                        <a:sym typeface="Prat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6200">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Name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Link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6200">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Name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Link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6200">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Name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Link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89175">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Name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Link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883" name="Google Shape;883;p64"/>
          <p:cNvGraphicFramePr/>
          <p:nvPr/>
        </p:nvGraphicFramePr>
        <p:xfrm>
          <a:off x="4963400" y="2028700"/>
          <a:ext cx="3217850" cy="2709492"/>
        </p:xfrm>
        <a:graphic>
          <a:graphicData uri="http://schemas.openxmlformats.org/drawingml/2006/table">
            <a:tbl>
              <a:tblPr>
                <a:noFill/>
                <a:tableStyleId>{D71D6737-87ED-4640-B076-219005CE93CE}</a:tableStyleId>
              </a:tblPr>
              <a:tblGrid>
                <a:gridCol w="1608925">
                  <a:extLst>
                    <a:ext uri="{9D8B030D-6E8A-4147-A177-3AD203B41FA5}">
                      <a16:colId xmlns:a16="http://schemas.microsoft.com/office/drawing/2014/main" val="20000"/>
                    </a:ext>
                  </a:extLst>
                </a:gridCol>
                <a:gridCol w="1608925">
                  <a:extLst>
                    <a:ext uri="{9D8B030D-6E8A-4147-A177-3AD203B41FA5}">
                      <a16:colId xmlns:a16="http://schemas.microsoft.com/office/drawing/2014/main" val="20001"/>
                    </a:ext>
                  </a:extLst>
                </a:gridCol>
              </a:tblGrid>
              <a:tr h="382225">
                <a:tc gridSpan="2">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Group B</a:t>
                      </a:r>
                      <a:endParaRPr sz="1800">
                        <a:solidFill>
                          <a:schemeClr val="dk1"/>
                        </a:solidFill>
                        <a:latin typeface="Prata"/>
                        <a:ea typeface="Prata"/>
                        <a:cs typeface="Prata"/>
                        <a:sym typeface="Prat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379725">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Document</a:t>
                      </a:r>
                      <a:endParaRPr sz="1800">
                        <a:solidFill>
                          <a:schemeClr val="dk1"/>
                        </a:solidFill>
                        <a:latin typeface="Prata"/>
                        <a:ea typeface="Prata"/>
                        <a:cs typeface="Prata"/>
                        <a:sym typeface="Prat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800">
                          <a:solidFill>
                            <a:schemeClr val="dk1"/>
                          </a:solidFill>
                          <a:latin typeface="Prata"/>
                          <a:ea typeface="Prata"/>
                          <a:cs typeface="Prata"/>
                          <a:sym typeface="Prata"/>
                        </a:rPr>
                        <a:t>Link</a:t>
                      </a:r>
                      <a:endParaRPr sz="1800">
                        <a:solidFill>
                          <a:schemeClr val="dk1"/>
                        </a:solidFill>
                        <a:latin typeface="Prata"/>
                        <a:ea typeface="Prata"/>
                        <a:cs typeface="Prata"/>
                        <a:sym typeface="Prat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6200">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Name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Link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6200">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Name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Link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6200">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Name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Link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89175">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Name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ssistant"/>
                          <a:ea typeface="Assistant"/>
                          <a:cs typeface="Assistant"/>
                          <a:sym typeface="Assistant"/>
                        </a:rPr>
                        <a:t>Link here</a:t>
                      </a:r>
                      <a:endParaRPr>
                        <a:solidFill>
                          <a:schemeClr val="dk1"/>
                        </a:solidFill>
                        <a:latin typeface="Assistant"/>
                        <a:ea typeface="Assistant"/>
                        <a:cs typeface="Assistant"/>
                        <a:sym typeface="Assistant"/>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66"/>
          <p:cNvSpPr txBox="1">
            <a:spLocks noGrp="1"/>
          </p:cNvSpPr>
          <p:nvPr>
            <p:ph type="subTitle" idx="1"/>
          </p:nvPr>
        </p:nvSpPr>
        <p:spPr>
          <a:xfrm>
            <a:off x="1236401" y="1736225"/>
            <a:ext cx="3400500" cy="116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Do you have any questions?</a:t>
            </a:r>
            <a:endParaRPr b="1"/>
          </a:p>
          <a:p>
            <a:pPr marL="0" lvl="0" indent="0" algn="ctr" rtl="0">
              <a:spcBef>
                <a:spcPts val="0"/>
              </a:spcBef>
              <a:spcAft>
                <a:spcPts val="0"/>
              </a:spcAft>
              <a:buNone/>
            </a:pPr>
            <a:r>
              <a:rPr lang="en"/>
              <a:t>youremail@freepik.com</a:t>
            </a:r>
            <a:endParaRPr/>
          </a:p>
          <a:p>
            <a:pPr marL="0" lvl="0" indent="0" algn="ctr" rtl="0">
              <a:spcBef>
                <a:spcPts val="0"/>
              </a:spcBef>
              <a:spcAft>
                <a:spcPts val="0"/>
              </a:spcAft>
              <a:buNone/>
            </a:pPr>
            <a:r>
              <a:rPr lang="en"/>
              <a:t>+34 654 321 432</a:t>
            </a:r>
            <a:endParaRPr/>
          </a:p>
          <a:p>
            <a:pPr marL="0" lvl="0" indent="0" algn="ctr" rtl="0">
              <a:spcBef>
                <a:spcPts val="0"/>
              </a:spcBef>
              <a:spcAft>
                <a:spcPts val="0"/>
              </a:spcAft>
              <a:buNone/>
            </a:pPr>
            <a:r>
              <a:rPr lang="en"/>
              <a:t>yourwebsite.com</a:t>
            </a:r>
            <a:endParaRPr/>
          </a:p>
        </p:txBody>
      </p:sp>
      <p:sp>
        <p:nvSpPr>
          <p:cNvPr id="901" name="Google Shape;901;p66"/>
          <p:cNvSpPr txBox="1"/>
          <p:nvPr/>
        </p:nvSpPr>
        <p:spPr>
          <a:xfrm>
            <a:off x="1214475" y="4202050"/>
            <a:ext cx="3400500" cy="2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ssistant"/>
                <a:ea typeface="Assistant"/>
                <a:cs typeface="Assistant"/>
                <a:sym typeface="Assistant"/>
              </a:rPr>
              <a:t>Please keep this slide for attribution</a:t>
            </a:r>
            <a:endParaRPr sz="1200">
              <a:solidFill>
                <a:schemeClr val="dk1"/>
              </a:solidFill>
              <a:latin typeface="Assistant"/>
              <a:ea typeface="Assistant"/>
              <a:cs typeface="Assistant"/>
              <a:sym typeface="Assistant"/>
            </a:endParaRPr>
          </a:p>
        </p:txBody>
      </p:sp>
      <p:sp>
        <p:nvSpPr>
          <p:cNvPr id="902" name="Google Shape;902;p66"/>
          <p:cNvSpPr txBox="1">
            <a:spLocks noGrp="1"/>
          </p:cNvSpPr>
          <p:nvPr>
            <p:ph type="title"/>
          </p:nvPr>
        </p:nvSpPr>
        <p:spPr>
          <a:xfrm>
            <a:off x="1236429" y="677525"/>
            <a:ext cx="3400500" cy="105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grpSp>
        <p:nvGrpSpPr>
          <p:cNvPr id="904" name="Google Shape;904;p66"/>
          <p:cNvGrpSpPr/>
          <p:nvPr/>
        </p:nvGrpSpPr>
        <p:grpSpPr>
          <a:xfrm>
            <a:off x="2115349" y="3067050"/>
            <a:ext cx="387681" cy="387661"/>
            <a:chOff x="266768" y="1721375"/>
            <a:chExt cx="397907" cy="397887"/>
          </a:xfrm>
        </p:grpSpPr>
        <p:sp>
          <p:nvSpPr>
            <p:cNvPr id="905" name="Google Shape;905;p66"/>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66"/>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66"/>
          <p:cNvGrpSpPr/>
          <p:nvPr/>
        </p:nvGrpSpPr>
        <p:grpSpPr>
          <a:xfrm>
            <a:off x="3326445" y="3066812"/>
            <a:ext cx="387661" cy="387661"/>
            <a:chOff x="1379798" y="1723250"/>
            <a:chExt cx="397887" cy="397887"/>
          </a:xfrm>
        </p:grpSpPr>
        <p:sp>
          <p:nvSpPr>
            <p:cNvPr id="908" name="Google Shape;908;p66"/>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66"/>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66"/>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66"/>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2" name="Google Shape;912;p66"/>
          <p:cNvGrpSpPr/>
          <p:nvPr/>
        </p:nvGrpSpPr>
        <p:grpSpPr>
          <a:xfrm>
            <a:off x="2719205" y="3066812"/>
            <a:ext cx="387641" cy="387661"/>
            <a:chOff x="864491" y="1723250"/>
            <a:chExt cx="397866" cy="397887"/>
          </a:xfrm>
        </p:grpSpPr>
        <p:sp>
          <p:nvSpPr>
            <p:cNvPr id="913" name="Google Shape;913;p66"/>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66"/>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66"/>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16" name="Google Shape;916;p66"/>
          <p:cNvCxnSpPr/>
          <p:nvPr/>
        </p:nvCxnSpPr>
        <p:spPr>
          <a:xfrm>
            <a:off x="1619325" y="2943600"/>
            <a:ext cx="2590800" cy="0"/>
          </a:xfrm>
          <a:prstGeom prst="straightConnector1">
            <a:avLst/>
          </a:prstGeom>
          <a:noFill/>
          <a:ln w="9525" cap="flat" cmpd="sng">
            <a:solidFill>
              <a:schemeClr val="dk1"/>
            </a:solidFill>
            <a:prstDash val="solid"/>
            <a:round/>
            <a:headEnd type="diamond" w="med" len="med"/>
            <a:tailEnd type="diamond" w="med" len="med"/>
          </a:ln>
        </p:spPr>
      </p:cxnSp>
      <p:cxnSp>
        <p:nvCxnSpPr>
          <p:cNvPr id="917" name="Google Shape;917;p66"/>
          <p:cNvCxnSpPr/>
          <p:nvPr/>
        </p:nvCxnSpPr>
        <p:spPr>
          <a:xfrm>
            <a:off x="1619325" y="3574550"/>
            <a:ext cx="2590800" cy="0"/>
          </a:xfrm>
          <a:prstGeom prst="straightConnector1">
            <a:avLst/>
          </a:prstGeom>
          <a:noFill/>
          <a:ln w="9525" cap="flat" cmpd="sng">
            <a:solidFill>
              <a:schemeClr val="dk1"/>
            </a:solidFill>
            <a:prstDash val="solid"/>
            <a:round/>
            <a:headEnd type="diamond" w="med" len="med"/>
            <a:tailEnd type="diamond" w="med" len="med"/>
          </a:ln>
        </p:spPr>
      </p:cxnSp>
      <p:sp>
        <p:nvSpPr>
          <p:cNvPr id="2" name="Рисунок 1"/>
          <p:cNvSpPr>
            <a:spLocks noGrp="1"/>
          </p:cNvSpPr>
          <p:nvPr>
            <p:ph type="pic" idx="2"/>
          </p:nvPr>
        </p:nvSpPr>
        <p:spPr/>
      </p:sp>
    </p:spTree>
  </p:cSld>
  <p:clrMapOvr>
    <a:masterClrMapping/>
  </p:clrMapOvr>
</p:sld>
</file>

<file path=ppt/theme/theme1.xml><?xml version="1.0" encoding="utf-8"?>
<a:theme xmlns:a="http://schemas.openxmlformats.org/drawingml/2006/main" name="1700's: Napoleon Bonaparte by Slidesgo">
  <a:themeElements>
    <a:clrScheme name="Simple Light">
      <a:dk1>
        <a:srgbClr val="422100"/>
      </a:dk1>
      <a:lt1>
        <a:srgbClr val="FFF0D5"/>
      </a:lt1>
      <a:dk2>
        <a:srgbClr val="FFFFFF"/>
      </a:dk2>
      <a:lt2>
        <a:srgbClr val="CC9A67"/>
      </a:lt2>
      <a:accent1>
        <a:srgbClr val="FFFFFF"/>
      </a:accent1>
      <a:accent2>
        <a:srgbClr val="FFFFFF"/>
      </a:accent2>
      <a:accent3>
        <a:srgbClr val="FFFFFF"/>
      </a:accent3>
      <a:accent4>
        <a:srgbClr val="FFFFFF"/>
      </a:accent4>
      <a:accent5>
        <a:srgbClr val="FFFFFF"/>
      </a:accent5>
      <a:accent6>
        <a:srgbClr val="FFFFFF"/>
      </a:accent6>
      <a:hlink>
        <a:srgbClr val="4221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1348</Words>
  <Application>Microsoft Office PowerPoint</Application>
  <PresentationFormat>Экран (16:9)</PresentationFormat>
  <Paragraphs>221</Paragraphs>
  <Slides>29</Slides>
  <Notes>29</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29</vt:i4>
      </vt:variant>
    </vt:vector>
  </HeadingPairs>
  <TitlesOfParts>
    <vt:vector size="36" baseType="lpstr">
      <vt:lpstr>Nunito Light</vt:lpstr>
      <vt:lpstr>Prata</vt:lpstr>
      <vt:lpstr>Calibri</vt:lpstr>
      <vt:lpstr>Assistant</vt:lpstr>
      <vt:lpstr>Arial</vt:lpstr>
      <vt:lpstr>Anaheim</vt:lpstr>
      <vt:lpstr>1700's: Napoleon Bonaparte by Slidesgo</vt:lpstr>
      <vt:lpstr>1700's: Napoleon Bonaparte</vt:lpstr>
      <vt:lpstr>Contents of this template</vt:lpstr>
      <vt:lpstr>Table of contents</vt:lpstr>
      <vt:lpstr>Whoa!</vt:lpstr>
      <vt:lpstr>Name of the section</vt:lpstr>
      <vt:lpstr>Do you need longer text?</vt:lpstr>
      <vt:lpstr>The slide title goes here!</vt:lpstr>
      <vt:lpstr>You can divide the content</vt:lpstr>
      <vt:lpstr>Here are three important ideas</vt:lpstr>
      <vt:lpstr>Divide the content in four ideas</vt:lpstr>
      <vt:lpstr>Reviewing concepts is a good idea</vt:lpstr>
      <vt:lpstr>Awesome words</vt:lpstr>
      <vt:lpstr>—Someone Famous</vt:lpstr>
      <vt:lpstr>A picture always reinforces  the concept</vt:lpstr>
      <vt:lpstr>9h 55m 23s</vt:lpstr>
      <vt:lpstr>The main power of Napoleon Bonaparte</vt:lpstr>
      <vt:lpstr>Computer mockup</vt:lpstr>
      <vt:lpstr>Tablet mockup</vt:lpstr>
      <vt:lpstr>Phone mockup</vt:lpstr>
      <vt:lpstr>Key aspects of Napoleon’s tactics</vt:lpstr>
      <vt:lpstr>French empire territories</vt:lpstr>
      <vt:lpstr>You can use this graph</vt:lpstr>
      <vt:lpstr>Find the correct answer</vt:lpstr>
      <vt:lpstr>Multiple choice questions</vt:lpstr>
      <vt:lpstr>Group discussion</vt:lpstr>
      <vt:lpstr>Short answer questions</vt:lpstr>
      <vt:lpstr>Essay</vt:lpstr>
      <vt:lpstr>Fact-checking exercise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1700's: Napoleon Bonaparte</dc:title>
  <cp:lastModifiedBy>я</cp:lastModifiedBy>
  <cp:revision>1</cp:revision>
  <dcterms:modified xsi:type="dcterms:W3CDTF">2026-02-19T08:48:46Z</dcterms:modified>
</cp:coreProperties>
</file>
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4"/>
  </p:notesMasterIdLst>
  <p:sldIdLst>
    <p:sldId id="256" r:id="rId2"/>
    <p:sldId id="257" r:id="rId3"/>
    <p:sldId id="258" r:id="rId4"/>
    <p:sldId id="259" r:id="rId5"/>
    <p:sldId id="261" r:id="rId6"/>
    <p:sldId id="262" r:id="rId7"/>
    <p:sldId id="263" r:id="rId8"/>
    <p:sldId id="264" r:id="rId9"/>
    <p:sldId id="266" r:id="rId10"/>
    <p:sldId id="267" r:id="rId11"/>
    <p:sldId id="268" r:id="rId12"/>
    <p:sldId id="269" r:id="rId13"/>
  </p:sldIdLst>
  <p:sldSz cx="9144000" cy="5143500" type="screen16x9"/>
  <p:notesSz cx="6858000" cy="9144000"/>
  <p:embeddedFontLst>
    <p:embeddedFont>
      <p:font typeface="Alegreya Sans" panose="020B0604020202020204" charset="0"/>
      <p:regular r:id="rId15"/>
      <p:bold r:id="rId16"/>
      <p:italic r:id="rId17"/>
      <p:boldItalic r:id="rId18"/>
    </p:embeddedFont>
    <p:embeddedFont>
      <p:font typeface="Raleway" panose="020B0604020202020204" charset="-52"/>
      <p:regular r:id="rId19"/>
      <p:bold r:id="rId20"/>
      <p:italic r:id="rId21"/>
      <p:boldItalic r:id="rId22"/>
    </p:embeddedFont>
    <p:embeddedFont>
      <p:font typeface="Hanken Grotesk" panose="020B0604020202020204" charset="0"/>
      <p:regular r:id="rId23"/>
      <p:bold r:id="rId24"/>
      <p:italic r:id="rId25"/>
      <p:boldItalic r:id="rId26"/>
    </p:embeddedFont>
    <p:embeddedFont>
      <p:font typeface="Calibri" panose="020F0502020204030204" pitchFamily="34" charset="0"/>
      <p:regular r:id="rId27"/>
      <p:bold r:id="rId28"/>
      <p:italic r:id="rId29"/>
      <p:boldItalic r:id="rId30"/>
    </p:embeddedFont>
    <p:embeddedFont>
      <p:font typeface="Open Sans" panose="020B0604020202020204" charset="0"/>
      <p:regular r:id="rId31"/>
      <p:bold r:id="rId32"/>
      <p:italic r:id="rId33"/>
      <p:boldItalic r:id="rId34"/>
    </p:embeddedFont>
    <p:embeddedFont>
      <p:font typeface="Aboreto" panose="020B0604020202020204" charset="0"/>
      <p:regular r:id="rId35"/>
    </p:embeddedFont>
    <p:embeddedFont>
      <p:font typeface="Monsieur La Doulaise"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9C9F8-F141-4730-8A2A-FD711F2D8C6C}">
  <a:tblStyle styleId="{6229C9F8-F141-4730-8A2A-FD711F2D8C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111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theme" Target="theme/theme1.xml"/><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7060c86b7d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7060c86b7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44e0867a2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44e0867a2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3fb61485a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3fb61485a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dfe25653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2dfe25653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66575" y="1174325"/>
            <a:ext cx="4543500" cy="1930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b="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66575" y="3403675"/>
            <a:ext cx="1955700" cy="5655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rgbClr val="F9EDD9"/>
                </a:solidFill>
                <a:latin typeface="Alegreya Sans"/>
                <a:ea typeface="Alegreya Sans"/>
                <a:cs typeface="Alegreya Sans"/>
                <a:sym typeface="Alegreya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a:spLocks noGrp="1"/>
          </p:cNvSpPr>
          <p:nvPr>
            <p:ph type="pic" idx="2"/>
          </p:nvPr>
        </p:nvSpPr>
        <p:spPr>
          <a:xfrm>
            <a:off x="5220525" y="281450"/>
            <a:ext cx="3360000" cy="46812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19" name="Google Shape;19;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SzPts val="1800"/>
              <a:buFont typeface="Darker Grotesque SemiBold"/>
              <a:buChar char="●"/>
              <a:defRPr sz="1200"/>
            </a:lvl1pPr>
            <a:lvl2pPr marL="914400" lvl="1" indent="-317500" rtl="0">
              <a:lnSpc>
                <a:spcPct val="115000"/>
              </a:lnSpc>
              <a:spcBef>
                <a:spcPts val="0"/>
              </a:spcBef>
              <a:spcAft>
                <a:spcPts val="0"/>
              </a:spcAft>
              <a:buSzPts val="1400"/>
              <a:buFont typeface="Darker Grotesque SemiBold"/>
              <a:buChar char="○"/>
              <a:defRPr/>
            </a:lvl2pPr>
            <a:lvl3pPr marL="1371600" lvl="2" indent="-317500" rtl="0">
              <a:lnSpc>
                <a:spcPct val="115000"/>
              </a:lnSpc>
              <a:spcBef>
                <a:spcPts val="0"/>
              </a:spcBef>
              <a:spcAft>
                <a:spcPts val="0"/>
              </a:spcAft>
              <a:buSzPts val="1400"/>
              <a:buFont typeface="Darker Grotesque SemiBold"/>
              <a:buChar char="■"/>
              <a:defRPr/>
            </a:lvl3pPr>
            <a:lvl4pPr marL="1828800" lvl="3" indent="-317500" rtl="0">
              <a:lnSpc>
                <a:spcPct val="115000"/>
              </a:lnSpc>
              <a:spcBef>
                <a:spcPts val="0"/>
              </a:spcBef>
              <a:spcAft>
                <a:spcPts val="0"/>
              </a:spcAft>
              <a:buSzPts val="1400"/>
              <a:buFont typeface="Darker Grotesque SemiBold"/>
              <a:buChar char="●"/>
              <a:defRPr/>
            </a:lvl4pPr>
            <a:lvl5pPr marL="2286000" lvl="4" indent="-317500" rtl="0">
              <a:lnSpc>
                <a:spcPct val="115000"/>
              </a:lnSpc>
              <a:spcBef>
                <a:spcPts val="0"/>
              </a:spcBef>
              <a:spcAft>
                <a:spcPts val="0"/>
              </a:spcAft>
              <a:buSzPts val="1400"/>
              <a:buFont typeface="Darker Grotesque SemiBold"/>
              <a:buChar char="○"/>
              <a:defRPr/>
            </a:lvl5pPr>
            <a:lvl6pPr marL="2743200" lvl="5" indent="-317500" rtl="0">
              <a:lnSpc>
                <a:spcPct val="115000"/>
              </a:lnSpc>
              <a:spcBef>
                <a:spcPts val="0"/>
              </a:spcBef>
              <a:spcAft>
                <a:spcPts val="0"/>
              </a:spcAft>
              <a:buSzPts val="1400"/>
              <a:buFont typeface="Darker Grotesque SemiBold"/>
              <a:buChar char="■"/>
              <a:defRPr/>
            </a:lvl6pPr>
            <a:lvl7pPr marL="3200400" lvl="6" indent="-317500" rtl="0">
              <a:lnSpc>
                <a:spcPct val="115000"/>
              </a:lnSpc>
              <a:spcBef>
                <a:spcPts val="0"/>
              </a:spcBef>
              <a:spcAft>
                <a:spcPts val="0"/>
              </a:spcAft>
              <a:buSzPts val="1400"/>
              <a:buFont typeface="Darker Grotesque SemiBold"/>
              <a:buChar char="●"/>
              <a:defRPr/>
            </a:lvl7pPr>
            <a:lvl8pPr marL="3657600" lvl="7" indent="-317500" rtl="0">
              <a:lnSpc>
                <a:spcPct val="115000"/>
              </a:lnSpc>
              <a:spcBef>
                <a:spcPts val="0"/>
              </a:spcBef>
              <a:spcAft>
                <a:spcPts val="0"/>
              </a:spcAft>
              <a:buSzPts val="1400"/>
              <a:buFont typeface="Darker Grotesque SemiBold"/>
              <a:buChar char="○"/>
              <a:defRPr/>
            </a:lvl8pPr>
            <a:lvl9pPr marL="4114800" lvl="8" indent="-317500" rtl="0">
              <a:lnSpc>
                <a:spcPct val="115000"/>
              </a:lnSpc>
              <a:spcBef>
                <a:spcPts val="0"/>
              </a:spcBef>
              <a:spcAft>
                <a:spcPts val="0"/>
              </a:spcAft>
              <a:buSzPts val="1400"/>
              <a:buFont typeface="Darker Grotesque SemiBold"/>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ubTitle" idx="1"/>
          </p:nvPr>
        </p:nvSpPr>
        <p:spPr>
          <a:xfrm>
            <a:off x="4771675" y="1202950"/>
            <a:ext cx="3419700" cy="572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1600">
                <a:latin typeface="Aboreto"/>
                <a:ea typeface="Aboreto"/>
                <a:cs typeface="Aboreto"/>
                <a:sym typeface="Aboreto"/>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 name="Google Shape;22;p5"/>
          <p:cNvSpPr txBox="1">
            <a:spLocks noGrp="1"/>
          </p:cNvSpPr>
          <p:nvPr>
            <p:ph type="subTitle" idx="2"/>
          </p:nvPr>
        </p:nvSpPr>
        <p:spPr>
          <a:xfrm>
            <a:off x="4771675" y="3013527"/>
            <a:ext cx="34197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600">
                <a:latin typeface="Aboreto"/>
                <a:ea typeface="Aboreto"/>
                <a:cs typeface="Aboreto"/>
                <a:sym typeface="Aboreto"/>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3" name="Google Shape;23;p5"/>
          <p:cNvSpPr txBox="1">
            <a:spLocks noGrp="1"/>
          </p:cNvSpPr>
          <p:nvPr>
            <p:ph type="subTitle" idx="3"/>
          </p:nvPr>
        </p:nvSpPr>
        <p:spPr>
          <a:xfrm>
            <a:off x="4771675" y="1775648"/>
            <a:ext cx="3419700" cy="11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5"/>
          <p:cNvSpPr txBox="1">
            <a:spLocks noGrp="1"/>
          </p:cNvSpPr>
          <p:nvPr>
            <p:ph type="subTitle" idx="4"/>
          </p:nvPr>
        </p:nvSpPr>
        <p:spPr>
          <a:xfrm>
            <a:off x="4771675" y="3586225"/>
            <a:ext cx="3419700" cy="11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5"/>
          <p:cNvSpPr txBox="1">
            <a:spLocks noGrp="1"/>
          </p:cNvSpPr>
          <p:nvPr>
            <p:ph type="title"/>
          </p:nvPr>
        </p:nvSpPr>
        <p:spPr>
          <a:xfrm>
            <a:off x="228600" y="228600"/>
            <a:ext cx="86868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228600" y="228600"/>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0" name="Google Shape;30;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31" name="Google Shape;31;p7"/>
          <p:cNvSpPr>
            <a:spLocks noGrp="1"/>
          </p:cNvSpPr>
          <p:nvPr>
            <p:ph type="pic" idx="2"/>
          </p:nvPr>
        </p:nvSpPr>
        <p:spPr>
          <a:xfrm>
            <a:off x="5715849" y="0"/>
            <a:ext cx="34281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 name="Google Shape;36;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7" name="Google Shape;37;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3" name="Google Shape;43;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228600" y="154921"/>
            <a:ext cx="86871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47" name="Google Shape;47;p13"/>
          <p:cNvSpPr txBox="1">
            <a:spLocks noGrp="1"/>
          </p:cNvSpPr>
          <p:nvPr>
            <p:ph type="subTitle" idx="1"/>
          </p:nvPr>
        </p:nvSpPr>
        <p:spPr>
          <a:xfrm>
            <a:off x="1075625" y="138147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48" name="Google Shape;48;p13"/>
          <p:cNvSpPr txBox="1">
            <a:spLocks noGrp="1"/>
          </p:cNvSpPr>
          <p:nvPr>
            <p:ph type="subTitle" idx="2"/>
          </p:nvPr>
        </p:nvSpPr>
        <p:spPr>
          <a:xfrm>
            <a:off x="1075625" y="2096042"/>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49" name="Google Shape;49;p13"/>
          <p:cNvSpPr txBox="1">
            <a:spLocks noGrp="1"/>
          </p:cNvSpPr>
          <p:nvPr>
            <p:ph type="subTitle" idx="3"/>
          </p:nvPr>
        </p:nvSpPr>
        <p:spPr>
          <a:xfrm>
            <a:off x="1075625" y="2810608"/>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0" name="Google Shape;50;p13"/>
          <p:cNvSpPr txBox="1">
            <a:spLocks noGrp="1"/>
          </p:cNvSpPr>
          <p:nvPr>
            <p:ph type="subTitle" idx="4"/>
          </p:nvPr>
        </p:nvSpPr>
        <p:spPr>
          <a:xfrm>
            <a:off x="1075625" y="352517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1" name="Google Shape;51;p13"/>
          <p:cNvSpPr txBox="1">
            <a:spLocks noGrp="1"/>
          </p:cNvSpPr>
          <p:nvPr>
            <p:ph type="subTitle" idx="5"/>
          </p:nvPr>
        </p:nvSpPr>
        <p:spPr>
          <a:xfrm>
            <a:off x="6115800" y="1381475"/>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2" name="Google Shape;52;p13"/>
          <p:cNvSpPr txBox="1">
            <a:spLocks noGrp="1"/>
          </p:cNvSpPr>
          <p:nvPr>
            <p:ph type="subTitle" idx="6"/>
          </p:nvPr>
        </p:nvSpPr>
        <p:spPr>
          <a:xfrm>
            <a:off x="6115800" y="2096040"/>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3" name="Google Shape;53;p13"/>
          <p:cNvSpPr txBox="1">
            <a:spLocks noGrp="1"/>
          </p:cNvSpPr>
          <p:nvPr>
            <p:ph type="subTitle" idx="7"/>
          </p:nvPr>
        </p:nvSpPr>
        <p:spPr>
          <a:xfrm>
            <a:off x="6115800" y="2810604"/>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4" name="Google Shape;54;p13"/>
          <p:cNvSpPr txBox="1">
            <a:spLocks noGrp="1"/>
          </p:cNvSpPr>
          <p:nvPr>
            <p:ph type="subTitle" idx="8"/>
          </p:nvPr>
        </p:nvSpPr>
        <p:spPr>
          <a:xfrm>
            <a:off x="6115800" y="3525169"/>
            <a:ext cx="2799900" cy="539400"/>
          </a:xfrm>
          <a:prstGeom prst="rect">
            <a:avLst/>
          </a:prstGeom>
        </p:spPr>
        <p:txBody>
          <a:bodyPr spcFirstLastPara="1" wrap="square" lIns="91425" tIns="91425" rIns="91425" bIns="91425" anchor="t" anchorCtr="0">
            <a:noAutofit/>
          </a:bodyPr>
          <a:lstStyle>
            <a:lvl1pPr lvl="0">
              <a:lnSpc>
                <a:spcPct val="95000"/>
              </a:lnSpc>
              <a:spcBef>
                <a:spcPts val="0"/>
              </a:spcBef>
              <a:spcAft>
                <a:spcPts val="0"/>
              </a:spcAft>
              <a:buSzPts val="1400"/>
              <a:buFont typeface="Raleway"/>
              <a:buNone/>
              <a:defRPr sz="1600">
                <a:latin typeface="Aboreto"/>
                <a:ea typeface="Aboreto"/>
                <a:cs typeface="Aboreto"/>
                <a:sym typeface="Aboreto"/>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5" name="Google Shape;55;p13"/>
          <p:cNvSpPr txBox="1">
            <a:spLocks noGrp="1"/>
          </p:cNvSpPr>
          <p:nvPr>
            <p:ph type="title" idx="9" hasCustomPrompt="1"/>
          </p:nvPr>
        </p:nvSpPr>
        <p:spPr>
          <a:xfrm>
            <a:off x="157826" y="3548988"/>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6" name="Google Shape;56;p13"/>
          <p:cNvSpPr txBox="1">
            <a:spLocks noGrp="1"/>
          </p:cNvSpPr>
          <p:nvPr>
            <p:ph type="title" idx="13" hasCustomPrompt="1"/>
          </p:nvPr>
        </p:nvSpPr>
        <p:spPr>
          <a:xfrm>
            <a:off x="157827" y="2119654"/>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7" name="Google Shape;57;p13"/>
          <p:cNvSpPr txBox="1">
            <a:spLocks noGrp="1"/>
          </p:cNvSpPr>
          <p:nvPr>
            <p:ph type="title" idx="14" hasCustomPrompt="1"/>
          </p:nvPr>
        </p:nvSpPr>
        <p:spPr>
          <a:xfrm>
            <a:off x="158655" y="1405288"/>
            <a:ext cx="8643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8" name="Google Shape;58;p13"/>
          <p:cNvSpPr txBox="1">
            <a:spLocks noGrp="1"/>
          </p:cNvSpPr>
          <p:nvPr>
            <p:ph type="title" idx="15" hasCustomPrompt="1"/>
          </p:nvPr>
        </p:nvSpPr>
        <p:spPr>
          <a:xfrm>
            <a:off x="157826" y="2834321"/>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9" name="Google Shape;59;p13"/>
          <p:cNvSpPr txBox="1">
            <a:spLocks noGrp="1"/>
          </p:cNvSpPr>
          <p:nvPr>
            <p:ph type="title" idx="16" hasCustomPrompt="1"/>
          </p:nvPr>
        </p:nvSpPr>
        <p:spPr>
          <a:xfrm>
            <a:off x="5210689" y="2119852"/>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0" name="Google Shape;60;p13"/>
          <p:cNvSpPr txBox="1">
            <a:spLocks noGrp="1"/>
          </p:cNvSpPr>
          <p:nvPr>
            <p:ph type="title" idx="17" hasCustomPrompt="1"/>
          </p:nvPr>
        </p:nvSpPr>
        <p:spPr>
          <a:xfrm>
            <a:off x="5210687" y="2834417"/>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1" name="Google Shape;61;p13"/>
          <p:cNvSpPr txBox="1">
            <a:spLocks noGrp="1"/>
          </p:cNvSpPr>
          <p:nvPr>
            <p:ph type="title" idx="18" hasCustomPrompt="1"/>
          </p:nvPr>
        </p:nvSpPr>
        <p:spPr>
          <a:xfrm>
            <a:off x="5210689" y="3548981"/>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2" name="Google Shape;62;p13"/>
          <p:cNvSpPr txBox="1">
            <a:spLocks noGrp="1"/>
          </p:cNvSpPr>
          <p:nvPr>
            <p:ph type="title" idx="19" hasCustomPrompt="1"/>
          </p:nvPr>
        </p:nvSpPr>
        <p:spPr>
          <a:xfrm>
            <a:off x="5210689" y="1405288"/>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1516800" y="480975"/>
            <a:ext cx="6901800" cy="1753500"/>
          </a:xfrm>
          <a:prstGeom prst="rect">
            <a:avLst/>
          </a:prstGeom>
          <a:ln>
            <a:noFill/>
          </a:ln>
        </p:spPr>
        <p:txBody>
          <a:bodyPr spcFirstLastPara="1" wrap="square" lIns="91425" tIns="91425" rIns="91425" bIns="91425" anchor="t" anchorCtr="0">
            <a:noAutofit/>
          </a:bodyPr>
          <a:lstStyle>
            <a:lvl1pPr lvl="0" algn="l">
              <a:spcBef>
                <a:spcPts val="0"/>
              </a:spcBef>
              <a:spcAft>
                <a:spcPts val="0"/>
              </a:spcAft>
              <a:buSzPts val="2600"/>
              <a:buNone/>
              <a:defRPr sz="40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65" name="Google Shape;65;p14"/>
          <p:cNvSpPr txBox="1">
            <a:spLocks noGrp="1"/>
          </p:cNvSpPr>
          <p:nvPr>
            <p:ph type="subTitle" idx="1"/>
          </p:nvPr>
        </p:nvSpPr>
        <p:spPr>
          <a:xfrm>
            <a:off x="3352800" y="2376025"/>
            <a:ext cx="5065800" cy="2538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228600" y="228600"/>
            <a:ext cx="3998400" cy="18156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68" name="Google Shape;68;p15"/>
          <p:cNvSpPr txBox="1">
            <a:spLocks noGrp="1"/>
          </p:cNvSpPr>
          <p:nvPr>
            <p:ph type="body" idx="1"/>
          </p:nvPr>
        </p:nvSpPr>
        <p:spPr>
          <a:xfrm>
            <a:off x="1019775" y="2422325"/>
            <a:ext cx="3824100" cy="2082000"/>
          </a:xfrm>
          <a:prstGeom prst="rect">
            <a:avLst/>
          </a:prstGeom>
        </p:spPr>
        <p:txBody>
          <a:bodyPr spcFirstLastPara="1" wrap="square" lIns="91425" tIns="91425" rIns="91425" bIns="91425" anchor="b"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69" name="Google Shape;69;p15"/>
          <p:cNvSpPr>
            <a:spLocks noGrp="1"/>
          </p:cNvSpPr>
          <p:nvPr>
            <p:ph type="pic" idx="2"/>
          </p:nvPr>
        </p:nvSpPr>
        <p:spPr>
          <a:xfrm>
            <a:off x="5715849" y="0"/>
            <a:ext cx="3428100" cy="51435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228600" y="228600"/>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4"/>
        <p:cNvGrpSpPr/>
        <p:nvPr/>
      </p:nvGrpSpPr>
      <p:grpSpPr>
        <a:xfrm>
          <a:off x="0" y="0"/>
          <a:ext cx="0" cy="0"/>
          <a:chOff x="0" y="0"/>
          <a:chExt cx="0" cy="0"/>
        </a:xfrm>
      </p:grpSpPr>
      <p:sp>
        <p:nvSpPr>
          <p:cNvPr id="75" name="Google Shape;75;p18"/>
          <p:cNvSpPr txBox="1">
            <a:spLocks noGrp="1"/>
          </p:cNvSpPr>
          <p:nvPr>
            <p:ph type="subTitle" idx="1"/>
          </p:nvPr>
        </p:nvSpPr>
        <p:spPr>
          <a:xfrm>
            <a:off x="3431950" y="2492550"/>
            <a:ext cx="5412900" cy="763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8"/>
          <p:cNvSpPr txBox="1">
            <a:spLocks noGrp="1"/>
          </p:cNvSpPr>
          <p:nvPr>
            <p:ph type="subTitle" idx="2"/>
          </p:nvPr>
        </p:nvSpPr>
        <p:spPr>
          <a:xfrm>
            <a:off x="3431950" y="1149175"/>
            <a:ext cx="5412900" cy="763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7" name="Google Shape;77;p18"/>
          <p:cNvSpPr txBox="1">
            <a:spLocks noGrp="1"/>
          </p:cNvSpPr>
          <p:nvPr>
            <p:ph type="subTitle" idx="3"/>
          </p:nvPr>
        </p:nvSpPr>
        <p:spPr>
          <a:xfrm>
            <a:off x="3431950" y="3835950"/>
            <a:ext cx="5412900" cy="763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8" name="Google Shape;78;p18"/>
          <p:cNvSpPr txBox="1">
            <a:spLocks noGrp="1"/>
          </p:cNvSpPr>
          <p:nvPr>
            <p:ph type="title" hasCustomPrompt="1"/>
          </p:nvPr>
        </p:nvSpPr>
        <p:spPr>
          <a:xfrm>
            <a:off x="2859799" y="2552625"/>
            <a:ext cx="5106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9" name="Google Shape;79;p18"/>
          <p:cNvSpPr txBox="1">
            <a:spLocks noGrp="1"/>
          </p:cNvSpPr>
          <p:nvPr>
            <p:ph type="title" idx="4" hasCustomPrompt="1"/>
          </p:nvPr>
        </p:nvSpPr>
        <p:spPr>
          <a:xfrm>
            <a:off x="2860256" y="1207800"/>
            <a:ext cx="509700" cy="310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0" name="Google Shape;80;p18"/>
          <p:cNvSpPr txBox="1">
            <a:spLocks noGrp="1"/>
          </p:cNvSpPr>
          <p:nvPr>
            <p:ph type="title" idx="5" hasCustomPrompt="1"/>
          </p:nvPr>
        </p:nvSpPr>
        <p:spPr>
          <a:xfrm>
            <a:off x="2860247" y="3897775"/>
            <a:ext cx="5106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1" name="Google Shape;81;p18"/>
          <p:cNvSpPr txBox="1">
            <a:spLocks noGrp="1"/>
          </p:cNvSpPr>
          <p:nvPr>
            <p:ph type="title" idx="6"/>
          </p:nvPr>
        </p:nvSpPr>
        <p:spPr>
          <a:xfrm>
            <a:off x="228600" y="228600"/>
            <a:ext cx="86868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2"/>
        <p:cNvGrpSpPr/>
        <p:nvPr/>
      </p:nvGrpSpPr>
      <p:grpSpPr>
        <a:xfrm>
          <a:off x="0" y="0"/>
          <a:ext cx="0" cy="0"/>
          <a:chOff x="0" y="0"/>
          <a:chExt cx="0" cy="0"/>
        </a:xfrm>
      </p:grpSpPr>
      <p:sp>
        <p:nvSpPr>
          <p:cNvPr id="83" name="Google Shape;83;p19"/>
          <p:cNvSpPr txBox="1">
            <a:spLocks noGrp="1"/>
          </p:cNvSpPr>
          <p:nvPr>
            <p:ph type="subTitle" idx="1"/>
          </p:nvPr>
        </p:nvSpPr>
        <p:spPr>
          <a:xfrm>
            <a:off x="709100" y="2210225"/>
            <a:ext cx="18699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9"/>
          <p:cNvSpPr txBox="1">
            <a:spLocks noGrp="1"/>
          </p:cNvSpPr>
          <p:nvPr>
            <p:ph type="subTitle" idx="2"/>
          </p:nvPr>
        </p:nvSpPr>
        <p:spPr>
          <a:xfrm>
            <a:off x="3381449" y="2210225"/>
            <a:ext cx="18699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9"/>
          <p:cNvSpPr txBox="1">
            <a:spLocks noGrp="1"/>
          </p:cNvSpPr>
          <p:nvPr>
            <p:ph type="subTitle" idx="3"/>
          </p:nvPr>
        </p:nvSpPr>
        <p:spPr>
          <a:xfrm>
            <a:off x="709100" y="3948425"/>
            <a:ext cx="18699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 name="Google Shape;86;p19"/>
          <p:cNvSpPr txBox="1">
            <a:spLocks noGrp="1"/>
          </p:cNvSpPr>
          <p:nvPr>
            <p:ph type="subTitle" idx="4"/>
          </p:nvPr>
        </p:nvSpPr>
        <p:spPr>
          <a:xfrm>
            <a:off x="3381449" y="3948425"/>
            <a:ext cx="18699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9"/>
          <p:cNvSpPr txBox="1">
            <a:spLocks noGrp="1"/>
          </p:cNvSpPr>
          <p:nvPr>
            <p:ph type="subTitle" idx="5"/>
          </p:nvPr>
        </p:nvSpPr>
        <p:spPr>
          <a:xfrm>
            <a:off x="6053799" y="2210225"/>
            <a:ext cx="18699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9"/>
          <p:cNvSpPr txBox="1">
            <a:spLocks noGrp="1"/>
          </p:cNvSpPr>
          <p:nvPr>
            <p:ph type="subTitle" idx="6"/>
          </p:nvPr>
        </p:nvSpPr>
        <p:spPr>
          <a:xfrm>
            <a:off x="6053799" y="3948425"/>
            <a:ext cx="18699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9"/>
          <p:cNvSpPr txBox="1">
            <a:spLocks noGrp="1"/>
          </p:cNvSpPr>
          <p:nvPr>
            <p:ph type="title"/>
          </p:nvPr>
        </p:nvSpPr>
        <p:spPr>
          <a:xfrm>
            <a:off x="228600" y="228600"/>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90" name="Google Shape;90;p19"/>
          <p:cNvSpPr txBox="1">
            <a:spLocks noGrp="1"/>
          </p:cNvSpPr>
          <p:nvPr>
            <p:ph type="title" idx="7" hasCustomPrompt="1"/>
          </p:nvPr>
        </p:nvSpPr>
        <p:spPr>
          <a:xfrm>
            <a:off x="6053797" y="3568357"/>
            <a:ext cx="8658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1" name="Google Shape;91;p19"/>
          <p:cNvSpPr txBox="1">
            <a:spLocks noGrp="1"/>
          </p:cNvSpPr>
          <p:nvPr>
            <p:ph type="title" idx="8" hasCustomPrompt="1"/>
          </p:nvPr>
        </p:nvSpPr>
        <p:spPr>
          <a:xfrm>
            <a:off x="6053797" y="1840108"/>
            <a:ext cx="8658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 name="Google Shape;92;p19"/>
          <p:cNvSpPr txBox="1">
            <a:spLocks noGrp="1"/>
          </p:cNvSpPr>
          <p:nvPr>
            <p:ph type="title" idx="9" hasCustomPrompt="1"/>
          </p:nvPr>
        </p:nvSpPr>
        <p:spPr>
          <a:xfrm>
            <a:off x="3381446" y="1840408"/>
            <a:ext cx="864300" cy="310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19"/>
          <p:cNvSpPr txBox="1">
            <a:spLocks noGrp="1"/>
          </p:cNvSpPr>
          <p:nvPr>
            <p:ph type="title" idx="13" hasCustomPrompt="1"/>
          </p:nvPr>
        </p:nvSpPr>
        <p:spPr>
          <a:xfrm>
            <a:off x="3381446" y="3568357"/>
            <a:ext cx="8658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4" name="Google Shape;94;p19"/>
          <p:cNvSpPr txBox="1">
            <a:spLocks noGrp="1"/>
          </p:cNvSpPr>
          <p:nvPr>
            <p:ph type="title" idx="14" hasCustomPrompt="1"/>
          </p:nvPr>
        </p:nvSpPr>
        <p:spPr>
          <a:xfrm>
            <a:off x="709100" y="1840108"/>
            <a:ext cx="865800" cy="310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 name="Google Shape;95;p19"/>
          <p:cNvSpPr txBox="1">
            <a:spLocks noGrp="1"/>
          </p:cNvSpPr>
          <p:nvPr>
            <p:ph type="title" idx="15" hasCustomPrompt="1"/>
          </p:nvPr>
        </p:nvSpPr>
        <p:spPr>
          <a:xfrm>
            <a:off x="709100" y="3568358"/>
            <a:ext cx="865800" cy="310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6"/>
        <p:cNvGrpSpPr/>
        <p:nvPr/>
      </p:nvGrpSpPr>
      <p:grpSpPr>
        <a:xfrm>
          <a:off x="0" y="0"/>
          <a:ext cx="0" cy="0"/>
          <a:chOff x="0" y="0"/>
          <a:chExt cx="0" cy="0"/>
        </a:xfrm>
      </p:grpSpPr>
      <p:sp>
        <p:nvSpPr>
          <p:cNvPr id="97" name="Google Shape;97;p20"/>
          <p:cNvSpPr>
            <a:spLocks noGrp="1"/>
          </p:cNvSpPr>
          <p:nvPr>
            <p:ph type="pic" idx="2"/>
          </p:nvPr>
        </p:nvSpPr>
        <p:spPr>
          <a:xfrm>
            <a:off x="7325" y="7325"/>
            <a:ext cx="3473100" cy="5143500"/>
          </a:xfrm>
          <a:prstGeom prst="rect">
            <a:avLst/>
          </a:prstGeom>
          <a:noFill/>
          <a:ln>
            <a:noFill/>
          </a:ln>
        </p:spPr>
      </p:sp>
      <p:sp>
        <p:nvSpPr>
          <p:cNvPr id="98" name="Google Shape;98;p20"/>
          <p:cNvSpPr txBox="1">
            <a:spLocks noGrp="1"/>
          </p:cNvSpPr>
          <p:nvPr>
            <p:ph type="title" hasCustomPrompt="1"/>
          </p:nvPr>
        </p:nvSpPr>
        <p:spPr>
          <a:xfrm>
            <a:off x="4064825" y="921100"/>
            <a:ext cx="4463700" cy="75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5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9" name="Google Shape;99;p20"/>
          <p:cNvSpPr txBox="1">
            <a:spLocks noGrp="1"/>
          </p:cNvSpPr>
          <p:nvPr>
            <p:ph type="subTitle" idx="1"/>
          </p:nvPr>
        </p:nvSpPr>
        <p:spPr>
          <a:xfrm>
            <a:off x="4064825" y="1789309"/>
            <a:ext cx="4463700" cy="448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0" name="Google Shape;100;p20"/>
          <p:cNvSpPr txBox="1">
            <a:spLocks noGrp="1"/>
          </p:cNvSpPr>
          <p:nvPr>
            <p:ph type="title" idx="3" hasCustomPrompt="1"/>
          </p:nvPr>
        </p:nvSpPr>
        <p:spPr>
          <a:xfrm>
            <a:off x="4064825" y="2920683"/>
            <a:ext cx="4463700" cy="75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5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01" name="Google Shape;101;p20"/>
          <p:cNvSpPr txBox="1">
            <a:spLocks noGrp="1"/>
          </p:cNvSpPr>
          <p:nvPr>
            <p:ph type="subTitle" idx="4"/>
          </p:nvPr>
        </p:nvSpPr>
        <p:spPr>
          <a:xfrm>
            <a:off x="4064825" y="3788849"/>
            <a:ext cx="4463700" cy="448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2202800" y="763825"/>
            <a:ext cx="5090100" cy="694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000"/>
              <a:buNone/>
              <a:defRPr sz="4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104" name="Google Shape;104;p21"/>
          <p:cNvSpPr txBox="1">
            <a:spLocks noGrp="1"/>
          </p:cNvSpPr>
          <p:nvPr>
            <p:ph type="subTitle" idx="1"/>
          </p:nvPr>
        </p:nvSpPr>
        <p:spPr>
          <a:xfrm>
            <a:off x="2523800" y="1458325"/>
            <a:ext cx="44481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3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21"/>
          <p:cNvSpPr txBox="1"/>
          <p:nvPr/>
        </p:nvSpPr>
        <p:spPr>
          <a:xfrm>
            <a:off x="2952900" y="3561950"/>
            <a:ext cx="3590100" cy="55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Alegreya Sans"/>
                <a:ea typeface="Alegreya Sans"/>
                <a:cs typeface="Alegreya Sans"/>
                <a:sym typeface="Alegreya Sans"/>
              </a:rPr>
              <a:t>CREDITS:</a:t>
            </a:r>
            <a:r>
              <a:rPr lang="en" sz="1000">
                <a:solidFill>
                  <a:schemeClr val="dk1"/>
                </a:solidFill>
                <a:latin typeface="Alegreya Sans"/>
                <a:ea typeface="Alegreya Sans"/>
                <a:cs typeface="Alegreya Sans"/>
                <a:sym typeface="Alegreya Sans"/>
              </a:rPr>
              <a:t> This presentation template was created by </a:t>
            </a:r>
            <a:r>
              <a:rPr lang="en" sz="1000" b="1">
                <a:solidFill>
                  <a:schemeClr val="dk1"/>
                </a:solidFill>
                <a:uFill>
                  <a:noFill/>
                </a:uFill>
                <a:latin typeface="Alegreya Sans"/>
                <a:ea typeface="Alegreya Sans"/>
                <a:cs typeface="Alegreya Sans"/>
                <a:sym typeface="Alegreya Sans"/>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dk1"/>
                </a:solidFill>
                <a:latin typeface="Alegreya Sans"/>
                <a:ea typeface="Alegreya Sans"/>
                <a:cs typeface="Alegreya Sans"/>
                <a:sym typeface="Alegreya Sans"/>
              </a:rPr>
              <a:t>, and includes icons, infographics &amp; images by </a:t>
            </a:r>
            <a:r>
              <a:rPr lang="en" sz="1000" b="1">
                <a:solidFill>
                  <a:schemeClr val="dk1"/>
                </a:solidFill>
                <a:uFill>
                  <a:noFill/>
                </a:uFill>
                <a:latin typeface="Alegreya Sans"/>
                <a:ea typeface="Alegreya Sans"/>
                <a:cs typeface="Alegreya Sans"/>
                <a:sym typeface="Alegreya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dk1"/>
                </a:solidFill>
                <a:latin typeface="Alegreya Sans"/>
                <a:ea typeface="Alegreya Sans"/>
                <a:cs typeface="Alegreya Sans"/>
                <a:sym typeface="Alegreya Sans"/>
              </a:rPr>
              <a:t> </a:t>
            </a:r>
            <a:endParaRPr sz="1000" b="1" u="sng">
              <a:solidFill>
                <a:schemeClr val="dk1"/>
              </a:solidFill>
              <a:latin typeface="Alegreya Sans"/>
              <a:ea typeface="Alegreya Sans"/>
              <a:cs typeface="Alegreya Sans"/>
              <a:sym typeface="Alegreya Sans"/>
            </a:endParaRPr>
          </a:p>
        </p:txBody>
      </p:sp>
      <p:grpSp>
        <p:nvGrpSpPr>
          <p:cNvPr id="106" name="Google Shape;106;p21"/>
          <p:cNvGrpSpPr/>
          <p:nvPr/>
        </p:nvGrpSpPr>
        <p:grpSpPr>
          <a:xfrm>
            <a:off x="-1552075" y="-58225"/>
            <a:ext cx="4029562" cy="5263515"/>
            <a:chOff x="-1552075" y="-58225"/>
            <a:chExt cx="4029562" cy="5263515"/>
          </a:xfrm>
        </p:grpSpPr>
        <p:sp>
          <p:nvSpPr>
            <p:cNvPr id="107" name="Google Shape;107;p21"/>
            <p:cNvSpPr/>
            <p:nvPr/>
          </p:nvSpPr>
          <p:spPr>
            <a:xfrm>
              <a:off x="-1552075" y="-58225"/>
              <a:ext cx="4029562" cy="5263515"/>
            </a:xfrm>
            <a:custGeom>
              <a:avLst/>
              <a:gdLst/>
              <a:ahLst/>
              <a:cxnLst/>
              <a:rect l="l" t="t" r="r" b="b"/>
              <a:pathLst>
                <a:path w="5250243" h="6858000" extrusionOk="0">
                  <a:moveTo>
                    <a:pt x="3848989" y="6719189"/>
                  </a:moveTo>
                  <a:lnTo>
                    <a:pt x="5250244" y="6858000"/>
                  </a:lnTo>
                  <a:lnTo>
                    <a:pt x="0" y="6858000"/>
                  </a:lnTo>
                  <a:lnTo>
                    <a:pt x="1401255" y="6719189"/>
                  </a:lnTo>
                  <a:cubicBezTo>
                    <a:pt x="1975358" y="6662356"/>
                    <a:pt x="2429510" y="6208205"/>
                    <a:pt x="2486343" y="5634101"/>
                  </a:cubicBezTo>
                  <a:lnTo>
                    <a:pt x="2609279" y="4392676"/>
                  </a:lnTo>
                  <a:lnTo>
                    <a:pt x="2565718" y="3952558"/>
                  </a:lnTo>
                  <a:cubicBezTo>
                    <a:pt x="2541397" y="3707003"/>
                    <a:pt x="2347087" y="3512693"/>
                    <a:pt x="2101533" y="3488372"/>
                  </a:cubicBezTo>
                  <a:lnTo>
                    <a:pt x="1501585" y="3429000"/>
                  </a:lnTo>
                  <a:lnTo>
                    <a:pt x="2101533" y="3369564"/>
                  </a:lnTo>
                  <a:cubicBezTo>
                    <a:pt x="2347087" y="3345244"/>
                    <a:pt x="2541397" y="3150997"/>
                    <a:pt x="2565718" y="2905379"/>
                  </a:cubicBezTo>
                  <a:lnTo>
                    <a:pt x="2608580" y="2472246"/>
                  </a:lnTo>
                  <a:lnTo>
                    <a:pt x="2486343" y="1237869"/>
                  </a:lnTo>
                  <a:cubicBezTo>
                    <a:pt x="2429510" y="663766"/>
                    <a:pt x="1975358" y="209613"/>
                    <a:pt x="1401255" y="152718"/>
                  </a:cubicBezTo>
                  <a:lnTo>
                    <a:pt x="0" y="13970"/>
                  </a:lnTo>
                  <a:lnTo>
                    <a:pt x="141224" y="0"/>
                  </a:lnTo>
                  <a:lnTo>
                    <a:pt x="5109020" y="0"/>
                  </a:lnTo>
                  <a:lnTo>
                    <a:pt x="5250244" y="13970"/>
                  </a:lnTo>
                  <a:lnTo>
                    <a:pt x="3848989" y="152718"/>
                  </a:lnTo>
                  <a:cubicBezTo>
                    <a:pt x="3274886" y="209613"/>
                    <a:pt x="2820734" y="663766"/>
                    <a:pt x="2763901" y="1237869"/>
                  </a:cubicBezTo>
                  <a:lnTo>
                    <a:pt x="2641664" y="2472246"/>
                  </a:lnTo>
                  <a:lnTo>
                    <a:pt x="2684526" y="2905379"/>
                  </a:lnTo>
                  <a:cubicBezTo>
                    <a:pt x="2708847" y="3150997"/>
                    <a:pt x="2903157" y="3345244"/>
                    <a:pt x="3148711" y="3369564"/>
                  </a:cubicBezTo>
                  <a:lnTo>
                    <a:pt x="3748659" y="3429000"/>
                  </a:lnTo>
                  <a:lnTo>
                    <a:pt x="3148711" y="3488372"/>
                  </a:lnTo>
                  <a:cubicBezTo>
                    <a:pt x="2903157" y="3512693"/>
                    <a:pt x="2708847" y="3707003"/>
                    <a:pt x="2684526" y="3952558"/>
                  </a:cubicBezTo>
                  <a:lnTo>
                    <a:pt x="2640965" y="4392676"/>
                  </a:lnTo>
                  <a:lnTo>
                    <a:pt x="2763901" y="5634101"/>
                  </a:lnTo>
                  <a:cubicBezTo>
                    <a:pt x="2820734" y="6208205"/>
                    <a:pt x="3274886" y="6662356"/>
                    <a:pt x="3848989" y="6719189"/>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08" name="Google Shape;108;p21"/>
            <p:cNvSpPr/>
            <p:nvPr/>
          </p:nvSpPr>
          <p:spPr>
            <a:xfrm>
              <a:off x="376148" y="24852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09"/>
        <p:cNvGrpSpPr/>
        <p:nvPr/>
      </p:nvGrpSpPr>
      <p:grpSpPr>
        <a:xfrm>
          <a:off x="0" y="0"/>
          <a:ext cx="0" cy="0"/>
          <a:chOff x="0" y="0"/>
          <a:chExt cx="0" cy="0"/>
        </a:xfrm>
      </p:grpSpPr>
      <p:grpSp>
        <p:nvGrpSpPr>
          <p:cNvPr id="110" name="Google Shape;110;p22"/>
          <p:cNvGrpSpPr/>
          <p:nvPr/>
        </p:nvGrpSpPr>
        <p:grpSpPr>
          <a:xfrm>
            <a:off x="-1552075" y="-58225"/>
            <a:ext cx="4029562" cy="5263515"/>
            <a:chOff x="-1552075" y="-58225"/>
            <a:chExt cx="4029562" cy="5263515"/>
          </a:xfrm>
        </p:grpSpPr>
        <p:sp>
          <p:nvSpPr>
            <p:cNvPr id="111" name="Google Shape;111;p22"/>
            <p:cNvSpPr/>
            <p:nvPr/>
          </p:nvSpPr>
          <p:spPr>
            <a:xfrm>
              <a:off x="-1552075" y="-58225"/>
              <a:ext cx="4029562" cy="5263515"/>
            </a:xfrm>
            <a:custGeom>
              <a:avLst/>
              <a:gdLst/>
              <a:ahLst/>
              <a:cxnLst/>
              <a:rect l="l" t="t" r="r" b="b"/>
              <a:pathLst>
                <a:path w="5250243" h="6858000" extrusionOk="0">
                  <a:moveTo>
                    <a:pt x="3848989" y="6719189"/>
                  </a:moveTo>
                  <a:lnTo>
                    <a:pt x="5250244" y="6858000"/>
                  </a:lnTo>
                  <a:lnTo>
                    <a:pt x="0" y="6858000"/>
                  </a:lnTo>
                  <a:lnTo>
                    <a:pt x="1401255" y="6719189"/>
                  </a:lnTo>
                  <a:cubicBezTo>
                    <a:pt x="1975358" y="6662356"/>
                    <a:pt x="2429510" y="6208205"/>
                    <a:pt x="2486343" y="5634101"/>
                  </a:cubicBezTo>
                  <a:lnTo>
                    <a:pt x="2609279" y="4392676"/>
                  </a:lnTo>
                  <a:lnTo>
                    <a:pt x="2565718" y="3952558"/>
                  </a:lnTo>
                  <a:cubicBezTo>
                    <a:pt x="2541397" y="3707003"/>
                    <a:pt x="2347087" y="3512693"/>
                    <a:pt x="2101533" y="3488372"/>
                  </a:cubicBezTo>
                  <a:lnTo>
                    <a:pt x="1501585" y="3429000"/>
                  </a:lnTo>
                  <a:lnTo>
                    <a:pt x="2101533" y="3369564"/>
                  </a:lnTo>
                  <a:cubicBezTo>
                    <a:pt x="2347087" y="3345244"/>
                    <a:pt x="2541397" y="3150997"/>
                    <a:pt x="2565718" y="2905379"/>
                  </a:cubicBezTo>
                  <a:lnTo>
                    <a:pt x="2608580" y="2472246"/>
                  </a:lnTo>
                  <a:lnTo>
                    <a:pt x="2486343" y="1237869"/>
                  </a:lnTo>
                  <a:cubicBezTo>
                    <a:pt x="2429510" y="663766"/>
                    <a:pt x="1975358" y="209613"/>
                    <a:pt x="1401255" y="152718"/>
                  </a:cubicBezTo>
                  <a:lnTo>
                    <a:pt x="0" y="13970"/>
                  </a:lnTo>
                  <a:lnTo>
                    <a:pt x="141224" y="0"/>
                  </a:lnTo>
                  <a:lnTo>
                    <a:pt x="5109020" y="0"/>
                  </a:lnTo>
                  <a:lnTo>
                    <a:pt x="5250244" y="13970"/>
                  </a:lnTo>
                  <a:lnTo>
                    <a:pt x="3848989" y="152718"/>
                  </a:lnTo>
                  <a:cubicBezTo>
                    <a:pt x="3274886" y="209613"/>
                    <a:pt x="2820734" y="663766"/>
                    <a:pt x="2763901" y="1237869"/>
                  </a:cubicBezTo>
                  <a:lnTo>
                    <a:pt x="2641664" y="2472246"/>
                  </a:lnTo>
                  <a:lnTo>
                    <a:pt x="2684526" y="2905379"/>
                  </a:lnTo>
                  <a:cubicBezTo>
                    <a:pt x="2708847" y="3150997"/>
                    <a:pt x="2903157" y="3345244"/>
                    <a:pt x="3148711" y="3369564"/>
                  </a:cubicBezTo>
                  <a:lnTo>
                    <a:pt x="3748659" y="3429000"/>
                  </a:lnTo>
                  <a:lnTo>
                    <a:pt x="3148711" y="3488372"/>
                  </a:lnTo>
                  <a:cubicBezTo>
                    <a:pt x="2903157" y="3512693"/>
                    <a:pt x="2708847" y="3707003"/>
                    <a:pt x="2684526" y="3952558"/>
                  </a:cubicBezTo>
                  <a:lnTo>
                    <a:pt x="2640965" y="4392676"/>
                  </a:lnTo>
                  <a:lnTo>
                    <a:pt x="2763901" y="5634101"/>
                  </a:lnTo>
                  <a:cubicBezTo>
                    <a:pt x="2820734" y="6208205"/>
                    <a:pt x="3274886" y="6662356"/>
                    <a:pt x="3848989" y="6719189"/>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12" name="Google Shape;112;p22"/>
            <p:cNvSpPr/>
            <p:nvPr/>
          </p:nvSpPr>
          <p:spPr>
            <a:xfrm>
              <a:off x="376148" y="24852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13"/>
        <p:cNvGrpSpPr/>
        <p:nvPr/>
      </p:nvGrpSpPr>
      <p:grpSpPr>
        <a:xfrm>
          <a:off x="0" y="0"/>
          <a:ext cx="0" cy="0"/>
          <a:chOff x="0" y="0"/>
          <a:chExt cx="0" cy="0"/>
        </a:xfrm>
      </p:grpSpPr>
      <p:sp>
        <p:nvSpPr>
          <p:cNvPr id="114" name="Google Shape;114;p23"/>
          <p:cNvSpPr/>
          <p:nvPr/>
        </p:nvSpPr>
        <p:spPr>
          <a:xfrm flipH="1">
            <a:off x="6608900" y="2754096"/>
            <a:ext cx="4028511" cy="4028511"/>
          </a:xfrm>
          <a:custGeom>
            <a:avLst/>
            <a:gdLst/>
            <a:ahLst/>
            <a:cxnLst/>
            <a:rect l="l" t="t" r="r" b="b"/>
            <a:pathLst>
              <a:path w="6857040" h="6857040" extrusionOk="0">
                <a:moveTo>
                  <a:pt x="4615277" y="3209489"/>
                </a:moveTo>
                <a:lnTo>
                  <a:pt x="6857041" y="3428520"/>
                </a:lnTo>
                <a:lnTo>
                  <a:pt x="4615277" y="3647552"/>
                </a:lnTo>
                <a:cubicBezTo>
                  <a:pt x="4102948" y="3697634"/>
                  <a:pt x="3697565" y="4102948"/>
                  <a:pt x="3647552" y="4615277"/>
                </a:cubicBezTo>
                <a:lnTo>
                  <a:pt x="3428520" y="6857041"/>
                </a:lnTo>
                <a:lnTo>
                  <a:pt x="3209489" y="4615277"/>
                </a:lnTo>
                <a:cubicBezTo>
                  <a:pt x="3159407" y="4102948"/>
                  <a:pt x="2754093" y="3697565"/>
                  <a:pt x="2241764" y="3647552"/>
                </a:cubicBezTo>
                <a:lnTo>
                  <a:pt x="0" y="3428520"/>
                </a:lnTo>
                <a:lnTo>
                  <a:pt x="2241764" y="3209489"/>
                </a:lnTo>
                <a:cubicBezTo>
                  <a:pt x="2754093" y="3159407"/>
                  <a:pt x="3159476" y="2754093"/>
                  <a:pt x="3209489" y="2241764"/>
                </a:cubicBezTo>
                <a:lnTo>
                  <a:pt x="3428520" y="0"/>
                </a:lnTo>
                <a:lnTo>
                  <a:pt x="3647552" y="2241764"/>
                </a:lnTo>
                <a:cubicBezTo>
                  <a:pt x="3697634" y="2754093"/>
                  <a:pt x="4102948" y="3159476"/>
                  <a:pt x="4615277" y="32094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15" name="Google Shape;115;p23"/>
          <p:cNvSpPr/>
          <p:nvPr/>
        </p:nvSpPr>
        <p:spPr>
          <a:xfrm rot="-1801675" flipH="1">
            <a:off x="7990840" y="4148469"/>
            <a:ext cx="173254" cy="173104"/>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1pPr>
            <a:lvl2pPr lvl="1"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2pPr>
            <a:lvl3pPr lvl="2"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3pPr>
            <a:lvl4pPr lvl="3"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4pPr>
            <a:lvl5pPr lvl="4"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5pPr>
            <a:lvl6pPr lvl="5"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6pPr>
            <a:lvl7pPr lvl="6"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7pPr>
            <a:lvl8pPr lvl="7"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8pPr>
            <a:lvl9pPr lvl="8" rtl="0">
              <a:spcBef>
                <a:spcPts val="0"/>
              </a:spcBef>
              <a:spcAft>
                <a:spcPts val="0"/>
              </a:spcAft>
              <a:buClr>
                <a:schemeClr val="dk1"/>
              </a:buClr>
              <a:buSzPts val="2600"/>
              <a:buFont typeface="Aboreto"/>
              <a:buNone/>
              <a:defRPr sz="2600">
                <a:solidFill>
                  <a:schemeClr val="dk1"/>
                </a:solidFill>
                <a:latin typeface="Aboreto"/>
                <a:ea typeface="Aboreto"/>
                <a:cs typeface="Aboreto"/>
                <a:sym typeface="Aboret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1pPr>
            <a:lvl2pPr marL="914400" lvl="1"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2pPr>
            <a:lvl3pPr marL="1371600" lvl="2"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3pPr>
            <a:lvl4pPr marL="1828800" lvl="3"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4pPr>
            <a:lvl5pPr marL="2286000" lvl="4"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5pPr>
            <a:lvl6pPr marL="2743200" lvl="5"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6pPr>
            <a:lvl7pPr marL="3200400" lvl="6"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7pPr>
            <a:lvl8pPr marL="3657600" lvl="7"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8pPr>
            <a:lvl9pPr marL="4114800" lvl="8" indent="-317500">
              <a:lnSpc>
                <a:spcPct val="100000"/>
              </a:lnSpc>
              <a:spcBef>
                <a:spcPts val="0"/>
              </a:spcBef>
              <a:spcAft>
                <a:spcPts val="0"/>
              </a:spcAft>
              <a:buClr>
                <a:schemeClr val="dk1"/>
              </a:buClr>
              <a:buSzPts val="1400"/>
              <a:buFont typeface="Alegreya Sans"/>
              <a:buChar char="■"/>
              <a:defRPr>
                <a:solidFill>
                  <a:schemeClr val="dk1"/>
                </a:solidFill>
                <a:latin typeface="Alegreya Sans"/>
                <a:ea typeface="Alegreya Sans"/>
                <a:cs typeface="Alegreya Sans"/>
                <a:sym typeface="Alegrey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bit.ly/30B07Gq" TargetMode="External"/><Relationship Id="rId3" Type="http://schemas.openxmlformats.org/officeDocument/2006/relationships/image" Target="../media/image1.png"/><Relationship Id="rId7" Type="http://schemas.openxmlformats.org/officeDocument/2006/relationships/hyperlink" Target="https://slidesgo.com/ai?utm_source=Slidesgo_template&amp;utm_medium=referral-link&amp;utm_campaign=sg_credits&amp;utm_term=Slidesg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bit.ly/3A1uf1Q" TargetMode="External"/><Relationship Id="rId11"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hyperlink" Target="https://www.freepik.com/ai?utm_source=slidesgo_template&amp;utm_medium=referral-link&amp;utm_campaign=promo-slide&amp;utm_term=slidesgo&amp;utm_content=freepik" TargetMode="External"/><Relationship Id="rId4" Type="http://schemas.openxmlformats.org/officeDocument/2006/relationships/slide" Target="slide12.xml"/><Relationship Id="rId9" Type="http://schemas.openxmlformats.org/officeDocument/2006/relationships/hyperlink" Target="http://bit.ly/33VAFh3"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hyperlink" Target="https://docs.google.com/spreadsheets/d/1ACUEzbXpG0_mu3mhIB8BX8kTjrmSzfF7PbkIut1NFSU/copy"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28"/>
          <p:cNvSpPr/>
          <p:nvPr/>
        </p:nvSpPr>
        <p:spPr>
          <a:xfrm>
            <a:off x="-78650" y="-32450"/>
            <a:ext cx="9296400" cy="5212080"/>
          </a:xfrm>
          <a:custGeom>
            <a:avLst/>
            <a:gdLst/>
            <a:ahLst/>
            <a:cxnLst/>
            <a:rect l="l" t="t" r="r" b="b"/>
            <a:pathLst>
              <a:path w="12192000" h="6858000" extrusionOk="0">
                <a:moveTo>
                  <a:pt x="0" y="0"/>
                </a:moveTo>
                <a:lnTo>
                  <a:pt x="0" y="6858000"/>
                </a:lnTo>
                <a:lnTo>
                  <a:pt x="12192000" y="6858000"/>
                </a:lnTo>
                <a:lnTo>
                  <a:pt x="12192000" y="0"/>
                </a:lnTo>
                <a:lnTo>
                  <a:pt x="0" y="0"/>
                </a:lnTo>
                <a:close/>
                <a:moveTo>
                  <a:pt x="11226546" y="5259070"/>
                </a:moveTo>
                <a:cubicBezTo>
                  <a:pt x="11226546" y="5264087"/>
                  <a:pt x="11224831" y="5268278"/>
                  <a:pt x="11222609" y="5269421"/>
                </a:cubicBezTo>
                <a:cubicBezTo>
                  <a:pt x="11146409" y="5306949"/>
                  <a:pt x="11119866" y="5378133"/>
                  <a:pt x="11157712" y="5460619"/>
                </a:cubicBezTo>
                <a:cubicBezTo>
                  <a:pt x="11162538" y="5471097"/>
                  <a:pt x="11176698" y="5469382"/>
                  <a:pt x="11176635" y="5483670"/>
                </a:cubicBezTo>
                <a:cubicBezTo>
                  <a:pt x="11176635" y="5489194"/>
                  <a:pt x="11174349" y="5493449"/>
                  <a:pt x="11171809" y="5493639"/>
                </a:cubicBezTo>
                <a:cubicBezTo>
                  <a:pt x="10972419" y="5505895"/>
                  <a:pt x="10740898" y="5579047"/>
                  <a:pt x="10648696" y="5777675"/>
                </a:cubicBezTo>
                <a:cubicBezTo>
                  <a:pt x="10645331" y="5784977"/>
                  <a:pt x="10628440" y="5827840"/>
                  <a:pt x="10627360" y="5832539"/>
                </a:cubicBezTo>
                <a:cubicBezTo>
                  <a:pt x="10598658" y="5957380"/>
                  <a:pt x="10649648" y="6042470"/>
                  <a:pt x="10501503" y="6098159"/>
                </a:cubicBezTo>
                <a:cubicBezTo>
                  <a:pt x="10472293" y="6109145"/>
                  <a:pt x="10362629" y="6125909"/>
                  <a:pt x="10355961" y="6130481"/>
                </a:cubicBezTo>
                <a:cubicBezTo>
                  <a:pt x="10353231" y="6132322"/>
                  <a:pt x="10347579" y="6154293"/>
                  <a:pt x="10339578" y="6164009"/>
                </a:cubicBezTo>
                <a:cubicBezTo>
                  <a:pt x="10252773" y="6269546"/>
                  <a:pt x="10027412" y="6237732"/>
                  <a:pt x="9907016" y="6237224"/>
                </a:cubicBezTo>
                <a:cubicBezTo>
                  <a:pt x="9711944" y="6236399"/>
                  <a:pt x="9309164" y="6217666"/>
                  <a:pt x="9165082" y="6365558"/>
                </a:cubicBezTo>
                <a:cubicBezTo>
                  <a:pt x="9155874" y="6375019"/>
                  <a:pt x="9163876" y="6387338"/>
                  <a:pt x="9146540" y="6384798"/>
                </a:cubicBezTo>
                <a:cubicBezTo>
                  <a:pt x="9143556" y="6384354"/>
                  <a:pt x="9116123" y="6344603"/>
                  <a:pt x="9107043" y="6338443"/>
                </a:cubicBezTo>
                <a:cubicBezTo>
                  <a:pt x="9003856" y="6268085"/>
                  <a:pt x="8803640" y="6243257"/>
                  <a:pt x="8680069" y="6237161"/>
                </a:cubicBezTo>
                <a:cubicBezTo>
                  <a:pt x="8521891" y="6229350"/>
                  <a:pt x="8069009" y="6285548"/>
                  <a:pt x="7964615" y="6175566"/>
                </a:cubicBezTo>
                <a:cubicBezTo>
                  <a:pt x="7952550" y="6162866"/>
                  <a:pt x="7946962" y="6138609"/>
                  <a:pt x="7938199" y="6133021"/>
                </a:cubicBezTo>
                <a:cubicBezTo>
                  <a:pt x="7920863" y="6121908"/>
                  <a:pt x="7825042" y="6111177"/>
                  <a:pt x="7791260" y="6098350"/>
                </a:cubicBezTo>
                <a:cubicBezTo>
                  <a:pt x="7656703" y="6047169"/>
                  <a:pt x="7696454" y="5953951"/>
                  <a:pt x="7673086" y="5840349"/>
                </a:cubicBezTo>
                <a:cubicBezTo>
                  <a:pt x="7663181" y="5792343"/>
                  <a:pt x="7635240" y="5745734"/>
                  <a:pt x="7607173" y="5706745"/>
                </a:cubicBezTo>
                <a:cubicBezTo>
                  <a:pt x="7594537" y="5689219"/>
                  <a:pt x="7545324" y="5638546"/>
                  <a:pt x="7528116" y="5625338"/>
                </a:cubicBezTo>
                <a:cubicBezTo>
                  <a:pt x="7413244" y="5537518"/>
                  <a:pt x="7274307" y="5504307"/>
                  <a:pt x="7133590" y="5494592"/>
                </a:cubicBezTo>
                <a:cubicBezTo>
                  <a:pt x="7128764" y="5494274"/>
                  <a:pt x="7126923" y="5480812"/>
                  <a:pt x="7130860" y="5474780"/>
                </a:cubicBezTo>
                <a:cubicBezTo>
                  <a:pt x="7151497" y="5443284"/>
                  <a:pt x="7167944" y="5407851"/>
                  <a:pt x="7161467" y="5367782"/>
                </a:cubicBezTo>
                <a:cubicBezTo>
                  <a:pt x="7152957" y="5314696"/>
                  <a:pt x="7085902" y="5277612"/>
                  <a:pt x="7070979" y="5262182"/>
                </a:cubicBezTo>
                <a:cubicBezTo>
                  <a:pt x="7069201" y="5260340"/>
                  <a:pt x="7068122" y="5256213"/>
                  <a:pt x="7068249" y="5251895"/>
                </a:cubicBezTo>
                <a:cubicBezTo>
                  <a:pt x="7074282" y="5003356"/>
                  <a:pt x="7073837" y="4754245"/>
                  <a:pt x="7073011" y="4505325"/>
                </a:cubicBezTo>
                <a:cubicBezTo>
                  <a:pt x="7069392" y="3412808"/>
                  <a:pt x="7085203" y="2313178"/>
                  <a:pt x="7073075" y="1211961"/>
                </a:cubicBezTo>
                <a:cubicBezTo>
                  <a:pt x="7072948" y="1201865"/>
                  <a:pt x="7072249" y="1192340"/>
                  <a:pt x="7069963" y="1182878"/>
                </a:cubicBezTo>
                <a:cubicBezTo>
                  <a:pt x="7068439" y="1176528"/>
                  <a:pt x="7070027" y="1168591"/>
                  <a:pt x="7073265" y="1167130"/>
                </a:cubicBezTo>
                <a:cubicBezTo>
                  <a:pt x="7099237" y="1155446"/>
                  <a:pt x="7197027" y="1164019"/>
                  <a:pt x="7219696" y="1162304"/>
                </a:cubicBezTo>
                <a:cubicBezTo>
                  <a:pt x="7363460" y="1151763"/>
                  <a:pt x="7573581" y="1102297"/>
                  <a:pt x="7620508" y="942975"/>
                </a:cubicBezTo>
                <a:cubicBezTo>
                  <a:pt x="7621524" y="939483"/>
                  <a:pt x="7623302" y="937387"/>
                  <a:pt x="7625207" y="937768"/>
                </a:cubicBezTo>
                <a:cubicBezTo>
                  <a:pt x="7661529" y="944499"/>
                  <a:pt x="7693025" y="964629"/>
                  <a:pt x="7731189" y="968121"/>
                </a:cubicBezTo>
                <a:cubicBezTo>
                  <a:pt x="7844727" y="978599"/>
                  <a:pt x="7952169" y="906082"/>
                  <a:pt x="8016748" y="814896"/>
                </a:cubicBezTo>
                <a:cubicBezTo>
                  <a:pt x="8017764" y="813435"/>
                  <a:pt x="8018970" y="812863"/>
                  <a:pt x="8020177" y="813245"/>
                </a:cubicBezTo>
                <a:cubicBezTo>
                  <a:pt x="8131937" y="850773"/>
                  <a:pt x="8312214" y="901637"/>
                  <a:pt x="8363394" y="751142"/>
                </a:cubicBezTo>
                <a:cubicBezTo>
                  <a:pt x="8374126" y="719646"/>
                  <a:pt x="8368793" y="693611"/>
                  <a:pt x="8389747" y="661988"/>
                </a:cubicBezTo>
                <a:cubicBezTo>
                  <a:pt x="8490839" y="509334"/>
                  <a:pt x="8918004" y="593662"/>
                  <a:pt x="9085072" y="517716"/>
                </a:cubicBezTo>
                <a:cubicBezTo>
                  <a:pt x="9112377" y="505270"/>
                  <a:pt x="9127681" y="488442"/>
                  <a:pt x="9151430" y="473520"/>
                </a:cubicBezTo>
                <a:cubicBezTo>
                  <a:pt x="9152890" y="472567"/>
                  <a:pt x="9154478" y="473202"/>
                  <a:pt x="9155684" y="475107"/>
                </a:cubicBezTo>
                <a:cubicBezTo>
                  <a:pt x="9182671" y="514921"/>
                  <a:pt x="9239441" y="531305"/>
                  <a:pt x="9283827" y="539877"/>
                </a:cubicBezTo>
                <a:cubicBezTo>
                  <a:pt x="9440228" y="570040"/>
                  <a:pt x="9744011" y="535369"/>
                  <a:pt x="9867646" y="620776"/>
                </a:cubicBezTo>
                <a:cubicBezTo>
                  <a:pt x="9945878" y="674878"/>
                  <a:pt x="9914319" y="756857"/>
                  <a:pt x="9973945" y="813562"/>
                </a:cubicBezTo>
                <a:cubicBezTo>
                  <a:pt x="10048494" y="884491"/>
                  <a:pt x="10185844" y="844995"/>
                  <a:pt x="10272141" y="814769"/>
                </a:cubicBezTo>
                <a:cubicBezTo>
                  <a:pt x="10273220" y="814388"/>
                  <a:pt x="10274300" y="814769"/>
                  <a:pt x="10275253" y="815848"/>
                </a:cubicBezTo>
                <a:cubicBezTo>
                  <a:pt x="10376535" y="931291"/>
                  <a:pt x="10512996" y="1020191"/>
                  <a:pt x="10663619" y="939292"/>
                </a:cubicBezTo>
                <a:cubicBezTo>
                  <a:pt x="10664952" y="938594"/>
                  <a:pt x="10666412" y="939102"/>
                  <a:pt x="10667619" y="940752"/>
                </a:cubicBezTo>
                <a:cubicBezTo>
                  <a:pt x="10696766" y="982663"/>
                  <a:pt x="10707116" y="1016889"/>
                  <a:pt x="10749724" y="1053211"/>
                </a:cubicBezTo>
                <a:cubicBezTo>
                  <a:pt x="10805731" y="1100963"/>
                  <a:pt x="10964735" y="1161860"/>
                  <a:pt x="11035602" y="1161860"/>
                </a:cubicBezTo>
                <a:lnTo>
                  <a:pt x="11222545" y="1161860"/>
                </a:lnTo>
                <a:cubicBezTo>
                  <a:pt x="11225340" y="1161860"/>
                  <a:pt x="11227562" y="1166686"/>
                  <a:pt x="11227562" y="1172718"/>
                </a:cubicBezTo>
                <a:lnTo>
                  <a:pt x="11234293" y="4576128"/>
                </a:lnTo>
                <a:lnTo>
                  <a:pt x="11226419" y="5259134"/>
                </a:lnTo>
                <a:close/>
              </a:path>
            </a:pathLst>
          </a:custGeom>
          <a:solidFill>
            <a:schemeClr val="lt1"/>
          </a:solidFill>
          <a:ln w="9525" cap="flat" cmpd="sng">
            <a:solidFill>
              <a:srgbClr val="F9EDD9"/>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33" name="Google Shape;133;p28"/>
          <p:cNvSpPr txBox="1">
            <a:spLocks noGrp="1"/>
          </p:cNvSpPr>
          <p:nvPr>
            <p:ph type="ctrTitle"/>
          </p:nvPr>
        </p:nvSpPr>
        <p:spPr>
          <a:xfrm>
            <a:off x="466575" y="401100"/>
            <a:ext cx="4543500" cy="270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700">
                <a:solidFill>
                  <a:srgbClr val="F9EDD9"/>
                </a:solidFill>
                <a:latin typeface="Aboreto"/>
                <a:ea typeface="Aboreto"/>
                <a:cs typeface="Aboreto"/>
                <a:sym typeface="Aboreto"/>
              </a:rPr>
              <a:t>ISLAMIC </a:t>
            </a:r>
            <a:endParaRPr sz="5700">
              <a:solidFill>
                <a:srgbClr val="F9EDD9"/>
              </a:solidFill>
              <a:latin typeface="Aboreto"/>
              <a:ea typeface="Aboreto"/>
              <a:cs typeface="Aboreto"/>
              <a:sym typeface="Aboreto"/>
            </a:endParaRPr>
          </a:p>
          <a:p>
            <a:pPr marL="457200" lvl="0" indent="457200" algn="l" rtl="0">
              <a:spcBef>
                <a:spcPts val="0"/>
              </a:spcBef>
              <a:spcAft>
                <a:spcPts val="0"/>
              </a:spcAft>
              <a:buNone/>
            </a:pPr>
            <a:r>
              <a:rPr lang="en" sz="5400">
                <a:solidFill>
                  <a:srgbClr val="F9EDD9"/>
                </a:solidFill>
                <a:latin typeface="Monsieur La Doulaise"/>
                <a:ea typeface="Monsieur La Doulaise"/>
                <a:cs typeface="Monsieur La Doulaise"/>
                <a:sym typeface="Monsieur La Doulaise"/>
              </a:rPr>
              <a:t>H</a:t>
            </a:r>
            <a:r>
              <a:rPr lang="en" sz="5400">
                <a:solidFill>
                  <a:srgbClr val="F9EDD9"/>
                </a:solidFill>
                <a:latin typeface="Aboreto"/>
                <a:ea typeface="Aboreto"/>
                <a:cs typeface="Aboreto"/>
                <a:sym typeface="Aboreto"/>
              </a:rPr>
              <a:t>ISTORY</a:t>
            </a:r>
            <a:endParaRPr sz="5400">
              <a:solidFill>
                <a:srgbClr val="F9EDD9"/>
              </a:solidFill>
              <a:latin typeface="Aboreto"/>
              <a:ea typeface="Aboreto"/>
              <a:cs typeface="Aboreto"/>
              <a:sym typeface="Aboreto"/>
            </a:endParaRPr>
          </a:p>
        </p:txBody>
      </p:sp>
      <p:sp>
        <p:nvSpPr>
          <p:cNvPr id="134" name="Google Shape;134;p28"/>
          <p:cNvSpPr txBox="1">
            <a:spLocks noGrp="1"/>
          </p:cNvSpPr>
          <p:nvPr>
            <p:ph type="subTitle" idx="1"/>
          </p:nvPr>
        </p:nvSpPr>
        <p:spPr>
          <a:xfrm>
            <a:off x="466575" y="3403675"/>
            <a:ext cx="2726400" cy="99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a:t>
            </a:r>
            <a:br>
              <a:rPr lang="en"/>
            </a:br>
            <a:r>
              <a:rPr lang="en"/>
              <a:t>presentation begins</a:t>
            </a:r>
            <a:endParaRPr/>
          </a:p>
        </p:txBody>
      </p:sp>
      <p:grpSp>
        <p:nvGrpSpPr>
          <p:cNvPr id="135" name="Google Shape;135;p28"/>
          <p:cNvGrpSpPr/>
          <p:nvPr/>
        </p:nvGrpSpPr>
        <p:grpSpPr>
          <a:xfrm>
            <a:off x="5324925" y="81925"/>
            <a:ext cx="3163425" cy="4979650"/>
            <a:chOff x="5324925" y="81925"/>
            <a:chExt cx="3163425" cy="4979650"/>
          </a:xfrm>
        </p:grpSpPr>
        <p:sp>
          <p:nvSpPr>
            <p:cNvPr id="136" name="Google Shape;136;p28"/>
            <p:cNvSpPr/>
            <p:nvPr/>
          </p:nvSpPr>
          <p:spPr>
            <a:xfrm>
              <a:off x="5324925" y="360100"/>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7" name="Google Shape;137;p28"/>
            <p:cNvSpPr/>
            <p:nvPr/>
          </p:nvSpPr>
          <p:spPr>
            <a:xfrm>
              <a:off x="8164050" y="360100"/>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8" name="Google Shape;138;p28"/>
            <p:cNvSpPr/>
            <p:nvPr/>
          </p:nvSpPr>
          <p:spPr>
            <a:xfrm>
              <a:off x="5324925" y="435537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39" name="Google Shape;139;p28"/>
            <p:cNvSpPr/>
            <p:nvPr/>
          </p:nvSpPr>
          <p:spPr>
            <a:xfrm>
              <a:off x="8164050" y="435537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0" name="Google Shape;140;p28"/>
            <p:cNvSpPr/>
            <p:nvPr/>
          </p:nvSpPr>
          <p:spPr>
            <a:xfrm>
              <a:off x="6810798" y="81925"/>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1" name="Google Shape;141;p28"/>
            <p:cNvSpPr/>
            <p:nvPr/>
          </p:nvSpPr>
          <p:spPr>
            <a:xfrm>
              <a:off x="6810798" y="4888475"/>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 name="Рисунок 1"/>
          <p:cNvSpPr>
            <a:spLocks noGrp="1"/>
          </p:cNvSpPr>
          <p:nvPr>
            <p:ph type="pic" idx="2"/>
          </p:nvPr>
        </p:nvSpPr>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9"/>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sp>
        <p:nvSpPr>
          <p:cNvPr id="147" name="Google Shape;147;p29"/>
          <p:cNvSpPr/>
          <p:nvPr/>
        </p:nvSpPr>
        <p:spPr>
          <a:xfrm>
            <a:off x="5209300" y="4051975"/>
            <a:ext cx="2701800" cy="4059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200">
                <a:solidFill>
                  <a:schemeClr val="dk1"/>
                </a:solidFill>
                <a:latin typeface="Alegreya Sans"/>
                <a:ea typeface="Alegreya Sans"/>
                <a:cs typeface="Alegreya Sans"/>
                <a:sym typeface="Alegreya Sans"/>
              </a:rPr>
              <a:t>You can delete this slide when you’re done editing the presentation</a:t>
            </a:r>
            <a:endParaRPr sz="1600">
              <a:solidFill>
                <a:schemeClr val="dk1"/>
              </a:solidFill>
              <a:latin typeface="Alegreya Sans"/>
              <a:ea typeface="Alegreya Sans"/>
              <a:cs typeface="Alegreya Sans"/>
              <a:sym typeface="Alegreya Sans"/>
            </a:endParaRPr>
          </a:p>
        </p:txBody>
      </p:sp>
      <p:sp>
        <p:nvSpPr>
          <p:cNvPr id="148" name="Google Shape;148;p29"/>
          <p:cNvSpPr/>
          <p:nvPr/>
        </p:nvSpPr>
        <p:spPr>
          <a:xfrm>
            <a:off x="830325" y="1596625"/>
            <a:ext cx="1371900" cy="405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u="sng">
                <a:solidFill>
                  <a:schemeClr val="hlink"/>
                </a:solidFill>
                <a:latin typeface="Alegreya Sans"/>
                <a:ea typeface="Alegreya Sans"/>
                <a:cs typeface="Alegreya Sans"/>
                <a:sym typeface="Alegreya Sans"/>
                <a:hlinkClick r:id="" action="ppaction://noaction"/>
              </a:rPr>
              <a:t>Fonts</a:t>
            </a:r>
            <a:endParaRPr sz="1300" b="1" u="sng">
              <a:solidFill>
                <a:schemeClr val="dk1"/>
              </a:solidFill>
              <a:latin typeface="Alegreya Sans"/>
              <a:ea typeface="Alegreya Sans"/>
              <a:cs typeface="Alegreya Sans"/>
              <a:sym typeface="Alegreya Sans"/>
            </a:endParaRPr>
          </a:p>
        </p:txBody>
      </p:sp>
      <p:sp>
        <p:nvSpPr>
          <p:cNvPr id="149" name="Google Shape;149;p29"/>
          <p:cNvSpPr txBox="1"/>
          <p:nvPr/>
        </p:nvSpPr>
        <p:spPr>
          <a:xfrm>
            <a:off x="497775" y="2097068"/>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chemeClr val="dk1"/>
                </a:solidFill>
                <a:latin typeface="Alegreya Sans"/>
                <a:ea typeface="Alegreya Sans"/>
                <a:cs typeface="Alegreya Sans"/>
                <a:sym typeface="Alegreya Sans"/>
              </a:rPr>
              <a:t>To view this template correctly in PowerPoint, </a:t>
            </a:r>
            <a:r>
              <a:rPr lang="en" sz="1200" b="1">
                <a:solidFill>
                  <a:schemeClr val="dk1"/>
                </a:solidFill>
                <a:latin typeface="Alegreya Sans"/>
                <a:ea typeface="Alegreya Sans"/>
                <a:cs typeface="Alegreya Sans"/>
                <a:sym typeface="Alegreya Sans"/>
              </a:rPr>
              <a:t>download and install</a:t>
            </a:r>
            <a:r>
              <a:rPr lang="en" sz="1200">
                <a:solidFill>
                  <a:schemeClr val="dk1"/>
                </a:solidFill>
                <a:latin typeface="Alegreya Sans"/>
                <a:ea typeface="Alegreya Sans"/>
                <a:cs typeface="Alegreya Sans"/>
                <a:sym typeface="Alegreya Sans"/>
              </a:rPr>
              <a:t> the fonts we used</a:t>
            </a:r>
            <a:endParaRPr sz="1200">
              <a:solidFill>
                <a:schemeClr val="dk1"/>
              </a:solidFill>
              <a:latin typeface="Alegreya Sans"/>
              <a:ea typeface="Alegreya Sans"/>
              <a:cs typeface="Alegreya Sans"/>
              <a:sym typeface="Alegreya Sans"/>
            </a:endParaRPr>
          </a:p>
        </p:txBody>
      </p:sp>
      <p:sp>
        <p:nvSpPr>
          <p:cNvPr id="150" name="Google Shape;150;p29"/>
          <p:cNvSpPr/>
          <p:nvPr/>
        </p:nvSpPr>
        <p:spPr>
          <a:xfrm>
            <a:off x="0" y="4848125"/>
            <a:ext cx="9144000" cy="342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51" name="Google Shape;151;p29"/>
          <p:cNvPicPr preferRelativeResize="0"/>
          <p:nvPr/>
        </p:nvPicPr>
        <p:blipFill>
          <a:blip r:embed="rId3">
            <a:alphaModFix/>
          </a:blip>
          <a:stretch>
            <a:fillRect/>
          </a:stretch>
        </p:blipFill>
        <p:spPr>
          <a:xfrm>
            <a:off x="8106800" y="4953325"/>
            <a:ext cx="861701" cy="131600"/>
          </a:xfrm>
          <a:prstGeom prst="rect">
            <a:avLst/>
          </a:prstGeom>
          <a:noFill/>
          <a:ln>
            <a:noFill/>
          </a:ln>
        </p:spPr>
      </p:pic>
      <p:sp>
        <p:nvSpPr>
          <p:cNvPr id="152" name="Google Shape;152;p29"/>
          <p:cNvSpPr/>
          <p:nvPr/>
        </p:nvSpPr>
        <p:spPr>
          <a:xfrm>
            <a:off x="2867475" y="1596649"/>
            <a:ext cx="1371900" cy="405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u="sng">
                <a:solidFill>
                  <a:schemeClr val="hlink"/>
                </a:solidFill>
                <a:latin typeface="Alegreya Sans"/>
                <a:ea typeface="Alegreya Sans"/>
                <a:cs typeface="Alegreya Sans"/>
                <a:sym typeface="Alegreya Sans"/>
                <a:hlinkClick r:id="" action="ppaction://noaction"/>
              </a:rPr>
              <a:t>Colors</a:t>
            </a:r>
            <a:endParaRPr sz="1300" b="1" u="sng">
              <a:solidFill>
                <a:schemeClr val="dk1"/>
              </a:solidFill>
              <a:latin typeface="Alegreya Sans"/>
              <a:ea typeface="Alegreya Sans"/>
              <a:cs typeface="Alegreya Sans"/>
              <a:sym typeface="Alegreya Sans"/>
            </a:endParaRPr>
          </a:p>
        </p:txBody>
      </p:sp>
      <p:sp>
        <p:nvSpPr>
          <p:cNvPr id="153" name="Google Shape;153;p29"/>
          <p:cNvSpPr txBox="1"/>
          <p:nvPr/>
        </p:nvSpPr>
        <p:spPr>
          <a:xfrm>
            <a:off x="2534925" y="2097068"/>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chemeClr val="dk1"/>
                </a:solidFill>
                <a:latin typeface="Alegreya Sans"/>
                <a:ea typeface="Alegreya Sans"/>
                <a:cs typeface="Alegreya Sans"/>
                <a:sym typeface="Alegreya Sans"/>
              </a:rPr>
              <a:t>You can see on the link </a:t>
            </a:r>
            <a:r>
              <a:rPr lang="en" sz="1200" b="1">
                <a:solidFill>
                  <a:schemeClr val="dk1"/>
                </a:solidFill>
                <a:latin typeface="Alegreya Sans"/>
                <a:ea typeface="Alegreya Sans"/>
                <a:cs typeface="Alegreya Sans"/>
                <a:sym typeface="Alegreya Sans"/>
              </a:rPr>
              <a:t>all the colors</a:t>
            </a:r>
            <a:r>
              <a:rPr lang="en" sz="1200">
                <a:solidFill>
                  <a:schemeClr val="dk1"/>
                </a:solidFill>
                <a:latin typeface="Alegreya Sans"/>
                <a:ea typeface="Alegreya Sans"/>
                <a:cs typeface="Alegreya Sans"/>
                <a:sym typeface="Alegreya Sans"/>
              </a:rPr>
              <a:t> used in this presentation</a:t>
            </a:r>
            <a:endParaRPr sz="1200">
              <a:solidFill>
                <a:schemeClr val="dk1"/>
              </a:solidFill>
              <a:latin typeface="Alegreya Sans"/>
              <a:ea typeface="Alegreya Sans"/>
              <a:cs typeface="Alegreya Sans"/>
              <a:sym typeface="Alegreya Sans"/>
            </a:endParaRPr>
          </a:p>
        </p:txBody>
      </p:sp>
      <p:sp>
        <p:nvSpPr>
          <p:cNvPr id="154" name="Google Shape;154;p29"/>
          <p:cNvSpPr/>
          <p:nvPr/>
        </p:nvSpPr>
        <p:spPr>
          <a:xfrm>
            <a:off x="4904601" y="1596649"/>
            <a:ext cx="1371900" cy="405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u="sng">
                <a:solidFill>
                  <a:schemeClr val="hlink"/>
                </a:solidFill>
                <a:latin typeface="Alegreya Sans"/>
                <a:ea typeface="Alegreya Sans"/>
                <a:cs typeface="Alegreya Sans"/>
                <a:sym typeface="Alegreya Sans"/>
                <a:hlinkClick r:id="rId4" action="ppaction://hlinksldjump"/>
              </a:rPr>
              <a:t>Thanks slide</a:t>
            </a:r>
            <a:endParaRPr sz="1300" b="1" u="sng">
              <a:solidFill>
                <a:schemeClr val="dk1"/>
              </a:solidFill>
              <a:latin typeface="Alegreya Sans"/>
              <a:ea typeface="Alegreya Sans"/>
              <a:cs typeface="Alegreya Sans"/>
              <a:sym typeface="Alegreya Sans"/>
            </a:endParaRPr>
          </a:p>
        </p:txBody>
      </p:sp>
      <p:sp>
        <p:nvSpPr>
          <p:cNvPr id="155" name="Google Shape;155;p29"/>
          <p:cNvSpPr txBox="1"/>
          <p:nvPr/>
        </p:nvSpPr>
        <p:spPr>
          <a:xfrm>
            <a:off x="4572051" y="2097068"/>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chemeClr val="dk1"/>
                </a:solidFill>
                <a:latin typeface="Alegreya Sans"/>
                <a:ea typeface="Alegreya Sans"/>
                <a:cs typeface="Alegreya Sans"/>
                <a:sym typeface="Alegreya Sans"/>
              </a:rPr>
              <a:t>You </a:t>
            </a:r>
            <a:r>
              <a:rPr lang="en" sz="1200" b="1">
                <a:solidFill>
                  <a:schemeClr val="dk1"/>
                </a:solidFill>
                <a:latin typeface="Alegreya Sans"/>
                <a:ea typeface="Alegreya Sans"/>
                <a:cs typeface="Alegreya Sans"/>
                <a:sym typeface="Alegreya Sans"/>
              </a:rPr>
              <a:t>must keep it</a:t>
            </a:r>
            <a:r>
              <a:rPr lang="en" sz="1200">
                <a:solidFill>
                  <a:schemeClr val="dk1"/>
                </a:solidFill>
                <a:latin typeface="Alegreya Sans"/>
                <a:ea typeface="Alegreya Sans"/>
                <a:cs typeface="Alegreya Sans"/>
                <a:sym typeface="Alegreya Sans"/>
              </a:rPr>
              <a:t> so that proper </a:t>
            </a:r>
            <a:r>
              <a:rPr lang="en" sz="1200" b="1">
                <a:solidFill>
                  <a:schemeClr val="dk1"/>
                </a:solidFill>
                <a:latin typeface="Alegreya Sans"/>
                <a:ea typeface="Alegreya Sans"/>
                <a:cs typeface="Alegreya Sans"/>
                <a:sym typeface="Alegreya Sans"/>
              </a:rPr>
              <a:t>credits for our design </a:t>
            </a:r>
            <a:r>
              <a:rPr lang="en" sz="1200">
                <a:solidFill>
                  <a:schemeClr val="dk1"/>
                </a:solidFill>
                <a:latin typeface="Alegreya Sans"/>
                <a:ea typeface="Alegreya Sans"/>
                <a:cs typeface="Alegreya Sans"/>
                <a:sym typeface="Alegreya Sans"/>
              </a:rPr>
              <a:t>are given</a:t>
            </a:r>
            <a:endParaRPr sz="1200">
              <a:solidFill>
                <a:schemeClr val="dk1"/>
              </a:solidFill>
              <a:latin typeface="Alegreya Sans"/>
              <a:ea typeface="Alegreya Sans"/>
              <a:cs typeface="Alegreya Sans"/>
              <a:sym typeface="Alegreya Sans"/>
            </a:endParaRPr>
          </a:p>
        </p:txBody>
      </p:sp>
      <p:sp>
        <p:nvSpPr>
          <p:cNvPr id="156" name="Google Shape;156;p29"/>
          <p:cNvSpPr/>
          <p:nvPr/>
        </p:nvSpPr>
        <p:spPr>
          <a:xfrm>
            <a:off x="6941775" y="1596649"/>
            <a:ext cx="1371900" cy="405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u="sng">
                <a:solidFill>
                  <a:schemeClr val="hlink"/>
                </a:solidFill>
                <a:latin typeface="Alegreya Sans"/>
                <a:ea typeface="Alegreya Sans"/>
                <a:cs typeface="Alegreya Sans"/>
                <a:sym typeface="Alegreya Sans"/>
                <a:hlinkClick r:id="" action="ppaction://noaction"/>
              </a:rPr>
              <a:t>Icons</a:t>
            </a:r>
            <a:r>
              <a:rPr lang="en" sz="1300" b="1">
                <a:solidFill>
                  <a:schemeClr val="dk1"/>
                </a:solidFill>
                <a:latin typeface="Alegreya Sans"/>
                <a:ea typeface="Alegreya Sans"/>
                <a:cs typeface="Alegreya Sans"/>
                <a:sym typeface="Alegreya Sans"/>
              </a:rPr>
              <a:t> and </a:t>
            </a:r>
            <a:r>
              <a:rPr lang="en" sz="1300" b="1" u="sng">
                <a:solidFill>
                  <a:schemeClr val="hlink"/>
                </a:solidFill>
                <a:latin typeface="Alegreya Sans"/>
                <a:ea typeface="Alegreya Sans"/>
                <a:cs typeface="Alegreya Sans"/>
                <a:sym typeface="Alegreya Sans"/>
                <a:hlinkClick r:id="" action="ppaction://noaction"/>
              </a:rPr>
              <a:t>infographics</a:t>
            </a:r>
            <a:endParaRPr sz="1300" b="1" u="sng">
              <a:solidFill>
                <a:schemeClr val="dk1"/>
              </a:solidFill>
              <a:latin typeface="Alegreya Sans"/>
              <a:ea typeface="Alegreya Sans"/>
              <a:cs typeface="Alegreya Sans"/>
              <a:sym typeface="Alegreya Sans"/>
            </a:endParaRPr>
          </a:p>
        </p:txBody>
      </p:sp>
      <p:sp>
        <p:nvSpPr>
          <p:cNvPr id="157" name="Google Shape;157;p29"/>
          <p:cNvSpPr txBox="1"/>
          <p:nvPr/>
        </p:nvSpPr>
        <p:spPr>
          <a:xfrm>
            <a:off x="6609225" y="2097068"/>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chemeClr val="dk1"/>
                </a:solidFill>
                <a:latin typeface="Alegreya Sans"/>
                <a:ea typeface="Alegreya Sans"/>
                <a:cs typeface="Alegreya Sans"/>
                <a:sym typeface="Alegreya Sans"/>
              </a:rPr>
              <a:t>These can be used in the template, and their size and color </a:t>
            </a:r>
            <a:r>
              <a:rPr lang="en" sz="1200" b="1">
                <a:solidFill>
                  <a:schemeClr val="dk1"/>
                </a:solidFill>
                <a:latin typeface="Alegreya Sans"/>
                <a:ea typeface="Alegreya Sans"/>
                <a:cs typeface="Alegreya Sans"/>
                <a:sym typeface="Alegreya Sans"/>
              </a:rPr>
              <a:t>can be edited</a:t>
            </a:r>
            <a:endParaRPr sz="1200" b="1">
              <a:solidFill>
                <a:schemeClr val="dk1"/>
              </a:solidFill>
              <a:latin typeface="Alegreya Sans"/>
              <a:ea typeface="Alegreya Sans"/>
              <a:cs typeface="Alegreya Sans"/>
              <a:sym typeface="Alegreya Sans"/>
            </a:endParaRPr>
          </a:p>
        </p:txBody>
      </p:sp>
      <p:sp>
        <p:nvSpPr>
          <p:cNvPr id="158" name="Google Shape;158;p29"/>
          <p:cNvSpPr txBox="1"/>
          <p:nvPr/>
        </p:nvSpPr>
        <p:spPr>
          <a:xfrm>
            <a:off x="5576333" y="3366425"/>
            <a:ext cx="2530500" cy="342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200">
                <a:solidFill>
                  <a:schemeClr val="dk1"/>
                </a:solidFill>
                <a:latin typeface="Alegreya Sans"/>
                <a:ea typeface="Alegreya Sans"/>
                <a:cs typeface="Alegreya Sans"/>
                <a:sym typeface="Alegreya Sans"/>
              </a:rPr>
              <a:t>You can edit the master slides easily. For more info, click </a:t>
            </a:r>
            <a:r>
              <a:rPr lang="en" sz="1200" b="1" u="sng">
                <a:solidFill>
                  <a:schemeClr val="dk1"/>
                </a:solidFill>
                <a:latin typeface="Alegreya Sans"/>
                <a:ea typeface="Alegreya Sans"/>
                <a:cs typeface="Alegreya Sans"/>
                <a:sym typeface="Alegreya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200">
              <a:solidFill>
                <a:schemeClr val="dk1"/>
              </a:solidFill>
              <a:latin typeface="Alegreya Sans"/>
              <a:ea typeface="Alegreya Sans"/>
              <a:cs typeface="Alegreya Sans"/>
              <a:sym typeface="Alegreya Sans"/>
            </a:endParaRPr>
          </a:p>
        </p:txBody>
      </p:sp>
      <p:sp>
        <p:nvSpPr>
          <p:cNvPr id="159" name="Google Shape;159;p29"/>
          <p:cNvSpPr txBox="1"/>
          <p:nvPr/>
        </p:nvSpPr>
        <p:spPr>
          <a:xfrm>
            <a:off x="1404513" y="3266050"/>
            <a:ext cx="3397800" cy="44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200">
                <a:solidFill>
                  <a:schemeClr val="dk1"/>
                </a:solidFill>
                <a:latin typeface="Alegreya Sans"/>
                <a:ea typeface="Alegreya Sans"/>
                <a:cs typeface="Alegreya Sans"/>
                <a:sym typeface="Alegreya Sans"/>
              </a:rPr>
              <a:t>For more info:</a:t>
            </a:r>
            <a:r>
              <a:rPr lang="en" sz="1200" b="1">
                <a:solidFill>
                  <a:schemeClr val="dk1"/>
                </a:solidFill>
                <a:latin typeface="Alegreya Sans"/>
                <a:ea typeface="Alegreya Sans"/>
                <a:cs typeface="Alegreya Sans"/>
                <a:sym typeface="Alegreya Sans"/>
              </a:rPr>
              <a:t/>
            </a:r>
            <a:br>
              <a:rPr lang="en" sz="1200" b="1">
                <a:solidFill>
                  <a:schemeClr val="dk1"/>
                </a:solidFill>
                <a:latin typeface="Alegreya Sans"/>
                <a:ea typeface="Alegreya Sans"/>
                <a:cs typeface="Alegreya Sans"/>
                <a:sym typeface="Alegreya Sans"/>
              </a:rPr>
            </a:br>
            <a:r>
              <a:rPr lang="en" sz="1200" b="1" u="sng">
                <a:solidFill>
                  <a:schemeClr val="dk1"/>
                </a:solidFill>
                <a:latin typeface="Alegreya Sans"/>
                <a:ea typeface="Alegreya Sans"/>
                <a:cs typeface="Alegreya Sans"/>
                <a:sym typeface="Alegreya Sans"/>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b="1">
                <a:solidFill>
                  <a:schemeClr val="dk1"/>
                </a:solidFill>
                <a:latin typeface="Alegreya Sans"/>
                <a:ea typeface="Alegreya Sans"/>
                <a:cs typeface="Alegreya Sans"/>
                <a:sym typeface="Alegreya Sans"/>
              </a:rPr>
              <a:t> | </a:t>
            </a:r>
            <a:r>
              <a:rPr lang="en" sz="1200" b="1" u="sng">
                <a:solidFill>
                  <a:schemeClr val="dk1"/>
                </a:solidFill>
                <a:latin typeface="Alegreya Sans"/>
                <a:ea typeface="Alegreya Sans"/>
                <a:cs typeface="Alegreya Sans"/>
                <a:sym typeface="Alegreya Sans"/>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AI TOOLS</a:t>
            </a:r>
            <a:r>
              <a:rPr lang="en" sz="1200" b="1">
                <a:solidFill>
                  <a:schemeClr val="dk1"/>
                </a:solidFill>
                <a:latin typeface="Alegreya Sans"/>
                <a:ea typeface="Alegreya Sans"/>
                <a:cs typeface="Alegreya Sans"/>
                <a:sym typeface="Alegreya Sans"/>
              </a:rPr>
              <a:t> | </a:t>
            </a:r>
            <a:r>
              <a:rPr lang="en" sz="1200" b="1" u="sng">
                <a:solidFill>
                  <a:schemeClr val="dk1"/>
                </a:solidFill>
                <a:latin typeface="Alegreya Sans"/>
                <a:ea typeface="Alegreya Sans"/>
                <a:cs typeface="Alegreya Sans"/>
                <a:sym typeface="Alegreya Sans"/>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200" b="1">
                <a:solidFill>
                  <a:schemeClr val="dk1"/>
                </a:solidFill>
                <a:latin typeface="Alegreya Sans"/>
                <a:ea typeface="Alegreya Sans"/>
                <a:cs typeface="Alegreya Sans"/>
                <a:sym typeface="Alegreya Sans"/>
              </a:rPr>
              <a:t> | </a:t>
            </a:r>
            <a:r>
              <a:rPr lang="en" sz="1200" b="1" u="sng">
                <a:solidFill>
                  <a:schemeClr val="dk1"/>
                </a:solidFill>
                <a:latin typeface="Alegreya Sans"/>
                <a:ea typeface="Alegreya Sans"/>
                <a:cs typeface="Alegreya Sans"/>
                <a:sym typeface="Alegreya Sans"/>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200">
              <a:solidFill>
                <a:schemeClr val="dk1"/>
              </a:solidFill>
              <a:latin typeface="Alegreya Sans"/>
              <a:ea typeface="Alegreya Sans"/>
              <a:cs typeface="Alegreya Sans"/>
              <a:sym typeface="Alegreya Sans"/>
            </a:endParaRPr>
          </a:p>
        </p:txBody>
      </p:sp>
      <p:sp>
        <p:nvSpPr>
          <p:cNvPr id="160" name="Google Shape;160;p29"/>
          <p:cNvSpPr txBox="1"/>
          <p:nvPr/>
        </p:nvSpPr>
        <p:spPr>
          <a:xfrm>
            <a:off x="1404513" y="3999352"/>
            <a:ext cx="3397800" cy="44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200">
                <a:solidFill>
                  <a:schemeClr val="dk1"/>
                </a:solidFill>
                <a:latin typeface="Alegreya Sans"/>
                <a:ea typeface="Alegreya Sans"/>
                <a:cs typeface="Alegreya Sans"/>
                <a:sym typeface="Alegreya Sans"/>
              </a:rPr>
              <a:t>You can visit our sister projects:</a:t>
            </a:r>
            <a:r>
              <a:rPr lang="en" sz="1200" b="1">
                <a:solidFill>
                  <a:schemeClr val="dk1"/>
                </a:solidFill>
                <a:latin typeface="Alegreya Sans"/>
                <a:ea typeface="Alegreya Sans"/>
                <a:cs typeface="Alegreya Sans"/>
                <a:sym typeface="Alegreya Sans"/>
              </a:rPr>
              <a:t/>
            </a:r>
            <a:br>
              <a:rPr lang="en" sz="1200" b="1">
                <a:solidFill>
                  <a:schemeClr val="dk1"/>
                </a:solidFill>
                <a:latin typeface="Alegreya Sans"/>
                <a:ea typeface="Alegreya Sans"/>
                <a:cs typeface="Alegreya Sans"/>
                <a:sym typeface="Alegreya Sans"/>
              </a:rPr>
            </a:br>
            <a:r>
              <a:rPr lang="en" sz="1200" b="1" u="sng">
                <a:solidFill>
                  <a:schemeClr val="dk1"/>
                </a:solidFill>
                <a:latin typeface="Alegreya Sans"/>
                <a:ea typeface="Alegreya Sans"/>
                <a:cs typeface="Alegreya Sans"/>
                <a:sym typeface="Alegreya Sans"/>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 AI TOOLS</a:t>
            </a:r>
            <a:r>
              <a:rPr lang="en" sz="1200" b="1">
                <a:solidFill>
                  <a:schemeClr val="dk1"/>
                </a:solidFill>
                <a:latin typeface="Alegreya Sans"/>
                <a:ea typeface="Alegreya Sans"/>
                <a:cs typeface="Alegreya Sans"/>
                <a:sym typeface="Alegreya Sans"/>
              </a:rPr>
              <a:t> | </a:t>
            </a:r>
            <a:r>
              <a:rPr lang="en" sz="1200" b="1" u="sng">
                <a:solidFill>
                  <a:schemeClr val="dk1"/>
                </a:solidFill>
                <a:latin typeface="Alegreya Sans"/>
                <a:ea typeface="Alegreya Sans"/>
                <a:cs typeface="Alegreya Sans"/>
                <a:sym typeface="Alegreya Sans"/>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 LIBRARY RESOURCES</a:t>
            </a:r>
            <a:endParaRPr sz="1200" b="1">
              <a:solidFill>
                <a:schemeClr val="dk1"/>
              </a:solidFill>
              <a:latin typeface="Alegreya Sans"/>
              <a:ea typeface="Alegreya Sans"/>
              <a:cs typeface="Alegreya Sans"/>
              <a:sym typeface="Alegreya Sans"/>
            </a:endParaRPr>
          </a:p>
        </p:txBody>
      </p:sp>
      <p:cxnSp>
        <p:nvCxnSpPr>
          <p:cNvPr id="161" name="Google Shape;161;p29"/>
          <p:cNvCxnSpPr/>
          <p:nvPr/>
        </p:nvCxnSpPr>
        <p:spPr>
          <a:xfrm>
            <a:off x="675300" y="3045200"/>
            <a:ext cx="7793400" cy="0"/>
          </a:xfrm>
          <a:prstGeom prst="straightConnector1">
            <a:avLst/>
          </a:prstGeom>
          <a:noFill/>
          <a:ln w="9525" cap="flat" cmpd="sng">
            <a:solidFill>
              <a:srgbClr val="B7B7B7"/>
            </a:solidFill>
            <a:prstDash val="dash"/>
            <a:round/>
            <a:headEnd type="none" w="med" len="med"/>
            <a:tailEnd type="none" w="med" len="med"/>
          </a:ln>
        </p:spPr>
      </p:cxnSp>
      <p:sp>
        <p:nvSpPr>
          <p:cNvPr id="162" name="Google Shape;162;p29"/>
          <p:cNvSpPr/>
          <p:nvPr/>
        </p:nvSpPr>
        <p:spPr>
          <a:xfrm>
            <a:off x="1407264" y="1180978"/>
            <a:ext cx="218018" cy="218018"/>
          </a:xfrm>
          <a:custGeom>
            <a:avLst/>
            <a:gdLst/>
            <a:ahLst/>
            <a:cxnLst/>
            <a:rect l="l" t="t" r="r" b="b"/>
            <a:pathLst>
              <a:path w="614134" h="614134" extrusionOk="0">
                <a:moveTo>
                  <a:pt x="527656" y="0"/>
                </a:moveTo>
                <a:lnTo>
                  <a:pt x="86478" y="0"/>
                </a:lnTo>
                <a:cubicBezTo>
                  <a:pt x="38844" y="0"/>
                  <a:pt x="0" y="38844"/>
                  <a:pt x="0" y="86478"/>
                </a:cubicBezTo>
                <a:lnTo>
                  <a:pt x="0" y="527656"/>
                </a:lnTo>
                <a:cubicBezTo>
                  <a:pt x="0" y="575290"/>
                  <a:pt x="38844" y="614134"/>
                  <a:pt x="86478" y="614134"/>
                </a:cubicBezTo>
                <a:lnTo>
                  <a:pt x="527656" y="614134"/>
                </a:lnTo>
                <a:cubicBezTo>
                  <a:pt x="575290" y="614134"/>
                  <a:pt x="614134" y="575290"/>
                  <a:pt x="614134" y="527656"/>
                </a:cubicBezTo>
                <a:lnTo>
                  <a:pt x="614134" y="86478"/>
                </a:lnTo>
                <a:cubicBezTo>
                  <a:pt x="614134" y="38844"/>
                  <a:pt x="575290" y="0"/>
                  <a:pt x="527656" y="0"/>
                </a:cubicBezTo>
                <a:close/>
                <a:moveTo>
                  <a:pt x="547787" y="527656"/>
                </a:moveTo>
                <a:cubicBezTo>
                  <a:pt x="547787" y="538714"/>
                  <a:pt x="538714" y="547504"/>
                  <a:pt x="527940" y="547504"/>
                </a:cubicBezTo>
                <a:lnTo>
                  <a:pt x="86761" y="547504"/>
                </a:lnTo>
                <a:cubicBezTo>
                  <a:pt x="75703" y="547504"/>
                  <a:pt x="66914" y="538431"/>
                  <a:pt x="66914" y="527656"/>
                </a:cubicBezTo>
                <a:lnTo>
                  <a:pt x="66914" y="86478"/>
                </a:lnTo>
                <a:cubicBezTo>
                  <a:pt x="66914" y="75420"/>
                  <a:pt x="75987" y="66630"/>
                  <a:pt x="86761" y="66630"/>
                </a:cubicBezTo>
                <a:lnTo>
                  <a:pt x="527940" y="66630"/>
                </a:lnTo>
                <a:cubicBezTo>
                  <a:pt x="538998" y="66630"/>
                  <a:pt x="547787" y="75704"/>
                  <a:pt x="547787" y="86478"/>
                </a:cubicBezTo>
                <a:lnTo>
                  <a:pt x="547787" y="527656"/>
                </a:lnTo>
                <a:close/>
                <a:moveTo>
                  <a:pt x="481157" y="192803"/>
                </a:moveTo>
                <a:lnTo>
                  <a:pt x="481157" y="225976"/>
                </a:lnTo>
                <a:cubicBezTo>
                  <a:pt x="481157" y="244406"/>
                  <a:pt x="466413" y="259150"/>
                  <a:pt x="447983" y="259150"/>
                </a:cubicBezTo>
                <a:cubicBezTo>
                  <a:pt x="429554" y="259150"/>
                  <a:pt x="414810" y="244406"/>
                  <a:pt x="414810" y="225976"/>
                </a:cubicBezTo>
                <a:lnTo>
                  <a:pt x="414810" y="199324"/>
                </a:lnTo>
                <a:lnTo>
                  <a:pt x="340524" y="199324"/>
                </a:lnTo>
                <a:lnTo>
                  <a:pt x="340524" y="414526"/>
                </a:lnTo>
                <a:lnTo>
                  <a:pt x="360371" y="414526"/>
                </a:lnTo>
                <a:cubicBezTo>
                  <a:pt x="378801" y="414526"/>
                  <a:pt x="393545" y="429270"/>
                  <a:pt x="393545" y="447700"/>
                </a:cubicBezTo>
                <a:cubicBezTo>
                  <a:pt x="393545" y="466130"/>
                  <a:pt x="378801" y="480873"/>
                  <a:pt x="360371" y="480873"/>
                </a:cubicBezTo>
                <a:lnTo>
                  <a:pt x="254046" y="480873"/>
                </a:lnTo>
                <a:cubicBezTo>
                  <a:pt x="235617" y="480873"/>
                  <a:pt x="220873" y="466130"/>
                  <a:pt x="220873" y="447700"/>
                </a:cubicBezTo>
                <a:cubicBezTo>
                  <a:pt x="220873" y="429270"/>
                  <a:pt x="235617" y="414526"/>
                  <a:pt x="254046" y="414526"/>
                </a:cubicBezTo>
                <a:lnTo>
                  <a:pt x="273894" y="414526"/>
                </a:lnTo>
                <a:lnTo>
                  <a:pt x="273894" y="199324"/>
                </a:lnTo>
                <a:lnTo>
                  <a:pt x="199608" y="199324"/>
                </a:lnTo>
                <a:lnTo>
                  <a:pt x="199608" y="225976"/>
                </a:lnTo>
                <a:cubicBezTo>
                  <a:pt x="199608" y="244406"/>
                  <a:pt x="184864" y="259150"/>
                  <a:pt x="166434" y="259150"/>
                </a:cubicBezTo>
                <a:cubicBezTo>
                  <a:pt x="148004" y="259150"/>
                  <a:pt x="133261" y="244406"/>
                  <a:pt x="133261" y="225976"/>
                </a:cubicBezTo>
                <a:lnTo>
                  <a:pt x="133261" y="192803"/>
                </a:lnTo>
                <a:cubicBezTo>
                  <a:pt x="133261" y="159913"/>
                  <a:pt x="160196" y="132977"/>
                  <a:pt x="193086" y="132977"/>
                </a:cubicBezTo>
                <a:lnTo>
                  <a:pt x="421615" y="132977"/>
                </a:lnTo>
                <a:cubicBezTo>
                  <a:pt x="454505" y="132977"/>
                  <a:pt x="481440" y="159913"/>
                  <a:pt x="481440" y="1928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163" name="Google Shape;163;p29"/>
          <p:cNvGrpSpPr/>
          <p:nvPr/>
        </p:nvGrpSpPr>
        <p:grpSpPr>
          <a:xfrm>
            <a:off x="3432636" y="1170158"/>
            <a:ext cx="241571" cy="239658"/>
            <a:chOff x="2825999" y="4046158"/>
            <a:chExt cx="241571" cy="239658"/>
          </a:xfrm>
        </p:grpSpPr>
        <p:sp>
          <p:nvSpPr>
            <p:cNvPr id="164" name="Google Shape;164;p29"/>
            <p:cNvSpPr/>
            <p:nvPr/>
          </p:nvSpPr>
          <p:spPr>
            <a:xfrm>
              <a:off x="2868664" y="4153223"/>
              <a:ext cx="28384" cy="28384"/>
            </a:xfrm>
            <a:custGeom>
              <a:avLst/>
              <a:gdLst/>
              <a:ahLst/>
              <a:cxnLst/>
              <a:rect l="l" t="t" r="r" b="b"/>
              <a:pathLst>
                <a:path w="79956" h="79956" extrusionOk="0">
                  <a:moveTo>
                    <a:pt x="39978" y="79957"/>
                  </a:moveTo>
                  <a:cubicBezTo>
                    <a:pt x="17863" y="79957"/>
                    <a:pt x="0" y="62094"/>
                    <a:pt x="0" y="39978"/>
                  </a:cubicBezTo>
                  <a:cubicBezTo>
                    <a:pt x="0" y="17863"/>
                    <a:pt x="17863" y="0"/>
                    <a:pt x="39978" y="0"/>
                  </a:cubicBezTo>
                  <a:cubicBezTo>
                    <a:pt x="62094" y="0"/>
                    <a:pt x="79957" y="17863"/>
                    <a:pt x="79957" y="39978"/>
                  </a:cubicBezTo>
                  <a:cubicBezTo>
                    <a:pt x="79957" y="62094"/>
                    <a:pt x="62094" y="79957"/>
                    <a:pt x="39978" y="799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5" name="Google Shape;165;p29"/>
            <p:cNvSpPr/>
            <p:nvPr/>
          </p:nvSpPr>
          <p:spPr>
            <a:xfrm>
              <a:off x="2978662" y="4107626"/>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6" name="Google Shape;166;p29"/>
            <p:cNvSpPr/>
            <p:nvPr/>
          </p:nvSpPr>
          <p:spPr>
            <a:xfrm>
              <a:off x="2887468" y="4107626"/>
              <a:ext cx="28384" cy="28384"/>
            </a:xfrm>
            <a:custGeom>
              <a:avLst/>
              <a:gdLst/>
              <a:ahLst/>
              <a:cxnLst/>
              <a:rect l="l" t="t" r="r" b="b"/>
              <a:pathLst>
                <a:path w="79956" h="79956" extrusionOk="0">
                  <a:moveTo>
                    <a:pt x="39978" y="79956"/>
                  </a:moveTo>
                  <a:cubicBezTo>
                    <a:pt x="17863" y="79956"/>
                    <a:pt x="0" y="62094"/>
                    <a:pt x="0" y="39978"/>
                  </a:cubicBezTo>
                  <a:cubicBezTo>
                    <a:pt x="0" y="17863"/>
                    <a:pt x="17863" y="0"/>
                    <a:pt x="39978" y="0"/>
                  </a:cubicBezTo>
                  <a:cubicBezTo>
                    <a:pt x="62094" y="0"/>
                    <a:pt x="79957" y="17863"/>
                    <a:pt x="79957" y="39978"/>
                  </a:cubicBezTo>
                  <a:cubicBezTo>
                    <a:pt x="79957" y="62094"/>
                    <a:pt x="62094" y="79956"/>
                    <a:pt x="39978" y="799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7" name="Google Shape;167;p29"/>
            <p:cNvSpPr/>
            <p:nvPr/>
          </p:nvSpPr>
          <p:spPr>
            <a:xfrm>
              <a:off x="2933166" y="4088822"/>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8" name="Google Shape;168;p29"/>
            <p:cNvSpPr/>
            <p:nvPr/>
          </p:nvSpPr>
          <p:spPr>
            <a:xfrm>
              <a:off x="2825999" y="4046158"/>
              <a:ext cx="241571" cy="239658"/>
            </a:xfrm>
            <a:custGeom>
              <a:avLst/>
              <a:gdLst/>
              <a:ahLst/>
              <a:cxnLst/>
              <a:rect l="l" t="t" r="r" b="b"/>
              <a:pathLst>
                <a:path w="680481" h="675093" extrusionOk="0">
                  <a:moveTo>
                    <a:pt x="269074" y="673109"/>
                  </a:moveTo>
                  <a:cubicBezTo>
                    <a:pt x="275028" y="674527"/>
                    <a:pt x="281266" y="675094"/>
                    <a:pt x="287220" y="675094"/>
                  </a:cubicBezTo>
                  <a:cubicBezTo>
                    <a:pt x="306784" y="675094"/>
                    <a:pt x="325780" y="668289"/>
                    <a:pt x="341375" y="655814"/>
                  </a:cubicBezTo>
                  <a:cubicBezTo>
                    <a:pt x="361789" y="639369"/>
                    <a:pt x="373414" y="614985"/>
                    <a:pt x="373414" y="588616"/>
                  </a:cubicBezTo>
                  <a:lnTo>
                    <a:pt x="373414" y="552891"/>
                  </a:lnTo>
                  <a:cubicBezTo>
                    <a:pt x="373414" y="527373"/>
                    <a:pt x="394396" y="506391"/>
                    <a:pt x="419914" y="506391"/>
                  </a:cubicBezTo>
                  <a:lnTo>
                    <a:pt x="515181" y="506391"/>
                  </a:lnTo>
                  <a:cubicBezTo>
                    <a:pt x="558845" y="506391"/>
                    <a:pt x="599958" y="489663"/>
                    <a:pt x="631146" y="459041"/>
                  </a:cubicBezTo>
                  <a:cubicBezTo>
                    <a:pt x="662335" y="428420"/>
                    <a:pt x="679914" y="387591"/>
                    <a:pt x="680481" y="343927"/>
                  </a:cubicBezTo>
                  <a:cubicBezTo>
                    <a:pt x="680481" y="342226"/>
                    <a:pt x="680481" y="340241"/>
                    <a:pt x="680481" y="338539"/>
                  </a:cubicBezTo>
                  <a:cubicBezTo>
                    <a:pt x="679631" y="151691"/>
                    <a:pt x="527089" y="0"/>
                    <a:pt x="340241" y="0"/>
                  </a:cubicBezTo>
                  <a:lnTo>
                    <a:pt x="339674" y="0"/>
                  </a:lnTo>
                  <a:cubicBezTo>
                    <a:pt x="248943" y="0"/>
                    <a:pt x="163599" y="35725"/>
                    <a:pt x="99520" y="99804"/>
                  </a:cubicBezTo>
                  <a:cubicBezTo>
                    <a:pt x="35442" y="164166"/>
                    <a:pt x="0" y="249510"/>
                    <a:pt x="0" y="340241"/>
                  </a:cubicBezTo>
                  <a:cubicBezTo>
                    <a:pt x="0" y="418496"/>
                    <a:pt x="27219" y="495050"/>
                    <a:pt x="76838" y="555726"/>
                  </a:cubicBezTo>
                  <a:cubicBezTo>
                    <a:pt x="125605" y="615552"/>
                    <a:pt x="193937" y="656948"/>
                    <a:pt x="269074" y="673109"/>
                  </a:cubicBezTo>
                  <a:close/>
                  <a:moveTo>
                    <a:pt x="339674" y="66347"/>
                  </a:moveTo>
                  <a:lnTo>
                    <a:pt x="340241" y="66347"/>
                  </a:lnTo>
                  <a:cubicBezTo>
                    <a:pt x="490514" y="66347"/>
                    <a:pt x="613284" y="188550"/>
                    <a:pt x="614134" y="338823"/>
                  </a:cubicBezTo>
                  <a:cubicBezTo>
                    <a:pt x="614134" y="340241"/>
                    <a:pt x="614134" y="341658"/>
                    <a:pt x="614134" y="343359"/>
                  </a:cubicBezTo>
                  <a:cubicBezTo>
                    <a:pt x="613567" y="396664"/>
                    <a:pt x="569336" y="440045"/>
                    <a:pt x="515465" y="440045"/>
                  </a:cubicBezTo>
                  <a:lnTo>
                    <a:pt x="420197" y="440045"/>
                  </a:lnTo>
                  <a:cubicBezTo>
                    <a:pt x="357820" y="440045"/>
                    <a:pt x="307351" y="490797"/>
                    <a:pt x="307351" y="552891"/>
                  </a:cubicBezTo>
                  <a:lnTo>
                    <a:pt x="307351" y="588616"/>
                  </a:lnTo>
                  <a:cubicBezTo>
                    <a:pt x="307351" y="596839"/>
                    <a:pt x="302814" y="601942"/>
                    <a:pt x="299979" y="604211"/>
                  </a:cubicBezTo>
                  <a:cubicBezTo>
                    <a:pt x="297143" y="606479"/>
                    <a:pt x="291473" y="609881"/>
                    <a:pt x="283250" y="608180"/>
                  </a:cubicBezTo>
                  <a:cubicBezTo>
                    <a:pt x="157928" y="581528"/>
                    <a:pt x="66914" y="468965"/>
                    <a:pt x="66914" y="340524"/>
                  </a:cubicBezTo>
                  <a:cubicBezTo>
                    <a:pt x="66914" y="189968"/>
                    <a:pt x="189401" y="66914"/>
                    <a:pt x="340241" y="666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169" name="Google Shape;169;p29"/>
          <p:cNvSpPr/>
          <p:nvPr/>
        </p:nvSpPr>
        <p:spPr>
          <a:xfrm>
            <a:off x="1010562" y="4115400"/>
            <a:ext cx="241571" cy="206140"/>
          </a:xfrm>
          <a:custGeom>
            <a:avLst/>
            <a:gdLst/>
            <a:ahLst/>
            <a:cxnLst/>
            <a:rect l="l" t="t" r="r" b="b"/>
            <a:pathLst>
              <a:path w="680481" h="580677" extrusionOk="0">
                <a:moveTo>
                  <a:pt x="676795" y="490797"/>
                </a:moveTo>
                <a:lnTo>
                  <a:pt x="614134" y="373130"/>
                </a:lnTo>
                <a:lnTo>
                  <a:pt x="614134" y="86478"/>
                </a:lnTo>
                <a:cubicBezTo>
                  <a:pt x="614134" y="38844"/>
                  <a:pt x="575290" y="0"/>
                  <a:pt x="527656" y="0"/>
                </a:cubicBezTo>
                <a:lnTo>
                  <a:pt x="153108" y="0"/>
                </a:lnTo>
                <a:cubicBezTo>
                  <a:pt x="105475" y="0"/>
                  <a:pt x="66630" y="38844"/>
                  <a:pt x="66630" y="86478"/>
                </a:cubicBezTo>
                <a:lnTo>
                  <a:pt x="66630" y="373130"/>
                </a:lnTo>
                <a:lnTo>
                  <a:pt x="3969" y="490797"/>
                </a:lnTo>
                <a:cubicBezTo>
                  <a:pt x="1418" y="495617"/>
                  <a:pt x="0" y="501004"/>
                  <a:pt x="0" y="506391"/>
                </a:cubicBezTo>
                <a:lnTo>
                  <a:pt x="0" y="547504"/>
                </a:lnTo>
                <a:cubicBezTo>
                  <a:pt x="0" y="565933"/>
                  <a:pt x="14744" y="580677"/>
                  <a:pt x="33173" y="580677"/>
                </a:cubicBezTo>
                <a:lnTo>
                  <a:pt x="647308" y="580677"/>
                </a:lnTo>
                <a:cubicBezTo>
                  <a:pt x="665737" y="580677"/>
                  <a:pt x="680481" y="565933"/>
                  <a:pt x="680481" y="547504"/>
                </a:cubicBezTo>
                <a:lnTo>
                  <a:pt x="680481" y="506391"/>
                </a:lnTo>
                <a:cubicBezTo>
                  <a:pt x="680481" y="501004"/>
                  <a:pt x="679064" y="495617"/>
                  <a:pt x="676512" y="490797"/>
                </a:cubicBezTo>
                <a:close/>
                <a:moveTo>
                  <a:pt x="406871" y="481157"/>
                </a:moveTo>
                <a:lnTo>
                  <a:pt x="273894" y="481157"/>
                </a:lnTo>
                <a:cubicBezTo>
                  <a:pt x="255464" y="481157"/>
                  <a:pt x="240720" y="466413"/>
                  <a:pt x="240720" y="447983"/>
                </a:cubicBezTo>
                <a:cubicBezTo>
                  <a:pt x="240720" y="429554"/>
                  <a:pt x="255464" y="414810"/>
                  <a:pt x="273894" y="414810"/>
                </a:cubicBezTo>
                <a:lnTo>
                  <a:pt x="406871" y="414810"/>
                </a:lnTo>
                <a:cubicBezTo>
                  <a:pt x="425301" y="414810"/>
                  <a:pt x="440045" y="429554"/>
                  <a:pt x="440045" y="447983"/>
                </a:cubicBezTo>
                <a:cubicBezTo>
                  <a:pt x="440045" y="466413"/>
                  <a:pt x="425301" y="481157"/>
                  <a:pt x="406871" y="481157"/>
                </a:cubicBezTo>
                <a:close/>
                <a:moveTo>
                  <a:pt x="547787" y="348179"/>
                </a:moveTo>
                <a:lnTo>
                  <a:pt x="133261" y="348179"/>
                </a:lnTo>
                <a:lnTo>
                  <a:pt x="133261" y="86478"/>
                </a:lnTo>
                <a:cubicBezTo>
                  <a:pt x="133261" y="75420"/>
                  <a:pt x="142334" y="66630"/>
                  <a:pt x="153108" y="66630"/>
                </a:cubicBezTo>
                <a:lnTo>
                  <a:pt x="527940" y="66630"/>
                </a:lnTo>
                <a:cubicBezTo>
                  <a:pt x="538998" y="66630"/>
                  <a:pt x="547787" y="75703"/>
                  <a:pt x="547787" y="86478"/>
                </a:cubicBezTo>
                <a:lnTo>
                  <a:pt x="547787" y="3481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170" name="Google Shape;170;p29"/>
          <p:cNvGrpSpPr/>
          <p:nvPr/>
        </p:nvGrpSpPr>
        <p:grpSpPr>
          <a:xfrm>
            <a:off x="1010551" y="3367105"/>
            <a:ext cx="241571" cy="241571"/>
            <a:chOff x="2605901" y="2903117"/>
            <a:chExt cx="241571" cy="241571"/>
          </a:xfrm>
        </p:grpSpPr>
        <p:sp>
          <p:nvSpPr>
            <p:cNvPr id="171" name="Google Shape;171;p29"/>
            <p:cNvSpPr/>
            <p:nvPr/>
          </p:nvSpPr>
          <p:spPr>
            <a:xfrm>
              <a:off x="2696488" y="2998051"/>
              <a:ext cx="47106" cy="95219"/>
            </a:xfrm>
            <a:custGeom>
              <a:avLst/>
              <a:gdLst/>
              <a:ahLst/>
              <a:cxnLst/>
              <a:rect l="l" t="t" r="r" b="b"/>
              <a:pathLst>
                <a:path w="132693" h="268222" extrusionOk="0">
                  <a:moveTo>
                    <a:pt x="99520" y="268223"/>
                  </a:moveTo>
                  <a:cubicBezTo>
                    <a:pt x="81091" y="268223"/>
                    <a:pt x="66347" y="253479"/>
                    <a:pt x="66347" y="235050"/>
                  </a:cubicBezTo>
                  <a:lnTo>
                    <a:pt x="66347" y="66347"/>
                  </a:lnTo>
                  <a:lnTo>
                    <a:pt x="33173" y="66347"/>
                  </a:lnTo>
                  <a:cubicBezTo>
                    <a:pt x="14744" y="66347"/>
                    <a:pt x="0" y="51603"/>
                    <a:pt x="0" y="33173"/>
                  </a:cubicBezTo>
                  <a:cubicBezTo>
                    <a:pt x="0" y="14744"/>
                    <a:pt x="14744" y="0"/>
                    <a:pt x="33173" y="0"/>
                  </a:cubicBezTo>
                  <a:lnTo>
                    <a:pt x="99520" y="0"/>
                  </a:lnTo>
                  <a:cubicBezTo>
                    <a:pt x="117950" y="0"/>
                    <a:pt x="132694" y="14744"/>
                    <a:pt x="132694" y="33173"/>
                  </a:cubicBezTo>
                  <a:lnTo>
                    <a:pt x="132694" y="235050"/>
                  </a:lnTo>
                  <a:cubicBezTo>
                    <a:pt x="132694" y="253479"/>
                    <a:pt x="117950" y="268223"/>
                    <a:pt x="99520" y="2682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2" name="Google Shape;172;p29"/>
            <p:cNvSpPr/>
            <p:nvPr/>
          </p:nvSpPr>
          <p:spPr>
            <a:xfrm>
              <a:off x="2712967" y="2955285"/>
              <a:ext cx="28384" cy="28384"/>
            </a:xfrm>
            <a:custGeom>
              <a:avLst/>
              <a:gdLst/>
              <a:ahLst/>
              <a:cxnLst/>
              <a:rect l="l" t="t" r="r" b="b"/>
              <a:pathLst>
                <a:path w="79956" h="79956" extrusionOk="0">
                  <a:moveTo>
                    <a:pt x="0" y="39978"/>
                  </a:moveTo>
                  <a:cubicBezTo>
                    <a:pt x="0" y="62094"/>
                    <a:pt x="17863" y="79957"/>
                    <a:pt x="39978" y="79957"/>
                  </a:cubicBezTo>
                  <a:cubicBezTo>
                    <a:pt x="62094" y="79957"/>
                    <a:pt x="79957" y="62094"/>
                    <a:pt x="79957" y="39978"/>
                  </a:cubicBezTo>
                  <a:cubicBezTo>
                    <a:pt x="79957" y="17863"/>
                    <a:pt x="62094" y="0"/>
                    <a:pt x="39978" y="0"/>
                  </a:cubicBezTo>
                  <a:cubicBezTo>
                    <a:pt x="17863" y="0"/>
                    <a:pt x="0" y="17863"/>
                    <a:pt x="0" y="399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3" name="Google Shape;173;p29"/>
            <p:cNvSpPr/>
            <p:nvPr/>
          </p:nvSpPr>
          <p:spPr>
            <a:xfrm>
              <a:off x="2605901" y="2903117"/>
              <a:ext cx="241571" cy="241571"/>
            </a:xfrm>
            <a:custGeom>
              <a:avLst/>
              <a:gdLst/>
              <a:ahLst/>
              <a:cxnLst/>
              <a:rect l="l" t="t" r="r" b="b"/>
              <a:pathLst>
                <a:path w="680481" h="680481" extrusionOk="0">
                  <a:moveTo>
                    <a:pt x="99520" y="580961"/>
                  </a:moveTo>
                  <a:cubicBezTo>
                    <a:pt x="163883" y="645323"/>
                    <a:pt x="249226" y="680481"/>
                    <a:pt x="340241" y="680481"/>
                  </a:cubicBezTo>
                  <a:cubicBezTo>
                    <a:pt x="431255" y="680481"/>
                    <a:pt x="516599" y="645040"/>
                    <a:pt x="580961" y="580961"/>
                  </a:cubicBezTo>
                  <a:cubicBezTo>
                    <a:pt x="645323" y="516882"/>
                    <a:pt x="680481" y="431255"/>
                    <a:pt x="680481" y="340241"/>
                  </a:cubicBezTo>
                  <a:cubicBezTo>
                    <a:pt x="680481" y="249226"/>
                    <a:pt x="645039" y="163883"/>
                    <a:pt x="580961" y="99520"/>
                  </a:cubicBezTo>
                  <a:cubicBezTo>
                    <a:pt x="516599" y="35158"/>
                    <a:pt x="431255" y="0"/>
                    <a:pt x="340241" y="0"/>
                  </a:cubicBezTo>
                  <a:cubicBezTo>
                    <a:pt x="249226" y="0"/>
                    <a:pt x="163883" y="35442"/>
                    <a:pt x="99520" y="99520"/>
                  </a:cubicBezTo>
                  <a:cubicBezTo>
                    <a:pt x="35158" y="163883"/>
                    <a:pt x="0" y="249226"/>
                    <a:pt x="0" y="340241"/>
                  </a:cubicBezTo>
                  <a:cubicBezTo>
                    <a:pt x="0" y="431255"/>
                    <a:pt x="35442" y="516599"/>
                    <a:pt x="99520" y="580961"/>
                  </a:cubicBezTo>
                  <a:close/>
                  <a:moveTo>
                    <a:pt x="66347" y="340524"/>
                  </a:moveTo>
                  <a:cubicBezTo>
                    <a:pt x="66347" y="189684"/>
                    <a:pt x="189117" y="66631"/>
                    <a:pt x="340241" y="66631"/>
                  </a:cubicBezTo>
                  <a:cubicBezTo>
                    <a:pt x="491364" y="66631"/>
                    <a:pt x="614134" y="189401"/>
                    <a:pt x="614134" y="340524"/>
                  </a:cubicBezTo>
                  <a:cubicBezTo>
                    <a:pt x="614134" y="491648"/>
                    <a:pt x="491364" y="614418"/>
                    <a:pt x="340241" y="614418"/>
                  </a:cubicBezTo>
                  <a:cubicBezTo>
                    <a:pt x="189117" y="614418"/>
                    <a:pt x="66347" y="491648"/>
                    <a:pt x="66347" y="3405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174" name="Google Shape;174;p29"/>
          <p:cNvGrpSpPr/>
          <p:nvPr/>
        </p:nvGrpSpPr>
        <p:grpSpPr>
          <a:xfrm>
            <a:off x="5209305" y="3420636"/>
            <a:ext cx="241240" cy="241096"/>
            <a:chOff x="3049130" y="3364261"/>
            <a:chExt cx="241240" cy="241096"/>
          </a:xfrm>
        </p:grpSpPr>
        <p:sp>
          <p:nvSpPr>
            <p:cNvPr id="175" name="Google Shape;175;p29"/>
            <p:cNvSpPr/>
            <p:nvPr/>
          </p:nvSpPr>
          <p:spPr>
            <a:xfrm>
              <a:off x="3093918" y="3364261"/>
              <a:ext cx="196452" cy="196452"/>
            </a:xfrm>
            <a:custGeom>
              <a:avLst/>
              <a:gdLst/>
              <a:ahLst/>
              <a:cxnLst/>
              <a:rect l="l" t="t" r="r" b="b"/>
              <a:pathLst>
                <a:path w="553387" h="553387" extrusionOk="0">
                  <a:moveTo>
                    <a:pt x="133544" y="553387"/>
                  </a:moveTo>
                  <a:lnTo>
                    <a:pt x="34875" y="553387"/>
                  </a:lnTo>
                  <a:cubicBezTo>
                    <a:pt x="15594" y="553387"/>
                    <a:pt x="0" y="537793"/>
                    <a:pt x="0" y="518512"/>
                  </a:cubicBezTo>
                  <a:lnTo>
                    <a:pt x="0" y="419843"/>
                  </a:lnTo>
                  <a:cubicBezTo>
                    <a:pt x="0" y="410486"/>
                    <a:pt x="3686" y="401697"/>
                    <a:pt x="10207" y="395175"/>
                  </a:cubicBezTo>
                  <a:lnTo>
                    <a:pt x="378801" y="26581"/>
                  </a:lnTo>
                  <a:cubicBezTo>
                    <a:pt x="414243" y="-8860"/>
                    <a:pt x="471517" y="-8860"/>
                    <a:pt x="506959" y="26581"/>
                  </a:cubicBezTo>
                  <a:lnTo>
                    <a:pt x="526806" y="46429"/>
                  </a:lnTo>
                  <a:cubicBezTo>
                    <a:pt x="562248" y="81871"/>
                    <a:pt x="562248" y="139144"/>
                    <a:pt x="526806" y="174586"/>
                  </a:cubicBezTo>
                  <a:lnTo>
                    <a:pt x="158212" y="543180"/>
                  </a:lnTo>
                  <a:cubicBezTo>
                    <a:pt x="151691" y="549701"/>
                    <a:pt x="142901" y="553387"/>
                    <a:pt x="133544" y="553387"/>
                  </a:cubicBezTo>
                  <a:close/>
                  <a:moveTo>
                    <a:pt x="69749" y="483638"/>
                  </a:moveTo>
                  <a:lnTo>
                    <a:pt x="119084" y="483638"/>
                  </a:lnTo>
                  <a:lnTo>
                    <a:pt x="477471" y="125251"/>
                  </a:lnTo>
                  <a:cubicBezTo>
                    <a:pt x="485693" y="117029"/>
                    <a:pt x="485693" y="103703"/>
                    <a:pt x="477471" y="95764"/>
                  </a:cubicBezTo>
                  <a:lnTo>
                    <a:pt x="457624" y="75916"/>
                  </a:lnTo>
                  <a:cubicBezTo>
                    <a:pt x="449401" y="67694"/>
                    <a:pt x="436075" y="67694"/>
                    <a:pt x="428136" y="75916"/>
                  </a:cubicBezTo>
                  <a:lnTo>
                    <a:pt x="69749" y="434303"/>
                  </a:lnTo>
                  <a:lnTo>
                    <a:pt x="69749" y="48363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6" name="Google Shape;176;p29"/>
            <p:cNvSpPr/>
            <p:nvPr/>
          </p:nvSpPr>
          <p:spPr>
            <a:xfrm>
              <a:off x="3049130" y="3376570"/>
              <a:ext cx="228788" cy="228788"/>
            </a:xfrm>
            <a:custGeom>
              <a:avLst/>
              <a:gdLst/>
              <a:ahLst/>
              <a:cxnLst/>
              <a:rect l="l" t="t" r="r" b="b"/>
              <a:pathLst>
                <a:path w="644472" h="644472" extrusionOk="0">
                  <a:moveTo>
                    <a:pt x="574723" y="553742"/>
                  </a:moveTo>
                  <a:lnTo>
                    <a:pt x="574723" y="296577"/>
                  </a:lnTo>
                  <a:lnTo>
                    <a:pt x="644472" y="226827"/>
                  </a:lnTo>
                  <a:lnTo>
                    <a:pt x="644472" y="553742"/>
                  </a:lnTo>
                  <a:cubicBezTo>
                    <a:pt x="644472" y="603927"/>
                    <a:pt x="603927" y="644472"/>
                    <a:pt x="553742" y="644472"/>
                  </a:cubicBezTo>
                  <a:lnTo>
                    <a:pt x="90731" y="644472"/>
                  </a:lnTo>
                  <a:cubicBezTo>
                    <a:pt x="40545" y="644472"/>
                    <a:pt x="0" y="603927"/>
                    <a:pt x="0" y="553742"/>
                  </a:cubicBezTo>
                  <a:lnTo>
                    <a:pt x="0" y="90731"/>
                  </a:lnTo>
                  <a:cubicBezTo>
                    <a:pt x="0" y="40545"/>
                    <a:pt x="40545" y="0"/>
                    <a:pt x="90731" y="0"/>
                  </a:cubicBezTo>
                  <a:lnTo>
                    <a:pt x="417645" y="0"/>
                  </a:lnTo>
                  <a:lnTo>
                    <a:pt x="347896" y="69750"/>
                  </a:lnTo>
                  <a:lnTo>
                    <a:pt x="90731" y="69750"/>
                  </a:lnTo>
                  <a:cubicBezTo>
                    <a:pt x="79106" y="69750"/>
                    <a:pt x="69749" y="79106"/>
                    <a:pt x="69749" y="90731"/>
                  </a:cubicBezTo>
                  <a:lnTo>
                    <a:pt x="69749" y="553742"/>
                  </a:lnTo>
                  <a:cubicBezTo>
                    <a:pt x="69749" y="565367"/>
                    <a:pt x="79106" y="574723"/>
                    <a:pt x="90731" y="574723"/>
                  </a:cubicBezTo>
                  <a:lnTo>
                    <a:pt x="553742" y="574723"/>
                  </a:lnTo>
                  <a:cubicBezTo>
                    <a:pt x="565366" y="574723"/>
                    <a:pt x="574723" y="565367"/>
                    <a:pt x="574723" y="5537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177" name="Google Shape;177;p29"/>
          <p:cNvGrpSpPr/>
          <p:nvPr/>
        </p:nvGrpSpPr>
        <p:grpSpPr>
          <a:xfrm>
            <a:off x="5481546" y="1180928"/>
            <a:ext cx="232210" cy="218118"/>
            <a:chOff x="3676971" y="3049410"/>
            <a:chExt cx="232210" cy="218118"/>
          </a:xfrm>
        </p:grpSpPr>
        <p:sp>
          <p:nvSpPr>
            <p:cNvPr id="178" name="Google Shape;178;p29"/>
            <p:cNvSpPr/>
            <p:nvPr/>
          </p:nvSpPr>
          <p:spPr>
            <a:xfrm>
              <a:off x="3676971" y="3049410"/>
              <a:ext cx="232210" cy="218118"/>
            </a:xfrm>
            <a:custGeom>
              <a:avLst/>
              <a:gdLst/>
              <a:ahLst/>
              <a:cxnLst/>
              <a:rect l="l" t="t" r="r" b="b"/>
              <a:pathLst>
                <a:path w="654112" h="614417" extrusionOk="0">
                  <a:moveTo>
                    <a:pt x="567635" y="283"/>
                  </a:moveTo>
                  <a:lnTo>
                    <a:pt x="86478" y="283"/>
                  </a:lnTo>
                  <a:cubicBezTo>
                    <a:pt x="38844" y="283"/>
                    <a:pt x="0" y="39128"/>
                    <a:pt x="0" y="86761"/>
                  </a:cubicBezTo>
                  <a:lnTo>
                    <a:pt x="0" y="428419"/>
                  </a:lnTo>
                  <a:cubicBezTo>
                    <a:pt x="0" y="476053"/>
                    <a:pt x="38844" y="514897"/>
                    <a:pt x="86478" y="514897"/>
                  </a:cubicBezTo>
                  <a:lnTo>
                    <a:pt x="132977" y="514897"/>
                  </a:lnTo>
                  <a:lnTo>
                    <a:pt x="132977" y="581244"/>
                  </a:lnTo>
                  <a:cubicBezTo>
                    <a:pt x="132977" y="593436"/>
                    <a:pt x="139499" y="604494"/>
                    <a:pt x="149989" y="610165"/>
                  </a:cubicBezTo>
                  <a:cubicBezTo>
                    <a:pt x="155093" y="613000"/>
                    <a:pt x="160764" y="614418"/>
                    <a:pt x="166151" y="614418"/>
                  </a:cubicBezTo>
                  <a:cubicBezTo>
                    <a:pt x="172388" y="614418"/>
                    <a:pt x="178343" y="612716"/>
                    <a:pt x="183730" y="609314"/>
                  </a:cubicBezTo>
                  <a:lnTo>
                    <a:pt x="336555" y="514614"/>
                  </a:lnTo>
                  <a:lnTo>
                    <a:pt x="567635" y="514614"/>
                  </a:lnTo>
                  <a:cubicBezTo>
                    <a:pt x="615268" y="514614"/>
                    <a:pt x="654112" y="475770"/>
                    <a:pt x="654112" y="428136"/>
                  </a:cubicBezTo>
                  <a:lnTo>
                    <a:pt x="654112" y="86478"/>
                  </a:lnTo>
                  <a:cubicBezTo>
                    <a:pt x="654112" y="38844"/>
                    <a:pt x="615268" y="0"/>
                    <a:pt x="567635" y="0"/>
                  </a:cubicBezTo>
                  <a:close/>
                  <a:moveTo>
                    <a:pt x="587766" y="428136"/>
                  </a:moveTo>
                  <a:cubicBezTo>
                    <a:pt x="587766" y="439194"/>
                    <a:pt x="578976" y="447983"/>
                    <a:pt x="567918" y="447983"/>
                  </a:cubicBezTo>
                  <a:lnTo>
                    <a:pt x="327481" y="447983"/>
                  </a:lnTo>
                  <a:cubicBezTo>
                    <a:pt x="321244" y="447983"/>
                    <a:pt x="315289" y="449684"/>
                    <a:pt x="309902" y="453087"/>
                  </a:cubicBezTo>
                  <a:lnTo>
                    <a:pt x="199891" y="521135"/>
                  </a:lnTo>
                  <a:lnTo>
                    <a:pt x="199891" y="481157"/>
                  </a:lnTo>
                  <a:cubicBezTo>
                    <a:pt x="199891" y="462727"/>
                    <a:pt x="184864" y="447983"/>
                    <a:pt x="166718" y="447983"/>
                  </a:cubicBezTo>
                  <a:lnTo>
                    <a:pt x="87045" y="447983"/>
                  </a:lnTo>
                  <a:cubicBezTo>
                    <a:pt x="75987" y="447983"/>
                    <a:pt x="67197" y="439194"/>
                    <a:pt x="67197" y="428136"/>
                  </a:cubicBezTo>
                  <a:lnTo>
                    <a:pt x="67197" y="86478"/>
                  </a:lnTo>
                  <a:cubicBezTo>
                    <a:pt x="67197" y="75420"/>
                    <a:pt x="75987" y="66630"/>
                    <a:pt x="87045" y="66630"/>
                  </a:cubicBezTo>
                  <a:lnTo>
                    <a:pt x="568202" y="66630"/>
                  </a:lnTo>
                  <a:cubicBezTo>
                    <a:pt x="579260" y="66630"/>
                    <a:pt x="588049" y="75420"/>
                    <a:pt x="588049" y="86478"/>
                  </a:cubicBezTo>
                  <a:lnTo>
                    <a:pt x="588049" y="42813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9" name="Google Shape;179;p29"/>
            <p:cNvSpPr/>
            <p:nvPr/>
          </p:nvSpPr>
          <p:spPr>
            <a:xfrm>
              <a:off x="3732139" y="3143501"/>
              <a:ext cx="122234" cy="42509"/>
            </a:xfrm>
            <a:custGeom>
              <a:avLst/>
              <a:gdLst/>
              <a:ahLst/>
              <a:cxnLst/>
              <a:rect l="l" t="t" r="r" b="b"/>
              <a:pathLst>
                <a:path w="344322" h="119744" extrusionOk="0">
                  <a:moveTo>
                    <a:pt x="288164" y="9167"/>
                  </a:moveTo>
                  <a:cubicBezTo>
                    <a:pt x="224936" y="68425"/>
                    <a:pt x="124565" y="68142"/>
                    <a:pt x="54816" y="8033"/>
                  </a:cubicBezTo>
                  <a:cubicBezTo>
                    <a:pt x="40922" y="-3876"/>
                    <a:pt x="19941" y="-2458"/>
                    <a:pt x="8033" y="11718"/>
                  </a:cubicBezTo>
                  <a:cubicBezTo>
                    <a:pt x="-3876" y="25612"/>
                    <a:pt x="-2458" y="46593"/>
                    <a:pt x="11718" y="58501"/>
                  </a:cubicBezTo>
                  <a:cubicBezTo>
                    <a:pt x="57651" y="97913"/>
                    <a:pt x="115775" y="119745"/>
                    <a:pt x="174750" y="119745"/>
                  </a:cubicBezTo>
                  <a:lnTo>
                    <a:pt x="175601" y="119745"/>
                  </a:lnTo>
                  <a:cubicBezTo>
                    <a:pt x="235143" y="119745"/>
                    <a:pt x="291283" y="97346"/>
                    <a:pt x="333813" y="57651"/>
                  </a:cubicBezTo>
                  <a:cubicBezTo>
                    <a:pt x="347139" y="44892"/>
                    <a:pt x="347990" y="23910"/>
                    <a:pt x="335231" y="10868"/>
                  </a:cubicBezTo>
                  <a:cubicBezTo>
                    <a:pt x="322755" y="-2742"/>
                    <a:pt x="301774" y="-3309"/>
                    <a:pt x="288447" y="91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80" name="Google Shape;180;p29"/>
            <p:cNvSpPr/>
            <p:nvPr/>
          </p:nvSpPr>
          <p:spPr>
            <a:xfrm>
              <a:off x="3810071"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81" name="Google Shape;181;p29"/>
            <p:cNvSpPr/>
            <p:nvPr/>
          </p:nvSpPr>
          <p:spPr>
            <a:xfrm>
              <a:off x="3748904"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182" name="Google Shape;182;p29"/>
          <p:cNvSpPr/>
          <p:nvPr/>
        </p:nvSpPr>
        <p:spPr>
          <a:xfrm>
            <a:off x="7521099" y="1178864"/>
            <a:ext cx="228895" cy="222245"/>
          </a:xfrm>
          <a:custGeom>
            <a:avLst/>
            <a:gdLst/>
            <a:ahLst/>
            <a:cxnLst/>
            <a:rect l="l" t="t" r="r" b="b"/>
            <a:pathLst>
              <a:path w="644775" h="626042" extrusionOk="0">
                <a:moveTo>
                  <a:pt x="425301" y="280415"/>
                </a:moveTo>
                <a:lnTo>
                  <a:pt x="552891" y="280415"/>
                </a:lnTo>
                <a:cubicBezTo>
                  <a:pt x="593153" y="280415"/>
                  <a:pt x="626043" y="247525"/>
                  <a:pt x="626043" y="207263"/>
                </a:cubicBezTo>
                <a:lnTo>
                  <a:pt x="626043" y="79673"/>
                </a:lnTo>
                <a:cubicBezTo>
                  <a:pt x="626043" y="39411"/>
                  <a:pt x="593153" y="6521"/>
                  <a:pt x="552891" y="6521"/>
                </a:cubicBezTo>
                <a:lnTo>
                  <a:pt x="425301" y="6521"/>
                </a:lnTo>
                <a:cubicBezTo>
                  <a:pt x="385039" y="6521"/>
                  <a:pt x="352149" y="39411"/>
                  <a:pt x="352149" y="79673"/>
                </a:cubicBezTo>
                <a:lnTo>
                  <a:pt x="352149" y="207263"/>
                </a:lnTo>
                <a:cubicBezTo>
                  <a:pt x="352149" y="247525"/>
                  <a:pt x="385039" y="280415"/>
                  <a:pt x="425301" y="280415"/>
                </a:cubicBezTo>
                <a:close/>
                <a:moveTo>
                  <a:pt x="418779" y="79673"/>
                </a:moveTo>
                <a:cubicBezTo>
                  <a:pt x="418779" y="75987"/>
                  <a:pt x="421898" y="73152"/>
                  <a:pt x="425301" y="73152"/>
                </a:cubicBezTo>
                <a:lnTo>
                  <a:pt x="552891" y="73152"/>
                </a:lnTo>
                <a:cubicBezTo>
                  <a:pt x="556577" y="73152"/>
                  <a:pt x="559412" y="76271"/>
                  <a:pt x="559412" y="79673"/>
                </a:cubicBezTo>
                <a:lnTo>
                  <a:pt x="559412" y="207263"/>
                </a:lnTo>
                <a:cubicBezTo>
                  <a:pt x="559412" y="210949"/>
                  <a:pt x="556293" y="213784"/>
                  <a:pt x="552891" y="213784"/>
                </a:cubicBezTo>
                <a:lnTo>
                  <a:pt x="425301" y="213784"/>
                </a:lnTo>
                <a:cubicBezTo>
                  <a:pt x="421615" y="213784"/>
                  <a:pt x="418779" y="210666"/>
                  <a:pt x="418779" y="207263"/>
                </a:cubicBezTo>
                <a:lnTo>
                  <a:pt x="418779" y="79673"/>
                </a:lnTo>
                <a:close/>
                <a:moveTo>
                  <a:pt x="204711" y="352149"/>
                </a:moveTo>
                <a:lnTo>
                  <a:pt x="77121" y="352149"/>
                </a:lnTo>
                <a:cubicBezTo>
                  <a:pt x="36859" y="352149"/>
                  <a:pt x="3969" y="385039"/>
                  <a:pt x="3969" y="425301"/>
                </a:cubicBezTo>
                <a:lnTo>
                  <a:pt x="3969" y="552891"/>
                </a:lnTo>
                <a:cubicBezTo>
                  <a:pt x="3969" y="593153"/>
                  <a:pt x="36859" y="626043"/>
                  <a:pt x="77121" y="626043"/>
                </a:cubicBezTo>
                <a:lnTo>
                  <a:pt x="204711" y="626043"/>
                </a:lnTo>
                <a:cubicBezTo>
                  <a:pt x="244973" y="626043"/>
                  <a:pt x="277863" y="593153"/>
                  <a:pt x="277863" y="552891"/>
                </a:cubicBezTo>
                <a:lnTo>
                  <a:pt x="277863" y="425301"/>
                </a:lnTo>
                <a:cubicBezTo>
                  <a:pt x="277863" y="385039"/>
                  <a:pt x="244973" y="352149"/>
                  <a:pt x="204711" y="352149"/>
                </a:cubicBezTo>
                <a:close/>
                <a:moveTo>
                  <a:pt x="211516" y="552891"/>
                </a:moveTo>
                <a:cubicBezTo>
                  <a:pt x="211516" y="556577"/>
                  <a:pt x="208681" y="559412"/>
                  <a:pt x="204995" y="559412"/>
                </a:cubicBezTo>
                <a:lnTo>
                  <a:pt x="77405" y="559412"/>
                </a:lnTo>
                <a:cubicBezTo>
                  <a:pt x="73719" y="559412"/>
                  <a:pt x="70883" y="556577"/>
                  <a:pt x="70883" y="552891"/>
                </a:cubicBezTo>
                <a:lnTo>
                  <a:pt x="70883" y="425301"/>
                </a:lnTo>
                <a:cubicBezTo>
                  <a:pt x="70883" y="421615"/>
                  <a:pt x="74002" y="418779"/>
                  <a:pt x="77405" y="418779"/>
                </a:cubicBezTo>
                <a:lnTo>
                  <a:pt x="204995" y="418779"/>
                </a:lnTo>
                <a:cubicBezTo>
                  <a:pt x="208681" y="418779"/>
                  <a:pt x="211516" y="421898"/>
                  <a:pt x="211516" y="425301"/>
                </a:cubicBezTo>
                <a:lnTo>
                  <a:pt x="211516" y="552891"/>
                </a:lnTo>
                <a:close/>
                <a:moveTo>
                  <a:pt x="143468" y="0"/>
                </a:moveTo>
                <a:cubicBezTo>
                  <a:pt x="64362" y="0"/>
                  <a:pt x="0" y="64362"/>
                  <a:pt x="0" y="143468"/>
                </a:cubicBezTo>
                <a:cubicBezTo>
                  <a:pt x="0" y="222574"/>
                  <a:pt x="64362" y="286936"/>
                  <a:pt x="143468" y="286936"/>
                </a:cubicBezTo>
                <a:cubicBezTo>
                  <a:pt x="222574" y="286936"/>
                  <a:pt x="286936" y="222574"/>
                  <a:pt x="286936" y="143468"/>
                </a:cubicBezTo>
                <a:cubicBezTo>
                  <a:pt x="286936" y="64362"/>
                  <a:pt x="222574" y="0"/>
                  <a:pt x="143468" y="0"/>
                </a:cubicBezTo>
                <a:close/>
                <a:moveTo>
                  <a:pt x="143468" y="220589"/>
                </a:moveTo>
                <a:cubicBezTo>
                  <a:pt x="100938" y="220589"/>
                  <a:pt x="66347" y="185998"/>
                  <a:pt x="66347" y="143468"/>
                </a:cubicBezTo>
                <a:cubicBezTo>
                  <a:pt x="66347" y="100938"/>
                  <a:pt x="100938" y="66347"/>
                  <a:pt x="143468" y="66347"/>
                </a:cubicBezTo>
                <a:cubicBezTo>
                  <a:pt x="185998" y="66347"/>
                  <a:pt x="220589" y="100938"/>
                  <a:pt x="220589" y="143468"/>
                </a:cubicBezTo>
                <a:cubicBezTo>
                  <a:pt x="220589" y="185998"/>
                  <a:pt x="185998" y="220589"/>
                  <a:pt x="143468" y="220589"/>
                </a:cubicBezTo>
                <a:close/>
                <a:moveTo>
                  <a:pt x="634265" y="518583"/>
                </a:moveTo>
                <a:lnTo>
                  <a:pt x="544952" y="374548"/>
                </a:lnTo>
                <a:cubicBezTo>
                  <a:pt x="532477" y="354701"/>
                  <a:pt x="511211" y="342792"/>
                  <a:pt x="487678" y="342792"/>
                </a:cubicBezTo>
                <a:cubicBezTo>
                  <a:pt x="464145" y="342792"/>
                  <a:pt x="442880" y="354701"/>
                  <a:pt x="430404" y="374548"/>
                </a:cubicBezTo>
                <a:lnTo>
                  <a:pt x="341091" y="518583"/>
                </a:lnTo>
                <a:cubicBezTo>
                  <a:pt x="328048" y="539565"/>
                  <a:pt x="327481" y="565650"/>
                  <a:pt x="339390" y="587199"/>
                </a:cubicBezTo>
                <a:cubicBezTo>
                  <a:pt x="351298" y="608464"/>
                  <a:pt x="373697" y="621790"/>
                  <a:pt x="398365" y="621790"/>
                </a:cubicBezTo>
                <a:lnTo>
                  <a:pt x="577275" y="621790"/>
                </a:lnTo>
                <a:cubicBezTo>
                  <a:pt x="601659" y="621790"/>
                  <a:pt x="624341" y="608464"/>
                  <a:pt x="636250" y="587199"/>
                </a:cubicBezTo>
                <a:cubicBezTo>
                  <a:pt x="648158" y="565650"/>
                  <a:pt x="647591" y="539281"/>
                  <a:pt x="634548" y="518583"/>
                </a:cubicBezTo>
                <a:close/>
                <a:moveTo>
                  <a:pt x="577558" y="555443"/>
                </a:moveTo>
                <a:cubicBezTo>
                  <a:pt x="577558" y="555443"/>
                  <a:pt x="577558" y="555443"/>
                  <a:pt x="577275" y="555443"/>
                </a:cubicBezTo>
                <a:lnTo>
                  <a:pt x="398081" y="555443"/>
                </a:lnTo>
                <a:cubicBezTo>
                  <a:pt x="398081" y="555443"/>
                  <a:pt x="397798" y="553742"/>
                  <a:pt x="397798" y="553742"/>
                </a:cubicBezTo>
                <a:lnTo>
                  <a:pt x="487111" y="409706"/>
                </a:lnTo>
                <a:lnTo>
                  <a:pt x="488529" y="409706"/>
                </a:lnTo>
                <a:lnTo>
                  <a:pt x="577842" y="553742"/>
                </a:lnTo>
                <a:lnTo>
                  <a:pt x="577842" y="55544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0"/>
          <p:cNvSpPr txBox="1">
            <a:spLocks noGrp="1"/>
          </p:cNvSpPr>
          <p:nvPr>
            <p:ph type="title"/>
          </p:nvPr>
        </p:nvSpPr>
        <p:spPr>
          <a:xfrm>
            <a:off x="228600" y="154921"/>
            <a:ext cx="868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b="0"/>
          </a:p>
        </p:txBody>
      </p:sp>
      <p:sp>
        <p:nvSpPr>
          <p:cNvPr id="188" name="Google Shape;188;p30"/>
          <p:cNvSpPr txBox="1">
            <a:spLocks noGrp="1"/>
          </p:cNvSpPr>
          <p:nvPr>
            <p:ph type="subTitle" idx="1"/>
          </p:nvPr>
        </p:nvSpPr>
        <p:spPr>
          <a:xfrm>
            <a:off x="1075625" y="1381475"/>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89" name="Google Shape;189;p30"/>
          <p:cNvSpPr txBox="1">
            <a:spLocks noGrp="1"/>
          </p:cNvSpPr>
          <p:nvPr>
            <p:ph type="subTitle" idx="2"/>
          </p:nvPr>
        </p:nvSpPr>
        <p:spPr>
          <a:xfrm>
            <a:off x="1075625" y="2096042"/>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0" name="Google Shape;190;p30"/>
          <p:cNvSpPr txBox="1">
            <a:spLocks noGrp="1"/>
          </p:cNvSpPr>
          <p:nvPr>
            <p:ph type="subTitle" idx="3"/>
          </p:nvPr>
        </p:nvSpPr>
        <p:spPr>
          <a:xfrm>
            <a:off x="1075625" y="2810608"/>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1" name="Google Shape;191;p30"/>
          <p:cNvSpPr txBox="1">
            <a:spLocks noGrp="1"/>
          </p:cNvSpPr>
          <p:nvPr>
            <p:ph type="subTitle" idx="4"/>
          </p:nvPr>
        </p:nvSpPr>
        <p:spPr>
          <a:xfrm>
            <a:off x="1075625" y="3525175"/>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2" name="Google Shape;192;p30"/>
          <p:cNvSpPr txBox="1">
            <a:spLocks noGrp="1"/>
          </p:cNvSpPr>
          <p:nvPr>
            <p:ph type="subTitle" idx="5"/>
          </p:nvPr>
        </p:nvSpPr>
        <p:spPr>
          <a:xfrm>
            <a:off x="6115800" y="1381475"/>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3" name="Google Shape;193;p30"/>
          <p:cNvSpPr txBox="1">
            <a:spLocks noGrp="1"/>
          </p:cNvSpPr>
          <p:nvPr>
            <p:ph type="subTitle" idx="6"/>
          </p:nvPr>
        </p:nvSpPr>
        <p:spPr>
          <a:xfrm>
            <a:off x="6115800" y="2096040"/>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4" name="Google Shape;194;p30"/>
          <p:cNvSpPr txBox="1">
            <a:spLocks noGrp="1"/>
          </p:cNvSpPr>
          <p:nvPr>
            <p:ph type="subTitle" idx="7"/>
          </p:nvPr>
        </p:nvSpPr>
        <p:spPr>
          <a:xfrm>
            <a:off x="6115800" y="2810604"/>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5" name="Google Shape;195;p30"/>
          <p:cNvSpPr txBox="1">
            <a:spLocks noGrp="1"/>
          </p:cNvSpPr>
          <p:nvPr>
            <p:ph type="subTitle" idx="8"/>
          </p:nvPr>
        </p:nvSpPr>
        <p:spPr>
          <a:xfrm>
            <a:off x="6115800" y="3525169"/>
            <a:ext cx="2799900" cy="5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Name of the section</a:t>
            </a:r>
            <a:endParaRPr/>
          </a:p>
        </p:txBody>
      </p:sp>
      <p:sp>
        <p:nvSpPr>
          <p:cNvPr id="196" name="Google Shape;196;p30"/>
          <p:cNvSpPr txBox="1">
            <a:spLocks noGrp="1"/>
          </p:cNvSpPr>
          <p:nvPr>
            <p:ph type="title" idx="9"/>
          </p:nvPr>
        </p:nvSpPr>
        <p:spPr>
          <a:xfrm>
            <a:off x="157826" y="3548988"/>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97" name="Google Shape;197;p30"/>
          <p:cNvSpPr txBox="1">
            <a:spLocks noGrp="1"/>
          </p:cNvSpPr>
          <p:nvPr>
            <p:ph type="title" idx="13"/>
          </p:nvPr>
        </p:nvSpPr>
        <p:spPr>
          <a:xfrm>
            <a:off x="157827" y="2119654"/>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98" name="Google Shape;198;p30"/>
          <p:cNvSpPr txBox="1">
            <a:spLocks noGrp="1"/>
          </p:cNvSpPr>
          <p:nvPr>
            <p:ph type="title" idx="14"/>
          </p:nvPr>
        </p:nvSpPr>
        <p:spPr>
          <a:xfrm>
            <a:off x="158655" y="1405288"/>
            <a:ext cx="864300" cy="31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99" name="Google Shape;199;p30"/>
          <p:cNvSpPr txBox="1">
            <a:spLocks noGrp="1"/>
          </p:cNvSpPr>
          <p:nvPr>
            <p:ph type="title" idx="15"/>
          </p:nvPr>
        </p:nvSpPr>
        <p:spPr>
          <a:xfrm>
            <a:off x="157826" y="2834321"/>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00" name="Google Shape;200;p30"/>
          <p:cNvSpPr txBox="1">
            <a:spLocks noGrp="1"/>
          </p:cNvSpPr>
          <p:nvPr>
            <p:ph type="title" idx="16"/>
          </p:nvPr>
        </p:nvSpPr>
        <p:spPr>
          <a:xfrm>
            <a:off x="5210689" y="2119852"/>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01" name="Google Shape;201;p30"/>
          <p:cNvSpPr txBox="1">
            <a:spLocks noGrp="1"/>
          </p:cNvSpPr>
          <p:nvPr>
            <p:ph type="title" idx="17"/>
          </p:nvPr>
        </p:nvSpPr>
        <p:spPr>
          <a:xfrm>
            <a:off x="5210687" y="2834417"/>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07</a:t>
            </a:r>
            <a:endParaRPr/>
          </a:p>
        </p:txBody>
      </p:sp>
      <p:sp>
        <p:nvSpPr>
          <p:cNvPr id="202" name="Google Shape;202;p30"/>
          <p:cNvSpPr txBox="1">
            <a:spLocks noGrp="1"/>
          </p:cNvSpPr>
          <p:nvPr>
            <p:ph type="title" idx="18"/>
          </p:nvPr>
        </p:nvSpPr>
        <p:spPr>
          <a:xfrm>
            <a:off x="5210689" y="3548981"/>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08</a:t>
            </a:r>
            <a:endParaRPr/>
          </a:p>
        </p:txBody>
      </p:sp>
      <p:sp>
        <p:nvSpPr>
          <p:cNvPr id="203" name="Google Shape;203;p30"/>
          <p:cNvSpPr txBox="1">
            <a:spLocks noGrp="1"/>
          </p:cNvSpPr>
          <p:nvPr>
            <p:ph type="title" idx="19"/>
          </p:nvPr>
        </p:nvSpPr>
        <p:spPr>
          <a:xfrm>
            <a:off x="5210689" y="1405288"/>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cxnSp>
        <p:nvCxnSpPr>
          <p:cNvPr id="204" name="Google Shape;204;p30"/>
          <p:cNvCxnSpPr/>
          <p:nvPr/>
        </p:nvCxnSpPr>
        <p:spPr>
          <a:xfrm rot="10800000">
            <a:off x="-7975" y="1907625"/>
            <a:ext cx="3853800" cy="0"/>
          </a:xfrm>
          <a:prstGeom prst="straightConnector1">
            <a:avLst/>
          </a:prstGeom>
          <a:noFill/>
          <a:ln w="9525" cap="flat" cmpd="sng">
            <a:solidFill>
              <a:schemeClr val="dk2"/>
            </a:solidFill>
            <a:prstDash val="solid"/>
            <a:round/>
            <a:headEnd type="none" w="med" len="med"/>
            <a:tailEnd type="none" w="med" len="med"/>
          </a:ln>
        </p:spPr>
      </p:cxnSp>
      <p:cxnSp>
        <p:nvCxnSpPr>
          <p:cNvPr id="205" name="Google Shape;205;p30"/>
          <p:cNvCxnSpPr/>
          <p:nvPr/>
        </p:nvCxnSpPr>
        <p:spPr>
          <a:xfrm rot="10800000">
            <a:off x="-7975" y="2641063"/>
            <a:ext cx="3853800" cy="0"/>
          </a:xfrm>
          <a:prstGeom prst="straightConnector1">
            <a:avLst/>
          </a:prstGeom>
          <a:noFill/>
          <a:ln w="9525" cap="flat" cmpd="sng">
            <a:solidFill>
              <a:schemeClr val="dk2"/>
            </a:solidFill>
            <a:prstDash val="solid"/>
            <a:round/>
            <a:headEnd type="none" w="med" len="med"/>
            <a:tailEnd type="none" w="med" len="med"/>
          </a:ln>
        </p:spPr>
      </p:cxnSp>
      <p:cxnSp>
        <p:nvCxnSpPr>
          <p:cNvPr id="206" name="Google Shape;206;p30"/>
          <p:cNvCxnSpPr/>
          <p:nvPr/>
        </p:nvCxnSpPr>
        <p:spPr>
          <a:xfrm rot="10800000">
            <a:off x="-7975" y="3374500"/>
            <a:ext cx="3853800" cy="0"/>
          </a:xfrm>
          <a:prstGeom prst="straightConnector1">
            <a:avLst/>
          </a:prstGeom>
          <a:noFill/>
          <a:ln w="9525" cap="flat" cmpd="sng">
            <a:solidFill>
              <a:schemeClr val="dk2"/>
            </a:solidFill>
            <a:prstDash val="solid"/>
            <a:round/>
            <a:headEnd type="none" w="med" len="med"/>
            <a:tailEnd type="none" w="med" len="med"/>
          </a:ln>
        </p:spPr>
      </p:cxnSp>
      <p:cxnSp>
        <p:nvCxnSpPr>
          <p:cNvPr id="207" name="Google Shape;207;p30"/>
          <p:cNvCxnSpPr/>
          <p:nvPr/>
        </p:nvCxnSpPr>
        <p:spPr>
          <a:xfrm rot="10800000">
            <a:off x="5290200" y="1907625"/>
            <a:ext cx="3853800" cy="0"/>
          </a:xfrm>
          <a:prstGeom prst="straightConnector1">
            <a:avLst/>
          </a:prstGeom>
          <a:noFill/>
          <a:ln w="9525" cap="flat" cmpd="sng">
            <a:solidFill>
              <a:schemeClr val="dk2"/>
            </a:solidFill>
            <a:prstDash val="solid"/>
            <a:round/>
            <a:headEnd type="none" w="med" len="med"/>
            <a:tailEnd type="none" w="med" len="med"/>
          </a:ln>
        </p:spPr>
      </p:cxnSp>
      <p:cxnSp>
        <p:nvCxnSpPr>
          <p:cNvPr id="208" name="Google Shape;208;p30"/>
          <p:cNvCxnSpPr/>
          <p:nvPr/>
        </p:nvCxnSpPr>
        <p:spPr>
          <a:xfrm rot="10800000">
            <a:off x="5290200" y="2641063"/>
            <a:ext cx="3853800" cy="0"/>
          </a:xfrm>
          <a:prstGeom prst="straightConnector1">
            <a:avLst/>
          </a:prstGeom>
          <a:noFill/>
          <a:ln w="9525" cap="flat" cmpd="sng">
            <a:solidFill>
              <a:schemeClr val="dk2"/>
            </a:solidFill>
            <a:prstDash val="solid"/>
            <a:round/>
            <a:headEnd type="none" w="med" len="med"/>
            <a:tailEnd type="none" w="med" len="med"/>
          </a:ln>
        </p:spPr>
      </p:cxnSp>
      <p:cxnSp>
        <p:nvCxnSpPr>
          <p:cNvPr id="209" name="Google Shape;209;p30"/>
          <p:cNvCxnSpPr/>
          <p:nvPr/>
        </p:nvCxnSpPr>
        <p:spPr>
          <a:xfrm rot="10800000">
            <a:off x="5290200" y="3374500"/>
            <a:ext cx="3853800" cy="0"/>
          </a:xfrm>
          <a:prstGeom prst="straightConnector1">
            <a:avLst/>
          </a:prstGeom>
          <a:noFill/>
          <a:ln w="9525" cap="flat" cmpd="sng">
            <a:solidFill>
              <a:schemeClr val="dk2"/>
            </a:solidFill>
            <a:prstDash val="solid"/>
            <a:round/>
            <a:headEnd type="none" w="med" len="med"/>
            <a:tailEnd type="none" w="med" len="med"/>
          </a:ln>
        </p:spPr>
      </p:cxnSp>
      <p:sp>
        <p:nvSpPr>
          <p:cNvPr id="210" name="Google Shape;210;p30"/>
          <p:cNvSpPr/>
          <p:nvPr/>
        </p:nvSpPr>
        <p:spPr>
          <a:xfrm>
            <a:off x="4409850" y="247892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1" name="Google Shape;211;p30"/>
          <p:cNvSpPr/>
          <p:nvPr/>
        </p:nvSpPr>
        <p:spPr>
          <a:xfrm>
            <a:off x="8718863" y="1389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2" name="Google Shape;212;p30"/>
          <p:cNvSpPr/>
          <p:nvPr/>
        </p:nvSpPr>
        <p:spPr>
          <a:xfrm>
            <a:off x="252038" y="48315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13" name="Google Shape;213;p30"/>
          <p:cNvSpPr/>
          <p:nvPr/>
        </p:nvSpPr>
        <p:spPr>
          <a:xfrm>
            <a:off x="3560590" y="3906151"/>
            <a:ext cx="2022827" cy="2022827"/>
          </a:xfrm>
          <a:custGeom>
            <a:avLst/>
            <a:gdLst/>
            <a:ahLst/>
            <a:cxnLst/>
            <a:rect l="l" t="t" r="r" b="b"/>
            <a:pathLst>
              <a:path w="6857040" h="6857040" extrusionOk="0">
                <a:moveTo>
                  <a:pt x="4615277" y="3209489"/>
                </a:moveTo>
                <a:lnTo>
                  <a:pt x="6857041" y="3428520"/>
                </a:lnTo>
                <a:lnTo>
                  <a:pt x="4615277" y="3647552"/>
                </a:lnTo>
                <a:cubicBezTo>
                  <a:pt x="4102948" y="3697634"/>
                  <a:pt x="3697565" y="4102948"/>
                  <a:pt x="3647552" y="4615277"/>
                </a:cubicBezTo>
                <a:lnTo>
                  <a:pt x="3428520" y="6857041"/>
                </a:lnTo>
                <a:lnTo>
                  <a:pt x="3209489" y="4615277"/>
                </a:lnTo>
                <a:cubicBezTo>
                  <a:pt x="3159407" y="4102948"/>
                  <a:pt x="2754093" y="3697565"/>
                  <a:pt x="2241764" y="3647552"/>
                </a:cubicBezTo>
                <a:lnTo>
                  <a:pt x="0" y="3428520"/>
                </a:lnTo>
                <a:lnTo>
                  <a:pt x="2241764" y="3209489"/>
                </a:lnTo>
                <a:cubicBezTo>
                  <a:pt x="2754093" y="3159407"/>
                  <a:pt x="3159476" y="2754093"/>
                  <a:pt x="3209489" y="2241764"/>
                </a:cubicBezTo>
                <a:lnTo>
                  <a:pt x="3428520" y="0"/>
                </a:lnTo>
                <a:lnTo>
                  <a:pt x="3647552" y="2241764"/>
                </a:lnTo>
                <a:cubicBezTo>
                  <a:pt x="3697634" y="2754093"/>
                  <a:pt x="4102948" y="3159476"/>
                  <a:pt x="4615277" y="32094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1" title="concept-ramadan-tradition (1).jpg"/>
          <p:cNvPicPr preferRelativeResize="0">
            <a:picLocks noGrp="1"/>
          </p:cNvPicPr>
          <p:nvPr>
            <p:ph type="pic" idx="2"/>
          </p:nvPr>
        </p:nvPicPr>
        <p:blipFill rotWithShape="1">
          <a:blip r:embed="rId3">
            <a:alphaModFix/>
          </a:blip>
          <a:srcRect l="1286" r="1286"/>
          <a:stretch/>
        </p:blipFill>
        <p:spPr>
          <a:xfrm>
            <a:off x="5715849" y="0"/>
            <a:ext cx="3428100" cy="5143501"/>
          </a:xfrm>
          <a:prstGeom prst="rect">
            <a:avLst/>
          </a:prstGeom>
        </p:spPr>
      </p:pic>
      <p:sp>
        <p:nvSpPr>
          <p:cNvPr id="219" name="Google Shape;219;p31"/>
          <p:cNvSpPr txBox="1">
            <a:spLocks noGrp="1"/>
          </p:cNvSpPr>
          <p:nvPr>
            <p:ph type="title"/>
          </p:nvPr>
        </p:nvSpPr>
        <p:spPr>
          <a:xfrm>
            <a:off x="228600" y="228600"/>
            <a:ext cx="3998400" cy="18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write here a long title to captivate the audience attention</a:t>
            </a:r>
            <a:endParaRPr/>
          </a:p>
        </p:txBody>
      </p:sp>
      <p:sp>
        <p:nvSpPr>
          <p:cNvPr id="220" name="Google Shape;220;p31"/>
          <p:cNvSpPr txBox="1">
            <a:spLocks noGrp="1"/>
          </p:cNvSpPr>
          <p:nvPr>
            <p:ph type="body" idx="1"/>
          </p:nvPr>
        </p:nvSpPr>
        <p:spPr>
          <a:xfrm>
            <a:off x="1019775" y="2422325"/>
            <a:ext cx="3824100" cy="208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They’re simple </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You can organize your ideas clearly</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You’ll never forget to buy milk!</a:t>
            </a:r>
            <a:endParaRPr>
              <a:solidFill>
                <a:schemeClr val="dk1"/>
              </a:solidFill>
            </a:endParaRPr>
          </a:p>
          <a:p>
            <a:pPr marL="0" lvl="0" indent="0" algn="l" rtl="0">
              <a:spcBef>
                <a:spcPts val="1600"/>
              </a:spcBef>
              <a:spcAft>
                <a:spcPts val="0"/>
              </a:spcAft>
              <a:buNone/>
            </a:pPr>
            <a:r>
              <a:rPr lang="en"/>
              <a:t>You can replace the image. Just right-click on it and select “Replace image”</a:t>
            </a:r>
            <a:endParaRPr/>
          </a:p>
        </p:txBody>
      </p:sp>
      <p:grpSp>
        <p:nvGrpSpPr>
          <p:cNvPr id="221" name="Google Shape;221;p31"/>
          <p:cNvGrpSpPr/>
          <p:nvPr/>
        </p:nvGrpSpPr>
        <p:grpSpPr>
          <a:xfrm>
            <a:off x="5578018" y="0"/>
            <a:ext cx="3565995" cy="5143537"/>
            <a:chOff x="3720125" y="3172"/>
            <a:chExt cx="4750227" cy="6851655"/>
          </a:xfrm>
        </p:grpSpPr>
        <p:sp>
          <p:nvSpPr>
            <p:cNvPr id="222" name="Google Shape;222;p31"/>
            <p:cNvSpPr/>
            <p:nvPr/>
          </p:nvSpPr>
          <p:spPr>
            <a:xfrm>
              <a:off x="3720125" y="3172"/>
              <a:ext cx="4750227" cy="6851655"/>
            </a:xfrm>
            <a:custGeom>
              <a:avLst/>
              <a:gdLst/>
              <a:ahLst/>
              <a:cxnLst/>
              <a:rect l="l" t="t" r="r" b="b"/>
              <a:pathLst>
                <a:path w="4750227" h="6851655" extrusionOk="0">
                  <a:moveTo>
                    <a:pt x="0" y="0"/>
                  </a:moveTo>
                  <a:lnTo>
                    <a:pt x="0" y="6851656"/>
                  </a:lnTo>
                  <a:lnTo>
                    <a:pt x="4750228" y="6851656"/>
                  </a:lnTo>
                  <a:lnTo>
                    <a:pt x="4750228" y="0"/>
                  </a:lnTo>
                  <a:lnTo>
                    <a:pt x="0" y="0"/>
                  </a:lnTo>
                  <a:close/>
                  <a:moveTo>
                    <a:pt x="4455733" y="5254205"/>
                  </a:moveTo>
                  <a:cubicBezTo>
                    <a:pt x="4455733" y="5259217"/>
                    <a:pt x="4454020" y="5263404"/>
                    <a:pt x="4451800" y="5264546"/>
                  </a:cubicBezTo>
                  <a:cubicBezTo>
                    <a:pt x="4375670" y="5302040"/>
                    <a:pt x="4349152" y="5373158"/>
                    <a:pt x="4386963" y="5455568"/>
                  </a:cubicBezTo>
                  <a:cubicBezTo>
                    <a:pt x="4391785" y="5466036"/>
                    <a:pt x="4405932" y="5464323"/>
                    <a:pt x="4405868" y="5478597"/>
                  </a:cubicBezTo>
                  <a:cubicBezTo>
                    <a:pt x="4405868" y="5484116"/>
                    <a:pt x="4403584" y="5488367"/>
                    <a:pt x="4401047" y="5488557"/>
                  </a:cubicBezTo>
                  <a:cubicBezTo>
                    <a:pt x="4201841" y="5500801"/>
                    <a:pt x="3970534" y="5573886"/>
                    <a:pt x="3878418" y="5772330"/>
                  </a:cubicBezTo>
                  <a:cubicBezTo>
                    <a:pt x="3875055" y="5779626"/>
                    <a:pt x="3858180" y="5822449"/>
                    <a:pt x="3857101" y="5827143"/>
                  </a:cubicBezTo>
                  <a:cubicBezTo>
                    <a:pt x="3828426" y="5951869"/>
                    <a:pt x="3879369" y="6036880"/>
                    <a:pt x="3731361" y="6092518"/>
                  </a:cubicBezTo>
                  <a:cubicBezTo>
                    <a:pt x="3702178" y="6103493"/>
                    <a:pt x="3592615" y="6120242"/>
                    <a:pt x="3585953" y="6124810"/>
                  </a:cubicBezTo>
                  <a:cubicBezTo>
                    <a:pt x="3583226" y="6126649"/>
                    <a:pt x="3577579" y="6148600"/>
                    <a:pt x="3569586" y="6158307"/>
                  </a:cubicBezTo>
                  <a:cubicBezTo>
                    <a:pt x="3482861" y="6263746"/>
                    <a:pt x="3257708" y="6231962"/>
                    <a:pt x="3137424" y="6231454"/>
                  </a:cubicBezTo>
                  <a:cubicBezTo>
                    <a:pt x="2942532" y="6230630"/>
                    <a:pt x="2540125" y="6211914"/>
                    <a:pt x="2396176" y="6359669"/>
                  </a:cubicBezTo>
                  <a:cubicBezTo>
                    <a:pt x="2386977" y="6369122"/>
                    <a:pt x="2394971" y="6381430"/>
                    <a:pt x="2377651" y="6378892"/>
                  </a:cubicBezTo>
                  <a:cubicBezTo>
                    <a:pt x="2374670" y="6378448"/>
                    <a:pt x="2347263" y="6338734"/>
                    <a:pt x="2338191" y="6332580"/>
                  </a:cubicBezTo>
                  <a:cubicBezTo>
                    <a:pt x="2235099" y="6262287"/>
                    <a:pt x="2035069" y="6237481"/>
                    <a:pt x="1911612" y="6231391"/>
                  </a:cubicBezTo>
                  <a:cubicBezTo>
                    <a:pt x="1753580" y="6223588"/>
                    <a:pt x="1301117" y="6279733"/>
                    <a:pt x="1196819" y="6169853"/>
                  </a:cubicBezTo>
                  <a:cubicBezTo>
                    <a:pt x="1184765" y="6157165"/>
                    <a:pt x="1179183" y="6132930"/>
                    <a:pt x="1170428" y="6127347"/>
                  </a:cubicBezTo>
                  <a:cubicBezTo>
                    <a:pt x="1153108" y="6116245"/>
                    <a:pt x="1057375" y="6105524"/>
                    <a:pt x="1023625" y="6092708"/>
                  </a:cubicBezTo>
                  <a:cubicBezTo>
                    <a:pt x="889193" y="6041575"/>
                    <a:pt x="928907" y="5948443"/>
                    <a:pt x="905561" y="5834946"/>
                  </a:cubicBezTo>
                  <a:cubicBezTo>
                    <a:pt x="895664" y="5786985"/>
                    <a:pt x="867749" y="5740419"/>
                    <a:pt x="839708" y="5701466"/>
                  </a:cubicBezTo>
                  <a:cubicBezTo>
                    <a:pt x="827084" y="5683956"/>
                    <a:pt x="777917" y="5633330"/>
                    <a:pt x="760724" y="5620134"/>
                  </a:cubicBezTo>
                  <a:cubicBezTo>
                    <a:pt x="645959" y="5532395"/>
                    <a:pt x="507149" y="5499215"/>
                    <a:pt x="366564" y="5489509"/>
                  </a:cubicBezTo>
                  <a:cubicBezTo>
                    <a:pt x="361742" y="5489192"/>
                    <a:pt x="359902" y="5475742"/>
                    <a:pt x="363836" y="5469715"/>
                  </a:cubicBezTo>
                  <a:cubicBezTo>
                    <a:pt x="384454" y="5438248"/>
                    <a:pt x="400885" y="5402848"/>
                    <a:pt x="394414" y="5362817"/>
                  </a:cubicBezTo>
                  <a:cubicBezTo>
                    <a:pt x="385913" y="5309780"/>
                    <a:pt x="318919" y="5272730"/>
                    <a:pt x="304010" y="5257314"/>
                  </a:cubicBezTo>
                  <a:cubicBezTo>
                    <a:pt x="302234" y="5255474"/>
                    <a:pt x="301156" y="5251350"/>
                    <a:pt x="301283" y="5247036"/>
                  </a:cubicBezTo>
                  <a:cubicBezTo>
                    <a:pt x="307309" y="4998727"/>
                    <a:pt x="306865" y="4749847"/>
                    <a:pt x="306041" y="4501158"/>
                  </a:cubicBezTo>
                  <a:cubicBezTo>
                    <a:pt x="302424" y="3409651"/>
                    <a:pt x="318221" y="2311038"/>
                    <a:pt x="306104" y="1210840"/>
                  </a:cubicBezTo>
                  <a:cubicBezTo>
                    <a:pt x="305977" y="1200753"/>
                    <a:pt x="305279" y="1191237"/>
                    <a:pt x="302995" y="1181784"/>
                  </a:cubicBezTo>
                  <a:cubicBezTo>
                    <a:pt x="301473" y="1175440"/>
                    <a:pt x="303059" y="1167510"/>
                    <a:pt x="306294" y="1166050"/>
                  </a:cubicBezTo>
                  <a:cubicBezTo>
                    <a:pt x="332242" y="1154377"/>
                    <a:pt x="429941" y="1162942"/>
                    <a:pt x="452590" y="1161229"/>
                  </a:cubicBezTo>
                  <a:cubicBezTo>
                    <a:pt x="596221" y="1150698"/>
                    <a:pt x="806148" y="1101277"/>
                    <a:pt x="853031" y="942103"/>
                  </a:cubicBezTo>
                  <a:cubicBezTo>
                    <a:pt x="854046" y="938613"/>
                    <a:pt x="855822" y="936520"/>
                    <a:pt x="857726" y="936900"/>
                  </a:cubicBezTo>
                  <a:cubicBezTo>
                    <a:pt x="894014" y="943625"/>
                    <a:pt x="925481" y="963736"/>
                    <a:pt x="963609" y="967225"/>
                  </a:cubicBezTo>
                  <a:cubicBezTo>
                    <a:pt x="1077042" y="977693"/>
                    <a:pt x="1184385" y="905243"/>
                    <a:pt x="1248905" y="814142"/>
                  </a:cubicBezTo>
                  <a:cubicBezTo>
                    <a:pt x="1249920" y="812683"/>
                    <a:pt x="1251125" y="812112"/>
                    <a:pt x="1252330" y="812492"/>
                  </a:cubicBezTo>
                  <a:cubicBezTo>
                    <a:pt x="1363987" y="849986"/>
                    <a:pt x="1544097" y="900802"/>
                    <a:pt x="1595230" y="750447"/>
                  </a:cubicBezTo>
                  <a:cubicBezTo>
                    <a:pt x="1605952" y="718980"/>
                    <a:pt x="1600623" y="692969"/>
                    <a:pt x="1621559" y="661375"/>
                  </a:cubicBezTo>
                  <a:cubicBezTo>
                    <a:pt x="1722557" y="508862"/>
                    <a:pt x="2149326" y="593112"/>
                    <a:pt x="2316240" y="517237"/>
                  </a:cubicBezTo>
                  <a:cubicBezTo>
                    <a:pt x="2343520" y="504802"/>
                    <a:pt x="2358809" y="487990"/>
                    <a:pt x="2382536" y="473081"/>
                  </a:cubicBezTo>
                  <a:cubicBezTo>
                    <a:pt x="2383996" y="472130"/>
                    <a:pt x="2385582" y="472764"/>
                    <a:pt x="2386850" y="474668"/>
                  </a:cubicBezTo>
                  <a:cubicBezTo>
                    <a:pt x="2413813" y="514445"/>
                    <a:pt x="2470529" y="530813"/>
                    <a:pt x="2514875" y="539378"/>
                  </a:cubicBezTo>
                  <a:cubicBezTo>
                    <a:pt x="2671131" y="569512"/>
                    <a:pt x="2974634" y="534873"/>
                    <a:pt x="3098154" y="620202"/>
                  </a:cubicBezTo>
                  <a:cubicBezTo>
                    <a:pt x="3176313" y="674254"/>
                    <a:pt x="3144783" y="756156"/>
                    <a:pt x="3204354" y="812809"/>
                  </a:cubicBezTo>
                  <a:cubicBezTo>
                    <a:pt x="3278835" y="883673"/>
                    <a:pt x="3416058" y="844213"/>
                    <a:pt x="3502274" y="814015"/>
                  </a:cubicBezTo>
                  <a:cubicBezTo>
                    <a:pt x="3503353" y="813634"/>
                    <a:pt x="3504432" y="814015"/>
                    <a:pt x="3505383" y="815093"/>
                  </a:cubicBezTo>
                  <a:cubicBezTo>
                    <a:pt x="3606572" y="930430"/>
                    <a:pt x="3742907" y="1019247"/>
                    <a:pt x="3893390" y="938423"/>
                  </a:cubicBezTo>
                  <a:cubicBezTo>
                    <a:pt x="3894722" y="937725"/>
                    <a:pt x="3896181" y="938233"/>
                    <a:pt x="3897387" y="939882"/>
                  </a:cubicBezTo>
                  <a:cubicBezTo>
                    <a:pt x="3926506" y="981754"/>
                    <a:pt x="3936847" y="1015948"/>
                    <a:pt x="3979416" y="1052237"/>
                  </a:cubicBezTo>
                  <a:cubicBezTo>
                    <a:pt x="4035371" y="1099945"/>
                    <a:pt x="4194228" y="1160785"/>
                    <a:pt x="4265029" y="1160785"/>
                  </a:cubicBezTo>
                  <a:lnTo>
                    <a:pt x="4451800" y="1160785"/>
                  </a:lnTo>
                  <a:cubicBezTo>
                    <a:pt x="4454591" y="1160785"/>
                    <a:pt x="4456812" y="1165606"/>
                    <a:pt x="4456812" y="1171633"/>
                  </a:cubicBezTo>
                  <a:lnTo>
                    <a:pt x="4463537" y="4571895"/>
                  </a:lnTo>
                  <a:lnTo>
                    <a:pt x="4455670" y="5254269"/>
                  </a:lnTo>
                  <a:close/>
                </a:path>
              </a:pathLst>
            </a:custGeom>
            <a:solidFill>
              <a:schemeClr val="lt1"/>
            </a:solidFill>
            <a:ln>
              <a:noFill/>
            </a:ln>
            <a:effectLst>
              <a:outerShdw blurRad="57150" dist="19050" algn="bl" rotWithShape="0">
                <a:srgbClr val="000000">
                  <a:alpha val="5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3" name="Google Shape;223;p31"/>
            <p:cNvSpPr/>
            <p:nvPr/>
          </p:nvSpPr>
          <p:spPr>
            <a:xfrm>
              <a:off x="3720125" y="3172"/>
              <a:ext cx="4750227" cy="6851655"/>
            </a:xfrm>
            <a:custGeom>
              <a:avLst/>
              <a:gdLst/>
              <a:ahLst/>
              <a:cxnLst/>
              <a:rect l="l" t="t" r="r" b="b"/>
              <a:pathLst>
                <a:path w="4750227" h="6851655" extrusionOk="0">
                  <a:moveTo>
                    <a:pt x="0" y="0"/>
                  </a:moveTo>
                  <a:lnTo>
                    <a:pt x="0" y="6851656"/>
                  </a:lnTo>
                  <a:lnTo>
                    <a:pt x="4750228" y="6851656"/>
                  </a:lnTo>
                  <a:lnTo>
                    <a:pt x="4750228" y="0"/>
                  </a:lnTo>
                  <a:lnTo>
                    <a:pt x="0" y="0"/>
                  </a:lnTo>
                  <a:close/>
                  <a:moveTo>
                    <a:pt x="4455733" y="5254205"/>
                  </a:moveTo>
                  <a:cubicBezTo>
                    <a:pt x="4455733" y="5259217"/>
                    <a:pt x="4454020" y="5263404"/>
                    <a:pt x="4451800" y="5264546"/>
                  </a:cubicBezTo>
                  <a:cubicBezTo>
                    <a:pt x="4375670" y="5302040"/>
                    <a:pt x="4349152" y="5373158"/>
                    <a:pt x="4386963" y="5455568"/>
                  </a:cubicBezTo>
                  <a:cubicBezTo>
                    <a:pt x="4391785" y="5466036"/>
                    <a:pt x="4405932" y="5464323"/>
                    <a:pt x="4405868" y="5478597"/>
                  </a:cubicBezTo>
                  <a:cubicBezTo>
                    <a:pt x="4405868" y="5484116"/>
                    <a:pt x="4403584" y="5488367"/>
                    <a:pt x="4401047" y="5488557"/>
                  </a:cubicBezTo>
                  <a:cubicBezTo>
                    <a:pt x="4201841" y="5500801"/>
                    <a:pt x="3970534" y="5573886"/>
                    <a:pt x="3878418" y="5772330"/>
                  </a:cubicBezTo>
                  <a:cubicBezTo>
                    <a:pt x="3875055" y="5779626"/>
                    <a:pt x="3858180" y="5822449"/>
                    <a:pt x="3857101" y="5827143"/>
                  </a:cubicBezTo>
                  <a:cubicBezTo>
                    <a:pt x="3828426" y="5951869"/>
                    <a:pt x="3879369" y="6036880"/>
                    <a:pt x="3731361" y="6092518"/>
                  </a:cubicBezTo>
                  <a:cubicBezTo>
                    <a:pt x="3702178" y="6103493"/>
                    <a:pt x="3592615" y="6120242"/>
                    <a:pt x="3585953" y="6124810"/>
                  </a:cubicBezTo>
                  <a:cubicBezTo>
                    <a:pt x="3583226" y="6126649"/>
                    <a:pt x="3577579" y="6148600"/>
                    <a:pt x="3569586" y="6158307"/>
                  </a:cubicBezTo>
                  <a:cubicBezTo>
                    <a:pt x="3482861" y="6263746"/>
                    <a:pt x="3257708" y="6231962"/>
                    <a:pt x="3137424" y="6231454"/>
                  </a:cubicBezTo>
                  <a:cubicBezTo>
                    <a:pt x="2942532" y="6230630"/>
                    <a:pt x="2540125" y="6211914"/>
                    <a:pt x="2396176" y="6359669"/>
                  </a:cubicBezTo>
                  <a:cubicBezTo>
                    <a:pt x="2386977" y="6369122"/>
                    <a:pt x="2394971" y="6381430"/>
                    <a:pt x="2377651" y="6378892"/>
                  </a:cubicBezTo>
                  <a:cubicBezTo>
                    <a:pt x="2374670" y="6378448"/>
                    <a:pt x="2347263" y="6338734"/>
                    <a:pt x="2338191" y="6332580"/>
                  </a:cubicBezTo>
                  <a:cubicBezTo>
                    <a:pt x="2235099" y="6262287"/>
                    <a:pt x="2035069" y="6237481"/>
                    <a:pt x="1911612" y="6231391"/>
                  </a:cubicBezTo>
                  <a:cubicBezTo>
                    <a:pt x="1753580" y="6223588"/>
                    <a:pt x="1301117" y="6279733"/>
                    <a:pt x="1196819" y="6169853"/>
                  </a:cubicBezTo>
                  <a:cubicBezTo>
                    <a:pt x="1184765" y="6157165"/>
                    <a:pt x="1179183" y="6132930"/>
                    <a:pt x="1170428" y="6127347"/>
                  </a:cubicBezTo>
                  <a:cubicBezTo>
                    <a:pt x="1153108" y="6116245"/>
                    <a:pt x="1057375" y="6105524"/>
                    <a:pt x="1023625" y="6092708"/>
                  </a:cubicBezTo>
                  <a:cubicBezTo>
                    <a:pt x="889193" y="6041575"/>
                    <a:pt x="928907" y="5948443"/>
                    <a:pt x="905561" y="5834946"/>
                  </a:cubicBezTo>
                  <a:cubicBezTo>
                    <a:pt x="895664" y="5786985"/>
                    <a:pt x="867749" y="5740419"/>
                    <a:pt x="839708" y="5701466"/>
                  </a:cubicBezTo>
                  <a:cubicBezTo>
                    <a:pt x="827084" y="5683956"/>
                    <a:pt x="777917" y="5633330"/>
                    <a:pt x="760724" y="5620134"/>
                  </a:cubicBezTo>
                  <a:cubicBezTo>
                    <a:pt x="645959" y="5532395"/>
                    <a:pt x="507149" y="5499215"/>
                    <a:pt x="366564" y="5489509"/>
                  </a:cubicBezTo>
                  <a:cubicBezTo>
                    <a:pt x="361742" y="5489192"/>
                    <a:pt x="359902" y="5475742"/>
                    <a:pt x="363836" y="5469715"/>
                  </a:cubicBezTo>
                  <a:cubicBezTo>
                    <a:pt x="384454" y="5438248"/>
                    <a:pt x="400885" y="5402848"/>
                    <a:pt x="394414" y="5362817"/>
                  </a:cubicBezTo>
                  <a:cubicBezTo>
                    <a:pt x="385913" y="5309780"/>
                    <a:pt x="318919" y="5272730"/>
                    <a:pt x="304010" y="5257314"/>
                  </a:cubicBezTo>
                  <a:cubicBezTo>
                    <a:pt x="302234" y="5255474"/>
                    <a:pt x="301156" y="5251350"/>
                    <a:pt x="301283" y="5247036"/>
                  </a:cubicBezTo>
                  <a:cubicBezTo>
                    <a:pt x="307309" y="4998727"/>
                    <a:pt x="306865" y="4749847"/>
                    <a:pt x="306041" y="4501158"/>
                  </a:cubicBezTo>
                  <a:cubicBezTo>
                    <a:pt x="302424" y="3409651"/>
                    <a:pt x="318221" y="2311038"/>
                    <a:pt x="306104" y="1210840"/>
                  </a:cubicBezTo>
                  <a:cubicBezTo>
                    <a:pt x="305977" y="1200753"/>
                    <a:pt x="305279" y="1191237"/>
                    <a:pt x="302995" y="1181784"/>
                  </a:cubicBezTo>
                  <a:cubicBezTo>
                    <a:pt x="301473" y="1175440"/>
                    <a:pt x="303059" y="1167510"/>
                    <a:pt x="306294" y="1166050"/>
                  </a:cubicBezTo>
                  <a:cubicBezTo>
                    <a:pt x="332242" y="1154377"/>
                    <a:pt x="429941" y="1162942"/>
                    <a:pt x="452590" y="1161229"/>
                  </a:cubicBezTo>
                  <a:cubicBezTo>
                    <a:pt x="596221" y="1150698"/>
                    <a:pt x="806148" y="1101277"/>
                    <a:pt x="853031" y="942103"/>
                  </a:cubicBezTo>
                  <a:cubicBezTo>
                    <a:pt x="854046" y="938613"/>
                    <a:pt x="855822" y="936520"/>
                    <a:pt x="857726" y="936900"/>
                  </a:cubicBezTo>
                  <a:cubicBezTo>
                    <a:pt x="894014" y="943625"/>
                    <a:pt x="925481" y="963736"/>
                    <a:pt x="963609" y="967225"/>
                  </a:cubicBezTo>
                  <a:cubicBezTo>
                    <a:pt x="1077042" y="977693"/>
                    <a:pt x="1184385" y="905243"/>
                    <a:pt x="1248905" y="814142"/>
                  </a:cubicBezTo>
                  <a:cubicBezTo>
                    <a:pt x="1249920" y="812683"/>
                    <a:pt x="1251125" y="812112"/>
                    <a:pt x="1252330" y="812492"/>
                  </a:cubicBezTo>
                  <a:cubicBezTo>
                    <a:pt x="1363987" y="849986"/>
                    <a:pt x="1544097" y="900802"/>
                    <a:pt x="1595230" y="750447"/>
                  </a:cubicBezTo>
                  <a:cubicBezTo>
                    <a:pt x="1605952" y="718980"/>
                    <a:pt x="1600623" y="692969"/>
                    <a:pt x="1621559" y="661375"/>
                  </a:cubicBezTo>
                  <a:cubicBezTo>
                    <a:pt x="1722557" y="508862"/>
                    <a:pt x="2149326" y="593112"/>
                    <a:pt x="2316240" y="517237"/>
                  </a:cubicBezTo>
                  <a:cubicBezTo>
                    <a:pt x="2343520" y="504802"/>
                    <a:pt x="2358809" y="487990"/>
                    <a:pt x="2382536" y="473081"/>
                  </a:cubicBezTo>
                  <a:cubicBezTo>
                    <a:pt x="2383996" y="472130"/>
                    <a:pt x="2385582" y="472764"/>
                    <a:pt x="2386850" y="474668"/>
                  </a:cubicBezTo>
                  <a:cubicBezTo>
                    <a:pt x="2413813" y="514445"/>
                    <a:pt x="2470529" y="530813"/>
                    <a:pt x="2514875" y="539378"/>
                  </a:cubicBezTo>
                  <a:cubicBezTo>
                    <a:pt x="2671131" y="569512"/>
                    <a:pt x="2974634" y="534873"/>
                    <a:pt x="3098154" y="620202"/>
                  </a:cubicBezTo>
                  <a:cubicBezTo>
                    <a:pt x="3176313" y="674254"/>
                    <a:pt x="3144783" y="756156"/>
                    <a:pt x="3204354" y="812809"/>
                  </a:cubicBezTo>
                  <a:cubicBezTo>
                    <a:pt x="3278835" y="883673"/>
                    <a:pt x="3416058" y="844213"/>
                    <a:pt x="3502274" y="814015"/>
                  </a:cubicBezTo>
                  <a:cubicBezTo>
                    <a:pt x="3503353" y="813634"/>
                    <a:pt x="3504432" y="814015"/>
                    <a:pt x="3505383" y="815093"/>
                  </a:cubicBezTo>
                  <a:cubicBezTo>
                    <a:pt x="3606572" y="930430"/>
                    <a:pt x="3742907" y="1019247"/>
                    <a:pt x="3893390" y="938423"/>
                  </a:cubicBezTo>
                  <a:cubicBezTo>
                    <a:pt x="3894722" y="937725"/>
                    <a:pt x="3896181" y="938233"/>
                    <a:pt x="3897387" y="939882"/>
                  </a:cubicBezTo>
                  <a:cubicBezTo>
                    <a:pt x="3926506" y="981754"/>
                    <a:pt x="3936847" y="1015948"/>
                    <a:pt x="3979416" y="1052237"/>
                  </a:cubicBezTo>
                  <a:cubicBezTo>
                    <a:pt x="4035371" y="1099945"/>
                    <a:pt x="4194228" y="1160785"/>
                    <a:pt x="4265029" y="1160785"/>
                  </a:cubicBezTo>
                  <a:lnTo>
                    <a:pt x="4451800" y="1160785"/>
                  </a:lnTo>
                  <a:cubicBezTo>
                    <a:pt x="4454591" y="1160785"/>
                    <a:pt x="4456812" y="1165606"/>
                    <a:pt x="4456812" y="1171633"/>
                  </a:cubicBezTo>
                  <a:lnTo>
                    <a:pt x="4463537" y="4571895"/>
                  </a:lnTo>
                  <a:lnTo>
                    <a:pt x="4455670" y="5254269"/>
                  </a:lnTo>
                  <a:close/>
                </a:path>
              </a:pathLst>
            </a:custGeom>
            <a:solidFill>
              <a:schemeClr val="lt1"/>
            </a:solidFill>
            <a:ln>
              <a:noFill/>
            </a:ln>
            <a:effectLst>
              <a:outerShdw blurRad="57150" dist="19050" algn="bl" rotWithShape="0">
                <a:srgbClr val="000000">
                  <a:alpha val="5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224" name="Google Shape;224;p31"/>
          <p:cNvGrpSpPr/>
          <p:nvPr/>
        </p:nvGrpSpPr>
        <p:grpSpPr>
          <a:xfrm>
            <a:off x="5890648" y="76544"/>
            <a:ext cx="2894275" cy="4990600"/>
            <a:chOff x="5890648" y="76544"/>
            <a:chExt cx="2894275" cy="4990600"/>
          </a:xfrm>
        </p:grpSpPr>
        <p:sp>
          <p:nvSpPr>
            <p:cNvPr id="225" name="Google Shape;225;p31"/>
            <p:cNvSpPr/>
            <p:nvPr/>
          </p:nvSpPr>
          <p:spPr>
            <a:xfrm>
              <a:off x="7257686" y="76544"/>
              <a:ext cx="206700" cy="2067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6" name="Google Shape;226;p31"/>
            <p:cNvSpPr/>
            <p:nvPr/>
          </p:nvSpPr>
          <p:spPr>
            <a:xfrm>
              <a:off x="5890648" y="49875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7" name="Google Shape;227;p31"/>
            <p:cNvSpPr/>
            <p:nvPr/>
          </p:nvSpPr>
          <p:spPr>
            <a:xfrm>
              <a:off x="8611823" y="49875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8" name="Google Shape;228;p31"/>
            <p:cNvSpPr/>
            <p:nvPr/>
          </p:nvSpPr>
          <p:spPr>
            <a:xfrm>
              <a:off x="5890648" y="43839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29" name="Google Shape;229;p31"/>
            <p:cNvSpPr/>
            <p:nvPr/>
          </p:nvSpPr>
          <p:spPr>
            <a:xfrm>
              <a:off x="8611823" y="43839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0" name="Google Shape;230;p31"/>
            <p:cNvSpPr/>
            <p:nvPr/>
          </p:nvSpPr>
          <p:spPr>
            <a:xfrm>
              <a:off x="7257686" y="4860444"/>
              <a:ext cx="206700" cy="2067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
        <p:nvSpPr>
          <p:cNvPr id="231" name="Google Shape;231;p31"/>
          <p:cNvSpPr/>
          <p:nvPr/>
        </p:nvSpPr>
        <p:spPr>
          <a:xfrm>
            <a:off x="5795350" y="359717"/>
            <a:ext cx="3118654" cy="4423506"/>
          </a:xfrm>
          <a:custGeom>
            <a:avLst/>
            <a:gdLst/>
            <a:ahLst/>
            <a:cxnLst/>
            <a:rect l="l" t="t" r="r" b="b"/>
            <a:pathLst>
              <a:path w="4835123" h="6858149" extrusionOk="0">
                <a:moveTo>
                  <a:pt x="2416281" y="6858150"/>
                </a:moveTo>
                <a:cubicBezTo>
                  <a:pt x="2414809" y="6858150"/>
                  <a:pt x="2413117" y="6858003"/>
                  <a:pt x="2411277" y="6857782"/>
                </a:cubicBezTo>
                <a:cubicBezTo>
                  <a:pt x="2408628" y="6857414"/>
                  <a:pt x="2406494" y="6854986"/>
                  <a:pt x="2392146" y="6836443"/>
                </a:cubicBezTo>
                <a:cubicBezTo>
                  <a:pt x="2382580" y="6824081"/>
                  <a:pt x="2369408" y="6807156"/>
                  <a:pt x="2364037" y="6803477"/>
                </a:cubicBezTo>
                <a:cubicBezTo>
                  <a:pt x="2228495" y="6711056"/>
                  <a:pt x="1952483" y="6690747"/>
                  <a:pt x="1871173" y="6686773"/>
                </a:cubicBezTo>
                <a:cubicBezTo>
                  <a:pt x="1824227" y="6684492"/>
                  <a:pt x="1755058" y="6686994"/>
                  <a:pt x="1674999" y="6690011"/>
                </a:cubicBezTo>
                <a:cubicBezTo>
                  <a:pt x="1445271" y="6698473"/>
                  <a:pt x="1130627" y="6710099"/>
                  <a:pt x="1039677" y="6614220"/>
                </a:cubicBezTo>
                <a:cubicBezTo>
                  <a:pt x="1032319" y="6606494"/>
                  <a:pt x="1027021" y="6595382"/>
                  <a:pt x="1022312" y="6585596"/>
                </a:cubicBezTo>
                <a:cubicBezTo>
                  <a:pt x="1018044" y="6576619"/>
                  <a:pt x="1013923" y="6568156"/>
                  <a:pt x="1009729" y="6565434"/>
                </a:cubicBezTo>
                <a:cubicBezTo>
                  <a:pt x="999869" y="6559032"/>
                  <a:pt x="963371" y="6552262"/>
                  <a:pt x="928051" y="6545640"/>
                </a:cubicBezTo>
                <a:cubicBezTo>
                  <a:pt x="894129" y="6539312"/>
                  <a:pt x="859030" y="6532763"/>
                  <a:pt x="840119" y="6525551"/>
                </a:cubicBezTo>
                <a:cubicBezTo>
                  <a:pt x="722385" y="6480739"/>
                  <a:pt x="717528" y="6406419"/>
                  <a:pt x="711936" y="6320400"/>
                </a:cubicBezTo>
                <a:cubicBezTo>
                  <a:pt x="709949" y="6289568"/>
                  <a:pt x="707815" y="6257707"/>
                  <a:pt x="700898" y="6223858"/>
                </a:cubicBezTo>
                <a:cubicBezTo>
                  <a:pt x="691553" y="6178384"/>
                  <a:pt x="666755" y="6128200"/>
                  <a:pt x="625181" y="6070436"/>
                </a:cubicBezTo>
                <a:cubicBezTo>
                  <a:pt x="610758" y="6050421"/>
                  <a:pt x="553878" y="5991849"/>
                  <a:pt x="534305" y="5976911"/>
                </a:cubicBezTo>
                <a:cubicBezTo>
                  <a:pt x="418852" y="5888685"/>
                  <a:pt x="269919" y="5839310"/>
                  <a:pt x="79042" y="5826139"/>
                </a:cubicBezTo>
                <a:cubicBezTo>
                  <a:pt x="77424" y="5825991"/>
                  <a:pt x="74407" y="5825182"/>
                  <a:pt x="72199" y="5820840"/>
                </a:cubicBezTo>
                <a:cubicBezTo>
                  <a:pt x="69256" y="5814880"/>
                  <a:pt x="68888" y="5803916"/>
                  <a:pt x="73082" y="5797514"/>
                </a:cubicBezTo>
                <a:cubicBezTo>
                  <a:pt x="93465" y="5766462"/>
                  <a:pt x="115761" y="5724593"/>
                  <a:pt x="108034" y="5676101"/>
                </a:cubicBezTo>
                <a:cubicBezTo>
                  <a:pt x="100676" y="5630185"/>
                  <a:pt x="52994" y="5593908"/>
                  <a:pt x="24517" y="5572275"/>
                </a:cubicBezTo>
                <a:cubicBezTo>
                  <a:pt x="15466" y="5565432"/>
                  <a:pt x="8328" y="5559986"/>
                  <a:pt x="4208" y="5555718"/>
                </a:cubicBezTo>
                <a:cubicBezTo>
                  <a:pt x="897" y="5552333"/>
                  <a:pt x="-134" y="5545932"/>
                  <a:pt x="14" y="5541149"/>
                </a:cubicBezTo>
                <a:cubicBezTo>
                  <a:pt x="6857" y="5259691"/>
                  <a:pt x="6562" y="4982869"/>
                  <a:pt x="5532" y="4676099"/>
                </a:cubicBezTo>
                <a:cubicBezTo>
                  <a:pt x="3840" y="4157776"/>
                  <a:pt x="5900" y="3628856"/>
                  <a:pt x="7961" y="3117376"/>
                </a:cubicBezTo>
                <a:cubicBezTo>
                  <a:pt x="10904" y="2377933"/>
                  <a:pt x="13921" y="1613398"/>
                  <a:pt x="5606" y="859754"/>
                </a:cubicBezTo>
                <a:cubicBezTo>
                  <a:pt x="5459" y="846362"/>
                  <a:pt x="4355" y="836207"/>
                  <a:pt x="2147" y="826862"/>
                </a:cubicBezTo>
                <a:cubicBezTo>
                  <a:pt x="87" y="818400"/>
                  <a:pt x="2000" y="807142"/>
                  <a:pt x="8034" y="804419"/>
                </a:cubicBezTo>
                <a:cubicBezTo>
                  <a:pt x="29741" y="794633"/>
                  <a:pt x="91257" y="796619"/>
                  <a:pt x="136143" y="798018"/>
                </a:cubicBezTo>
                <a:cubicBezTo>
                  <a:pt x="154981" y="798606"/>
                  <a:pt x="171243" y="799121"/>
                  <a:pt x="179043" y="798533"/>
                </a:cubicBezTo>
                <a:cubicBezTo>
                  <a:pt x="298027" y="789776"/>
                  <a:pt x="581104" y="747833"/>
                  <a:pt x="640265" y="547024"/>
                </a:cubicBezTo>
                <a:cubicBezTo>
                  <a:pt x="642399" y="539739"/>
                  <a:pt x="646667" y="537826"/>
                  <a:pt x="649978" y="538414"/>
                </a:cubicBezTo>
                <a:cubicBezTo>
                  <a:pt x="668889" y="541946"/>
                  <a:pt x="686917" y="548569"/>
                  <a:pt x="704357" y="555044"/>
                </a:cubicBezTo>
                <a:cubicBezTo>
                  <a:pt x="725990" y="563065"/>
                  <a:pt x="748360" y="571306"/>
                  <a:pt x="772495" y="573514"/>
                </a:cubicBezTo>
                <a:cubicBezTo>
                  <a:pt x="912966" y="586464"/>
                  <a:pt x="1033791" y="491100"/>
                  <a:pt x="1100016" y="397501"/>
                </a:cubicBezTo>
                <a:cubicBezTo>
                  <a:pt x="1102150" y="394485"/>
                  <a:pt x="1105241" y="393234"/>
                  <a:pt x="1108184" y="394264"/>
                </a:cubicBezTo>
                <a:cubicBezTo>
                  <a:pt x="1262562" y="446067"/>
                  <a:pt x="1446669" y="484992"/>
                  <a:pt x="1501268" y="324654"/>
                </a:cubicBezTo>
                <a:cubicBezTo>
                  <a:pt x="1505830" y="311261"/>
                  <a:pt x="1507890" y="298531"/>
                  <a:pt x="1509804" y="286243"/>
                </a:cubicBezTo>
                <a:cubicBezTo>
                  <a:pt x="1513115" y="265492"/>
                  <a:pt x="1516573" y="244079"/>
                  <a:pt x="1532173" y="220533"/>
                </a:cubicBezTo>
                <a:cubicBezTo>
                  <a:pt x="1602813" y="113836"/>
                  <a:pt x="1805536" y="105742"/>
                  <a:pt x="2001637" y="97869"/>
                </a:cubicBezTo>
                <a:cubicBezTo>
                  <a:pt x="2135339" y="92497"/>
                  <a:pt x="2261534" y="87420"/>
                  <a:pt x="2339460" y="52026"/>
                </a:cubicBezTo>
                <a:cubicBezTo>
                  <a:pt x="2358739" y="43270"/>
                  <a:pt x="2372646" y="32673"/>
                  <a:pt x="2387289" y="21489"/>
                </a:cubicBezTo>
                <a:cubicBezTo>
                  <a:pt x="2396193" y="14719"/>
                  <a:pt x="2405317" y="7729"/>
                  <a:pt x="2415913" y="1033"/>
                </a:cubicBezTo>
                <a:cubicBezTo>
                  <a:pt x="2418709" y="-734"/>
                  <a:pt x="2422904" y="-513"/>
                  <a:pt x="2425921" y="3902"/>
                </a:cubicBezTo>
                <a:cubicBezTo>
                  <a:pt x="2449688" y="39002"/>
                  <a:pt x="2497517" y="63064"/>
                  <a:pt x="2572058" y="77412"/>
                </a:cubicBezTo>
                <a:cubicBezTo>
                  <a:pt x="2636370" y="89848"/>
                  <a:pt x="2722242" y="92718"/>
                  <a:pt x="2813118" y="95808"/>
                </a:cubicBezTo>
                <a:cubicBezTo>
                  <a:pt x="2974266" y="101253"/>
                  <a:pt x="3156901" y="107435"/>
                  <a:pt x="3249984" y="171747"/>
                </a:cubicBezTo>
                <a:cubicBezTo>
                  <a:pt x="3300536" y="206699"/>
                  <a:pt x="3312457" y="251659"/>
                  <a:pt x="3324009" y="295073"/>
                </a:cubicBezTo>
                <a:cubicBezTo>
                  <a:pt x="3333722" y="331718"/>
                  <a:pt x="3342920" y="366302"/>
                  <a:pt x="3373605" y="395441"/>
                </a:cubicBezTo>
                <a:cubicBezTo>
                  <a:pt x="3456460" y="474249"/>
                  <a:pt x="3608337" y="433557"/>
                  <a:pt x="3715401" y="396030"/>
                </a:cubicBezTo>
                <a:cubicBezTo>
                  <a:pt x="3718050" y="395073"/>
                  <a:pt x="3720846" y="395956"/>
                  <a:pt x="3722980" y="398384"/>
                </a:cubicBezTo>
                <a:cubicBezTo>
                  <a:pt x="3873974" y="570423"/>
                  <a:pt x="4023864" y="618253"/>
                  <a:pt x="4168529" y="540622"/>
                </a:cubicBezTo>
                <a:cubicBezTo>
                  <a:pt x="4171767" y="538856"/>
                  <a:pt x="4175446" y="539960"/>
                  <a:pt x="4177874" y="543491"/>
                </a:cubicBezTo>
                <a:cubicBezTo>
                  <a:pt x="4188618" y="558871"/>
                  <a:pt x="4197080" y="573293"/>
                  <a:pt x="4205248" y="587274"/>
                </a:cubicBezTo>
                <a:cubicBezTo>
                  <a:pt x="4222613" y="616781"/>
                  <a:pt x="4239022" y="644669"/>
                  <a:pt x="4272356" y="673072"/>
                </a:cubicBezTo>
                <a:cubicBezTo>
                  <a:pt x="4336815" y="727966"/>
                  <a:pt x="4521216" y="798091"/>
                  <a:pt x="4601202" y="798091"/>
                </a:cubicBezTo>
                <a:lnTo>
                  <a:pt x="4817832" y="798091"/>
                </a:lnTo>
                <a:cubicBezTo>
                  <a:pt x="4823351" y="798091"/>
                  <a:pt x="4827324" y="804934"/>
                  <a:pt x="4827324" y="814353"/>
                </a:cubicBezTo>
                <a:lnTo>
                  <a:pt x="4835124" y="4758218"/>
                </a:lnTo>
                <a:lnTo>
                  <a:pt x="4826000" y="5549758"/>
                </a:lnTo>
                <a:cubicBezTo>
                  <a:pt x="4825926" y="5557043"/>
                  <a:pt x="4823351" y="5563077"/>
                  <a:pt x="4819377" y="5564990"/>
                </a:cubicBezTo>
                <a:cubicBezTo>
                  <a:pt x="4731076" y="5608478"/>
                  <a:pt x="4703556" y="5689494"/>
                  <a:pt x="4745867" y="5781694"/>
                </a:cubicBezTo>
                <a:cubicBezTo>
                  <a:pt x="4747780" y="5785815"/>
                  <a:pt x="4751386" y="5788022"/>
                  <a:pt x="4755212" y="5790377"/>
                </a:cubicBezTo>
                <a:cubicBezTo>
                  <a:pt x="4761025" y="5793909"/>
                  <a:pt x="4768163" y="5798324"/>
                  <a:pt x="4768163" y="5809950"/>
                </a:cubicBezTo>
                <a:cubicBezTo>
                  <a:pt x="4768163" y="5818412"/>
                  <a:pt x="4764336" y="5824814"/>
                  <a:pt x="4759112" y="5825108"/>
                </a:cubicBezTo>
                <a:cubicBezTo>
                  <a:pt x="4619450" y="5833717"/>
                  <a:pt x="4281113" y="5882724"/>
                  <a:pt x="4156020" y="6152114"/>
                </a:cubicBezTo>
                <a:cubicBezTo>
                  <a:pt x="4152120" y="6160577"/>
                  <a:pt x="4132694" y="6209951"/>
                  <a:pt x="4131517" y="6214955"/>
                </a:cubicBezTo>
                <a:cubicBezTo>
                  <a:pt x="4122319" y="6254911"/>
                  <a:pt x="4120185" y="6291997"/>
                  <a:pt x="4118345" y="6324668"/>
                </a:cubicBezTo>
                <a:cubicBezTo>
                  <a:pt x="4113415" y="6410320"/>
                  <a:pt x="4109515" y="6477943"/>
                  <a:pt x="3983393" y="6525331"/>
                </a:cubicBezTo>
                <a:cubicBezTo>
                  <a:pt x="3964040" y="6532616"/>
                  <a:pt x="3914666" y="6542034"/>
                  <a:pt x="3874930" y="6549613"/>
                </a:cubicBezTo>
                <a:cubicBezTo>
                  <a:pt x="3847410" y="6554911"/>
                  <a:pt x="3818933" y="6560356"/>
                  <a:pt x="3815475" y="6562343"/>
                </a:cubicBezTo>
                <a:cubicBezTo>
                  <a:pt x="3814960" y="6563079"/>
                  <a:pt x="3812973" y="6568230"/>
                  <a:pt x="3811354" y="6572351"/>
                </a:cubicBezTo>
                <a:cubicBezTo>
                  <a:pt x="3807675" y="6581696"/>
                  <a:pt x="3803186" y="6593322"/>
                  <a:pt x="3797300" y="6600460"/>
                </a:cubicBezTo>
                <a:cubicBezTo>
                  <a:pt x="3712605" y="6703477"/>
                  <a:pt x="3516431" y="6695162"/>
                  <a:pt x="3373237" y="6689128"/>
                </a:cubicBezTo>
                <a:cubicBezTo>
                  <a:pt x="3344245" y="6687877"/>
                  <a:pt x="3316798" y="6686773"/>
                  <a:pt x="3293178" y="6686626"/>
                </a:cubicBezTo>
                <a:cubicBezTo>
                  <a:pt x="3273531" y="6686553"/>
                  <a:pt x="3252045" y="6686332"/>
                  <a:pt x="3229086" y="6686037"/>
                </a:cubicBezTo>
                <a:cubicBezTo>
                  <a:pt x="2989057" y="6683315"/>
                  <a:pt x="2587363" y="6678826"/>
                  <a:pt x="2436075" y="6834235"/>
                </a:cubicBezTo>
                <a:cubicBezTo>
                  <a:pt x="2432690" y="6837693"/>
                  <a:pt x="2431734" y="6841593"/>
                  <a:pt x="2430777" y="6845420"/>
                </a:cubicBezTo>
                <a:cubicBezTo>
                  <a:pt x="2429379" y="6851086"/>
                  <a:pt x="2427613" y="6858003"/>
                  <a:pt x="2416502" y="6858003"/>
                </a:cubicBezTo>
                <a:close/>
                <a:moveTo>
                  <a:pt x="2413043" y="6850644"/>
                </a:moveTo>
                <a:cubicBezTo>
                  <a:pt x="2421506" y="6851748"/>
                  <a:pt x="2421947" y="6849835"/>
                  <a:pt x="2423492" y="6843801"/>
                </a:cubicBezTo>
                <a:cubicBezTo>
                  <a:pt x="2424596" y="6839533"/>
                  <a:pt x="2425921" y="6834161"/>
                  <a:pt x="2430630" y="6829305"/>
                </a:cubicBezTo>
                <a:cubicBezTo>
                  <a:pt x="2584126" y="6671615"/>
                  <a:pt x="2987806" y="6676177"/>
                  <a:pt x="3229013" y="6678900"/>
                </a:cubicBezTo>
                <a:cubicBezTo>
                  <a:pt x="3251971" y="6679194"/>
                  <a:pt x="3273384" y="6679415"/>
                  <a:pt x="3293031" y="6679488"/>
                </a:cubicBezTo>
                <a:cubicBezTo>
                  <a:pt x="3316798" y="6679562"/>
                  <a:pt x="3344245" y="6680740"/>
                  <a:pt x="3373384" y="6681990"/>
                </a:cubicBezTo>
                <a:cubicBezTo>
                  <a:pt x="3515033" y="6687951"/>
                  <a:pt x="3709146" y="6696118"/>
                  <a:pt x="3791487" y="6596045"/>
                </a:cubicBezTo>
                <a:cubicBezTo>
                  <a:pt x="3796564" y="6589864"/>
                  <a:pt x="3801053" y="6578384"/>
                  <a:pt x="3804364" y="6569996"/>
                </a:cubicBezTo>
                <a:cubicBezTo>
                  <a:pt x="3807675" y="6561534"/>
                  <a:pt x="3809073" y="6558002"/>
                  <a:pt x="3811280" y="6556530"/>
                </a:cubicBezTo>
                <a:cubicBezTo>
                  <a:pt x="3814886" y="6554028"/>
                  <a:pt x="3832105" y="6550570"/>
                  <a:pt x="3873459" y="6542697"/>
                </a:cubicBezTo>
                <a:cubicBezTo>
                  <a:pt x="3912900" y="6535117"/>
                  <a:pt x="3961980" y="6525772"/>
                  <a:pt x="3980744" y="6518708"/>
                </a:cubicBezTo>
                <a:cubicBezTo>
                  <a:pt x="4102378" y="6473013"/>
                  <a:pt x="4105983" y="6410687"/>
                  <a:pt x="4110913" y="6324521"/>
                </a:cubicBezTo>
                <a:cubicBezTo>
                  <a:pt x="4112827" y="6291555"/>
                  <a:pt x="4114960" y="6254101"/>
                  <a:pt x="4124306" y="6213556"/>
                </a:cubicBezTo>
                <a:cubicBezTo>
                  <a:pt x="4125704" y="6207523"/>
                  <a:pt x="4145498" y="6157559"/>
                  <a:pt x="4149324" y="6149244"/>
                </a:cubicBezTo>
                <a:cubicBezTo>
                  <a:pt x="4276109" y="5876249"/>
                  <a:pt x="4617684" y="5826654"/>
                  <a:pt x="4758670" y="5817971"/>
                </a:cubicBezTo>
                <a:cubicBezTo>
                  <a:pt x="4759112" y="5817676"/>
                  <a:pt x="4760805" y="5814880"/>
                  <a:pt x="4760805" y="5810097"/>
                </a:cubicBezTo>
                <a:cubicBezTo>
                  <a:pt x="4760805" y="5802592"/>
                  <a:pt x="4756904" y="5800163"/>
                  <a:pt x="4751386" y="5796852"/>
                </a:cubicBezTo>
                <a:cubicBezTo>
                  <a:pt x="4746971" y="5794203"/>
                  <a:pt x="4742041" y="5791113"/>
                  <a:pt x="4739171" y="5785005"/>
                </a:cubicBezTo>
                <a:cubicBezTo>
                  <a:pt x="4695021" y="5688684"/>
                  <a:pt x="4723792" y="5604063"/>
                  <a:pt x="4816140" y="5558662"/>
                </a:cubicBezTo>
                <a:cubicBezTo>
                  <a:pt x="4816875" y="5558294"/>
                  <a:pt x="4818568" y="5555203"/>
                  <a:pt x="4818641" y="5549905"/>
                </a:cubicBezTo>
                <a:lnTo>
                  <a:pt x="4827766" y="4758439"/>
                </a:lnTo>
                <a:lnTo>
                  <a:pt x="4819966" y="814647"/>
                </a:lnTo>
                <a:cubicBezTo>
                  <a:pt x="4819966" y="809276"/>
                  <a:pt x="4818200" y="806112"/>
                  <a:pt x="4817464" y="805670"/>
                </a:cubicBezTo>
                <a:lnTo>
                  <a:pt x="4601202" y="805670"/>
                </a:lnTo>
                <a:cubicBezTo>
                  <a:pt x="4518273" y="805670"/>
                  <a:pt x="4334313" y="735839"/>
                  <a:pt x="4267573" y="678959"/>
                </a:cubicBezTo>
                <a:cubicBezTo>
                  <a:pt x="4233283" y="649746"/>
                  <a:pt x="4216580" y="621343"/>
                  <a:pt x="4198846" y="591247"/>
                </a:cubicBezTo>
                <a:cubicBezTo>
                  <a:pt x="4190678" y="577414"/>
                  <a:pt x="4182290" y="563065"/>
                  <a:pt x="4171767" y="547907"/>
                </a:cubicBezTo>
                <a:cubicBezTo>
                  <a:pt x="4171473" y="547465"/>
                  <a:pt x="4171252" y="547318"/>
                  <a:pt x="4171252" y="547318"/>
                </a:cubicBezTo>
                <a:cubicBezTo>
                  <a:pt x="4025924" y="625684"/>
                  <a:pt x="3868750" y="576015"/>
                  <a:pt x="3717388" y="403462"/>
                </a:cubicBezTo>
                <a:cubicBezTo>
                  <a:pt x="3608925" y="441357"/>
                  <a:pt x="3454253" y="482564"/>
                  <a:pt x="3368454" y="401033"/>
                </a:cubicBezTo>
                <a:cubicBezTo>
                  <a:pt x="3336224" y="370423"/>
                  <a:pt x="3326364" y="333189"/>
                  <a:pt x="3316798" y="297207"/>
                </a:cubicBezTo>
                <a:cubicBezTo>
                  <a:pt x="3305613" y="255043"/>
                  <a:pt x="3293987" y="211408"/>
                  <a:pt x="3245716" y="178001"/>
                </a:cubicBezTo>
                <a:cubicBezTo>
                  <a:pt x="3154399" y="114866"/>
                  <a:pt x="2972942" y="108759"/>
                  <a:pt x="2812824" y="103314"/>
                </a:cubicBezTo>
                <a:cubicBezTo>
                  <a:pt x="2721653" y="100223"/>
                  <a:pt x="2635487" y="97354"/>
                  <a:pt x="2570586" y="84771"/>
                </a:cubicBezTo>
                <a:cubicBezTo>
                  <a:pt x="2494059" y="69980"/>
                  <a:pt x="2444684" y="44962"/>
                  <a:pt x="2419739" y="8170"/>
                </a:cubicBezTo>
                <a:cubicBezTo>
                  <a:pt x="2419372" y="7581"/>
                  <a:pt x="2419077" y="7434"/>
                  <a:pt x="2419077" y="7434"/>
                </a:cubicBezTo>
                <a:cubicBezTo>
                  <a:pt x="2409511" y="13910"/>
                  <a:pt x="2400461" y="20827"/>
                  <a:pt x="2391704" y="27449"/>
                </a:cubicBezTo>
                <a:cubicBezTo>
                  <a:pt x="2377355" y="38413"/>
                  <a:pt x="2362491" y="49745"/>
                  <a:pt x="2342477" y="58869"/>
                </a:cubicBezTo>
                <a:cubicBezTo>
                  <a:pt x="2263227" y="94925"/>
                  <a:pt x="2136295" y="100003"/>
                  <a:pt x="2001931" y="105374"/>
                </a:cubicBezTo>
                <a:cubicBezTo>
                  <a:pt x="1807670" y="113174"/>
                  <a:pt x="1606860" y="121195"/>
                  <a:pt x="1538281" y="224727"/>
                </a:cubicBezTo>
                <a:cubicBezTo>
                  <a:pt x="1523564" y="246949"/>
                  <a:pt x="1520400" y="266670"/>
                  <a:pt x="1517015" y="287567"/>
                </a:cubicBezTo>
                <a:cubicBezTo>
                  <a:pt x="1515028" y="300150"/>
                  <a:pt x="1512894" y="313175"/>
                  <a:pt x="1508185" y="327155"/>
                </a:cubicBezTo>
                <a:cubicBezTo>
                  <a:pt x="1444388" y="514794"/>
                  <a:pt x="1207743" y="435618"/>
                  <a:pt x="1106271" y="401549"/>
                </a:cubicBezTo>
                <a:cubicBezTo>
                  <a:pt x="1106271" y="401622"/>
                  <a:pt x="1106124" y="401769"/>
                  <a:pt x="1105976" y="401916"/>
                </a:cubicBezTo>
                <a:cubicBezTo>
                  <a:pt x="1038574" y="497134"/>
                  <a:pt x="915395" y="594191"/>
                  <a:pt x="771759" y="581019"/>
                </a:cubicBezTo>
                <a:cubicBezTo>
                  <a:pt x="746594" y="578664"/>
                  <a:pt x="723783" y="570276"/>
                  <a:pt x="701708" y="562108"/>
                </a:cubicBezTo>
                <a:cubicBezTo>
                  <a:pt x="684563" y="555780"/>
                  <a:pt x="666903" y="549231"/>
                  <a:pt x="648580" y="545846"/>
                </a:cubicBezTo>
                <a:cubicBezTo>
                  <a:pt x="648874" y="545920"/>
                  <a:pt x="647991" y="546876"/>
                  <a:pt x="647329" y="549305"/>
                </a:cubicBezTo>
                <a:cubicBezTo>
                  <a:pt x="586917" y="754530"/>
                  <a:pt x="300088" y="797208"/>
                  <a:pt x="179558" y="806038"/>
                </a:cubicBezTo>
                <a:cubicBezTo>
                  <a:pt x="171390" y="806627"/>
                  <a:pt x="155717" y="806112"/>
                  <a:pt x="135923" y="805523"/>
                </a:cubicBezTo>
                <a:cubicBezTo>
                  <a:pt x="94201" y="804199"/>
                  <a:pt x="31213" y="802212"/>
                  <a:pt x="11125" y="811263"/>
                </a:cubicBezTo>
                <a:cubicBezTo>
                  <a:pt x="9727" y="811998"/>
                  <a:pt x="7740" y="818695"/>
                  <a:pt x="9285" y="825317"/>
                </a:cubicBezTo>
                <a:cubicBezTo>
                  <a:pt x="11713" y="835177"/>
                  <a:pt x="12817" y="845847"/>
                  <a:pt x="12964" y="859901"/>
                </a:cubicBezTo>
                <a:cubicBezTo>
                  <a:pt x="21279" y="1613546"/>
                  <a:pt x="18262" y="2378154"/>
                  <a:pt x="15319" y="3117596"/>
                </a:cubicBezTo>
                <a:cubicBezTo>
                  <a:pt x="13259" y="3629076"/>
                  <a:pt x="11198" y="4157922"/>
                  <a:pt x="12891" y="4676246"/>
                </a:cubicBezTo>
                <a:cubicBezTo>
                  <a:pt x="13921" y="4983016"/>
                  <a:pt x="14142" y="5259912"/>
                  <a:pt x="7372" y="5541443"/>
                </a:cubicBezTo>
                <a:cubicBezTo>
                  <a:pt x="7298" y="5545858"/>
                  <a:pt x="8402" y="5549537"/>
                  <a:pt x="9506" y="5550715"/>
                </a:cubicBezTo>
                <a:cubicBezTo>
                  <a:pt x="13259" y="5554615"/>
                  <a:pt x="20543" y="5560133"/>
                  <a:pt x="28932" y="5566535"/>
                </a:cubicBezTo>
                <a:cubicBezTo>
                  <a:pt x="58292" y="5588831"/>
                  <a:pt x="107446" y="5626212"/>
                  <a:pt x="115319" y="5675071"/>
                </a:cubicBezTo>
                <a:cubicBezTo>
                  <a:pt x="123487" y="5726064"/>
                  <a:pt x="100382" y="5769553"/>
                  <a:pt x="79263" y="5801709"/>
                </a:cubicBezTo>
                <a:cubicBezTo>
                  <a:pt x="77424" y="5804579"/>
                  <a:pt x="76835" y="5810465"/>
                  <a:pt x="77939" y="5815175"/>
                </a:cubicBezTo>
                <a:cubicBezTo>
                  <a:pt x="78601" y="5817897"/>
                  <a:pt x="79558" y="5818854"/>
                  <a:pt x="79778" y="5819001"/>
                </a:cubicBezTo>
                <a:cubicBezTo>
                  <a:pt x="271905" y="5832246"/>
                  <a:pt x="422163" y="5882062"/>
                  <a:pt x="538793" y="5971245"/>
                </a:cubicBezTo>
                <a:cubicBezTo>
                  <a:pt x="559176" y="5986845"/>
                  <a:pt x="616130" y="6045492"/>
                  <a:pt x="631141" y="6066316"/>
                </a:cubicBezTo>
                <a:cubicBezTo>
                  <a:pt x="673378" y="6124962"/>
                  <a:pt x="698543" y="6176103"/>
                  <a:pt x="708109" y="6222608"/>
                </a:cubicBezTo>
                <a:cubicBezTo>
                  <a:pt x="715173" y="6256971"/>
                  <a:pt x="717307" y="6289127"/>
                  <a:pt x="719294" y="6320180"/>
                </a:cubicBezTo>
                <a:cubicBezTo>
                  <a:pt x="724960" y="6407082"/>
                  <a:pt x="729449" y="6475809"/>
                  <a:pt x="842768" y="6518929"/>
                </a:cubicBezTo>
                <a:cubicBezTo>
                  <a:pt x="861090" y="6525919"/>
                  <a:pt x="895821" y="6532395"/>
                  <a:pt x="929449" y="6538650"/>
                </a:cubicBezTo>
                <a:cubicBezTo>
                  <a:pt x="967050" y="6545640"/>
                  <a:pt x="1002591" y="6552336"/>
                  <a:pt x="1013702" y="6559473"/>
                </a:cubicBezTo>
                <a:cubicBezTo>
                  <a:pt x="1019663" y="6563300"/>
                  <a:pt x="1023931" y="6572277"/>
                  <a:pt x="1028934" y="6582652"/>
                </a:cubicBezTo>
                <a:cubicBezTo>
                  <a:pt x="1033349" y="6591924"/>
                  <a:pt x="1038427" y="6602446"/>
                  <a:pt x="1044975" y="6609363"/>
                </a:cubicBezTo>
                <a:cubicBezTo>
                  <a:pt x="1133644" y="6702815"/>
                  <a:pt x="1446374" y="6691262"/>
                  <a:pt x="1674705" y="6682800"/>
                </a:cubicBezTo>
                <a:cubicBezTo>
                  <a:pt x="1754911" y="6679857"/>
                  <a:pt x="1824227" y="6677281"/>
                  <a:pt x="1871541" y="6679636"/>
                </a:cubicBezTo>
                <a:cubicBezTo>
                  <a:pt x="1953366" y="6683683"/>
                  <a:pt x="2231071" y="6704066"/>
                  <a:pt x="2368231" y="6797591"/>
                </a:cubicBezTo>
                <a:cubicBezTo>
                  <a:pt x="2374559" y="6801932"/>
                  <a:pt x="2386995" y="6817973"/>
                  <a:pt x="2398032" y="6832175"/>
                </a:cubicBezTo>
                <a:cubicBezTo>
                  <a:pt x="2403772" y="6839607"/>
                  <a:pt x="2410909" y="6848805"/>
                  <a:pt x="2413191" y="68507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3"/>
          <p:cNvSpPr txBox="1">
            <a:spLocks noGrp="1"/>
          </p:cNvSpPr>
          <p:nvPr>
            <p:ph type="title"/>
          </p:nvPr>
        </p:nvSpPr>
        <p:spPr>
          <a:xfrm>
            <a:off x="1516800" y="480975"/>
            <a:ext cx="6901800" cy="175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100">
                <a:latin typeface="Monsieur La Doulaise"/>
                <a:ea typeface="Monsieur La Doulaise"/>
                <a:cs typeface="Monsieur La Doulaise"/>
                <a:sym typeface="Monsieur La Doulaise"/>
              </a:rPr>
              <a:t>L</a:t>
            </a:r>
            <a:r>
              <a:rPr lang="en"/>
              <a:t>et’s have </a:t>
            </a:r>
            <a:br>
              <a:rPr lang="en"/>
            </a:br>
            <a:r>
              <a:rPr lang="en"/>
              <a:t>a look</a:t>
            </a:r>
            <a:endParaRPr/>
          </a:p>
        </p:txBody>
      </p:sp>
      <p:sp>
        <p:nvSpPr>
          <p:cNvPr id="259" name="Google Shape;259;p33"/>
          <p:cNvSpPr txBox="1">
            <a:spLocks noGrp="1"/>
          </p:cNvSpPr>
          <p:nvPr>
            <p:ph type="subTitle" idx="1"/>
          </p:nvPr>
        </p:nvSpPr>
        <p:spPr>
          <a:xfrm>
            <a:off x="3352800" y="2376025"/>
            <a:ext cx="5065800" cy="25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grpSp>
        <p:nvGrpSpPr>
          <p:cNvPr id="260" name="Google Shape;260;p33"/>
          <p:cNvGrpSpPr/>
          <p:nvPr/>
        </p:nvGrpSpPr>
        <p:grpSpPr>
          <a:xfrm>
            <a:off x="-1552075" y="-58225"/>
            <a:ext cx="4029562" cy="5263515"/>
            <a:chOff x="-1552075" y="-58225"/>
            <a:chExt cx="4029562" cy="5263515"/>
          </a:xfrm>
        </p:grpSpPr>
        <p:sp>
          <p:nvSpPr>
            <p:cNvPr id="261" name="Google Shape;261;p33"/>
            <p:cNvSpPr/>
            <p:nvPr/>
          </p:nvSpPr>
          <p:spPr>
            <a:xfrm>
              <a:off x="-1552075" y="-58225"/>
              <a:ext cx="4029562" cy="5263515"/>
            </a:xfrm>
            <a:custGeom>
              <a:avLst/>
              <a:gdLst/>
              <a:ahLst/>
              <a:cxnLst/>
              <a:rect l="l" t="t" r="r" b="b"/>
              <a:pathLst>
                <a:path w="5250243" h="6858000" extrusionOk="0">
                  <a:moveTo>
                    <a:pt x="3848989" y="6719189"/>
                  </a:moveTo>
                  <a:lnTo>
                    <a:pt x="5250244" y="6858000"/>
                  </a:lnTo>
                  <a:lnTo>
                    <a:pt x="0" y="6858000"/>
                  </a:lnTo>
                  <a:lnTo>
                    <a:pt x="1401255" y="6719189"/>
                  </a:lnTo>
                  <a:cubicBezTo>
                    <a:pt x="1975358" y="6662356"/>
                    <a:pt x="2429510" y="6208205"/>
                    <a:pt x="2486343" y="5634101"/>
                  </a:cubicBezTo>
                  <a:lnTo>
                    <a:pt x="2609279" y="4392676"/>
                  </a:lnTo>
                  <a:lnTo>
                    <a:pt x="2565718" y="3952558"/>
                  </a:lnTo>
                  <a:cubicBezTo>
                    <a:pt x="2541397" y="3707003"/>
                    <a:pt x="2347087" y="3512693"/>
                    <a:pt x="2101533" y="3488372"/>
                  </a:cubicBezTo>
                  <a:lnTo>
                    <a:pt x="1501585" y="3429000"/>
                  </a:lnTo>
                  <a:lnTo>
                    <a:pt x="2101533" y="3369564"/>
                  </a:lnTo>
                  <a:cubicBezTo>
                    <a:pt x="2347087" y="3345244"/>
                    <a:pt x="2541397" y="3150997"/>
                    <a:pt x="2565718" y="2905379"/>
                  </a:cubicBezTo>
                  <a:lnTo>
                    <a:pt x="2608580" y="2472246"/>
                  </a:lnTo>
                  <a:lnTo>
                    <a:pt x="2486343" y="1237869"/>
                  </a:lnTo>
                  <a:cubicBezTo>
                    <a:pt x="2429510" y="663766"/>
                    <a:pt x="1975358" y="209613"/>
                    <a:pt x="1401255" y="152718"/>
                  </a:cubicBezTo>
                  <a:lnTo>
                    <a:pt x="0" y="13970"/>
                  </a:lnTo>
                  <a:lnTo>
                    <a:pt x="141224" y="0"/>
                  </a:lnTo>
                  <a:lnTo>
                    <a:pt x="5109020" y="0"/>
                  </a:lnTo>
                  <a:lnTo>
                    <a:pt x="5250244" y="13970"/>
                  </a:lnTo>
                  <a:lnTo>
                    <a:pt x="3848989" y="152718"/>
                  </a:lnTo>
                  <a:cubicBezTo>
                    <a:pt x="3274886" y="209613"/>
                    <a:pt x="2820734" y="663766"/>
                    <a:pt x="2763901" y="1237869"/>
                  </a:cubicBezTo>
                  <a:lnTo>
                    <a:pt x="2641664" y="2472246"/>
                  </a:lnTo>
                  <a:lnTo>
                    <a:pt x="2684526" y="2905379"/>
                  </a:lnTo>
                  <a:cubicBezTo>
                    <a:pt x="2708847" y="3150997"/>
                    <a:pt x="2903157" y="3345244"/>
                    <a:pt x="3148711" y="3369564"/>
                  </a:cubicBezTo>
                  <a:lnTo>
                    <a:pt x="3748659" y="3429000"/>
                  </a:lnTo>
                  <a:lnTo>
                    <a:pt x="3148711" y="3488372"/>
                  </a:lnTo>
                  <a:cubicBezTo>
                    <a:pt x="2903157" y="3512693"/>
                    <a:pt x="2708847" y="3707003"/>
                    <a:pt x="2684526" y="3952558"/>
                  </a:cubicBezTo>
                  <a:lnTo>
                    <a:pt x="2640965" y="4392676"/>
                  </a:lnTo>
                  <a:lnTo>
                    <a:pt x="2763901" y="5634101"/>
                  </a:lnTo>
                  <a:cubicBezTo>
                    <a:pt x="2820734" y="6208205"/>
                    <a:pt x="3274886" y="6662356"/>
                    <a:pt x="3848989" y="6719189"/>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2" name="Google Shape;262;p33"/>
            <p:cNvSpPr/>
            <p:nvPr/>
          </p:nvSpPr>
          <p:spPr>
            <a:xfrm>
              <a:off x="376148" y="24852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4"/>
          <p:cNvSpPr txBox="1">
            <a:spLocks noGrp="1"/>
          </p:cNvSpPr>
          <p:nvPr>
            <p:ph type="title"/>
          </p:nvPr>
        </p:nvSpPr>
        <p:spPr>
          <a:xfrm>
            <a:off x="228600" y="228600"/>
            <a:ext cx="8686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ideas</a:t>
            </a:r>
            <a:endParaRPr/>
          </a:p>
        </p:txBody>
      </p:sp>
      <p:sp>
        <p:nvSpPr>
          <p:cNvPr id="268" name="Google Shape;268;p34"/>
          <p:cNvSpPr txBox="1">
            <a:spLocks noGrp="1"/>
          </p:cNvSpPr>
          <p:nvPr>
            <p:ph type="subTitle" idx="3"/>
          </p:nvPr>
        </p:nvSpPr>
        <p:spPr>
          <a:xfrm>
            <a:off x="4771675" y="1775648"/>
            <a:ext cx="3419700" cy="116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269" name="Google Shape;269;p34"/>
          <p:cNvSpPr txBox="1">
            <a:spLocks noGrp="1"/>
          </p:cNvSpPr>
          <p:nvPr>
            <p:ph type="subTitle" idx="4"/>
          </p:nvPr>
        </p:nvSpPr>
        <p:spPr>
          <a:xfrm>
            <a:off x="4771675" y="3586225"/>
            <a:ext cx="3419700" cy="116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is the second-brightest natural object in the night sky</a:t>
            </a:r>
            <a:endParaRPr/>
          </a:p>
        </p:txBody>
      </p:sp>
      <p:sp>
        <p:nvSpPr>
          <p:cNvPr id="270" name="Google Shape;270;p34"/>
          <p:cNvSpPr txBox="1">
            <a:spLocks noGrp="1"/>
          </p:cNvSpPr>
          <p:nvPr>
            <p:ph type="subTitle" idx="1"/>
          </p:nvPr>
        </p:nvSpPr>
        <p:spPr>
          <a:xfrm>
            <a:off x="4771675" y="1202950"/>
            <a:ext cx="3419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Let’s learn about Mercury</a:t>
            </a:r>
            <a:endParaRPr/>
          </a:p>
        </p:txBody>
      </p:sp>
      <p:sp>
        <p:nvSpPr>
          <p:cNvPr id="271" name="Google Shape;271;p34"/>
          <p:cNvSpPr txBox="1">
            <a:spLocks noGrp="1"/>
          </p:cNvSpPr>
          <p:nvPr>
            <p:ph type="subTitle" idx="2"/>
          </p:nvPr>
        </p:nvSpPr>
        <p:spPr>
          <a:xfrm>
            <a:off x="4771675" y="3013527"/>
            <a:ext cx="3419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Let’s take a look at Venus</a:t>
            </a:r>
            <a:endParaRPr/>
          </a:p>
        </p:txBody>
      </p:sp>
      <p:cxnSp>
        <p:nvCxnSpPr>
          <p:cNvPr id="272" name="Google Shape;272;p34"/>
          <p:cNvCxnSpPr/>
          <p:nvPr/>
        </p:nvCxnSpPr>
        <p:spPr>
          <a:xfrm>
            <a:off x="4835775" y="2820860"/>
            <a:ext cx="4308300" cy="0"/>
          </a:xfrm>
          <a:prstGeom prst="straightConnector1">
            <a:avLst/>
          </a:prstGeom>
          <a:noFill/>
          <a:ln w="9525" cap="flat" cmpd="sng">
            <a:solidFill>
              <a:schemeClr val="dk2"/>
            </a:solidFill>
            <a:prstDash val="solid"/>
            <a:round/>
            <a:headEnd type="none" w="med" len="med"/>
            <a:tailEnd type="none" w="med" len="med"/>
          </a:ln>
        </p:spPr>
      </p:cxnSp>
      <p:sp>
        <p:nvSpPr>
          <p:cNvPr id="273" name="Google Shape;273;p34"/>
          <p:cNvSpPr/>
          <p:nvPr/>
        </p:nvSpPr>
        <p:spPr>
          <a:xfrm>
            <a:off x="4361550" y="1412175"/>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4" name="Google Shape;274;p34"/>
          <p:cNvSpPr/>
          <p:nvPr/>
        </p:nvSpPr>
        <p:spPr>
          <a:xfrm>
            <a:off x="4361550" y="3265875"/>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75" name="Google Shape;275;p34"/>
          <p:cNvSpPr/>
          <p:nvPr/>
        </p:nvSpPr>
        <p:spPr>
          <a:xfrm>
            <a:off x="-1296875" y="2754096"/>
            <a:ext cx="4028511" cy="4028511"/>
          </a:xfrm>
          <a:custGeom>
            <a:avLst/>
            <a:gdLst/>
            <a:ahLst/>
            <a:cxnLst/>
            <a:rect l="l" t="t" r="r" b="b"/>
            <a:pathLst>
              <a:path w="6857040" h="6857040" extrusionOk="0">
                <a:moveTo>
                  <a:pt x="4615277" y="3209489"/>
                </a:moveTo>
                <a:lnTo>
                  <a:pt x="6857041" y="3428520"/>
                </a:lnTo>
                <a:lnTo>
                  <a:pt x="4615277" y="3647552"/>
                </a:lnTo>
                <a:cubicBezTo>
                  <a:pt x="4102948" y="3697634"/>
                  <a:pt x="3697565" y="4102948"/>
                  <a:pt x="3647552" y="4615277"/>
                </a:cubicBezTo>
                <a:lnTo>
                  <a:pt x="3428520" y="6857041"/>
                </a:lnTo>
                <a:lnTo>
                  <a:pt x="3209489" y="4615277"/>
                </a:lnTo>
                <a:cubicBezTo>
                  <a:pt x="3159407" y="4102948"/>
                  <a:pt x="2754093" y="3697565"/>
                  <a:pt x="2241764" y="3647552"/>
                </a:cubicBezTo>
                <a:lnTo>
                  <a:pt x="0" y="3428520"/>
                </a:lnTo>
                <a:lnTo>
                  <a:pt x="2241764" y="3209489"/>
                </a:lnTo>
                <a:cubicBezTo>
                  <a:pt x="2754093" y="3159407"/>
                  <a:pt x="3159476" y="2754093"/>
                  <a:pt x="3209489" y="2241764"/>
                </a:cubicBezTo>
                <a:lnTo>
                  <a:pt x="3428520" y="0"/>
                </a:lnTo>
                <a:lnTo>
                  <a:pt x="3647552" y="2241764"/>
                </a:lnTo>
                <a:cubicBezTo>
                  <a:pt x="3697634" y="2754093"/>
                  <a:pt x="4102948" y="3159476"/>
                  <a:pt x="4615277" y="32094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6" name="Google Shape;276;p34"/>
          <p:cNvSpPr/>
          <p:nvPr/>
        </p:nvSpPr>
        <p:spPr>
          <a:xfrm rot="1801675">
            <a:off x="1176442" y="4148469"/>
            <a:ext cx="173254" cy="173104"/>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5"/>
          <p:cNvSpPr txBox="1">
            <a:spLocks noGrp="1"/>
          </p:cNvSpPr>
          <p:nvPr>
            <p:ph type="title" idx="6"/>
          </p:nvPr>
        </p:nvSpPr>
        <p:spPr>
          <a:xfrm>
            <a:off x="228600" y="228600"/>
            <a:ext cx="8686800" cy="572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Three ideas</a:t>
            </a:r>
            <a:endParaRPr/>
          </a:p>
        </p:txBody>
      </p:sp>
      <p:sp>
        <p:nvSpPr>
          <p:cNvPr id="282" name="Google Shape;282;p35"/>
          <p:cNvSpPr txBox="1">
            <a:spLocks noGrp="1"/>
          </p:cNvSpPr>
          <p:nvPr>
            <p:ph type="subTitle" idx="1"/>
          </p:nvPr>
        </p:nvSpPr>
        <p:spPr>
          <a:xfrm>
            <a:off x="3431950" y="2492550"/>
            <a:ext cx="5412900" cy="76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it is very hot and is the second planet in our Solar System. Its atmosphere is extremely poisonous. It’s the second-brightest natural object in the night sky after the Moon</a:t>
            </a:r>
            <a:endParaRPr/>
          </a:p>
        </p:txBody>
      </p:sp>
      <p:sp>
        <p:nvSpPr>
          <p:cNvPr id="283" name="Google Shape;283;p35"/>
          <p:cNvSpPr txBox="1">
            <a:spLocks noGrp="1"/>
          </p:cNvSpPr>
          <p:nvPr>
            <p:ph type="subTitle" idx="2"/>
          </p:nvPr>
        </p:nvSpPr>
        <p:spPr>
          <a:xfrm>
            <a:off x="3431950" y="1149175"/>
            <a:ext cx="5412900" cy="76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 since Mercury was named after the Roman messenger god</a:t>
            </a:r>
            <a:endParaRPr/>
          </a:p>
        </p:txBody>
      </p:sp>
      <p:sp>
        <p:nvSpPr>
          <p:cNvPr id="284" name="Google Shape;284;p35"/>
          <p:cNvSpPr txBox="1">
            <a:spLocks noGrp="1"/>
          </p:cNvSpPr>
          <p:nvPr>
            <p:ph type="subTitle" idx="3"/>
          </p:nvPr>
        </p:nvSpPr>
        <p:spPr>
          <a:xfrm>
            <a:off x="3431950" y="3835950"/>
            <a:ext cx="5412900" cy="76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and it has around eighty moons. It was named after the Roman god of the skies</a:t>
            </a:r>
            <a:endParaRPr/>
          </a:p>
        </p:txBody>
      </p:sp>
      <p:sp>
        <p:nvSpPr>
          <p:cNvPr id="285" name="Google Shape;285;p35"/>
          <p:cNvSpPr txBox="1">
            <a:spLocks noGrp="1"/>
          </p:cNvSpPr>
          <p:nvPr>
            <p:ph type="title"/>
          </p:nvPr>
        </p:nvSpPr>
        <p:spPr>
          <a:xfrm>
            <a:off x="2859799" y="2552625"/>
            <a:ext cx="5106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286" name="Google Shape;286;p35"/>
          <p:cNvSpPr txBox="1">
            <a:spLocks noGrp="1"/>
          </p:cNvSpPr>
          <p:nvPr>
            <p:ph type="title" idx="4"/>
          </p:nvPr>
        </p:nvSpPr>
        <p:spPr>
          <a:xfrm>
            <a:off x="2860256" y="1207800"/>
            <a:ext cx="509700"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287" name="Google Shape;287;p35"/>
          <p:cNvSpPr txBox="1">
            <a:spLocks noGrp="1"/>
          </p:cNvSpPr>
          <p:nvPr>
            <p:ph type="title" idx="5"/>
          </p:nvPr>
        </p:nvSpPr>
        <p:spPr>
          <a:xfrm>
            <a:off x="2860247" y="3897775"/>
            <a:ext cx="5106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cxnSp>
        <p:nvCxnSpPr>
          <p:cNvPr id="288" name="Google Shape;288;p35"/>
          <p:cNvCxnSpPr/>
          <p:nvPr/>
        </p:nvCxnSpPr>
        <p:spPr>
          <a:xfrm>
            <a:off x="2938200" y="2154125"/>
            <a:ext cx="6205800" cy="0"/>
          </a:xfrm>
          <a:prstGeom prst="straightConnector1">
            <a:avLst/>
          </a:prstGeom>
          <a:noFill/>
          <a:ln w="9525" cap="flat" cmpd="sng">
            <a:solidFill>
              <a:schemeClr val="dk2"/>
            </a:solidFill>
            <a:prstDash val="solid"/>
            <a:round/>
            <a:headEnd type="none" w="med" len="med"/>
            <a:tailEnd type="none" w="med" len="med"/>
          </a:ln>
        </p:spPr>
      </p:cxnSp>
      <p:cxnSp>
        <p:nvCxnSpPr>
          <p:cNvPr id="289" name="Google Shape;289;p35"/>
          <p:cNvCxnSpPr/>
          <p:nvPr/>
        </p:nvCxnSpPr>
        <p:spPr>
          <a:xfrm>
            <a:off x="2938200" y="3509600"/>
            <a:ext cx="6205800" cy="0"/>
          </a:xfrm>
          <a:prstGeom prst="straightConnector1">
            <a:avLst/>
          </a:prstGeom>
          <a:noFill/>
          <a:ln w="9525" cap="flat" cmpd="sng">
            <a:solidFill>
              <a:schemeClr val="dk2"/>
            </a:solidFill>
            <a:prstDash val="solid"/>
            <a:round/>
            <a:headEnd type="none" w="med" len="med"/>
            <a:tailEnd type="none" w="med" len="med"/>
          </a:ln>
        </p:spPr>
      </p:cxnSp>
      <p:sp>
        <p:nvSpPr>
          <p:cNvPr id="290" name="Google Shape;290;p35"/>
          <p:cNvSpPr/>
          <p:nvPr/>
        </p:nvSpPr>
        <p:spPr>
          <a:xfrm>
            <a:off x="2485850" y="122580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1" name="Google Shape;291;p35"/>
          <p:cNvSpPr/>
          <p:nvPr/>
        </p:nvSpPr>
        <p:spPr>
          <a:xfrm>
            <a:off x="2485850" y="2570775"/>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92" name="Google Shape;292;p35"/>
          <p:cNvSpPr/>
          <p:nvPr/>
        </p:nvSpPr>
        <p:spPr>
          <a:xfrm>
            <a:off x="2485850" y="391575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293" name="Google Shape;293;p35"/>
          <p:cNvGrpSpPr/>
          <p:nvPr/>
        </p:nvGrpSpPr>
        <p:grpSpPr>
          <a:xfrm>
            <a:off x="-3916375" y="1313301"/>
            <a:ext cx="4429938" cy="3121697"/>
            <a:chOff x="-3916375" y="1313301"/>
            <a:chExt cx="4429938" cy="3121697"/>
          </a:xfrm>
        </p:grpSpPr>
        <p:sp>
          <p:nvSpPr>
            <p:cNvPr id="294" name="Google Shape;294;p35"/>
            <p:cNvSpPr/>
            <p:nvPr/>
          </p:nvSpPr>
          <p:spPr>
            <a:xfrm rot="5400000">
              <a:off x="-3262254" y="659181"/>
              <a:ext cx="3121697" cy="4429938"/>
            </a:xfrm>
            <a:custGeom>
              <a:avLst/>
              <a:gdLst/>
              <a:ahLst/>
              <a:cxnLst/>
              <a:rect l="l" t="t" r="r" b="b"/>
              <a:pathLst>
                <a:path w="4162263" h="5906584" extrusionOk="0">
                  <a:moveTo>
                    <a:pt x="4154461" y="4781561"/>
                  </a:moveTo>
                  <a:cubicBezTo>
                    <a:pt x="4154461" y="4786573"/>
                    <a:pt x="4152748" y="4790760"/>
                    <a:pt x="4150527" y="4791902"/>
                  </a:cubicBezTo>
                  <a:cubicBezTo>
                    <a:pt x="4074398" y="4829396"/>
                    <a:pt x="4047879" y="4900513"/>
                    <a:pt x="4085690" y="4982924"/>
                  </a:cubicBezTo>
                  <a:cubicBezTo>
                    <a:pt x="4090512" y="4993392"/>
                    <a:pt x="4104659" y="4991678"/>
                    <a:pt x="4104596" y="5005953"/>
                  </a:cubicBezTo>
                  <a:cubicBezTo>
                    <a:pt x="4104596" y="5011472"/>
                    <a:pt x="4102312" y="5015723"/>
                    <a:pt x="4099774" y="5015913"/>
                  </a:cubicBezTo>
                  <a:cubicBezTo>
                    <a:pt x="3900569" y="5028157"/>
                    <a:pt x="3669262" y="5101242"/>
                    <a:pt x="3577145" y="5299686"/>
                  </a:cubicBezTo>
                  <a:cubicBezTo>
                    <a:pt x="3573783" y="5306982"/>
                    <a:pt x="3556908" y="5349804"/>
                    <a:pt x="3555829" y="5354499"/>
                  </a:cubicBezTo>
                  <a:cubicBezTo>
                    <a:pt x="3527154" y="5479224"/>
                    <a:pt x="3578097" y="5564236"/>
                    <a:pt x="3430089" y="5619874"/>
                  </a:cubicBezTo>
                  <a:cubicBezTo>
                    <a:pt x="3400905" y="5630849"/>
                    <a:pt x="3291343" y="5647598"/>
                    <a:pt x="3284681" y="5652165"/>
                  </a:cubicBezTo>
                  <a:cubicBezTo>
                    <a:pt x="3281953" y="5654005"/>
                    <a:pt x="3276307" y="5675956"/>
                    <a:pt x="3268313" y="5685663"/>
                  </a:cubicBezTo>
                  <a:cubicBezTo>
                    <a:pt x="3181589" y="5791102"/>
                    <a:pt x="2956436" y="5759318"/>
                    <a:pt x="2836152" y="5758810"/>
                  </a:cubicBezTo>
                  <a:cubicBezTo>
                    <a:pt x="2641260" y="5757985"/>
                    <a:pt x="2238852" y="5739270"/>
                    <a:pt x="2094904" y="5887025"/>
                  </a:cubicBezTo>
                  <a:cubicBezTo>
                    <a:pt x="2085705" y="5896478"/>
                    <a:pt x="2093698" y="5908785"/>
                    <a:pt x="2076379" y="5906247"/>
                  </a:cubicBezTo>
                  <a:cubicBezTo>
                    <a:pt x="2073397" y="5905803"/>
                    <a:pt x="2045991" y="5866089"/>
                    <a:pt x="2036918" y="5859935"/>
                  </a:cubicBezTo>
                  <a:cubicBezTo>
                    <a:pt x="1933826" y="5789642"/>
                    <a:pt x="1733796" y="5764837"/>
                    <a:pt x="1610340" y="5758747"/>
                  </a:cubicBezTo>
                  <a:cubicBezTo>
                    <a:pt x="1452307" y="5750943"/>
                    <a:pt x="999844" y="5807089"/>
                    <a:pt x="895547" y="5697209"/>
                  </a:cubicBezTo>
                  <a:cubicBezTo>
                    <a:pt x="883493" y="5684521"/>
                    <a:pt x="877910" y="5660286"/>
                    <a:pt x="869155" y="5654703"/>
                  </a:cubicBezTo>
                  <a:cubicBezTo>
                    <a:pt x="851836" y="5643601"/>
                    <a:pt x="756103" y="5632879"/>
                    <a:pt x="722352" y="5620064"/>
                  </a:cubicBezTo>
                  <a:cubicBezTo>
                    <a:pt x="587920" y="5568930"/>
                    <a:pt x="627634" y="5475799"/>
                    <a:pt x="604288" y="5362302"/>
                  </a:cubicBezTo>
                  <a:cubicBezTo>
                    <a:pt x="594391" y="5314341"/>
                    <a:pt x="566477" y="5267775"/>
                    <a:pt x="538436" y="5228822"/>
                  </a:cubicBezTo>
                  <a:cubicBezTo>
                    <a:pt x="525811" y="5211312"/>
                    <a:pt x="476644" y="5160686"/>
                    <a:pt x="459452" y="5147490"/>
                  </a:cubicBezTo>
                  <a:cubicBezTo>
                    <a:pt x="344686" y="5059751"/>
                    <a:pt x="205877" y="5026571"/>
                    <a:pt x="65291" y="5016864"/>
                  </a:cubicBezTo>
                  <a:cubicBezTo>
                    <a:pt x="60470" y="5016547"/>
                    <a:pt x="58630" y="5003098"/>
                    <a:pt x="62563" y="4997071"/>
                  </a:cubicBezTo>
                  <a:cubicBezTo>
                    <a:pt x="83182" y="4965604"/>
                    <a:pt x="99613" y="4930204"/>
                    <a:pt x="93142" y="4890172"/>
                  </a:cubicBezTo>
                  <a:cubicBezTo>
                    <a:pt x="84641" y="4837136"/>
                    <a:pt x="17647" y="4800086"/>
                    <a:pt x="2738" y="4784670"/>
                  </a:cubicBezTo>
                  <a:cubicBezTo>
                    <a:pt x="962" y="4782830"/>
                    <a:pt x="-117" y="4778706"/>
                    <a:pt x="10" y="4774392"/>
                  </a:cubicBezTo>
                  <a:cubicBezTo>
                    <a:pt x="6037" y="4526083"/>
                    <a:pt x="5593" y="4277203"/>
                    <a:pt x="4768" y="4028513"/>
                  </a:cubicBezTo>
                  <a:cubicBezTo>
                    <a:pt x="1152" y="2937006"/>
                    <a:pt x="16949" y="1838394"/>
                    <a:pt x="4832" y="738196"/>
                  </a:cubicBezTo>
                  <a:cubicBezTo>
                    <a:pt x="4705" y="728109"/>
                    <a:pt x="4007" y="718592"/>
                    <a:pt x="1723" y="709140"/>
                  </a:cubicBezTo>
                  <a:cubicBezTo>
                    <a:pt x="200" y="702795"/>
                    <a:pt x="1786" y="694865"/>
                    <a:pt x="5022" y="693406"/>
                  </a:cubicBezTo>
                  <a:cubicBezTo>
                    <a:pt x="30969" y="681733"/>
                    <a:pt x="128669" y="690297"/>
                    <a:pt x="151318" y="688585"/>
                  </a:cubicBezTo>
                  <a:cubicBezTo>
                    <a:pt x="294949" y="678053"/>
                    <a:pt x="504876" y="628633"/>
                    <a:pt x="551759" y="469458"/>
                  </a:cubicBezTo>
                  <a:cubicBezTo>
                    <a:pt x="552774" y="465969"/>
                    <a:pt x="554550" y="463876"/>
                    <a:pt x="556453" y="464256"/>
                  </a:cubicBezTo>
                  <a:cubicBezTo>
                    <a:pt x="592742" y="470981"/>
                    <a:pt x="624209" y="491092"/>
                    <a:pt x="662337" y="494581"/>
                  </a:cubicBezTo>
                  <a:cubicBezTo>
                    <a:pt x="775770" y="505049"/>
                    <a:pt x="883112" y="432599"/>
                    <a:pt x="947632" y="341497"/>
                  </a:cubicBezTo>
                  <a:cubicBezTo>
                    <a:pt x="948647" y="340038"/>
                    <a:pt x="949853" y="339467"/>
                    <a:pt x="951058" y="339848"/>
                  </a:cubicBezTo>
                  <a:cubicBezTo>
                    <a:pt x="1062715" y="377342"/>
                    <a:pt x="1242824" y="428158"/>
                    <a:pt x="1293958" y="277802"/>
                  </a:cubicBezTo>
                  <a:cubicBezTo>
                    <a:pt x="1304680" y="246336"/>
                    <a:pt x="1299350" y="220325"/>
                    <a:pt x="1320286" y="188731"/>
                  </a:cubicBezTo>
                  <a:cubicBezTo>
                    <a:pt x="1421285" y="36218"/>
                    <a:pt x="1848054" y="120468"/>
                    <a:pt x="2014968" y="44592"/>
                  </a:cubicBezTo>
                  <a:cubicBezTo>
                    <a:pt x="2042248" y="32158"/>
                    <a:pt x="2057537" y="15346"/>
                    <a:pt x="2081264" y="437"/>
                  </a:cubicBezTo>
                  <a:cubicBezTo>
                    <a:pt x="2082723" y="-514"/>
                    <a:pt x="2084309" y="120"/>
                    <a:pt x="2085578" y="2023"/>
                  </a:cubicBezTo>
                  <a:cubicBezTo>
                    <a:pt x="2112540" y="41801"/>
                    <a:pt x="2169257" y="58169"/>
                    <a:pt x="2213602" y="66733"/>
                  </a:cubicBezTo>
                  <a:cubicBezTo>
                    <a:pt x="2369858" y="96868"/>
                    <a:pt x="2673361" y="62229"/>
                    <a:pt x="2796881" y="147558"/>
                  </a:cubicBezTo>
                  <a:cubicBezTo>
                    <a:pt x="2875041" y="201609"/>
                    <a:pt x="2843511" y="283512"/>
                    <a:pt x="2903082" y="340165"/>
                  </a:cubicBezTo>
                  <a:cubicBezTo>
                    <a:pt x="2977562" y="411029"/>
                    <a:pt x="3114785" y="371569"/>
                    <a:pt x="3201002" y="341371"/>
                  </a:cubicBezTo>
                  <a:cubicBezTo>
                    <a:pt x="3202081" y="340990"/>
                    <a:pt x="3203159" y="341371"/>
                    <a:pt x="3204111" y="342449"/>
                  </a:cubicBezTo>
                  <a:cubicBezTo>
                    <a:pt x="3305300" y="457785"/>
                    <a:pt x="3441635" y="546603"/>
                    <a:pt x="3592117" y="465779"/>
                  </a:cubicBezTo>
                  <a:cubicBezTo>
                    <a:pt x="3593450" y="465081"/>
                    <a:pt x="3594909" y="465589"/>
                    <a:pt x="3596114" y="467238"/>
                  </a:cubicBezTo>
                  <a:cubicBezTo>
                    <a:pt x="3625234" y="509109"/>
                    <a:pt x="3635575" y="543304"/>
                    <a:pt x="3678144" y="579592"/>
                  </a:cubicBezTo>
                  <a:cubicBezTo>
                    <a:pt x="3734099" y="627300"/>
                    <a:pt x="3892956" y="688140"/>
                    <a:pt x="3963756" y="688140"/>
                  </a:cubicBezTo>
                  <a:lnTo>
                    <a:pt x="4150527" y="688140"/>
                  </a:lnTo>
                  <a:cubicBezTo>
                    <a:pt x="4153319" y="688140"/>
                    <a:pt x="4155539" y="692962"/>
                    <a:pt x="4155539" y="698989"/>
                  </a:cubicBezTo>
                  <a:lnTo>
                    <a:pt x="4162264" y="4099250"/>
                  </a:lnTo>
                  <a:lnTo>
                    <a:pt x="4154397" y="478162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95" name="Google Shape;295;p35"/>
            <p:cNvSpPr/>
            <p:nvPr/>
          </p:nvSpPr>
          <p:spPr>
            <a:xfrm>
              <a:off x="142048" y="27876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6"/>
          <p:cNvSpPr txBox="1">
            <a:spLocks noGrp="1"/>
          </p:cNvSpPr>
          <p:nvPr>
            <p:ph type="subTitle" idx="3"/>
          </p:nvPr>
        </p:nvSpPr>
        <p:spPr>
          <a:xfrm>
            <a:off x="709100" y="3948425"/>
            <a:ext cx="18699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in the Solar System</a:t>
            </a:r>
            <a:endParaRPr/>
          </a:p>
        </p:txBody>
      </p:sp>
      <p:sp>
        <p:nvSpPr>
          <p:cNvPr id="301" name="Google Shape;301;p36"/>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Six different ideas</a:t>
            </a:r>
            <a:endParaRPr/>
          </a:p>
        </p:txBody>
      </p:sp>
      <p:sp>
        <p:nvSpPr>
          <p:cNvPr id="302" name="Google Shape;302;p36"/>
          <p:cNvSpPr txBox="1">
            <a:spLocks noGrp="1"/>
          </p:cNvSpPr>
          <p:nvPr>
            <p:ph type="subTitle" idx="1"/>
          </p:nvPr>
        </p:nvSpPr>
        <p:spPr>
          <a:xfrm>
            <a:off x="709100" y="2210225"/>
            <a:ext cx="18699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smallest planet in the Solar System</a:t>
            </a:r>
            <a:endParaRPr/>
          </a:p>
        </p:txBody>
      </p:sp>
      <p:sp>
        <p:nvSpPr>
          <p:cNvPr id="303" name="Google Shape;303;p36"/>
          <p:cNvSpPr txBox="1">
            <a:spLocks noGrp="1"/>
          </p:cNvSpPr>
          <p:nvPr>
            <p:ph type="subTitle" idx="2"/>
          </p:nvPr>
        </p:nvSpPr>
        <p:spPr>
          <a:xfrm>
            <a:off x="3381449" y="2210225"/>
            <a:ext cx="18699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304" name="Google Shape;304;p36"/>
          <p:cNvSpPr txBox="1">
            <a:spLocks noGrp="1"/>
          </p:cNvSpPr>
          <p:nvPr>
            <p:ph type="subTitle" idx="4"/>
          </p:nvPr>
        </p:nvSpPr>
        <p:spPr>
          <a:xfrm>
            <a:off x="3381449" y="3948425"/>
            <a:ext cx="18699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composed of hydrogen and helium</a:t>
            </a:r>
            <a:endParaRPr/>
          </a:p>
        </p:txBody>
      </p:sp>
      <p:sp>
        <p:nvSpPr>
          <p:cNvPr id="305" name="Google Shape;305;p36"/>
          <p:cNvSpPr txBox="1">
            <a:spLocks noGrp="1"/>
          </p:cNvSpPr>
          <p:nvPr>
            <p:ph type="subTitle" idx="5"/>
          </p:nvPr>
        </p:nvSpPr>
        <p:spPr>
          <a:xfrm>
            <a:off x="6053799" y="2210225"/>
            <a:ext cx="18699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a:t>
            </a:r>
            <a:endParaRPr/>
          </a:p>
        </p:txBody>
      </p:sp>
      <p:sp>
        <p:nvSpPr>
          <p:cNvPr id="306" name="Google Shape;306;p36"/>
          <p:cNvSpPr txBox="1">
            <a:spLocks noGrp="1"/>
          </p:cNvSpPr>
          <p:nvPr>
            <p:ph type="subTitle" idx="6"/>
          </p:nvPr>
        </p:nvSpPr>
        <p:spPr>
          <a:xfrm>
            <a:off x="6053799" y="3948425"/>
            <a:ext cx="1869900" cy="62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307" name="Google Shape;307;p36"/>
          <p:cNvSpPr txBox="1">
            <a:spLocks noGrp="1"/>
          </p:cNvSpPr>
          <p:nvPr>
            <p:ph type="title" idx="7"/>
          </p:nvPr>
        </p:nvSpPr>
        <p:spPr>
          <a:xfrm>
            <a:off x="6053797" y="3568357"/>
            <a:ext cx="8658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sp>
        <p:nvSpPr>
          <p:cNvPr id="308" name="Google Shape;308;p36"/>
          <p:cNvSpPr txBox="1">
            <a:spLocks noGrp="1"/>
          </p:cNvSpPr>
          <p:nvPr>
            <p:ph type="title" idx="8"/>
          </p:nvPr>
        </p:nvSpPr>
        <p:spPr>
          <a:xfrm>
            <a:off x="6053797" y="1840108"/>
            <a:ext cx="8658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309" name="Google Shape;309;p36"/>
          <p:cNvSpPr txBox="1">
            <a:spLocks noGrp="1"/>
          </p:cNvSpPr>
          <p:nvPr>
            <p:ph type="title" idx="9"/>
          </p:nvPr>
        </p:nvSpPr>
        <p:spPr>
          <a:xfrm>
            <a:off x="3381446" y="1840408"/>
            <a:ext cx="864300" cy="31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10" name="Google Shape;310;p36"/>
          <p:cNvSpPr txBox="1">
            <a:spLocks noGrp="1"/>
          </p:cNvSpPr>
          <p:nvPr>
            <p:ph type="title" idx="13"/>
          </p:nvPr>
        </p:nvSpPr>
        <p:spPr>
          <a:xfrm>
            <a:off x="3381446" y="3568357"/>
            <a:ext cx="8658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311" name="Google Shape;311;p36"/>
          <p:cNvSpPr txBox="1">
            <a:spLocks noGrp="1"/>
          </p:cNvSpPr>
          <p:nvPr>
            <p:ph type="title" idx="14"/>
          </p:nvPr>
        </p:nvSpPr>
        <p:spPr>
          <a:xfrm>
            <a:off x="709100" y="1840108"/>
            <a:ext cx="8658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12" name="Google Shape;312;p36"/>
          <p:cNvSpPr txBox="1">
            <a:spLocks noGrp="1"/>
          </p:cNvSpPr>
          <p:nvPr>
            <p:ph type="title" idx="15"/>
          </p:nvPr>
        </p:nvSpPr>
        <p:spPr>
          <a:xfrm>
            <a:off x="709100" y="3568358"/>
            <a:ext cx="865800"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cxnSp>
        <p:nvCxnSpPr>
          <p:cNvPr id="313" name="Google Shape;313;p36"/>
          <p:cNvCxnSpPr/>
          <p:nvPr/>
        </p:nvCxnSpPr>
        <p:spPr>
          <a:xfrm>
            <a:off x="783975" y="3121275"/>
            <a:ext cx="8352600" cy="0"/>
          </a:xfrm>
          <a:prstGeom prst="straightConnector1">
            <a:avLst/>
          </a:prstGeom>
          <a:noFill/>
          <a:ln w="9525" cap="flat" cmpd="sng">
            <a:solidFill>
              <a:schemeClr val="dk2"/>
            </a:solidFill>
            <a:prstDash val="solid"/>
            <a:round/>
            <a:headEnd type="none" w="med" len="med"/>
            <a:tailEnd type="none" w="med" len="med"/>
          </a:ln>
        </p:spPr>
      </p:cxnSp>
      <p:sp>
        <p:nvSpPr>
          <p:cNvPr id="314" name="Google Shape;314;p36"/>
          <p:cNvSpPr/>
          <p:nvPr/>
        </p:nvSpPr>
        <p:spPr>
          <a:xfrm>
            <a:off x="353700" y="185840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5" name="Google Shape;315;p36"/>
          <p:cNvSpPr/>
          <p:nvPr/>
        </p:nvSpPr>
        <p:spPr>
          <a:xfrm>
            <a:off x="353700" y="360465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6" name="Google Shape;316;p36"/>
          <p:cNvSpPr/>
          <p:nvPr/>
        </p:nvSpPr>
        <p:spPr>
          <a:xfrm>
            <a:off x="3042675" y="185840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7" name="Google Shape;317;p36"/>
          <p:cNvSpPr/>
          <p:nvPr/>
        </p:nvSpPr>
        <p:spPr>
          <a:xfrm>
            <a:off x="3042675" y="360465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8" name="Google Shape;318;p36"/>
          <p:cNvSpPr/>
          <p:nvPr/>
        </p:nvSpPr>
        <p:spPr>
          <a:xfrm>
            <a:off x="5731650" y="185840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9" name="Google Shape;319;p36"/>
          <p:cNvSpPr/>
          <p:nvPr/>
        </p:nvSpPr>
        <p:spPr>
          <a:xfrm>
            <a:off x="5731650" y="3604650"/>
            <a:ext cx="274200" cy="2745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20" name="Google Shape;320;p36"/>
          <p:cNvSpPr/>
          <p:nvPr/>
        </p:nvSpPr>
        <p:spPr>
          <a:xfrm>
            <a:off x="7578277" y="-1108525"/>
            <a:ext cx="2674246" cy="2674246"/>
          </a:xfrm>
          <a:custGeom>
            <a:avLst/>
            <a:gdLst/>
            <a:ahLst/>
            <a:cxnLst/>
            <a:rect l="l" t="t" r="r" b="b"/>
            <a:pathLst>
              <a:path w="6857040" h="6857040" extrusionOk="0">
                <a:moveTo>
                  <a:pt x="4615277" y="3209489"/>
                </a:moveTo>
                <a:lnTo>
                  <a:pt x="6857041" y="3428520"/>
                </a:lnTo>
                <a:lnTo>
                  <a:pt x="4615277" y="3647552"/>
                </a:lnTo>
                <a:cubicBezTo>
                  <a:pt x="4102948" y="3697634"/>
                  <a:pt x="3697565" y="4102948"/>
                  <a:pt x="3647552" y="4615277"/>
                </a:cubicBezTo>
                <a:lnTo>
                  <a:pt x="3428520" y="6857041"/>
                </a:lnTo>
                <a:lnTo>
                  <a:pt x="3209489" y="4615277"/>
                </a:lnTo>
                <a:cubicBezTo>
                  <a:pt x="3159407" y="4102948"/>
                  <a:pt x="2754093" y="3697565"/>
                  <a:pt x="2241764" y="3647552"/>
                </a:cubicBezTo>
                <a:lnTo>
                  <a:pt x="0" y="3428520"/>
                </a:lnTo>
                <a:lnTo>
                  <a:pt x="2241764" y="3209489"/>
                </a:lnTo>
                <a:cubicBezTo>
                  <a:pt x="2754093" y="3159407"/>
                  <a:pt x="3159476" y="2754093"/>
                  <a:pt x="3209489" y="2241764"/>
                </a:cubicBezTo>
                <a:lnTo>
                  <a:pt x="3428520" y="0"/>
                </a:lnTo>
                <a:lnTo>
                  <a:pt x="3647552" y="2241764"/>
                </a:lnTo>
                <a:cubicBezTo>
                  <a:pt x="3697634" y="2754093"/>
                  <a:pt x="4102948" y="3159476"/>
                  <a:pt x="4615277" y="32094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1" name="Google Shape;321;p36"/>
          <p:cNvSpPr/>
          <p:nvPr/>
        </p:nvSpPr>
        <p:spPr>
          <a:xfrm rot="1801675">
            <a:off x="8334717" y="584844"/>
            <a:ext cx="173254" cy="173104"/>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8"/>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history</a:t>
            </a:r>
            <a:endParaRPr/>
          </a:p>
        </p:txBody>
      </p:sp>
      <p:sp>
        <p:nvSpPr>
          <p:cNvPr id="348" name="Google Shape;348;p38"/>
          <p:cNvSpPr txBox="1"/>
          <p:nvPr/>
        </p:nvSpPr>
        <p:spPr>
          <a:xfrm>
            <a:off x="312148" y="1148875"/>
            <a:ext cx="1844400" cy="533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Aboreto"/>
                <a:ea typeface="Aboreto"/>
                <a:cs typeface="Aboreto"/>
                <a:sym typeface="Aboreto"/>
              </a:rPr>
              <a:t>2XXX</a:t>
            </a:r>
            <a:endParaRPr sz="1600">
              <a:solidFill>
                <a:schemeClr val="dk1"/>
              </a:solidFill>
              <a:latin typeface="Aboreto"/>
              <a:ea typeface="Aboreto"/>
              <a:cs typeface="Aboreto"/>
              <a:sym typeface="Aboreto"/>
            </a:endParaRPr>
          </a:p>
        </p:txBody>
      </p:sp>
      <p:sp>
        <p:nvSpPr>
          <p:cNvPr id="349" name="Google Shape;349;p38"/>
          <p:cNvSpPr txBox="1"/>
          <p:nvPr/>
        </p:nvSpPr>
        <p:spPr>
          <a:xfrm>
            <a:off x="312123" y="1690514"/>
            <a:ext cx="1844400" cy="107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legreya Sans"/>
                <a:ea typeface="Alegreya Sans"/>
                <a:cs typeface="Alegreya Sans"/>
                <a:sym typeface="Alegreya Sans"/>
              </a:rPr>
              <a:t>Venus has a beautiful name and it’s the second planet in our Solar System</a:t>
            </a:r>
            <a:endParaRPr sz="1200">
              <a:solidFill>
                <a:schemeClr val="dk1"/>
              </a:solidFill>
              <a:latin typeface="Alegreya Sans"/>
              <a:ea typeface="Alegreya Sans"/>
              <a:cs typeface="Alegreya Sans"/>
              <a:sym typeface="Alegreya Sans"/>
            </a:endParaRPr>
          </a:p>
        </p:txBody>
      </p:sp>
      <p:sp>
        <p:nvSpPr>
          <p:cNvPr id="350" name="Google Shape;350;p38"/>
          <p:cNvSpPr txBox="1"/>
          <p:nvPr/>
        </p:nvSpPr>
        <p:spPr>
          <a:xfrm>
            <a:off x="2156525" y="3108199"/>
            <a:ext cx="1844400" cy="533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Aboreto"/>
                <a:ea typeface="Aboreto"/>
                <a:cs typeface="Aboreto"/>
                <a:sym typeface="Aboreto"/>
              </a:rPr>
              <a:t>2XXX</a:t>
            </a:r>
            <a:endParaRPr sz="1600">
              <a:solidFill>
                <a:schemeClr val="dk1"/>
              </a:solidFill>
              <a:latin typeface="Aboreto"/>
              <a:ea typeface="Aboreto"/>
              <a:cs typeface="Aboreto"/>
              <a:sym typeface="Aboreto"/>
            </a:endParaRPr>
          </a:p>
        </p:txBody>
      </p:sp>
      <p:sp>
        <p:nvSpPr>
          <p:cNvPr id="351" name="Google Shape;351;p38"/>
          <p:cNvSpPr txBox="1"/>
          <p:nvPr/>
        </p:nvSpPr>
        <p:spPr>
          <a:xfrm>
            <a:off x="2156515" y="3641610"/>
            <a:ext cx="1844400" cy="107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legreya Sans"/>
                <a:ea typeface="Alegreya Sans"/>
                <a:cs typeface="Alegreya Sans"/>
                <a:sym typeface="Alegreya Sans"/>
              </a:rPr>
              <a:t>Saturn is a gas giant, it is the ringed planet and it was named after a Roman God</a:t>
            </a:r>
            <a:endParaRPr sz="1200">
              <a:solidFill>
                <a:schemeClr val="dk1"/>
              </a:solidFill>
              <a:latin typeface="Alegreya Sans"/>
              <a:ea typeface="Alegreya Sans"/>
              <a:cs typeface="Alegreya Sans"/>
              <a:sym typeface="Alegreya Sans"/>
            </a:endParaRPr>
          </a:p>
        </p:txBody>
      </p:sp>
      <p:sp>
        <p:nvSpPr>
          <p:cNvPr id="352" name="Google Shape;352;p38"/>
          <p:cNvSpPr txBox="1"/>
          <p:nvPr/>
        </p:nvSpPr>
        <p:spPr>
          <a:xfrm>
            <a:off x="6122627" y="3108200"/>
            <a:ext cx="1844400" cy="533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Aboreto"/>
                <a:ea typeface="Aboreto"/>
                <a:cs typeface="Aboreto"/>
                <a:sym typeface="Aboreto"/>
              </a:rPr>
              <a:t>2XXX</a:t>
            </a:r>
            <a:endParaRPr sz="1600">
              <a:solidFill>
                <a:schemeClr val="dk1"/>
              </a:solidFill>
              <a:latin typeface="Aboreto"/>
              <a:ea typeface="Aboreto"/>
              <a:cs typeface="Aboreto"/>
              <a:sym typeface="Aboreto"/>
            </a:endParaRPr>
          </a:p>
        </p:txBody>
      </p:sp>
      <p:sp>
        <p:nvSpPr>
          <p:cNvPr id="353" name="Google Shape;353;p38"/>
          <p:cNvSpPr txBox="1"/>
          <p:nvPr/>
        </p:nvSpPr>
        <p:spPr>
          <a:xfrm>
            <a:off x="6122625" y="3641600"/>
            <a:ext cx="1844400" cy="107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legreya Sans"/>
                <a:ea typeface="Alegreya Sans"/>
                <a:cs typeface="Alegreya Sans"/>
                <a:sym typeface="Alegreya Sans"/>
              </a:rPr>
              <a:t>Mars is full of iron oxide dust and despite being red it is a really  a cold place</a:t>
            </a:r>
            <a:endParaRPr sz="1200">
              <a:solidFill>
                <a:schemeClr val="dk1"/>
              </a:solidFill>
              <a:latin typeface="Alegreya Sans"/>
              <a:ea typeface="Alegreya Sans"/>
              <a:cs typeface="Alegreya Sans"/>
              <a:sym typeface="Alegreya Sans"/>
            </a:endParaRPr>
          </a:p>
        </p:txBody>
      </p:sp>
      <p:sp>
        <p:nvSpPr>
          <p:cNvPr id="354" name="Google Shape;354;p38"/>
          <p:cNvSpPr txBox="1"/>
          <p:nvPr/>
        </p:nvSpPr>
        <p:spPr>
          <a:xfrm>
            <a:off x="4139592" y="1148875"/>
            <a:ext cx="1844400" cy="533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Aboreto"/>
                <a:ea typeface="Aboreto"/>
                <a:cs typeface="Aboreto"/>
                <a:sym typeface="Aboreto"/>
              </a:rPr>
              <a:t>2XXX</a:t>
            </a:r>
            <a:endParaRPr sz="1600">
              <a:solidFill>
                <a:schemeClr val="dk1"/>
              </a:solidFill>
              <a:latin typeface="Aboreto"/>
              <a:ea typeface="Aboreto"/>
              <a:cs typeface="Aboreto"/>
              <a:sym typeface="Aboreto"/>
            </a:endParaRPr>
          </a:p>
        </p:txBody>
      </p:sp>
      <p:sp>
        <p:nvSpPr>
          <p:cNvPr id="355" name="Google Shape;355;p38"/>
          <p:cNvSpPr txBox="1"/>
          <p:nvPr/>
        </p:nvSpPr>
        <p:spPr>
          <a:xfrm>
            <a:off x="4139583" y="1690514"/>
            <a:ext cx="1844400" cy="107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legreya Sans"/>
                <a:ea typeface="Alegreya Sans"/>
                <a:cs typeface="Alegreya Sans"/>
                <a:sym typeface="Alegreya Sans"/>
              </a:rPr>
              <a:t>Neptune is an ice giant and it is the fourth-largest planet in the Solar System</a:t>
            </a:r>
            <a:endParaRPr sz="1200">
              <a:solidFill>
                <a:schemeClr val="dk1"/>
              </a:solidFill>
              <a:latin typeface="Alegreya Sans"/>
              <a:ea typeface="Alegreya Sans"/>
              <a:cs typeface="Alegreya Sans"/>
              <a:sym typeface="Alegreya Sans"/>
            </a:endParaRPr>
          </a:p>
        </p:txBody>
      </p:sp>
      <p:cxnSp>
        <p:nvCxnSpPr>
          <p:cNvPr id="356" name="Google Shape;356;p38"/>
          <p:cNvCxnSpPr/>
          <p:nvPr/>
        </p:nvCxnSpPr>
        <p:spPr>
          <a:xfrm>
            <a:off x="0" y="2886800"/>
            <a:ext cx="7854600" cy="0"/>
          </a:xfrm>
          <a:prstGeom prst="straightConnector1">
            <a:avLst/>
          </a:prstGeom>
          <a:noFill/>
          <a:ln w="9525" cap="flat" cmpd="sng">
            <a:solidFill>
              <a:schemeClr val="dk1"/>
            </a:solidFill>
            <a:prstDash val="solid"/>
            <a:round/>
            <a:headEnd type="none" w="med" len="med"/>
            <a:tailEnd type="none" w="med" len="med"/>
          </a:ln>
        </p:spPr>
      </p:cxnSp>
      <p:sp>
        <p:nvSpPr>
          <p:cNvPr id="357" name="Google Shape;357;p38"/>
          <p:cNvSpPr/>
          <p:nvPr/>
        </p:nvSpPr>
        <p:spPr>
          <a:xfrm>
            <a:off x="1097225" y="2749550"/>
            <a:ext cx="274200" cy="274500"/>
          </a:xfrm>
          <a:prstGeom prst="star8">
            <a:avLst>
              <a:gd name="adj" fmla="val 375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8" name="Google Shape;358;p38"/>
          <p:cNvSpPr/>
          <p:nvPr/>
        </p:nvSpPr>
        <p:spPr>
          <a:xfrm>
            <a:off x="2941625" y="2749550"/>
            <a:ext cx="274200" cy="274500"/>
          </a:xfrm>
          <a:prstGeom prst="star8">
            <a:avLst>
              <a:gd name="adj" fmla="val 375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59" name="Google Shape;359;p38"/>
          <p:cNvSpPr/>
          <p:nvPr/>
        </p:nvSpPr>
        <p:spPr>
          <a:xfrm>
            <a:off x="4924675" y="2749550"/>
            <a:ext cx="274200" cy="274500"/>
          </a:xfrm>
          <a:prstGeom prst="star8">
            <a:avLst>
              <a:gd name="adj" fmla="val 375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60" name="Google Shape;360;p38"/>
          <p:cNvSpPr/>
          <p:nvPr/>
        </p:nvSpPr>
        <p:spPr>
          <a:xfrm>
            <a:off x="6907725" y="2749550"/>
            <a:ext cx="274200" cy="274500"/>
          </a:xfrm>
          <a:prstGeom prst="star8">
            <a:avLst>
              <a:gd name="adj" fmla="val 375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nvGrpSpPr>
          <p:cNvPr id="361" name="Google Shape;361;p38"/>
          <p:cNvGrpSpPr/>
          <p:nvPr/>
        </p:nvGrpSpPr>
        <p:grpSpPr>
          <a:xfrm flipH="1">
            <a:off x="8650400" y="1313301"/>
            <a:ext cx="4429938" cy="3121697"/>
            <a:chOff x="-3916375" y="1313301"/>
            <a:chExt cx="4429938" cy="3121697"/>
          </a:xfrm>
        </p:grpSpPr>
        <p:sp>
          <p:nvSpPr>
            <p:cNvPr id="362" name="Google Shape;362;p38"/>
            <p:cNvSpPr/>
            <p:nvPr/>
          </p:nvSpPr>
          <p:spPr>
            <a:xfrm rot="5400000">
              <a:off x="-3262254" y="659181"/>
              <a:ext cx="3121697" cy="4429938"/>
            </a:xfrm>
            <a:custGeom>
              <a:avLst/>
              <a:gdLst/>
              <a:ahLst/>
              <a:cxnLst/>
              <a:rect l="l" t="t" r="r" b="b"/>
              <a:pathLst>
                <a:path w="4162263" h="5906584" extrusionOk="0">
                  <a:moveTo>
                    <a:pt x="4154461" y="4781561"/>
                  </a:moveTo>
                  <a:cubicBezTo>
                    <a:pt x="4154461" y="4786573"/>
                    <a:pt x="4152748" y="4790760"/>
                    <a:pt x="4150527" y="4791902"/>
                  </a:cubicBezTo>
                  <a:cubicBezTo>
                    <a:pt x="4074398" y="4829396"/>
                    <a:pt x="4047879" y="4900513"/>
                    <a:pt x="4085690" y="4982924"/>
                  </a:cubicBezTo>
                  <a:cubicBezTo>
                    <a:pt x="4090512" y="4993392"/>
                    <a:pt x="4104659" y="4991678"/>
                    <a:pt x="4104596" y="5005953"/>
                  </a:cubicBezTo>
                  <a:cubicBezTo>
                    <a:pt x="4104596" y="5011472"/>
                    <a:pt x="4102312" y="5015723"/>
                    <a:pt x="4099774" y="5015913"/>
                  </a:cubicBezTo>
                  <a:cubicBezTo>
                    <a:pt x="3900569" y="5028157"/>
                    <a:pt x="3669262" y="5101242"/>
                    <a:pt x="3577145" y="5299686"/>
                  </a:cubicBezTo>
                  <a:cubicBezTo>
                    <a:pt x="3573783" y="5306982"/>
                    <a:pt x="3556908" y="5349804"/>
                    <a:pt x="3555829" y="5354499"/>
                  </a:cubicBezTo>
                  <a:cubicBezTo>
                    <a:pt x="3527154" y="5479224"/>
                    <a:pt x="3578097" y="5564236"/>
                    <a:pt x="3430089" y="5619874"/>
                  </a:cubicBezTo>
                  <a:cubicBezTo>
                    <a:pt x="3400905" y="5630849"/>
                    <a:pt x="3291343" y="5647598"/>
                    <a:pt x="3284681" y="5652165"/>
                  </a:cubicBezTo>
                  <a:cubicBezTo>
                    <a:pt x="3281953" y="5654005"/>
                    <a:pt x="3276307" y="5675956"/>
                    <a:pt x="3268313" y="5685663"/>
                  </a:cubicBezTo>
                  <a:cubicBezTo>
                    <a:pt x="3181589" y="5791102"/>
                    <a:pt x="2956436" y="5759318"/>
                    <a:pt x="2836152" y="5758810"/>
                  </a:cubicBezTo>
                  <a:cubicBezTo>
                    <a:pt x="2641260" y="5757985"/>
                    <a:pt x="2238852" y="5739270"/>
                    <a:pt x="2094904" y="5887025"/>
                  </a:cubicBezTo>
                  <a:cubicBezTo>
                    <a:pt x="2085705" y="5896478"/>
                    <a:pt x="2093698" y="5908785"/>
                    <a:pt x="2076379" y="5906247"/>
                  </a:cubicBezTo>
                  <a:cubicBezTo>
                    <a:pt x="2073397" y="5905803"/>
                    <a:pt x="2045991" y="5866089"/>
                    <a:pt x="2036918" y="5859935"/>
                  </a:cubicBezTo>
                  <a:cubicBezTo>
                    <a:pt x="1933826" y="5789642"/>
                    <a:pt x="1733796" y="5764837"/>
                    <a:pt x="1610340" y="5758747"/>
                  </a:cubicBezTo>
                  <a:cubicBezTo>
                    <a:pt x="1452307" y="5750943"/>
                    <a:pt x="999844" y="5807089"/>
                    <a:pt x="895547" y="5697209"/>
                  </a:cubicBezTo>
                  <a:cubicBezTo>
                    <a:pt x="883493" y="5684521"/>
                    <a:pt x="877910" y="5660286"/>
                    <a:pt x="869155" y="5654703"/>
                  </a:cubicBezTo>
                  <a:cubicBezTo>
                    <a:pt x="851836" y="5643601"/>
                    <a:pt x="756103" y="5632879"/>
                    <a:pt x="722352" y="5620064"/>
                  </a:cubicBezTo>
                  <a:cubicBezTo>
                    <a:pt x="587920" y="5568930"/>
                    <a:pt x="627634" y="5475799"/>
                    <a:pt x="604288" y="5362302"/>
                  </a:cubicBezTo>
                  <a:cubicBezTo>
                    <a:pt x="594391" y="5314341"/>
                    <a:pt x="566477" y="5267775"/>
                    <a:pt x="538436" y="5228822"/>
                  </a:cubicBezTo>
                  <a:cubicBezTo>
                    <a:pt x="525811" y="5211312"/>
                    <a:pt x="476644" y="5160686"/>
                    <a:pt x="459452" y="5147490"/>
                  </a:cubicBezTo>
                  <a:cubicBezTo>
                    <a:pt x="344686" y="5059751"/>
                    <a:pt x="205877" y="5026571"/>
                    <a:pt x="65291" y="5016864"/>
                  </a:cubicBezTo>
                  <a:cubicBezTo>
                    <a:pt x="60470" y="5016547"/>
                    <a:pt x="58630" y="5003098"/>
                    <a:pt x="62563" y="4997071"/>
                  </a:cubicBezTo>
                  <a:cubicBezTo>
                    <a:pt x="83182" y="4965604"/>
                    <a:pt x="99613" y="4930204"/>
                    <a:pt x="93142" y="4890172"/>
                  </a:cubicBezTo>
                  <a:cubicBezTo>
                    <a:pt x="84641" y="4837136"/>
                    <a:pt x="17647" y="4800086"/>
                    <a:pt x="2738" y="4784670"/>
                  </a:cubicBezTo>
                  <a:cubicBezTo>
                    <a:pt x="962" y="4782830"/>
                    <a:pt x="-117" y="4778706"/>
                    <a:pt x="10" y="4774392"/>
                  </a:cubicBezTo>
                  <a:cubicBezTo>
                    <a:pt x="6037" y="4526083"/>
                    <a:pt x="5593" y="4277203"/>
                    <a:pt x="4768" y="4028513"/>
                  </a:cubicBezTo>
                  <a:cubicBezTo>
                    <a:pt x="1152" y="2937006"/>
                    <a:pt x="16949" y="1838394"/>
                    <a:pt x="4832" y="738196"/>
                  </a:cubicBezTo>
                  <a:cubicBezTo>
                    <a:pt x="4705" y="728109"/>
                    <a:pt x="4007" y="718592"/>
                    <a:pt x="1723" y="709140"/>
                  </a:cubicBezTo>
                  <a:cubicBezTo>
                    <a:pt x="200" y="702795"/>
                    <a:pt x="1786" y="694865"/>
                    <a:pt x="5022" y="693406"/>
                  </a:cubicBezTo>
                  <a:cubicBezTo>
                    <a:pt x="30969" y="681733"/>
                    <a:pt x="128669" y="690297"/>
                    <a:pt x="151318" y="688585"/>
                  </a:cubicBezTo>
                  <a:cubicBezTo>
                    <a:pt x="294949" y="678053"/>
                    <a:pt x="504876" y="628633"/>
                    <a:pt x="551759" y="469458"/>
                  </a:cubicBezTo>
                  <a:cubicBezTo>
                    <a:pt x="552774" y="465969"/>
                    <a:pt x="554550" y="463876"/>
                    <a:pt x="556453" y="464256"/>
                  </a:cubicBezTo>
                  <a:cubicBezTo>
                    <a:pt x="592742" y="470981"/>
                    <a:pt x="624209" y="491092"/>
                    <a:pt x="662337" y="494581"/>
                  </a:cubicBezTo>
                  <a:cubicBezTo>
                    <a:pt x="775770" y="505049"/>
                    <a:pt x="883112" y="432599"/>
                    <a:pt x="947632" y="341497"/>
                  </a:cubicBezTo>
                  <a:cubicBezTo>
                    <a:pt x="948647" y="340038"/>
                    <a:pt x="949853" y="339467"/>
                    <a:pt x="951058" y="339848"/>
                  </a:cubicBezTo>
                  <a:cubicBezTo>
                    <a:pt x="1062715" y="377342"/>
                    <a:pt x="1242824" y="428158"/>
                    <a:pt x="1293958" y="277802"/>
                  </a:cubicBezTo>
                  <a:cubicBezTo>
                    <a:pt x="1304680" y="246336"/>
                    <a:pt x="1299350" y="220325"/>
                    <a:pt x="1320286" y="188731"/>
                  </a:cubicBezTo>
                  <a:cubicBezTo>
                    <a:pt x="1421285" y="36218"/>
                    <a:pt x="1848054" y="120468"/>
                    <a:pt x="2014968" y="44592"/>
                  </a:cubicBezTo>
                  <a:cubicBezTo>
                    <a:pt x="2042248" y="32158"/>
                    <a:pt x="2057537" y="15346"/>
                    <a:pt x="2081264" y="437"/>
                  </a:cubicBezTo>
                  <a:cubicBezTo>
                    <a:pt x="2082723" y="-514"/>
                    <a:pt x="2084309" y="120"/>
                    <a:pt x="2085578" y="2023"/>
                  </a:cubicBezTo>
                  <a:cubicBezTo>
                    <a:pt x="2112540" y="41801"/>
                    <a:pt x="2169257" y="58169"/>
                    <a:pt x="2213602" y="66733"/>
                  </a:cubicBezTo>
                  <a:cubicBezTo>
                    <a:pt x="2369858" y="96868"/>
                    <a:pt x="2673361" y="62229"/>
                    <a:pt x="2796881" y="147558"/>
                  </a:cubicBezTo>
                  <a:cubicBezTo>
                    <a:pt x="2875041" y="201609"/>
                    <a:pt x="2843511" y="283512"/>
                    <a:pt x="2903082" y="340165"/>
                  </a:cubicBezTo>
                  <a:cubicBezTo>
                    <a:pt x="2977562" y="411029"/>
                    <a:pt x="3114785" y="371569"/>
                    <a:pt x="3201002" y="341371"/>
                  </a:cubicBezTo>
                  <a:cubicBezTo>
                    <a:pt x="3202081" y="340990"/>
                    <a:pt x="3203159" y="341371"/>
                    <a:pt x="3204111" y="342449"/>
                  </a:cubicBezTo>
                  <a:cubicBezTo>
                    <a:pt x="3305300" y="457785"/>
                    <a:pt x="3441635" y="546603"/>
                    <a:pt x="3592117" y="465779"/>
                  </a:cubicBezTo>
                  <a:cubicBezTo>
                    <a:pt x="3593450" y="465081"/>
                    <a:pt x="3594909" y="465589"/>
                    <a:pt x="3596114" y="467238"/>
                  </a:cubicBezTo>
                  <a:cubicBezTo>
                    <a:pt x="3625234" y="509109"/>
                    <a:pt x="3635575" y="543304"/>
                    <a:pt x="3678144" y="579592"/>
                  </a:cubicBezTo>
                  <a:cubicBezTo>
                    <a:pt x="3734099" y="627300"/>
                    <a:pt x="3892956" y="688140"/>
                    <a:pt x="3963756" y="688140"/>
                  </a:cubicBezTo>
                  <a:lnTo>
                    <a:pt x="4150527" y="688140"/>
                  </a:lnTo>
                  <a:cubicBezTo>
                    <a:pt x="4153319" y="688140"/>
                    <a:pt x="4155539" y="692962"/>
                    <a:pt x="4155539" y="698989"/>
                  </a:cubicBezTo>
                  <a:lnTo>
                    <a:pt x="4162264" y="4099250"/>
                  </a:lnTo>
                  <a:lnTo>
                    <a:pt x="4154397" y="4781625"/>
                  </a:lnTo>
                  <a:close/>
                </a:path>
              </a:pathLst>
            </a:cu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3" name="Google Shape;363;p38"/>
            <p:cNvSpPr/>
            <p:nvPr/>
          </p:nvSpPr>
          <p:spPr>
            <a:xfrm>
              <a:off x="142048" y="278760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9"/>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Represent your data here</a:t>
            </a:r>
            <a:endParaRPr/>
          </a:p>
        </p:txBody>
      </p:sp>
      <p:graphicFrame>
        <p:nvGraphicFramePr>
          <p:cNvPr id="369" name="Google Shape;369;p39"/>
          <p:cNvGraphicFramePr/>
          <p:nvPr/>
        </p:nvGraphicFramePr>
        <p:xfrm>
          <a:off x="5366200" y="1220254"/>
          <a:ext cx="3000000" cy="3000000"/>
        </p:xfrm>
        <a:graphic>
          <a:graphicData uri="http://schemas.openxmlformats.org/drawingml/2006/table">
            <a:tbl>
              <a:tblPr>
                <a:noFill/>
                <a:tableStyleId>{6229C9F8-F141-4730-8A2A-FD711F2D8C6C}</a:tableStyleId>
              </a:tblPr>
              <a:tblGrid>
                <a:gridCol w="1774600">
                  <a:extLst>
                    <a:ext uri="{9D8B030D-6E8A-4147-A177-3AD203B41FA5}">
                      <a16:colId xmlns:a16="http://schemas.microsoft.com/office/drawing/2014/main" val="20000"/>
                    </a:ext>
                  </a:extLst>
                </a:gridCol>
                <a:gridCol w="1774600">
                  <a:extLst>
                    <a:ext uri="{9D8B030D-6E8A-4147-A177-3AD203B41FA5}">
                      <a16:colId xmlns:a16="http://schemas.microsoft.com/office/drawing/2014/main" val="20001"/>
                    </a:ext>
                  </a:extLst>
                </a:gridCol>
              </a:tblGrid>
              <a:tr h="694875">
                <a:tc>
                  <a:txBody>
                    <a:bodyPr/>
                    <a:lstStyle/>
                    <a:p>
                      <a:pPr marL="0" lvl="0" indent="0" algn="ctr" rtl="0">
                        <a:spcBef>
                          <a:spcPts val="0"/>
                        </a:spcBef>
                        <a:spcAft>
                          <a:spcPts val="0"/>
                        </a:spcAft>
                        <a:buNone/>
                      </a:pPr>
                      <a:r>
                        <a:rPr lang="en" sz="1700">
                          <a:solidFill>
                            <a:schemeClr val="dk1"/>
                          </a:solidFill>
                          <a:latin typeface="Aboreto"/>
                          <a:ea typeface="Aboreto"/>
                          <a:cs typeface="Aboreto"/>
                          <a:sym typeface="Aboreto"/>
                        </a:rPr>
                        <a:t>Main traditions</a:t>
                      </a:r>
                      <a:endParaRPr sz="1700">
                        <a:solidFill>
                          <a:schemeClr val="dk1"/>
                        </a:solidFill>
                        <a:latin typeface="Aboreto"/>
                        <a:ea typeface="Aboreto"/>
                        <a:cs typeface="Aboreto"/>
                        <a:sym typeface="Abore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Aboreto"/>
                          <a:ea typeface="Aboreto"/>
                          <a:cs typeface="Aboreto"/>
                          <a:sym typeface="Aboreto"/>
                        </a:rPr>
                        <a:t>dates</a:t>
                      </a:r>
                      <a:endParaRPr sz="1700">
                        <a:solidFill>
                          <a:schemeClr val="dk1"/>
                        </a:solidFill>
                        <a:latin typeface="Aboreto"/>
                        <a:ea typeface="Aboreto"/>
                        <a:cs typeface="Aboreto"/>
                        <a:sym typeface="Abore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56925">
                <a:tc>
                  <a:txBody>
                    <a:bodyPr/>
                    <a:lstStyle/>
                    <a:p>
                      <a:pPr marL="0" lvl="0" indent="0" algn="ctr" rtl="0">
                        <a:spcBef>
                          <a:spcPts val="0"/>
                        </a:spcBef>
                        <a:spcAft>
                          <a:spcPts val="0"/>
                        </a:spcAft>
                        <a:buNone/>
                      </a:pPr>
                      <a:r>
                        <a:rPr lang="en" sz="1700">
                          <a:solidFill>
                            <a:schemeClr val="dk1"/>
                          </a:solidFill>
                          <a:latin typeface="Aboreto"/>
                          <a:ea typeface="Aboreto"/>
                          <a:cs typeface="Aboreto"/>
                          <a:sym typeface="Aboreto"/>
                        </a:rPr>
                        <a:t>Venus</a:t>
                      </a:r>
                      <a:endParaRPr sz="1700">
                        <a:solidFill>
                          <a:schemeClr val="dk1"/>
                        </a:solidFill>
                        <a:latin typeface="Aboreto"/>
                        <a:ea typeface="Aboreto"/>
                        <a:cs typeface="Aboreto"/>
                        <a:sym typeface="Abore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Alegreya Sans"/>
                          <a:ea typeface="Alegreya Sans"/>
                          <a:cs typeface="Alegreya Sans"/>
                          <a:sym typeface="Alegreya Sans"/>
                        </a:rPr>
                        <a:t>XX/XX</a:t>
                      </a:r>
                      <a:endParaRPr sz="1700">
                        <a:solidFill>
                          <a:schemeClr val="dk1"/>
                        </a:solidFill>
                        <a:latin typeface="Alegreya Sans"/>
                        <a:ea typeface="Alegreya Sans"/>
                        <a:cs typeface="Alegreya Sans"/>
                        <a:sym typeface="Alegreya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656925">
                <a:tc>
                  <a:txBody>
                    <a:bodyPr/>
                    <a:lstStyle/>
                    <a:p>
                      <a:pPr marL="0" lvl="0" indent="0" algn="ctr" rtl="0">
                        <a:spcBef>
                          <a:spcPts val="0"/>
                        </a:spcBef>
                        <a:spcAft>
                          <a:spcPts val="0"/>
                        </a:spcAft>
                        <a:buNone/>
                      </a:pPr>
                      <a:r>
                        <a:rPr lang="en" sz="1700">
                          <a:solidFill>
                            <a:schemeClr val="dk1"/>
                          </a:solidFill>
                          <a:latin typeface="Aboreto"/>
                          <a:ea typeface="Aboreto"/>
                          <a:cs typeface="Aboreto"/>
                          <a:sym typeface="Aboreto"/>
                        </a:rPr>
                        <a:t>mars</a:t>
                      </a:r>
                      <a:endParaRPr sz="1700">
                        <a:solidFill>
                          <a:schemeClr val="dk1"/>
                        </a:solidFill>
                        <a:latin typeface="Aboreto"/>
                        <a:ea typeface="Aboreto"/>
                        <a:cs typeface="Aboreto"/>
                        <a:sym typeface="Abore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Alegreya Sans"/>
                          <a:ea typeface="Alegreya Sans"/>
                          <a:cs typeface="Alegreya Sans"/>
                          <a:sym typeface="Alegreya Sans"/>
                        </a:rPr>
                        <a:t>XX/XX</a:t>
                      </a:r>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656925">
                <a:tc>
                  <a:txBody>
                    <a:bodyPr/>
                    <a:lstStyle/>
                    <a:p>
                      <a:pPr marL="0" lvl="0" indent="0" algn="ctr" rtl="0">
                        <a:spcBef>
                          <a:spcPts val="0"/>
                        </a:spcBef>
                        <a:spcAft>
                          <a:spcPts val="0"/>
                        </a:spcAft>
                        <a:buNone/>
                      </a:pPr>
                      <a:r>
                        <a:rPr lang="en" sz="1700">
                          <a:solidFill>
                            <a:schemeClr val="dk1"/>
                          </a:solidFill>
                          <a:latin typeface="Aboreto"/>
                          <a:ea typeface="Aboreto"/>
                          <a:cs typeface="Aboreto"/>
                          <a:sym typeface="Aboreto"/>
                        </a:rPr>
                        <a:t>mercury</a:t>
                      </a:r>
                      <a:endParaRPr sz="1700">
                        <a:solidFill>
                          <a:schemeClr val="dk1"/>
                        </a:solidFill>
                        <a:latin typeface="Aboreto"/>
                        <a:ea typeface="Aboreto"/>
                        <a:cs typeface="Aboreto"/>
                        <a:sym typeface="Abore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Alegreya Sans"/>
                          <a:ea typeface="Alegreya Sans"/>
                          <a:cs typeface="Alegreya Sans"/>
                          <a:sym typeface="Alegreya Sans"/>
                        </a:rPr>
                        <a:t>XX/XX</a:t>
                      </a:r>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656925">
                <a:tc>
                  <a:txBody>
                    <a:bodyPr/>
                    <a:lstStyle/>
                    <a:p>
                      <a:pPr marL="0" lvl="0" indent="0" algn="ctr" rtl="0">
                        <a:spcBef>
                          <a:spcPts val="0"/>
                        </a:spcBef>
                        <a:spcAft>
                          <a:spcPts val="0"/>
                        </a:spcAft>
                        <a:buNone/>
                      </a:pPr>
                      <a:r>
                        <a:rPr lang="en" sz="1700">
                          <a:solidFill>
                            <a:schemeClr val="dk1"/>
                          </a:solidFill>
                          <a:latin typeface="Aboreto"/>
                          <a:ea typeface="Aboreto"/>
                          <a:cs typeface="Aboreto"/>
                          <a:sym typeface="Aboreto"/>
                        </a:rPr>
                        <a:t>jupiter</a:t>
                      </a:r>
                      <a:endParaRPr sz="1700">
                        <a:solidFill>
                          <a:schemeClr val="dk1"/>
                        </a:solidFill>
                        <a:latin typeface="Aboreto"/>
                        <a:ea typeface="Aboreto"/>
                        <a:cs typeface="Aboreto"/>
                        <a:sym typeface="Abore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700">
                          <a:solidFill>
                            <a:schemeClr val="dk1"/>
                          </a:solidFill>
                          <a:latin typeface="Alegreya Sans"/>
                          <a:ea typeface="Alegreya Sans"/>
                          <a:cs typeface="Alegreya Sans"/>
                          <a:sym typeface="Alegreya Sans"/>
                        </a:rPr>
                        <a:t>XX/XX</a:t>
                      </a:r>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70" name="Google Shape;370;p39"/>
          <p:cNvSpPr txBox="1"/>
          <p:nvPr/>
        </p:nvSpPr>
        <p:spPr>
          <a:xfrm>
            <a:off x="713225" y="3342200"/>
            <a:ext cx="1768800" cy="519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1"/>
                </a:solidFill>
                <a:latin typeface="Aboreto"/>
                <a:ea typeface="Aboreto"/>
                <a:cs typeface="Aboreto"/>
                <a:sym typeface="Aboreto"/>
              </a:rPr>
              <a:t>This is Mars</a:t>
            </a:r>
            <a:endParaRPr sz="1600">
              <a:solidFill>
                <a:schemeClr val="dk1"/>
              </a:solidFill>
              <a:latin typeface="Aboreto"/>
              <a:ea typeface="Aboreto"/>
              <a:cs typeface="Aboreto"/>
              <a:sym typeface="Aboreto"/>
            </a:endParaRPr>
          </a:p>
        </p:txBody>
      </p:sp>
      <p:sp>
        <p:nvSpPr>
          <p:cNvPr id="371" name="Google Shape;371;p39"/>
          <p:cNvSpPr txBox="1"/>
          <p:nvPr/>
        </p:nvSpPr>
        <p:spPr>
          <a:xfrm>
            <a:off x="713225" y="3785080"/>
            <a:ext cx="1768800" cy="8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legreya Sans"/>
                <a:ea typeface="Alegreya Sans"/>
                <a:cs typeface="Alegreya Sans"/>
                <a:sym typeface="Alegreya Sans"/>
              </a:rPr>
              <a:t>Despite being red, Mars is actually a really cold place</a:t>
            </a:r>
            <a:endParaRPr sz="1200">
              <a:solidFill>
                <a:schemeClr val="dk1"/>
              </a:solidFill>
              <a:latin typeface="Alegreya Sans"/>
              <a:ea typeface="Alegreya Sans"/>
              <a:cs typeface="Alegreya Sans"/>
              <a:sym typeface="Alegreya Sans"/>
            </a:endParaRPr>
          </a:p>
        </p:txBody>
      </p:sp>
      <p:sp>
        <p:nvSpPr>
          <p:cNvPr id="372" name="Google Shape;372;p39"/>
          <p:cNvSpPr txBox="1"/>
          <p:nvPr/>
        </p:nvSpPr>
        <p:spPr>
          <a:xfrm>
            <a:off x="2885850" y="3342200"/>
            <a:ext cx="1971900" cy="519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1"/>
                </a:solidFill>
                <a:latin typeface="Aboreto"/>
                <a:ea typeface="Aboreto"/>
                <a:cs typeface="Aboreto"/>
                <a:sym typeface="Aboreto"/>
              </a:rPr>
              <a:t>This is Neptune</a:t>
            </a:r>
            <a:endParaRPr sz="1600">
              <a:solidFill>
                <a:schemeClr val="dk1"/>
              </a:solidFill>
              <a:latin typeface="Aboreto"/>
              <a:ea typeface="Aboreto"/>
              <a:cs typeface="Aboreto"/>
              <a:sym typeface="Aboreto"/>
            </a:endParaRPr>
          </a:p>
        </p:txBody>
      </p:sp>
      <p:sp>
        <p:nvSpPr>
          <p:cNvPr id="373" name="Google Shape;373;p39"/>
          <p:cNvSpPr txBox="1"/>
          <p:nvPr/>
        </p:nvSpPr>
        <p:spPr>
          <a:xfrm>
            <a:off x="2885852" y="3784996"/>
            <a:ext cx="1768800" cy="8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legreya Sans"/>
                <a:ea typeface="Alegreya Sans"/>
                <a:cs typeface="Alegreya Sans"/>
                <a:sym typeface="Alegreya Sans"/>
              </a:rPr>
              <a:t>Neptune is the farthest planet from the Sun</a:t>
            </a:r>
            <a:endParaRPr sz="1200">
              <a:solidFill>
                <a:schemeClr val="dk1"/>
              </a:solidFill>
              <a:latin typeface="Alegreya Sans"/>
              <a:ea typeface="Alegreya Sans"/>
              <a:cs typeface="Alegreya Sans"/>
              <a:sym typeface="Alegreya Sans"/>
            </a:endParaRPr>
          </a:p>
        </p:txBody>
      </p:sp>
      <p:sp>
        <p:nvSpPr>
          <p:cNvPr id="374" name="Google Shape;374;p39"/>
          <p:cNvSpPr txBox="1"/>
          <p:nvPr/>
        </p:nvSpPr>
        <p:spPr>
          <a:xfrm>
            <a:off x="714225" y="4596875"/>
            <a:ext cx="4055700" cy="30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1"/>
                </a:solidFill>
                <a:latin typeface="Alegreya Sans"/>
                <a:ea typeface="Alegreya Sans"/>
                <a:cs typeface="Alegreya Sans"/>
                <a:sym typeface="Alegreya Sans"/>
              </a:rPr>
              <a:t>Follow the link in the graph to modify its data and then paste the new one here. </a:t>
            </a:r>
            <a:r>
              <a:rPr lang="en" sz="1000" b="1" u="sng">
                <a:solidFill>
                  <a:schemeClr val="dk1"/>
                </a:solidFill>
                <a:latin typeface="Alegreya Sans"/>
                <a:ea typeface="Alegreya Sans"/>
                <a:cs typeface="Alegreya Sans"/>
                <a:sym typeface="Alegreya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b="1" u="sng">
              <a:solidFill>
                <a:schemeClr val="dk1"/>
              </a:solidFill>
              <a:latin typeface="Alegreya Sans"/>
              <a:ea typeface="Alegreya Sans"/>
              <a:cs typeface="Alegreya Sans"/>
              <a:sym typeface="Alegreya Sans"/>
            </a:endParaRPr>
          </a:p>
        </p:txBody>
      </p:sp>
      <p:sp>
        <p:nvSpPr>
          <p:cNvPr id="375" name="Google Shape;375;p39"/>
          <p:cNvSpPr/>
          <p:nvPr/>
        </p:nvSpPr>
        <p:spPr>
          <a:xfrm>
            <a:off x="357200" y="3510575"/>
            <a:ext cx="274200" cy="274500"/>
          </a:xfrm>
          <a:prstGeom prst="star8">
            <a:avLst>
              <a:gd name="adj" fmla="val 375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6" name="Google Shape;376;p39"/>
          <p:cNvSpPr/>
          <p:nvPr/>
        </p:nvSpPr>
        <p:spPr>
          <a:xfrm>
            <a:off x="2563850" y="3510575"/>
            <a:ext cx="274200" cy="274500"/>
          </a:xfrm>
          <a:prstGeom prst="star8">
            <a:avLst>
              <a:gd name="adj" fmla="val 375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77" name="Google Shape;377;p39" title="Chart">
            <a:hlinkClick r:id="rId4"/>
          </p:cNvPr>
          <p:cNvPicPr preferRelativeResize="0"/>
          <p:nvPr/>
        </p:nvPicPr>
        <p:blipFill rotWithShape="1">
          <a:blip r:embed="rId5">
            <a:alphaModFix/>
          </a:blip>
          <a:srcRect t="9673"/>
          <a:stretch/>
        </p:blipFill>
        <p:spPr>
          <a:xfrm>
            <a:off x="362000" y="1153700"/>
            <a:ext cx="4677901" cy="2076350"/>
          </a:xfrm>
          <a:prstGeom prst="rect">
            <a:avLst/>
          </a:prstGeom>
          <a:noFill/>
          <a:ln>
            <a:noFill/>
          </a:ln>
        </p:spPr>
      </p:pic>
      <p:sp>
        <p:nvSpPr>
          <p:cNvPr id="378" name="Google Shape;378;p39"/>
          <p:cNvSpPr/>
          <p:nvPr/>
        </p:nvSpPr>
        <p:spPr>
          <a:xfrm>
            <a:off x="8059625" y="-627176"/>
            <a:ext cx="1714260" cy="1714260"/>
          </a:xfrm>
          <a:custGeom>
            <a:avLst/>
            <a:gdLst/>
            <a:ahLst/>
            <a:cxnLst/>
            <a:rect l="l" t="t" r="r" b="b"/>
            <a:pathLst>
              <a:path w="6857040" h="6857040" extrusionOk="0">
                <a:moveTo>
                  <a:pt x="4615277" y="3209489"/>
                </a:moveTo>
                <a:lnTo>
                  <a:pt x="6857041" y="3428520"/>
                </a:lnTo>
                <a:lnTo>
                  <a:pt x="4615277" y="3647552"/>
                </a:lnTo>
                <a:cubicBezTo>
                  <a:pt x="4102948" y="3697634"/>
                  <a:pt x="3697565" y="4102948"/>
                  <a:pt x="3647552" y="4615277"/>
                </a:cubicBezTo>
                <a:lnTo>
                  <a:pt x="3428520" y="6857041"/>
                </a:lnTo>
                <a:lnTo>
                  <a:pt x="3209489" y="4615277"/>
                </a:lnTo>
                <a:cubicBezTo>
                  <a:pt x="3159407" y="4102948"/>
                  <a:pt x="2754093" y="3697565"/>
                  <a:pt x="2241764" y="3647552"/>
                </a:cubicBezTo>
                <a:lnTo>
                  <a:pt x="0" y="3428520"/>
                </a:lnTo>
                <a:lnTo>
                  <a:pt x="2241764" y="3209489"/>
                </a:lnTo>
                <a:cubicBezTo>
                  <a:pt x="2754093" y="3159407"/>
                  <a:pt x="3159476" y="2754093"/>
                  <a:pt x="3209489" y="2241764"/>
                </a:cubicBezTo>
                <a:lnTo>
                  <a:pt x="3428520" y="0"/>
                </a:lnTo>
                <a:lnTo>
                  <a:pt x="3647552" y="2241764"/>
                </a:lnTo>
                <a:cubicBezTo>
                  <a:pt x="3697634" y="2754093"/>
                  <a:pt x="4102948" y="3159476"/>
                  <a:pt x="4615277" y="32094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9" name="Google Shape;379;p39"/>
          <p:cNvSpPr/>
          <p:nvPr/>
        </p:nvSpPr>
        <p:spPr>
          <a:xfrm rot="1801675">
            <a:off x="8429967" y="537794"/>
            <a:ext cx="173254" cy="173104"/>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grpSp>
        <p:nvGrpSpPr>
          <p:cNvPr id="385" name="Google Shape;385;p40"/>
          <p:cNvGrpSpPr/>
          <p:nvPr/>
        </p:nvGrpSpPr>
        <p:grpSpPr>
          <a:xfrm>
            <a:off x="-7" y="0"/>
            <a:ext cx="3565995" cy="5143537"/>
            <a:chOff x="3720125" y="3172"/>
            <a:chExt cx="4750227" cy="6851655"/>
          </a:xfrm>
        </p:grpSpPr>
        <p:sp>
          <p:nvSpPr>
            <p:cNvPr id="386" name="Google Shape;386;p40"/>
            <p:cNvSpPr/>
            <p:nvPr/>
          </p:nvSpPr>
          <p:spPr>
            <a:xfrm>
              <a:off x="3720125" y="3172"/>
              <a:ext cx="4750227" cy="6851655"/>
            </a:xfrm>
            <a:custGeom>
              <a:avLst/>
              <a:gdLst/>
              <a:ahLst/>
              <a:cxnLst/>
              <a:rect l="l" t="t" r="r" b="b"/>
              <a:pathLst>
                <a:path w="4750227" h="6851655" extrusionOk="0">
                  <a:moveTo>
                    <a:pt x="0" y="0"/>
                  </a:moveTo>
                  <a:lnTo>
                    <a:pt x="0" y="6851656"/>
                  </a:lnTo>
                  <a:lnTo>
                    <a:pt x="4750228" y="6851656"/>
                  </a:lnTo>
                  <a:lnTo>
                    <a:pt x="4750228" y="0"/>
                  </a:lnTo>
                  <a:lnTo>
                    <a:pt x="0" y="0"/>
                  </a:lnTo>
                  <a:close/>
                  <a:moveTo>
                    <a:pt x="4455733" y="5254205"/>
                  </a:moveTo>
                  <a:cubicBezTo>
                    <a:pt x="4455733" y="5259217"/>
                    <a:pt x="4454020" y="5263404"/>
                    <a:pt x="4451800" y="5264546"/>
                  </a:cubicBezTo>
                  <a:cubicBezTo>
                    <a:pt x="4375670" y="5302040"/>
                    <a:pt x="4349152" y="5373158"/>
                    <a:pt x="4386963" y="5455568"/>
                  </a:cubicBezTo>
                  <a:cubicBezTo>
                    <a:pt x="4391785" y="5466036"/>
                    <a:pt x="4405932" y="5464323"/>
                    <a:pt x="4405868" y="5478597"/>
                  </a:cubicBezTo>
                  <a:cubicBezTo>
                    <a:pt x="4405868" y="5484116"/>
                    <a:pt x="4403584" y="5488367"/>
                    <a:pt x="4401047" y="5488557"/>
                  </a:cubicBezTo>
                  <a:cubicBezTo>
                    <a:pt x="4201841" y="5500801"/>
                    <a:pt x="3970534" y="5573886"/>
                    <a:pt x="3878418" y="5772330"/>
                  </a:cubicBezTo>
                  <a:cubicBezTo>
                    <a:pt x="3875055" y="5779626"/>
                    <a:pt x="3858180" y="5822449"/>
                    <a:pt x="3857101" y="5827143"/>
                  </a:cubicBezTo>
                  <a:cubicBezTo>
                    <a:pt x="3828426" y="5951869"/>
                    <a:pt x="3879369" y="6036880"/>
                    <a:pt x="3731361" y="6092518"/>
                  </a:cubicBezTo>
                  <a:cubicBezTo>
                    <a:pt x="3702178" y="6103493"/>
                    <a:pt x="3592615" y="6120242"/>
                    <a:pt x="3585953" y="6124810"/>
                  </a:cubicBezTo>
                  <a:cubicBezTo>
                    <a:pt x="3583226" y="6126649"/>
                    <a:pt x="3577579" y="6148600"/>
                    <a:pt x="3569586" y="6158307"/>
                  </a:cubicBezTo>
                  <a:cubicBezTo>
                    <a:pt x="3482861" y="6263746"/>
                    <a:pt x="3257708" y="6231962"/>
                    <a:pt x="3137424" y="6231454"/>
                  </a:cubicBezTo>
                  <a:cubicBezTo>
                    <a:pt x="2942532" y="6230630"/>
                    <a:pt x="2540125" y="6211914"/>
                    <a:pt x="2396176" y="6359669"/>
                  </a:cubicBezTo>
                  <a:cubicBezTo>
                    <a:pt x="2386977" y="6369122"/>
                    <a:pt x="2394971" y="6381430"/>
                    <a:pt x="2377651" y="6378892"/>
                  </a:cubicBezTo>
                  <a:cubicBezTo>
                    <a:pt x="2374670" y="6378448"/>
                    <a:pt x="2347263" y="6338734"/>
                    <a:pt x="2338191" y="6332580"/>
                  </a:cubicBezTo>
                  <a:cubicBezTo>
                    <a:pt x="2235099" y="6262287"/>
                    <a:pt x="2035069" y="6237481"/>
                    <a:pt x="1911612" y="6231391"/>
                  </a:cubicBezTo>
                  <a:cubicBezTo>
                    <a:pt x="1753580" y="6223588"/>
                    <a:pt x="1301117" y="6279733"/>
                    <a:pt x="1196819" y="6169853"/>
                  </a:cubicBezTo>
                  <a:cubicBezTo>
                    <a:pt x="1184765" y="6157165"/>
                    <a:pt x="1179183" y="6132930"/>
                    <a:pt x="1170428" y="6127347"/>
                  </a:cubicBezTo>
                  <a:cubicBezTo>
                    <a:pt x="1153108" y="6116245"/>
                    <a:pt x="1057375" y="6105524"/>
                    <a:pt x="1023625" y="6092708"/>
                  </a:cubicBezTo>
                  <a:cubicBezTo>
                    <a:pt x="889193" y="6041575"/>
                    <a:pt x="928907" y="5948443"/>
                    <a:pt x="905561" y="5834946"/>
                  </a:cubicBezTo>
                  <a:cubicBezTo>
                    <a:pt x="895664" y="5786985"/>
                    <a:pt x="867749" y="5740419"/>
                    <a:pt x="839708" y="5701466"/>
                  </a:cubicBezTo>
                  <a:cubicBezTo>
                    <a:pt x="827084" y="5683956"/>
                    <a:pt x="777917" y="5633330"/>
                    <a:pt x="760724" y="5620134"/>
                  </a:cubicBezTo>
                  <a:cubicBezTo>
                    <a:pt x="645959" y="5532395"/>
                    <a:pt x="507149" y="5499215"/>
                    <a:pt x="366564" y="5489509"/>
                  </a:cubicBezTo>
                  <a:cubicBezTo>
                    <a:pt x="361742" y="5489192"/>
                    <a:pt x="359902" y="5475742"/>
                    <a:pt x="363836" y="5469715"/>
                  </a:cubicBezTo>
                  <a:cubicBezTo>
                    <a:pt x="384454" y="5438248"/>
                    <a:pt x="400885" y="5402848"/>
                    <a:pt x="394414" y="5362817"/>
                  </a:cubicBezTo>
                  <a:cubicBezTo>
                    <a:pt x="385913" y="5309780"/>
                    <a:pt x="318919" y="5272730"/>
                    <a:pt x="304010" y="5257314"/>
                  </a:cubicBezTo>
                  <a:cubicBezTo>
                    <a:pt x="302234" y="5255474"/>
                    <a:pt x="301156" y="5251350"/>
                    <a:pt x="301283" y="5247036"/>
                  </a:cubicBezTo>
                  <a:cubicBezTo>
                    <a:pt x="307309" y="4998727"/>
                    <a:pt x="306865" y="4749847"/>
                    <a:pt x="306041" y="4501158"/>
                  </a:cubicBezTo>
                  <a:cubicBezTo>
                    <a:pt x="302424" y="3409651"/>
                    <a:pt x="318221" y="2311038"/>
                    <a:pt x="306104" y="1210840"/>
                  </a:cubicBezTo>
                  <a:cubicBezTo>
                    <a:pt x="305977" y="1200753"/>
                    <a:pt x="305279" y="1191237"/>
                    <a:pt x="302995" y="1181784"/>
                  </a:cubicBezTo>
                  <a:cubicBezTo>
                    <a:pt x="301473" y="1175440"/>
                    <a:pt x="303059" y="1167510"/>
                    <a:pt x="306294" y="1166050"/>
                  </a:cubicBezTo>
                  <a:cubicBezTo>
                    <a:pt x="332242" y="1154377"/>
                    <a:pt x="429941" y="1162942"/>
                    <a:pt x="452590" y="1161229"/>
                  </a:cubicBezTo>
                  <a:cubicBezTo>
                    <a:pt x="596221" y="1150698"/>
                    <a:pt x="806148" y="1101277"/>
                    <a:pt x="853031" y="942103"/>
                  </a:cubicBezTo>
                  <a:cubicBezTo>
                    <a:pt x="854046" y="938613"/>
                    <a:pt x="855822" y="936520"/>
                    <a:pt x="857726" y="936900"/>
                  </a:cubicBezTo>
                  <a:cubicBezTo>
                    <a:pt x="894014" y="943625"/>
                    <a:pt x="925481" y="963736"/>
                    <a:pt x="963609" y="967225"/>
                  </a:cubicBezTo>
                  <a:cubicBezTo>
                    <a:pt x="1077042" y="977693"/>
                    <a:pt x="1184385" y="905243"/>
                    <a:pt x="1248905" y="814142"/>
                  </a:cubicBezTo>
                  <a:cubicBezTo>
                    <a:pt x="1249920" y="812683"/>
                    <a:pt x="1251125" y="812112"/>
                    <a:pt x="1252330" y="812492"/>
                  </a:cubicBezTo>
                  <a:cubicBezTo>
                    <a:pt x="1363987" y="849986"/>
                    <a:pt x="1544097" y="900802"/>
                    <a:pt x="1595230" y="750447"/>
                  </a:cubicBezTo>
                  <a:cubicBezTo>
                    <a:pt x="1605952" y="718980"/>
                    <a:pt x="1600623" y="692969"/>
                    <a:pt x="1621559" y="661375"/>
                  </a:cubicBezTo>
                  <a:cubicBezTo>
                    <a:pt x="1722557" y="508862"/>
                    <a:pt x="2149326" y="593112"/>
                    <a:pt x="2316240" y="517237"/>
                  </a:cubicBezTo>
                  <a:cubicBezTo>
                    <a:pt x="2343520" y="504802"/>
                    <a:pt x="2358809" y="487990"/>
                    <a:pt x="2382536" y="473081"/>
                  </a:cubicBezTo>
                  <a:cubicBezTo>
                    <a:pt x="2383996" y="472130"/>
                    <a:pt x="2385582" y="472764"/>
                    <a:pt x="2386850" y="474668"/>
                  </a:cubicBezTo>
                  <a:cubicBezTo>
                    <a:pt x="2413813" y="514445"/>
                    <a:pt x="2470529" y="530813"/>
                    <a:pt x="2514875" y="539378"/>
                  </a:cubicBezTo>
                  <a:cubicBezTo>
                    <a:pt x="2671131" y="569512"/>
                    <a:pt x="2974634" y="534873"/>
                    <a:pt x="3098154" y="620202"/>
                  </a:cubicBezTo>
                  <a:cubicBezTo>
                    <a:pt x="3176313" y="674254"/>
                    <a:pt x="3144783" y="756156"/>
                    <a:pt x="3204354" y="812809"/>
                  </a:cubicBezTo>
                  <a:cubicBezTo>
                    <a:pt x="3278835" y="883673"/>
                    <a:pt x="3416058" y="844213"/>
                    <a:pt x="3502274" y="814015"/>
                  </a:cubicBezTo>
                  <a:cubicBezTo>
                    <a:pt x="3503353" y="813634"/>
                    <a:pt x="3504432" y="814015"/>
                    <a:pt x="3505383" y="815093"/>
                  </a:cubicBezTo>
                  <a:cubicBezTo>
                    <a:pt x="3606572" y="930430"/>
                    <a:pt x="3742907" y="1019247"/>
                    <a:pt x="3893390" y="938423"/>
                  </a:cubicBezTo>
                  <a:cubicBezTo>
                    <a:pt x="3894722" y="937725"/>
                    <a:pt x="3896181" y="938233"/>
                    <a:pt x="3897387" y="939882"/>
                  </a:cubicBezTo>
                  <a:cubicBezTo>
                    <a:pt x="3926506" y="981754"/>
                    <a:pt x="3936847" y="1015948"/>
                    <a:pt x="3979416" y="1052237"/>
                  </a:cubicBezTo>
                  <a:cubicBezTo>
                    <a:pt x="4035371" y="1099945"/>
                    <a:pt x="4194228" y="1160785"/>
                    <a:pt x="4265029" y="1160785"/>
                  </a:cubicBezTo>
                  <a:lnTo>
                    <a:pt x="4451800" y="1160785"/>
                  </a:lnTo>
                  <a:cubicBezTo>
                    <a:pt x="4454591" y="1160785"/>
                    <a:pt x="4456812" y="1165606"/>
                    <a:pt x="4456812" y="1171633"/>
                  </a:cubicBezTo>
                  <a:lnTo>
                    <a:pt x="4463537" y="4571895"/>
                  </a:lnTo>
                  <a:lnTo>
                    <a:pt x="4455670" y="5254269"/>
                  </a:lnTo>
                  <a:close/>
                </a:path>
              </a:pathLst>
            </a:custGeom>
            <a:solidFill>
              <a:schemeClr val="lt1"/>
            </a:solidFill>
            <a:ln>
              <a:noFill/>
            </a:ln>
            <a:effectLst>
              <a:outerShdw blurRad="57150" dist="19050" dir="9000000" algn="bl" rotWithShape="0">
                <a:srgbClr val="000000">
                  <a:alpha val="5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7" name="Google Shape;387;p40"/>
            <p:cNvSpPr/>
            <p:nvPr/>
          </p:nvSpPr>
          <p:spPr>
            <a:xfrm>
              <a:off x="3720125" y="3172"/>
              <a:ext cx="4750227" cy="6851655"/>
            </a:xfrm>
            <a:custGeom>
              <a:avLst/>
              <a:gdLst/>
              <a:ahLst/>
              <a:cxnLst/>
              <a:rect l="l" t="t" r="r" b="b"/>
              <a:pathLst>
                <a:path w="4750227" h="6851655" extrusionOk="0">
                  <a:moveTo>
                    <a:pt x="0" y="0"/>
                  </a:moveTo>
                  <a:lnTo>
                    <a:pt x="0" y="6851656"/>
                  </a:lnTo>
                  <a:lnTo>
                    <a:pt x="4750228" y="6851656"/>
                  </a:lnTo>
                  <a:lnTo>
                    <a:pt x="4750228" y="0"/>
                  </a:lnTo>
                  <a:lnTo>
                    <a:pt x="0" y="0"/>
                  </a:lnTo>
                  <a:close/>
                  <a:moveTo>
                    <a:pt x="4455733" y="5254205"/>
                  </a:moveTo>
                  <a:cubicBezTo>
                    <a:pt x="4455733" y="5259217"/>
                    <a:pt x="4454020" y="5263404"/>
                    <a:pt x="4451800" y="5264546"/>
                  </a:cubicBezTo>
                  <a:cubicBezTo>
                    <a:pt x="4375670" y="5302040"/>
                    <a:pt x="4349152" y="5373158"/>
                    <a:pt x="4386963" y="5455568"/>
                  </a:cubicBezTo>
                  <a:cubicBezTo>
                    <a:pt x="4391785" y="5466036"/>
                    <a:pt x="4405932" y="5464323"/>
                    <a:pt x="4405868" y="5478597"/>
                  </a:cubicBezTo>
                  <a:cubicBezTo>
                    <a:pt x="4405868" y="5484116"/>
                    <a:pt x="4403584" y="5488367"/>
                    <a:pt x="4401047" y="5488557"/>
                  </a:cubicBezTo>
                  <a:cubicBezTo>
                    <a:pt x="4201841" y="5500801"/>
                    <a:pt x="3970534" y="5573886"/>
                    <a:pt x="3878418" y="5772330"/>
                  </a:cubicBezTo>
                  <a:cubicBezTo>
                    <a:pt x="3875055" y="5779626"/>
                    <a:pt x="3858180" y="5822449"/>
                    <a:pt x="3857101" y="5827143"/>
                  </a:cubicBezTo>
                  <a:cubicBezTo>
                    <a:pt x="3828426" y="5951869"/>
                    <a:pt x="3879369" y="6036880"/>
                    <a:pt x="3731361" y="6092518"/>
                  </a:cubicBezTo>
                  <a:cubicBezTo>
                    <a:pt x="3702178" y="6103493"/>
                    <a:pt x="3592615" y="6120242"/>
                    <a:pt x="3585953" y="6124810"/>
                  </a:cubicBezTo>
                  <a:cubicBezTo>
                    <a:pt x="3583226" y="6126649"/>
                    <a:pt x="3577579" y="6148600"/>
                    <a:pt x="3569586" y="6158307"/>
                  </a:cubicBezTo>
                  <a:cubicBezTo>
                    <a:pt x="3482861" y="6263746"/>
                    <a:pt x="3257708" y="6231962"/>
                    <a:pt x="3137424" y="6231454"/>
                  </a:cubicBezTo>
                  <a:cubicBezTo>
                    <a:pt x="2942532" y="6230630"/>
                    <a:pt x="2540125" y="6211914"/>
                    <a:pt x="2396176" y="6359669"/>
                  </a:cubicBezTo>
                  <a:cubicBezTo>
                    <a:pt x="2386977" y="6369122"/>
                    <a:pt x="2394971" y="6381430"/>
                    <a:pt x="2377651" y="6378892"/>
                  </a:cubicBezTo>
                  <a:cubicBezTo>
                    <a:pt x="2374670" y="6378448"/>
                    <a:pt x="2347263" y="6338734"/>
                    <a:pt x="2338191" y="6332580"/>
                  </a:cubicBezTo>
                  <a:cubicBezTo>
                    <a:pt x="2235099" y="6262287"/>
                    <a:pt x="2035069" y="6237481"/>
                    <a:pt x="1911612" y="6231391"/>
                  </a:cubicBezTo>
                  <a:cubicBezTo>
                    <a:pt x="1753580" y="6223588"/>
                    <a:pt x="1301117" y="6279733"/>
                    <a:pt x="1196819" y="6169853"/>
                  </a:cubicBezTo>
                  <a:cubicBezTo>
                    <a:pt x="1184765" y="6157165"/>
                    <a:pt x="1179183" y="6132930"/>
                    <a:pt x="1170428" y="6127347"/>
                  </a:cubicBezTo>
                  <a:cubicBezTo>
                    <a:pt x="1153108" y="6116245"/>
                    <a:pt x="1057375" y="6105524"/>
                    <a:pt x="1023625" y="6092708"/>
                  </a:cubicBezTo>
                  <a:cubicBezTo>
                    <a:pt x="889193" y="6041575"/>
                    <a:pt x="928907" y="5948443"/>
                    <a:pt x="905561" y="5834946"/>
                  </a:cubicBezTo>
                  <a:cubicBezTo>
                    <a:pt x="895664" y="5786985"/>
                    <a:pt x="867749" y="5740419"/>
                    <a:pt x="839708" y="5701466"/>
                  </a:cubicBezTo>
                  <a:cubicBezTo>
                    <a:pt x="827084" y="5683956"/>
                    <a:pt x="777917" y="5633330"/>
                    <a:pt x="760724" y="5620134"/>
                  </a:cubicBezTo>
                  <a:cubicBezTo>
                    <a:pt x="645959" y="5532395"/>
                    <a:pt x="507149" y="5499215"/>
                    <a:pt x="366564" y="5489509"/>
                  </a:cubicBezTo>
                  <a:cubicBezTo>
                    <a:pt x="361742" y="5489192"/>
                    <a:pt x="359902" y="5475742"/>
                    <a:pt x="363836" y="5469715"/>
                  </a:cubicBezTo>
                  <a:cubicBezTo>
                    <a:pt x="384454" y="5438248"/>
                    <a:pt x="400885" y="5402848"/>
                    <a:pt x="394414" y="5362817"/>
                  </a:cubicBezTo>
                  <a:cubicBezTo>
                    <a:pt x="385913" y="5309780"/>
                    <a:pt x="318919" y="5272730"/>
                    <a:pt x="304010" y="5257314"/>
                  </a:cubicBezTo>
                  <a:cubicBezTo>
                    <a:pt x="302234" y="5255474"/>
                    <a:pt x="301156" y="5251350"/>
                    <a:pt x="301283" y="5247036"/>
                  </a:cubicBezTo>
                  <a:cubicBezTo>
                    <a:pt x="307309" y="4998727"/>
                    <a:pt x="306865" y="4749847"/>
                    <a:pt x="306041" y="4501158"/>
                  </a:cubicBezTo>
                  <a:cubicBezTo>
                    <a:pt x="302424" y="3409651"/>
                    <a:pt x="318221" y="2311038"/>
                    <a:pt x="306104" y="1210840"/>
                  </a:cubicBezTo>
                  <a:cubicBezTo>
                    <a:pt x="305977" y="1200753"/>
                    <a:pt x="305279" y="1191237"/>
                    <a:pt x="302995" y="1181784"/>
                  </a:cubicBezTo>
                  <a:cubicBezTo>
                    <a:pt x="301473" y="1175440"/>
                    <a:pt x="303059" y="1167510"/>
                    <a:pt x="306294" y="1166050"/>
                  </a:cubicBezTo>
                  <a:cubicBezTo>
                    <a:pt x="332242" y="1154377"/>
                    <a:pt x="429941" y="1162942"/>
                    <a:pt x="452590" y="1161229"/>
                  </a:cubicBezTo>
                  <a:cubicBezTo>
                    <a:pt x="596221" y="1150698"/>
                    <a:pt x="806148" y="1101277"/>
                    <a:pt x="853031" y="942103"/>
                  </a:cubicBezTo>
                  <a:cubicBezTo>
                    <a:pt x="854046" y="938613"/>
                    <a:pt x="855822" y="936520"/>
                    <a:pt x="857726" y="936900"/>
                  </a:cubicBezTo>
                  <a:cubicBezTo>
                    <a:pt x="894014" y="943625"/>
                    <a:pt x="925481" y="963736"/>
                    <a:pt x="963609" y="967225"/>
                  </a:cubicBezTo>
                  <a:cubicBezTo>
                    <a:pt x="1077042" y="977693"/>
                    <a:pt x="1184385" y="905243"/>
                    <a:pt x="1248905" y="814142"/>
                  </a:cubicBezTo>
                  <a:cubicBezTo>
                    <a:pt x="1249920" y="812683"/>
                    <a:pt x="1251125" y="812112"/>
                    <a:pt x="1252330" y="812492"/>
                  </a:cubicBezTo>
                  <a:cubicBezTo>
                    <a:pt x="1363987" y="849986"/>
                    <a:pt x="1544097" y="900802"/>
                    <a:pt x="1595230" y="750447"/>
                  </a:cubicBezTo>
                  <a:cubicBezTo>
                    <a:pt x="1605952" y="718980"/>
                    <a:pt x="1600623" y="692969"/>
                    <a:pt x="1621559" y="661375"/>
                  </a:cubicBezTo>
                  <a:cubicBezTo>
                    <a:pt x="1722557" y="508862"/>
                    <a:pt x="2149326" y="593112"/>
                    <a:pt x="2316240" y="517237"/>
                  </a:cubicBezTo>
                  <a:cubicBezTo>
                    <a:pt x="2343520" y="504802"/>
                    <a:pt x="2358809" y="487990"/>
                    <a:pt x="2382536" y="473081"/>
                  </a:cubicBezTo>
                  <a:cubicBezTo>
                    <a:pt x="2383996" y="472130"/>
                    <a:pt x="2385582" y="472764"/>
                    <a:pt x="2386850" y="474668"/>
                  </a:cubicBezTo>
                  <a:cubicBezTo>
                    <a:pt x="2413813" y="514445"/>
                    <a:pt x="2470529" y="530813"/>
                    <a:pt x="2514875" y="539378"/>
                  </a:cubicBezTo>
                  <a:cubicBezTo>
                    <a:pt x="2671131" y="569512"/>
                    <a:pt x="2974634" y="534873"/>
                    <a:pt x="3098154" y="620202"/>
                  </a:cubicBezTo>
                  <a:cubicBezTo>
                    <a:pt x="3176313" y="674254"/>
                    <a:pt x="3144783" y="756156"/>
                    <a:pt x="3204354" y="812809"/>
                  </a:cubicBezTo>
                  <a:cubicBezTo>
                    <a:pt x="3278835" y="883673"/>
                    <a:pt x="3416058" y="844213"/>
                    <a:pt x="3502274" y="814015"/>
                  </a:cubicBezTo>
                  <a:cubicBezTo>
                    <a:pt x="3503353" y="813634"/>
                    <a:pt x="3504432" y="814015"/>
                    <a:pt x="3505383" y="815093"/>
                  </a:cubicBezTo>
                  <a:cubicBezTo>
                    <a:pt x="3606572" y="930430"/>
                    <a:pt x="3742907" y="1019247"/>
                    <a:pt x="3893390" y="938423"/>
                  </a:cubicBezTo>
                  <a:cubicBezTo>
                    <a:pt x="3894722" y="937725"/>
                    <a:pt x="3896181" y="938233"/>
                    <a:pt x="3897387" y="939882"/>
                  </a:cubicBezTo>
                  <a:cubicBezTo>
                    <a:pt x="3926506" y="981754"/>
                    <a:pt x="3936847" y="1015948"/>
                    <a:pt x="3979416" y="1052237"/>
                  </a:cubicBezTo>
                  <a:cubicBezTo>
                    <a:pt x="4035371" y="1099945"/>
                    <a:pt x="4194228" y="1160785"/>
                    <a:pt x="4265029" y="1160785"/>
                  </a:cubicBezTo>
                  <a:lnTo>
                    <a:pt x="4451800" y="1160785"/>
                  </a:lnTo>
                  <a:cubicBezTo>
                    <a:pt x="4454591" y="1160785"/>
                    <a:pt x="4456812" y="1165606"/>
                    <a:pt x="4456812" y="1171633"/>
                  </a:cubicBezTo>
                  <a:lnTo>
                    <a:pt x="4463537" y="4571895"/>
                  </a:lnTo>
                  <a:lnTo>
                    <a:pt x="4455670" y="5254269"/>
                  </a:lnTo>
                  <a:close/>
                </a:path>
              </a:pathLst>
            </a:custGeom>
            <a:solidFill>
              <a:schemeClr val="lt1"/>
            </a:solidFill>
            <a:ln>
              <a:noFill/>
            </a:ln>
            <a:effectLst>
              <a:outerShdw blurRad="57150" dist="19050" dir="9000000" algn="bl" rotWithShape="0">
                <a:srgbClr val="000000">
                  <a:alpha val="5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388" name="Google Shape;388;p40"/>
          <p:cNvSpPr txBox="1">
            <a:spLocks noGrp="1"/>
          </p:cNvSpPr>
          <p:nvPr>
            <p:ph type="title"/>
          </p:nvPr>
        </p:nvSpPr>
        <p:spPr>
          <a:xfrm>
            <a:off x="4064825" y="921100"/>
            <a:ext cx="4463700" cy="75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dk1"/>
                </a:solidFill>
              </a:rPr>
              <a:t>333,000</a:t>
            </a:r>
            <a:endParaRPr>
              <a:solidFill>
                <a:schemeClr val="dk1"/>
              </a:solidFill>
            </a:endParaRPr>
          </a:p>
        </p:txBody>
      </p:sp>
      <p:sp>
        <p:nvSpPr>
          <p:cNvPr id="389" name="Google Shape;389;p40"/>
          <p:cNvSpPr txBox="1">
            <a:spLocks noGrp="1"/>
          </p:cNvSpPr>
          <p:nvPr>
            <p:ph type="subTitle" idx="1"/>
          </p:nvPr>
        </p:nvSpPr>
        <p:spPr>
          <a:xfrm>
            <a:off x="4064825" y="1789309"/>
            <a:ext cx="4463700" cy="4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Sun’s mass compared to Earth’s</a:t>
            </a:r>
            <a:endParaRPr/>
          </a:p>
        </p:txBody>
      </p:sp>
      <p:sp>
        <p:nvSpPr>
          <p:cNvPr id="390" name="Google Shape;390;p40"/>
          <p:cNvSpPr txBox="1">
            <a:spLocks noGrp="1"/>
          </p:cNvSpPr>
          <p:nvPr>
            <p:ph type="title" idx="3"/>
          </p:nvPr>
        </p:nvSpPr>
        <p:spPr>
          <a:xfrm>
            <a:off x="4064825" y="2920683"/>
            <a:ext cx="4463700" cy="75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386,000 km</a:t>
            </a:r>
            <a:endParaRPr/>
          </a:p>
        </p:txBody>
      </p:sp>
      <p:sp>
        <p:nvSpPr>
          <p:cNvPr id="391" name="Google Shape;391;p40"/>
          <p:cNvSpPr txBox="1">
            <a:spLocks noGrp="1"/>
          </p:cNvSpPr>
          <p:nvPr>
            <p:ph type="subTitle" idx="4"/>
          </p:nvPr>
        </p:nvSpPr>
        <p:spPr>
          <a:xfrm>
            <a:off x="4064825" y="3788849"/>
            <a:ext cx="4463700" cy="4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Distance between Earth and the Moon</a:t>
            </a:r>
            <a:endParaRPr/>
          </a:p>
        </p:txBody>
      </p:sp>
      <p:sp>
        <p:nvSpPr>
          <p:cNvPr id="392" name="Google Shape;392;p40"/>
          <p:cNvSpPr/>
          <p:nvPr/>
        </p:nvSpPr>
        <p:spPr>
          <a:xfrm>
            <a:off x="223675" y="367317"/>
            <a:ext cx="3118654" cy="4423506"/>
          </a:xfrm>
          <a:custGeom>
            <a:avLst/>
            <a:gdLst/>
            <a:ahLst/>
            <a:cxnLst/>
            <a:rect l="l" t="t" r="r" b="b"/>
            <a:pathLst>
              <a:path w="4835123" h="6858149" extrusionOk="0">
                <a:moveTo>
                  <a:pt x="2416281" y="6858150"/>
                </a:moveTo>
                <a:cubicBezTo>
                  <a:pt x="2414809" y="6858150"/>
                  <a:pt x="2413117" y="6858003"/>
                  <a:pt x="2411277" y="6857782"/>
                </a:cubicBezTo>
                <a:cubicBezTo>
                  <a:pt x="2408628" y="6857414"/>
                  <a:pt x="2406494" y="6854986"/>
                  <a:pt x="2392146" y="6836443"/>
                </a:cubicBezTo>
                <a:cubicBezTo>
                  <a:pt x="2382580" y="6824081"/>
                  <a:pt x="2369408" y="6807156"/>
                  <a:pt x="2364037" y="6803477"/>
                </a:cubicBezTo>
                <a:cubicBezTo>
                  <a:pt x="2228495" y="6711056"/>
                  <a:pt x="1952483" y="6690747"/>
                  <a:pt x="1871173" y="6686773"/>
                </a:cubicBezTo>
                <a:cubicBezTo>
                  <a:pt x="1824227" y="6684492"/>
                  <a:pt x="1755058" y="6686994"/>
                  <a:pt x="1674999" y="6690011"/>
                </a:cubicBezTo>
                <a:cubicBezTo>
                  <a:pt x="1445271" y="6698473"/>
                  <a:pt x="1130627" y="6710099"/>
                  <a:pt x="1039677" y="6614220"/>
                </a:cubicBezTo>
                <a:cubicBezTo>
                  <a:pt x="1032319" y="6606494"/>
                  <a:pt x="1027021" y="6595382"/>
                  <a:pt x="1022312" y="6585596"/>
                </a:cubicBezTo>
                <a:cubicBezTo>
                  <a:pt x="1018044" y="6576619"/>
                  <a:pt x="1013923" y="6568156"/>
                  <a:pt x="1009729" y="6565434"/>
                </a:cubicBezTo>
                <a:cubicBezTo>
                  <a:pt x="999869" y="6559032"/>
                  <a:pt x="963371" y="6552262"/>
                  <a:pt x="928051" y="6545640"/>
                </a:cubicBezTo>
                <a:cubicBezTo>
                  <a:pt x="894129" y="6539312"/>
                  <a:pt x="859030" y="6532763"/>
                  <a:pt x="840119" y="6525551"/>
                </a:cubicBezTo>
                <a:cubicBezTo>
                  <a:pt x="722385" y="6480739"/>
                  <a:pt x="717528" y="6406419"/>
                  <a:pt x="711936" y="6320400"/>
                </a:cubicBezTo>
                <a:cubicBezTo>
                  <a:pt x="709949" y="6289568"/>
                  <a:pt x="707815" y="6257707"/>
                  <a:pt x="700898" y="6223858"/>
                </a:cubicBezTo>
                <a:cubicBezTo>
                  <a:pt x="691553" y="6178384"/>
                  <a:pt x="666755" y="6128200"/>
                  <a:pt x="625181" y="6070436"/>
                </a:cubicBezTo>
                <a:cubicBezTo>
                  <a:pt x="610758" y="6050421"/>
                  <a:pt x="553878" y="5991849"/>
                  <a:pt x="534305" y="5976911"/>
                </a:cubicBezTo>
                <a:cubicBezTo>
                  <a:pt x="418852" y="5888685"/>
                  <a:pt x="269919" y="5839310"/>
                  <a:pt x="79042" y="5826139"/>
                </a:cubicBezTo>
                <a:cubicBezTo>
                  <a:pt x="77424" y="5825991"/>
                  <a:pt x="74407" y="5825182"/>
                  <a:pt x="72199" y="5820840"/>
                </a:cubicBezTo>
                <a:cubicBezTo>
                  <a:pt x="69256" y="5814880"/>
                  <a:pt x="68888" y="5803916"/>
                  <a:pt x="73082" y="5797514"/>
                </a:cubicBezTo>
                <a:cubicBezTo>
                  <a:pt x="93465" y="5766462"/>
                  <a:pt x="115761" y="5724593"/>
                  <a:pt x="108034" y="5676101"/>
                </a:cubicBezTo>
                <a:cubicBezTo>
                  <a:pt x="100676" y="5630185"/>
                  <a:pt x="52994" y="5593908"/>
                  <a:pt x="24517" y="5572275"/>
                </a:cubicBezTo>
                <a:cubicBezTo>
                  <a:pt x="15466" y="5565432"/>
                  <a:pt x="8328" y="5559986"/>
                  <a:pt x="4208" y="5555718"/>
                </a:cubicBezTo>
                <a:cubicBezTo>
                  <a:pt x="897" y="5552333"/>
                  <a:pt x="-134" y="5545932"/>
                  <a:pt x="14" y="5541149"/>
                </a:cubicBezTo>
                <a:cubicBezTo>
                  <a:pt x="6857" y="5259691"/>
                  <a:pt x="6562" y="4982869"/>
                  <a:pt x="5532" y="4676099"/>
                </a:cubicBezTo>
                <a:cubicBezTo>
                  <a:pt x="3840" y="4157776"/>
                  <a:pt x="5900" y="3628856"/>
                  <a:pt x="7961" y="3117376"/>
                </a:cubicBezTo>
                <a:cubicBezTo>
                  <a:pt x="10904" y="2377933"/>
                  <a:pt x="13921" y="1613398"/>
                  <a:pt x="5606" y="859754"/>
                </a:cubicBezTo>
                <a:cubicBezTo>
                  <a:pt x="5459" y="846362"/>
                  <a:pt x="4355" y="836207"/>
                  <a:pt x="2147" y="826862"/>
                </a:cubicBezTo>
                <a:cubicBezTo>
                  <a:pt x="87" y="818400"/>
                  <a:pt x="2000" y="807142"/>
                  <a:pt x="8034" y="804419"/>
                </a:cubicBezTo>
                <a:cubicBezTo>
                  <a:pt x="29741" y="794633"/>
                  <a:pt x="91257" y="796619"/>
                  <a:pt x="136143" y="798018"/>
                </a:cubicBezTo>
                <a:cubicBezTo>
                  <a:pt x="154981" y="798606"/>
                  <a:pt x="171243" y="799121"/>
                  <a:pt x="179043" y="798533"/>
                </a:cubicBezTo>
                <a:cubicBezTo>
                  <a:pt x="298027" y="789776"/>
                  <a:pt x="581104" y="747833"/>
                  <a:pt x="640265" y="547024"/>
                </a:cubicBezTo>
                <a:cubicBezTo>
                  <a:pt x="642399" y="539739"/>
                  <a:pt x="646667" y="537826"/>
                  <a:pt x="649978" y="538414"/>
                </a:cubicBezTo>
                <a:cubicBezTo>
                  <a:pt x="668889" y="541946"/>
                  <a:pt x="686917" y="548569"/>
                  <a:pt x="704357" y="555044"/>
                </a:cubicBezTo>
                <a:cubicBezTo>
                  <a:pt x="725990" y="563065"/>
                  <a:pt x="748360" y="571306"/>
                  <a:pt x="772495" y="573514"/>
                </a:cubicBezTo>
                <a:cubicBezTo>
                  <a:pt x="912966" y="586464"/>
                  <a:pt x="1033791" y="491100"/>
                  <a:pt x="1100016" y="397501"/>
                </a:cubicBezTo>
                <a:cubicBezTo>
                  <a:pt x="1102150" y="394485"/>
                  <a:pt x="1105241" y="393234"/>
                  <a:pt x="1108184" y="394264"/>
                </a:cubicBezTo>
                <a:cubicBezTo>
                  <a:pt x="1262562" y="446067"/>
                  <a:pt x="1446669" y="484992"/>
                  <a:pt x="1501268" y="324654"/>
                </a:cubicBezTo>
                <a:cubicBezTo>
                  <a:pt x="1505830" y="311261"/>
                  <a:pt x="1507890" y="298531"/>
                  <a:pt x="1509804" y="286243"/>
                </a:cubicBezTo>
                <a:cubicBezTo>
                  <a:pt x="1513115" y="265492"/>
                  <a:pt x="1516573" y="244079"/>
                  <a:pt x="1532173" y="220533"/>
                </a:cubicBezTo>
                <a:cubicBezTo>
                  <a:pt x="1602813" y="113836"/>
                  <a:pt x="1805536" y="105742"/>
                  <a:pt x="2001637" y="97869"/>
                </a:cubicBezTo>
                <a:cubicBezTo>
                  <a:pt x="2135339" y="92497"/>
                  <a:pt x="2261534" y="87420"/>
                  <a:pt x="2339460" y="52026"/>
                </a:cubicBezTo>
                <a:cubicBezTo>
                  <a:pt x="2358739" y="43270"/>
                  <a:pt x="2372646" y="32673"/>
                  <a:pt x="2387289" y="21489"/>
                </a:cubicBezTo>
                <a:cubicBezTo>
                  <a:pt x="2396193" y="14719"/>
                  <a:pt x="2405317" y="7729"/>
                  <a:pt x="2415913" y="1033"/>
                </a:cubicBezTo>
                <a:cubicBezTo>
                  <a:pt x="2418709" y="-734"/>
                  <a:pt x="2422904" y="-513"/>
                  <a:pt x="2425921" y="3902"/>
                </a:cubicBezTo>
                <a:cubicBezTo>
                  <a:pt x="2449688" y="39002"/>
                  <a:pt x="2497517" y="63064"/>
                  <a:pt x="2572058" y="77412"/>
                </a:cubicBezTo>
                <a:cubicBezTo>
                  <a:pt x="2636370" y="89848"/>
                  <a:pt x="2722242" y="92718"/>
                  <a:pt x="2813118" y="95808"/>
                </a:cubicBezTo>
                <a:cubicBezTo>
                  <a:pt x="2974266" y="101253"/>
                  <a:pt x="3156901" y="107435"/>
                  <a:pt x="3249984" y="171747"/>
                </a:cubicBezTo>
                <a:cubicBezTo>
                  <a:pt x="3300536" y="206699"/>
                  <a:pt x="3312457" y="251659"/>
                  <a:pt x="3324009" y="295073"/>
                </a:cubicBezTo>
                <a:cubicBezTo>
                  <a:pt x="3333722" y="331718"/>
                  <a:pt x="3342920" y="366302"/>
                  <a:pt x="3373605" y="395441"/>
                </a:cubicBezTo>
                <a:cubicBezTo>
                  <a:pt x="3456460" y="474249"/>
                  <a:pt x="3608337" y="433557"/>
                  <a:pt x="3715401" y="396030"/>
                </a:cubicBezTo>
                <a:cubicBezTo>
                  <a:pt x="3718050" y="395073"/>
                  <a:pt x="3720846" y="395956"/>
                  <a:pt x="3722980" y="398384"/>
                </a:cubicBezTo>
                <a:cubicBezTo>
                  <a:pt x="3873974" y="570423"/>
                  <a:pt x="4023864" y="618253"/>
                  <a:pt x="4168529" y="540622"/>
                </a:cubicBezTo>
                <a:cubicBezTo>
                  <a:pt x="4171767" y="538856"/>
                  <a:pt x="4175446" y="539960"/>
                  <a:pt x="4177874" y="543491"/>
                </a:cubicBezTo>
                <a:cubicBezTo>
                  <a:pt x="4188618" y="558871"/>
                  <a:pt x="4197080" y="573293"/>
                  <a:pt x="4205248" y="587274"/>
                </a:cubicBezTo>
                <a:cubicBezTo>
                  <a:pt x="4222613" y="616781"/>
                  <a:pt x="4239022" y="644669"/>
                  <a:pt x="4272356" y="673072"/>
                </a:cubicBezTo>
                <a:cubicBezTo>
                  <a:pt x="4336815" y="727966"/>
                  <a:pt x="4521216" y="798091"/>
                  <a:pt x="4601202" y="798091"/>
                </a:cubicBezTo>
                <a:lnTo>
                  <a:pt x="4817832" y="798091"/>
                </a:lnTo>
                <a:cubicBezTo>
                  <a:pt x="4823351" y="798091"/>
                  <a:pt x="4827324" y="804934"/>
                  <a:pt x="4827324" y="814353"/>
                </a:cubicBezTo>
                <a:lnTo>
                  <a:pt x="4835124" y="4758218"/>
                </a:lnTo>
                <a:lnTo>
                  <a:pt x="4826000" y="5549758"/>
                </a:lnTo>
                <a:cubicBezTo>
                  <a:pt x="4825926" y="5557043"/>
                  <a:pt x="4823351" y="5563077"/>
                  <a:pt x="4819377" y="5564990"/>
                </a:cubicBezTo>
                <a:cubicBezTo>
                  <a:pt x="4731076" y="5608478"/>
                  <a:pt x="4703556" y="5689494"/>
                  <a:pt x="4745867" y="5781694"/>
                </a:cubicBezTo>
                <a:cubicBezTo>
                  <a:pt x="4747780" y="5785815"/>
                  <a:pt x="4751386" y="5788022"/>
                  <a:pt x="4755212" y="5790377"/>
                </a:cubicBezTo>
                <a:cubicBezTo>
                  <a:pt x="4761025" y="5793909"/>
                  <a:pt x="4768163" y="5798324"/>
                  <a:pt x="4768163" y="5809950"/>
                </a:cubicBezTo>
                <a:cubicBezTo>
                  <a:pt x="4768163" y="5818412"/>
                  <a:pt x="4764336" y="5824814"/>
                  <a:pt x="4759112" y="5825108"/>
                </a:cubicBezTo>
                <a:cubicBezTo>
                  <a:pt x="4619450" y="5833717"/>
                  <a:pt x="4281113" y="5882724"/>
                  <a:pt x="4156020" y="6152114"/>
                </a:cubicBezTo>
                <a:cubicBezTo>
                  <a:pt x="4152120" y="6160577"/>
                  <a:pt x="4132694" y="6209951"/>
                  <a:pt x="4131517" y="6214955"/>
                </a:cubicBezTo>
                <a:cubicBezTo>
                  <a:pt x="4122319" y="6254911"/>
                  <a:pt x="4120185" y="6291997"/>
                  <a:pt x="4118345" y="6324668"/>
                </a:cubicBezTo>
                <a:cubicBezTo>
                  <a:pt x="4113415" y="6410320"/>
                  <a:pt x="4109515" y="6477943"/>
                  <a:pt x="3983393" y="6525331"/>
                </a:cubicBezTo>
                <a:cubicBezTo>
                  <a:pt x="3964040" y="6532616"/>
                  <a:pt x="3914666" y="6542034"/>
                  <a:pt x="3874930" y="6549613"/>
                </a:cubicBezTo>
                <a:cubicBezTo>
                  <a:pt x="3847410" y="6554911"/>
                  <a:pt x="3818933" y="6560356"/>
                  <a:pt x="3815475" y="6562343"/>
                </a:cubicBezTo>
                <a:cubicBezTo>
                  <a:pt x="3814960" y="6563079"/>
                  <a:pt x="3812973" y="6568230"/>
                  <a:pt x="3811354" y="6572351"/>
                </a:cubicBezTo>
                <a:cubicBezTo>
                  <a:pt x="3807675" y="6581696"/>
                  <a:pt x="3803186" y="6593322"/>
                  <a:pt x="3797300" y="6600460"/>
                </a:cubicBezTo>
                <a:cubicBezTo>
                  <a:pt x="3712605" y="6703477"/>
                  <a:pt x="3516431" y="6695162"/>
                  <a:pt x="3373237" y="6689128"/>
                </a:cubicBezTo>
                <a:cubicBezTo>
                  <a:pt x="3344245" y="6687877"/>
                  <a:pt x="3316798" y="6686773"/>
                  <a:pt x="3293178" y="6686626"/>
                </a:cubicBezTo>
                <a:cubicBezTo>
                  <a:pt x="3273531" y="6686553"/>
                  <a:pt x="3252045" y="6686332"/>
                  <a:pt x="3229086" y="6686037"/>
                </a:cubicBezTo>
                <a:cubicBezTo>
                  <a:pt x="2989057" y="6683315"/>
                  <a:pt x="2587363" y="6678826"/>
                  <a:pt x="2436075" y="6834235"/>
                </a:cubicBezTo>
                <a:cubicBezTo>
                  <a:pt x="2432690" y="6837693"/>
                  <a:pt x="2431734" y="6841593"/>
                  <a:pt x="2430777" y="6845420"/>
                </a:cubicBezTo>
                <a:cubicBezTo>
                  <a:pt x="2429379" y="6851086"/>
                  <a:pt x="2427613" y="6858003"/>
                  <a:pt x="2416502" y="6858003"/>
                </a:cubicBezTo>
                <a:close/>
                <a:moveTo>
                  <a:pt x="2413043" y="6850644"/>
                </a:moveTo>
                <a:cubicBezTo>
                  <a:pt x="2421506" y="6851748"/>
                  <a:pt x="2421947" y="6849835"/>
                  <a:pt x="2423492" y="6843801"/>
                </a:cubicBezTo>
                <a:cubicBezTo>
                  <a:pt x="2424596" y="6839533"/>
                  <a:pt x="2425921" y="6834161"/>
                  <a:pt x="2430630" y="6829305"/>
                </a:cubicBezTo>
                <a:cubicBezTo>
                  <a:pt x="2584126" y="6671615"/>
                  <a:pt x="2987806" y="6676177"/>
                  <a:pt x="3229013" y="6678900"/>
                </a:cubicBezTo>
                <a:cubicBezTo>
                  <a:pt x="3251971" y="6679194"/>
                  <a:pt x="3273384" y="6679415"/>
                  <a:pt x="3293031" y="6679488"/>
                </a:cubicBezTo>
                <a:cubicBezTo>
                  <a:pt x="3316798" y="6679562"/>
                  <a:pt x="3344245" y="6680740"/>
                  <a:pt x="3373384" y="6681990"/>
                </a:cubicBezTo>
                <a:cubicBezTo>
                  <a:pt x="3515033" y="6687951"/>
                  <a:pt x="3709146" y="6696118"/>
                  <a:pt x="3791487" y="6596045"/>
                </a:cubicBezTo>
                <a:cubicBezTo>
                  <a:pt x="3796564" y="6589864"/>
                  <a:pt x="3801053" y="6578384"/>
                  <a:pt x="3804364" y="6569996"/>
                </a:cubicBezTo>
                <a:cubicBezTo>
                  <a:pt x="3807675" y="6561534"/>
                  <a:pt x="3809073" y="6558002"/>
                  <a:pt x="3811280" y="6556530"/>
                </a:cubicBezTo>
                <a:cubicBezTo>
                  <a:pt x="3814886" y="6554028"/>
                  <a:pt x="3832105" y="6550570"/>
                  <a:pt x="3873459" y="6542697"/>
                </a:cubicBezTo>
                <a:cubicBezTo>
                  <a:pt x="3912900" y="6535117"/>
                  <a:pt x="3961980" y="6525772"/>
                  <a:pt x="3980744" y="6518708"/>
                </a:cubicBezTo>
                <a:cubicBezTo>
                  <a:pt x="4102378" y="6473013"/>
                  <a:pt x="4105983" y="6410687"/>
                  <a:pt x="4110913" y="6324521"/>
                </a:cubicBezTo>
                <a:cubicBezTo>
                  <a:pt x="4112827" y="6291555"/>
                  <a:pt x="4114960" y="6254101"/>
                  <a:pt x="4124306" y="6213556"/>
                </a:cubicBezTo>
                <a:cubicBezTo>
                  <a:pt x="4125704" y="6207523"/>
                  <a:pt x="4145498" y="6157559"/>
                  <a:pt x="4149324" y="6149244"/>
                </a:cubicBezTo>
                <a:cubicBezTo>
                  <a:pt x="4276109" y="5876249"/>
                  <a:pt x="4617684" y="5826654"/>
                  <a:pt x="4758670" y="5817971"/>
                </a:cubicBezTo>
                <a:cubicBezTo>
                  <a:pt x="4759112" y="5817676"/>
                  <a:pt x="4760805" y="5814880"/>
                  <a:pt x="4760805" y="5810097"/>
                </a:cubicBezTo>
                <a:cubicBezTo>
                  <a:pt x="4760805" y="5802592"/>
                  <a:pt x="4756904" y="5800163"/>
                  <a:pt x="4751386" y="5796852"/>
                </a:cubicBezTo>
                <a:cubicBezTo>
                  <a:pt x="4746971" y="5794203"/>
                  <a:pt x="4742041" y="5791113"/>
                  <a:pt x="4739171" y="5785005"/>
                </a:cubicBezTo>
                <a:cubicBezTo>
                  <a:pt x="4695021" y="5688684"/>
                  <a:pt x="4723792" y="5604063"/>
                  <a:pt x="4816140" y="5558662"/>
                </a:cubicBezTo>
                <a:cubicBezTo>
                  <a:pt x="4816875" y="5558294"/>
                  <a:pt x="4818568" y="5555203"/>
                  <a:pt x="4818641" y="5549905"/>
                </a:cubicBezTo>
                <a:lnTo>
                  <a:pt x="4827766" y="4758439"/>
                </a:lnTo>
                <a:lnTo>
                  <a:pt x="4819966" y="814647"/>
                </a:lnTo>
                <a:cubicBezTo>
                  <a:pt x="4819966" y="809276"/>
                  <a:pt x="4818200" y="806112"/>
                  <a:pt x="4817464" y="805670"/>
                </a:cubicBezTo>
                <a:lnTo>
                  <a:pt x="4601202" y="805670"/>
                </a:lnTo>
                <a:cubicBezTo>
                  <a:pt x="4518273" y="805670"/>
                  <a:pt x="4334313" y="735839"/>
                  <a:pt x="4267573" y="678959"/>
                </a:cubicBezTo>
                <a:cubicBezTo>
                  <a:pt x="4233283" y="649746"/>
                  <a:pt x="4216580" y="621343"/>
                  <a:pt x="4198846" y="591247"/>
                </a:cubicBezTo>
                <a:cubicBezTo>
                  <a:pt x="4190678" y="577414"/>
                  <a:pt x="4182290" y="563065"/>
                  <a:pt x="4171767" y="547907"/>
                </a:cubicBezTo>
                <a:cubicBezTo>
                  <a:pt x="4171473" y="547465"/>
                  <a:pt x="4171252" y="547318"/>
                  <a:pt x="4171252" y="547318"/>
                </a:cubicBezTo>
                <a:cubicBezTo>
                  <a:pt x="4025924" y="625684"/>
                  <a:pt x="3868750" y="576015"/>
                  <a:pt x="3717388" y="403462"/>
                </a:cubicBezTo>
                <a:cubicBezTo>
                  <a:pt x="3608925" y="441357"/>
                  <a:pt x="3454253" y="482564"/>
                  <a:pt x="3368454" y="401033"/>
                </a:cubicBezTo>
                <a:cubicBezTo>
                  <a:pt x="3336224" y="370423"/>
                  <a:pt x="3326364" y="333189"/>
                  <a:pt x="3316798" y="297207"/>
                </a:cubicBezTo>
                <a:cubicBezTo>
                  <a:pt x="3305613" y="255043"/>
                  <a:pt x="3293987" y="211408"/>
                  <a:pt x="3245716" y="178001"/>
                </a:cubicBezTo>
                <a:cubicBezTo>
                  <a:pt x="3154399" y="114866"/>
                  <a:pt x="2972942" y="108759"/>
                  <a:pt x="2812824" y="103314"/>
                </a:cubicBezTo>
                <a:cubicBezTo>
                  <a:pt x="2721653" y="100223"/>
                  <a:pt x="2635487" y="97354"/>
                  <a:pt x="2570586" y="84771"/>
                </a:cubicBezTo>
                <a:cubicBezTo>
                  <a:pt x="2494059" y="69980"/>
                  <a:pt x="2444684" y="44962"/>
                  <a:pt x="2419739" y="8170"/>
                </a:cubicBezTo>
                <a:cubicBezTo>
                  <a:pt x="2419372" y="7581"/>
                  <a:pt x="2419077" y="7434"/>
                  <a:pt x="2419077" y="7434"/>
                </a:cubicBezTo>
                <a:cubicBezTo>
                  <a:pt x="2409511" y="13910"/>
                  <a:pt x="2400461" y="20827"/>
                  <a:pt x="2391704" y="27449"/>
                </a:cubicBezTo>
                <a:cubicBezTo>
                  <a:pt x="2377355" y="38413"/>
                  <a:pt x="2362491" y="49745"/>
                  <a:pt x="2342477" y="58869"/>
                </a:cubicBezTo>
                <a:cubicBezTo>
                  <a:pt x="2263227" y="94925"/>
                  <a:pt x="2136295" y="100003"/>
                  <a:pt x="2001931" y="105374"/>
                </a:cubicBezTo>
                <a:cubicBezTo>
                  <a:pt x="1807670" y="113174"/>
                  <a:pt x="1606860" y="121195"/>
                  <a:pt x="1538281" y="224727"/>
                </a:cubicBezTo>
                <a:cubicBezTo>
                  <a:pt x="1523564" y="246949"/>
                  <a:pt x="1520400" y="266670"/>
                  <a:pt x="1517015" y="287567"/>
                </a:cubicBezTo>
                <a:cubicBezTo>
                  <a:pt x="1515028" y="300150"/>
                  <a:pt x="1512894" y="313175"/>
                  <a:pt x="1508185" y="327155"/>
                </a:cubicBezTo>
                <a:cubicBezTo>
                  <a:pt x="1444388" y="514794"/>
                  <a:pt x="1207743" y="435618"/>
                  <a:pt x="1106271" y="401549"/>
                </a:cubicBezTo>
                <a:cubicBezTo>
                  <a:pt x="1106271" y="401622"/>
                  <a:pt x="1106124" y="401769"/>
                  <a:pt x="1105976" y="401916"/>
                </a:cubicBezTo>
                <a:cubicBezTo>
                  <a:pt x="1038574" y="497134"/>
                  <a:pt x="915395" y="594191"/>
                  <a:pt x="771759" y="581019"/>
                </a:cubicBezTo>
                <a:cubicBezTo>
                  <a:pt x="746594" y="578664"/>
                  <a:pt x="723783" y="570276"/>
                  <a:pt x="701708" y="562108"/>
                </a:cubicBezTo>
                <a:cubicBezTo>
                  <a:pt x="684563" y="555780"/>
                  <a:pt x="666903" y="549231"/>
                  <a:pt x="648580" y="545846"/>
                </a:cubicBezTo>
                <a:cubicBezTo>
                  <a:pt x="648874" y="545920"/>
                  <a:pt x="647991" y="546876"/>
                  <a:pt x="647329" y="549305"/>
                </a:cubicBezTo>
                <a:cubicBezTo>
                  <a:pt x="586917" y="754530"/>
                  <a:pt x="300088" y="797208"/>
                  <a:pt x="179558" y="806038"/>
                </a:cubicBezTo>
                <a:cubicBezTo>
                  <a:pt x="171390" y="806627"/>
                  <a:pt x="155717" y="806112"/>
                  <a:pt x="135923" y="805523"/>
                </a:cubicBezTo>
                <a:cubicBezTo>
                  <a:pt x="94201" y="804199"/>
                  <a:pt x="31213" y="802212"/>
                  <a:pt x="11125" y="811263"/>
                </a:cubicBezTo>
                <a:cubicBezTo>
                  <a:pt x="9727" y="811998"/>
                  <a:pt x="7740" y="818695"/>
                  <a:pt x="9285" y="825317"/>
                </a:cubicBezTo>
                <a:cubicBezTo>
                  <a:pt x="11713" y="835177"/>
                  <a:pt x="12817" y="845847"/>
                  <a:pt x="12964" y="859901"/>
                </a:cubicBezTo>
                <a:cubicBezTo>
                  <a:pt x="21279" y="1613546"/>
                  <a:pt x="18262" y="2378154"/>
                  <a:pt x="15319" y="3117596"/>
                </a:cubicBezTo>
                <a:cubicBezTo>
                  <a:pt x="13259" y="3629076"/>
                  <a:pt x="11198" y="4157922"/>
                  <a:pt x="12891" y="4676246"/>
                </a:cubicBezTo>
                <a:cubicBezTo>
                  <a:pt x="13921" y="4983016"/>
                  <a:pt x="14142" y="5259912"/>
                  <a:pt x="7372" y="5541443"/>
                </a:cubicBezTo>
                <a:cubicBezTo>
                  <a:pt x="7298" y="5545858"/>
                  <a:pt x="8402" y="5549537"/>
                  <a:pt x="9506" y="5550715"/>
                </a:cubicBezTo>
                <a:cubicBezTo>
                  <a:pt x="13259" y="5554615"/>
                  <a:pt x="20543" y="5560133"/>
                  <a:pt x="28932" y="5566535"/>
                </a:cubicBezTo>
                <a:cubicBezTo>
                  <a:pt x="58292" y="5588831"/>
                  <a:pt x="107446" y="5626212"/>
                  <a:pt x="115319" y="5675071"/>
                </a:cubicBezTo>
                <a:cubicBezTo>
                  <a:pt x="123487" y="5726064"/>
                  <a:pt x="100382" y="5769553"/>
                  <a:pt x="79263" y="5801709"/>
                </a:cubicBezTo>
                <a:cubicBezTo>
                  <a:pt x="77424" y="5804579"/>
                  <a:pt x="76835" y="5810465"/>
                  <a:pt x="77939" y="5815175"/>
                </a:cubicBezTo>
                <a:cubicBezTo>
                  <a:pt x="78601" y="5817897"/>
                  <a:pt x="79558" y="5818854"/>
                  <a:pt x="79778" y="5819001"/>
                </a:cubicBezTo>
                <a:cubicBezTo>
                  <a:pt x="271905" y="5832246"/>
                  <a:pt x="422163" y="5882062"/>
                  <a:pt x="538793" y="5971245"/>
                </a:cubicBezTo>
                <a:cubicBezTo>
                  <a:pt x="559176" y="5986845"/>
                  <a:pt x="616130" y="6045492"/>
                  <a:pt x="631141" y="6066316"/>
                </a:cubicBezTo>
                <a:cubicBezTo>
                  <a:pt x="673378" y="6124962"/>
                  <a:pt x="698543" y="6176103"/>
                  <a:pt x="708109" y="6222608"/>
                </a:cubicBezTo>
                <a:cubicBezTo>
                  <a:pt x="715173" y="6256971"/>
                  <a:pt x="717307" y="6289127"/>
                  <a:pt x="719294" y="6320180"/>
                </a:cubicBezTo>
                <a:cubicBezTo>
                  <a:pt x="724960" y="6407082"/>
                  <a:pt x="729449" y="6475809"/>
                  <a:pt x="842768" y="6518929"/>
                </a:cubicBezTo>
                <a:cubicBezTo>
                  <a:pt x="861090" y="6525919"/>
                  <a:pt x="895821" y="6532395"/>
                  <a:pt x="929449" y="6538650"/>
                </a:cubicBezTo>
                <a:cubicBezTo>
                  <a:pt x="967050" y="6545640"/>
                  <a:pt x="1002591" y="6552336"/>
                  <a:pt x="1013702" y="6559473"/>
                </a:cubicBezTo>
                <a:cubicBezTo>
                  <a:pt x="1019663" y="6563300"/>
                  <a:pt x="1023931" y="6572277"/>
                  <a:pt x="1028934" y="6582652"/>
                </a:cubicBezTo>
                <a:cubicBezTo>
                  <a:pt x="1033349" y="6591924"/>
                  <a:pt x="1038427" y="6602446"/>
                  <a:pt x="1044975" y="6609363"/>
                </a:cubicBezTo>
                <a:cubicBezTo>
                  <a:pt x="1133644" y="6702815"/>
                  <a:pt x="1446374" y="6691262"/>
                  <a:pt x="1674705" y="6682800"/>
                </a:cubicBezTo>
                <a:cubicBezTo>
                  <a:pt x="1754911" y="6679857"/>
                  <a:pt x="1824227" y="6677281"/>
                  <a:pt x="1871541" y="6679636"/>
                </a:cubicBezTo>
                <a:cubicBezTo>
                  <a:pt x="1953366" y="6683683"/>
                  <a:pt x="2231071" y="6704066"/>
                  <a:pt x="2368231" y="6797591"/>
                </a:cubicBezTo>
                <a:cubicBezTo>
                  <a:pt x="2374559" y="6801932"/>
                  <a:pt x="2386995" y="6817973"/>
                  <a:pt x="2398032" y="6832175"/>
                </a:cubicBezTo>
                <a:cubicBezTo>
                  <a:pt x="2403772" y="6839607"/>
                  <a:pt x="2410909" y="6848805"/>
                  <a:pt x="2413191" y="68507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3" name="Google Shape;393;p40"/>
          <p:cNvSpPr/>
          <p:nvPr/>
        </p:nvSpPr>
        <p:spPr>
          <a:xfrm>
            <a:off x="2995381" y="30147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4" name="Google Shape;394;p40"/>
          <p:cNvSpPr/>
          <p:nvPr/>
        </p:nvSpPr>
        <p:spPr>
          <a:xfrm>
            <a:off x="1703788" y="92135"/>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5" name="Google Shape;395;p40"/>
          <p:cNvSpPr/>
          <p:nvPr/>
        </p:nvSpPr>
        <p:spPr>
          <a:xfrm>
            <a:off x="1703788" y="4914910"/>
            <a:ext cx="173100" cy="173100"/>
          </a:xfrm>
          <a:prstGeom prst="star4">
            <a:avLst>
              <a:gd name="adj" fmla="val 2557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6" name="Google Shape;396;p40"/>
          <p:cNvSpPr/>
          <p:nvPr/>
        </p:nvSpPr>
        <p:spPr>
          <a:xfrm>
            <a:off x="250581" y="30147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7" name="Google Shape;397;p40"/>
          <p:cNvSpPr/>
          <p:nvPr/>
        </p:nvSpPr>
        <p:spPr>
          <a:xfrm>
            <a:off x="2995381" y="446652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8" name="Google Shape;398;p40"/>
          <p:cNvSpPr/>
          <p:nvPr/>
        </p:nvSpPr>
        <p:spPr>
          <a:xfrm>
            <a:off x="250581" y="4466525"/>
            <a:ext cx="324300" cy="324300"/>
          </a:xfrm>
          <a:prstGeom prst="star8">
            <a:avLst>
              <a:gd name="adj" fmla="val 375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cxnSp>
        <p:nvCxnSpPr>
          <p:cNvPr id="399" name="Google Shape;399;p40"/>
          <p:cNvCxnSpPr/>
          <p:nvPr/>
        </p:nvCxnSpPr>
        <p:spPr>
          <a:xfrm>
            <a:off x="4123450" y="2505775"/>
            <a:ext cx="4564800" cy="0"/>
          </a:xfrm>
          <a:prstGeom prst="straightConnector1">
            <a:avLst/>
          </a:prstGeom>
          <a:noFill/>
          <a:ln w="9525" cap="flat" cmpd="sng">
            <a:solidFill>
              <a:schemeClr val="dk2"/>
            </a:solidFill>
            <a:prstDash val="solid"/>
            <a:round/>
            <a:headEnd type="none" w="med" len="med"/>
            <a:tailEnd type="none" w="med" len="med"/>
          </a:ln>
        </p:spPr>
      </p:cxnSp>
      <p:sp>
        <p:nvSpPr>
          <p:cNvPr id="2" name="Рисунок 1"/>
          <p:cNvSpPr>
            <a:spLocks noGrp="1"/>
          </p:cNvSpPr>
          <p:nvPr>
            <p:ph type="pic" idx="2"/>
          </p:nvPr>
        </p:nvSpPr>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1"/>
          <p:cNvSpPr txBox="1">
            <a:spLocks noGrp="1"/>
          </p:cNvSpPr>
          <p:nvPr>
            <p:ph type="title"/>
          </p:nvPr>
        </p:nvSpPr>
        <p:spPr>
          <a:xfrm>
            <a:off x="2202800" y="763825"/>
            <a:ext cx="5090100" cy="6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 you</a:t>
            </a:r>
            <a:endParaRPr/>
          </a:p>
        </p:txBody>
      </p:sp>
      <p:sp>
        <p:nvSpPr>
          <p:cNvPr id="405" name="Google Shape;405;p41"/>
          <p:cNvSpPr txBox="1">
            <a:spLocks noGrp="1"/>
          </p:cNvSpPr>
          <p:nvPr>
            <p:ph type="subTitle" idx="1"/>
          </p:nvPr>
        </p:nvSpPr>
        <p:spPr>
          <a:xfrm>
            <a:off x="2523800" y="1458325"/>
            <a:ext cx="4448100" cy="123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 you have any questions?</a:t>
            </a:r>
            <a:endParaRPr/>
          </a:p>
          <a:p>
            <a:pPr marL="0" lvl="0" indent="0" algn="ctr" rtl="0">
              <a:spcBef>
                <a:spcPts val="1000"/>
              </a:spcBef>
              <a:spcAft>
                <a:spcPts val="0"/>
              </a:spcAft>
              <a:buNone/>
            </a:pPr>
            <a:r>
              <a:rPr lang="en"/>
              <a:t>youremail@freepik.com</a:t>
            </a:r>
            <a:endParaRPr/>
          </a:p>
          <a:p>
            <a:pPr marL="0" lvl="0" indent="0" algn="ctr" rtl="0">
              <a:spcBef>
                <a:spcPts val="0"/>
              </a:spcBef>
              <a:spcAft>
                <a:spcPts val="0"/>
              </a:spcAft>
              <a:buNone/>
            </a:pPr>
            <a:r>
              <a:rPr lang="en"/>
              <a:t>+00 000 000 000</a:t>
            </a:r>
            <a:endParaRPr/>
          </a:p>
          <a:p>
            <a:pPr marL="0" lvl="0" indent="0" algn="ctr" rtl="0">
              <a:spcBef>
                <a:spcPts val="0"/>
              </a:spcBef>
              <a:spcAft>
                <a:spcPts val="0"/>
              </a:spcAft>
              <a:buNone/>
            </a:pPr>
            <a:r>
              <a:rPr lang="en"/>
              <a:t>yourwebsite.com</a:t>
            </a:r>
            <a:endParaRPr/>
          </a:p>
        </p:txBody>
      </p:sp>
      <p:grpSp>
        <p:nvGrpSpPr>
          <p:cNvPr id="406" name="Google Shape;406;p41"/>
          <p:cNvGrpSpPr/>
          <p:nvPr/>
        </p:nvGrpSpPr>
        <p:grpSpPr>
          <a:xfrm>
            <a:off x="3738274" y="2905716"/>
            <a:ext cx="276012" cy="275991"/>
            <a:chOff x="3368074" y="3882537"/>
            <a:chExt cx="215298" cy="215298"/>
          </a:xfrm>
        </p:grpSpPr>
        <p:sp>
          <p:nvSpPr>
            <p:cNvPr id="407" name="Google Shape;407;p41"/>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1"/>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1"/>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41"/>
          <p:cNvGrpSpPr/>
          <p:nvPr/>
        </p:nvGrpSpPr>
        <p:grpSpPr>
          <a:xfrm>
            <a:off x="4614456" y="2924425"/>
            <a:ext cx="266790" cy="238574"/>
            <a:chOff x="3824739" y="3890112"/>
            <a:chExt cx="208105" cy="186110"/>
          </a:xfrm>
        </p:grpSpPr>
        <p:sp>
          <p:nvSpPr>
            <p:cNvPr id="411" name="Google Shape;411;p41"/>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1"/>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1"/>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4" name="Google Shape;414;p41"/>
          <p:cNvSpPr txBox="1"/>
          <p:nvPr/>
        </p:nvSpPr>
        <p:spPr>
          <a:xfrm>
            <a:off x="2672000" y="4141175"/>
            <a:ext cx="4151700" cy="238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dk1"/>
                </a:solidFill>
                <a:latin typeface="Alegreya Sans"/>
                <a:ea typeface="Alegreya Sans"/>
                <a:cs typeface="Alegreya Sans"/>
                <a:sym typeface="Alegreya Sans"/>
              </a:rPr>
              <a:t>Please keep this slide for attribution</a:t>
            </a:r>
            <a:endParaRPr sz="1000">
              <a:solidFill>
                <a:schemeClr val="dk1"/>
              </a:solidFill>
              <a:latin typeface="Alegreya Sans"/>
              <a:ea typeface="Alegreya Sans"/>
              <a:cs typeface="Alegreya Sans"/>
              <a:sym typeface="Alegreya Sans"/>
            </a:endParaRPr>
          </a:p>
        </p:txBody>
      </p:sp>
      <p:sp>
        <p:nvSpPr>
          <p:cNvPr id="415" name="Google Shape;415;p41"/>
          <p:cNvSpPr/>
          <p:nvPr/>
        </p:nvSpPr>
        <p:spPr>
          <a:xfrm>
            <a:off x="5481424" y="2906510"/>
            <a:ext cx="268502" cy="274403"/>
          </a:xfrm>
          <a:custGeom>
            <a:avLst/>
            <a:gdLst/>
            <a:ahLst/>
            <a:cxnLst/>
            <a:rect l="l" t="t" r="r" b="b"/>
            <a:pathLst>
              <a:path w="6712561" h="6860069" extrusionOk="0">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cxnSp>
        <p:nvCxnSpPr>
          <p:cNvPr id="416" name="Google Shape;416;p41"/>
          <p:cNvCxnSpPr/>
          <p:nvPr/>
        </p:nvCxnSpPr>
        <p:spPr>
          <a:xfrm>
            <a:off x="3330050" y="2727038"/>
            <a:ext cx="2835600" cy="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41"/>
          <p:cNvCxnSpPr/>
          <p:nvPr/>
        </p:nvCxnSpPr>
        <p:spPr>
          <a:xfrm>
            <a:off x="3330050" y="3371813"/>
            <a:ext cx="2835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Islamic History by Slidesgo">
  <a:themeElements>
    <a:clrScheme name="Simple Light">
      <a:dk1>
        <a:srgbClr val="F9EDD9"/>
      </a:dk1>
      <a:lt1>
        <a:srgbClr val="31170D"/>
      </a:lt1>
      <a:dk2>
        <a:srgbClr val="663B2A"/>
      </a:dk2>
      <a:lt2>
        <a:srgbClr val="FFFFFF"/>
      </a:lt2>
      <a:accent1>
        <a:srgbClr val="FFFFFF"/>
      </a:accent1>
      <a:accent2>
        <a:srgbClr val="FFFFFF"/>
      </a:accent2>
      <a:accent3>
        <a:srgbClr val="FFFFFF"/>
      </a:accent3>
      <a:accent4>
        <a:srgbClr val="FFFFFF"/>
      </a:accent4>
      <a:accent5>
        <a:srgbClr val="FFFFFF"/>
      </a:accent5>
      <a:accent6>
        <a:srgbClr val="FFFFFF"/>
      </a:accent6>
      <a:hlink>
        <a:srgbClr val="F9EDD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723</Words>
  <Application>Microsoft Office PowerPoint</Application>
  <PresentationFormat>Экран (16:9)</PresentationFormat>
  <Paragraphs>101</Paragraphs>
  <Slides>12</Slides>
  <Notes>12</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12</vt:i4>
      </vt:variant>
    </vt:vector>
  </HeadingPairs>
  <TitlesOfParts>
    <vt:vector size="22" baseType="lpstr">
      <vt:lpstr>Alegreya Sans</vt:lpstr>
      <vt:lpstr>Raleway</vt:lpstr>
      <vt:lpstr>Hanken Grotesk</vt:lpstr>
      <vt:lpstr>Darker Grotesque SemiBold</vt:lpstr>
      <vt:lpstr>Calibri</vt:lpstr>
      <vt:lpstr>Open Sans</vt:lpstr>
      <vt:lpstr>Aboreto</vt:lpstr>
      <vt:lpstr>Monsieur La Doulaise</vt:lpstr>
      <vt:lpstr>Arial</vt:lpstr>
      <vt:lpstr>Islamic History by Slidesgo</vt:lpstr>
      <vt:lpstr>ISLAMIC  HISTORY</vt:lpstr>
      <vt:lpstr>Contents of this template</vt:lpstr>
      <vt:lpstr>Table of contents</vt:lpstr>
      <vt:lpstr>You can write here a long title to captivate the audience attention</vt:lpstr>
      <vt:lpstr>Let’s have  a look</vt:lpstr>
      <vt:lpstr>Two ideas</vt:lpstr>
      <vt:lpstr>Three ideas</vt:lpstr>
      <vt:lpstr>Six different ideas</vt:lpstr>
      <vt:lpstr>Our history</vt:lpstr>
      <vt:lpstr>Represent your data here</vt:lpstr>
      <vt:lpstr>333,000</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ISLAMIC  HISTORY</dc:title>
  <cp:lastModifiedBy>я</cp:lastModifiedBy>
  <cp:revision>1</cp:revision>
  <dcterms:modified xsi:type="dcterms:W3CDTF">2026-02-19T08:53:54Z</dcterms:modified>
</cp:coreProperties>
</file>
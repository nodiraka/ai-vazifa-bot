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28"/>
  </p:notesMasterIdLst>
  <p:sldIdLst>
    <p:sldId id="256" r:id="rId2"/>
    <p:sldId id="257" r:id="rId3"/>
    <p:sldId id="258" r:id="rId4"/>
    <p:sldId id="261" r:id="rId5"/>
    <p:sldId id="262" r:id="rId6"/>
    <p:sldId id="263" r:id="rId7"/>
    <p:sldId id="264" r:id="rId8"/>
    <p:sldId id="265" r:id="rId9"/>
    <p:sldId id="266" r:id="rId10"/>
    <p:sldId id="268" r:id="rId11"/>
    <p:sldId id="270" r:id="rId12"/>
    <p:sldId id="271" r:id="rId13"/>
    <p:sldId id="273" r:id="rId14"/>
    <p:sldId id="274" r:id="rId15"/>
    <p:sldId id="275" r:id="rId16"/>
    <p:sldId id="276" r:id="rId17"/>
    <p:sldId id="278" r:id="rId18"/>
    <p:sldId id="280" r:id="rId19"/>
    <p:sldId id="281" r:id="rId20"/>
    <p:sldId id="283" r:id="rId21"/>
    <p:sldId id="284" r:id="rId22"/>
    <p:sldId id="285" r:id="rId23"/>
    <p:sldId id="286" r:id="rId24"/>
    <p:sldId id="287" r:id="rId25"/>
    <p:sldId id="288" r:id="rId26"/>
    <p:sldId id="290" r:id="rId27"/>
  </p:sldIdLst>
  <p:sldSz cx="9144000" cy="5143500" type="screen16x9"/>
  <p:notesSz cx="6858000" cy="9144000"/>
  <p:embeddedFontLst>
    <p:embeddedFont>
      <p:font typeface="Bree Serif" panose="020B0604020202020204" charset="0"/>
      <p:regular r:id="rId29"/>
    </p:embeddedFont>
    <p:embeddedFont>
      <p:font typeface="Lato" panose="020B0604020202020204" charset="0"/>
      <p:regular r:id="rId30"/>
      <p:bold r:id="rId31"/>
      <p:italic r:id="rId32"/>
      <p:boldItalic r:id="rId33"/>
    </p:embeddedFont>
    <p:embeddedFont>
      <p:font typeface="Song Myung" panose="020B0604020202020204" charset="0"/>
      <p:regular r:id="rId34"/>
    </p:embeddedFont>
    <p:embeddedFont>
      <p:font typeface="Anaheim" panose="020B0604020202020204" charset="0"/>
      <p:regular r:id="rId35"/>
      <p:bold r:id="rId36"/>
    </p:embeddedFont>
    <p:embeddedFont>
      <p:font typeface="PT Sans" panose="020B0604020202020204" charset="-52"/>
      <p:regular r:id="rId37"/>
      <p:bold r:id="rId38"/>
      <p:italic r:id="rId39"/>
      <p:boldItalic r:id="rId40"/>
    </p:embeddedFont>
    <p:embeddedFont>
      <p:font typeface="Bebas Neue" panose="020B0604020202020204"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EDC9CC7-FDE7-4CBE-B351-FA6A02B92062}">
  <a:tblStyle styleId="{9EDC9CC7-FDE7-4CBE-B351-FA6A02B9206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98F6D19-3D33-4157-A297-12C889E70FF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21a83b0b8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21a83b0b8b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54dda1946d_6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54dda1946d_6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21a91c6ea48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21a91c6ea48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4" name="Google Shape;634;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d5260bdd85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d5260bdd85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54dda194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54dda194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54dda1946d_4_2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 name="Google Shape;675;g54dda1946d_4_2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54dda1946d_4_2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54dda1946d_4_2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7" name="Google Shape;857;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1a91c6ea48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21a91c6ea48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1a91c6ea48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21a91c6ea48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1a91c6ea48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21a91c6ea48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1a91c6ea48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6" name="Google Shape;926;g21a91c6ea48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1b7659d5cf_14_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2" name="Google Shape;962;g21b7659d5cf_14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21a91c6ea48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8" name="Google Shape;968;g21a91c6ea48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5" name="Google Shape;985;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jpg"/><Relationship Id="rId7"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jpg"/><Relationship Id="rId7"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7.png"/><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16.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jpg"/><Relationship Id="rId7"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8.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jpg"/><Relationship Id="rId7"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16.pn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jpg"/><Relationship Id="rId7"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s://bit.ly/3A1uf1Q" TargetMode="External"/><Relationship Id="rId3" Type="http://schemas.openxmlformats.org/officeDocument/2006/relationships/image" Target="../media/image2.jpg"/><Relationship Id="rId7"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7.png"/><Relationship Id="rId10" Type="http://schemas.openxmlformats.org/officeDocument/2006/relationships/image" Target="../media/image4.png"/><Relationship Id="rId4" Type="http://schemas.openxmlformats.org/officeDocument/2006/relationships/image" Target="../media/image6.png"/><Relationship Id="rId9" Type="http://schemas.openxmlformats.org/officeDocument/2006/relationships/hyperlink" Target="http://bit.ly/2TtBDfr" TargetMode="Externa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jpg"/><Relationship Id="rId7"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0" y="0"/>
            <a:ext cx="9144003" cy="5143501"/>
            <a:chOff x="0" y="0"/>
            <a:chExt cx="9144003" cy="5143501"/>
          </a:xfrm>
        </p:grpSpPr>
        <p:pic>
          <p:nvPicPr>
            <p:cNvPr id="10" name="Google Shape;10;p2"/>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11" name="Google Shape;11;p2"/>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12" name="Google Shape;12;p2"/>
          <p:cNvSpPr txBox="1">
            <a:spLocks noGrp="1"/>
          </p:cNvSpPr>
          <p:nvPr>
            <p:ph type="ctrTitle"/>
          </p:nvPr>
        </p:nvSpPr>
        <p:spPr>
          <a:xfrm>
            <a:off x="1258950" y="558775"/>
            <a:ext cx="6626100" cy="25737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SzPts val="5200"/>
              <a:buNone/>
              <a:defRPr sz="7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ubTitle" idx="1"/>
          </p:nvPr>
        </p:nvSpPr>
        <p:spPr>
          <a:xfrm>
            <a:off x="2195500" y="3291500"/>
            <a:ext cx="4753200" cy="13791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8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4" name="Google Shape;14;p2"/>
          <p:cNvPicPr preferRelativeResize="0"/>
          <p:nvPr/>
        </p:nvPicPr>
        <p:blipFill>
          <a:blip r:embed="rId4">
            <a:alphaModFix/>
          </a:blip>
          <a:stretch>
            <a:fillRect/>
          </a:stretch>
        </p:blipFill>
        <p:spPr>
          <a:xfrm>
            <a:off x="6874511" y="3514375"/>
            <a:ext cx="1158775" cy="1639099"/>
          </a:xfrm>
          <a:prstGeom prst="rect">
            <a:avLst/>
          </a:prstGeom>
          <a:noFill/>
          <a:ln>
            <a:noFill/>
          </a:ln>
        </p:spPr>
      </p:pic>
      <p:pic>
        <p:nvPicPr>
          <p:cNvPr id="15" name="Google Shape;15;p2"/>
          <p:cNvPicPr preferRelativeResize="0"/>
          <p:nvPr/>
        </p:nvPicPr>
        <p:blipFill>
          <a:blip r:embed="rId5">
            <a:alphaModFix/>
          </a:blip>
          <a:stretch>
            <a:fillRect/>
          </a:stretch>
        </p:blipFill>
        <p:spPr>
          <a:xfrm rot="-5400000">
            <a:off x="-457075" y="246075"/>
            <a:ext cx="1228350" cy="1737499"/>
          </a:xfrm>
          <a:prstGeom prst="rect">
            <a:avLst/>
          </a:prstGeom>
          <a:noFill/>
          <a:ln>
            <a:noFill/>
          </a:ln>
        </p:spPr>
      </p:pic>
      <p:pic>
        <p:nvPicPr>
          <p:cNvPr id="16" name="Google Shape;16;p2"/>
          <p:cNvPicPr preferRelativeResize="0"/>
          <p:nvPr/>
        </p:nvPicPr>
        <p:blipFill>
          <a:blip r:embed="rId6">
            <a:alphaModFix/>
          </a:blip>
          <a:stretch>
            <a:fillRect/>
          </a:stretch>
        </p:blipFill>
        <p:spPr>
          <a:xfrm rot="-5400000">
            <a:off x="8263250" y="3056376"/>
            <a:ext cx="1134399" cy="1604599"/>
          </a:xfrm>
          <a:prstGeom prst="rect">
            <a:avLst/>
          </a:prstGeom>
          <a:noFill/>
          <a:ln>
            <a:noFill/>
          </a:ln>
        </p:spPr>
      </p:pic>
      <p:pic>
        <p:nvPicPr>
          <p:cNvPr id="17" name="Google Shape;17;p2"/>
          <p:cNvPicPr preferRelativeResize="0"/>
          <p:nvPr/>
        </p:nvPicPr>
        <p:blipFill>
          <a:blip r:embed="rId7">
            <a:alphaModFix/>
          </a:blip>
          <a:stretch>
            <a:fillRect/>
          </a:stretch>
        </p:blipFill>
        <p:spPr>
          <a:xfrm rot="-4799032">
            <a:off x="-650254" y="-1205004"/>
            <a:ext cx="2004310" cy="2835109"/>
          </a:xfrm>
          <a:prstGeom prst="rect">
            <a:avLst/>
          </a:prstGeom>
          <a:noFill/>
          <a:ln>
            <a:noFill/>
          </a:ln>
        </p:spPr>
      </p:pic>
      <p:pic>
        <p:nvPicPr>
          <p:cNvPr id="18" name="Google Shape;18;p2"/>
          <p:cNvPicPr preferRelativeResize="0"/>
          <p:nvPr/>
        </p:nvPicPr>
        <p:blipFill rotWithShape="1">
          <a:blip r:embed="rId8">
            <a:alphaModFix/>
          </a:blip>
          <a:srcRect t="25194" b="19163"/>
          <a:stretch/>
        </p:blipFill>
        <p:spPr>
          <a:xfrm rot="-537784">
            <a:off x="7036434" y="3627264"/>
            <a:ext cx="3636282" cy="2861871"/>
          </a:xfrm>
          <a:prstGeom prst="rect">
            <a:avLst/>
          </a:prstGeom>
          <a:noFill/>
          <a:ln>
            <a:noFill/>
          </a:ln>
        </p:spPr>
      </p:pic>
      <p:sp>
        <p:nvSpPr>
          <p:cNvPr id="19" name="Google Shape;19;p2"/>
          <p:cNvSpPr/>
          <p:nvPr/>
        </p:nvSpPr>
        <p:spPr>
          <a:xfrm>
            <a:off x="-429775" y="2997225"/>
            <a:ext cx="1143000" cy="412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grpSp>
        <p:nvGrpSpPr>
          <p:cNvPr id="32" name="Google Shape;32;p4"/>
          <p:cNvGrpSpPr/>
          <p:nvPr/>
        </p:nvGrpSpPr>
        <p:grpSpPr>
          <a:xfrm>
            <a:off x="0" y="0"/>
            <a:ext cx="9144003" cy="5143501"/>
            <a:chOff x="0" y="0"/>
            <a:chExt cx="9144003" cy="5143501"/>
          </a:xfrm>
        </p:grpSpPr>
        <p:pic>
          <p:nvPicPr>
            <p:cNvPr id="33" name="Google Shape;33;p4"/>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34" name="Google Shape;34;p4"/>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35" name="Google Shape;35;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36" name="Google Shape;36;p4"/>
          <p:cNvPicPr preferRelativeResize="0"/>
          <p:nvPr/>
        </p:nvPicPr>
        <p:blipFill rotWithShape="1">
          <a:blip r:embed="rId4">
            <a:alphaModFix/>
          </a:blip>
          <a:srcRect l="11789" t="13425" r="14065" b="9151"/>
          <a:stretch/>
        </p:blipFill>
        <p:spPr>
          <a:xfrm rot="-4688828">
            <a:off x="8111191" y="-672596"/>
            <a:ext cx="1287795" cy="1901967"/>
          </a:xfrm>
          <a:prstGeom prst="rect">
            <a:avLst/>
          </a:prstGeom>
          <a:noFill/>
          <a:ln>
            <a:noFill/>
          </a:ln>
        </p:spPr>
      </p:pic>
      <p:sp>
        <p:nvSpPr>
          <p:cNvPr id="37" name="Google Shape;37;p4"/>
          <p:cNvSpPr txBox="1">
            <a:spLocks noGrp="1"/>
          </p:cNvSpPr>
          <p:nvPr>
            <p:ph type="body" idx="1"/>
          </p:nvPr>
        </p:nvSpPr>
        <p:spPr>
          <a:xfrm>
            <a:off x="720000" y="1215750"/>
            <a:ext cx="7704000" cy="4056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Font typeface="Nunito Light"/>
              <a:buChar char="●"/>
              <a:defRPr sz="11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pic>
        <p:nvPicPr>
          <p:cNvPr id="38" name="Google Shape;38;p4"/>
          <p:cNvPicPr preferRelativeResize="0"/>
          <p:nvPr/>
        </p:nvPicPr>
        <p:blipFill>
          <a:blip r:embed="rId5">
            <a:alphaModFix/>
          </a:blip>
          <a:stretch>
            <a:fillRect/>
          </a:stretch>
        </p:blipFill>
        <p:spPr>
          <a:xfrm rot="-5400000">
            <a:off x="-386350" y="-153749"/>
            <a:ext cx="1134399" cy="1604599"/>
          </a:xfrm>
          <a:prstGeom prst="rect">
            <a:avLst/>
          </a:prstGeom>
          <a:noFill/>
          <a:ln>
            <a:noFill/>
          </a:ln>
        </p:spPr>
      </p:pic>
      <p:pic>
        <p:nvPicPr>
          <p:cNvPr id="39" name="Google Shape;39;p4"/>
          <p:cNvPicPr preferRelativeResize="0"/>
          <p:nvPr/>
        </p:nvPicPr>
        <p:blipFill>
          <a:blip r:embed="rId6">
            <a:alphaModFix/>
          </a:blip>
          <a:stretch>
            <a:fillRect/>
          </a:stretch>
        </p:blipFill>
        <p:spPr>
          <a:xfrm rot="-8835548">
            <a:off x="-442205" y="484540"/>
            <a:ext cx="1093849" cy="154721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grpSp>
        <p:nvGrpSpPr>
          <p:cNvPr id="55" name="Google Shape;55;p6"/>
          <p:cNvGrpSpPr/>
          <p:nvPr/>
        </p:nvGrpSpPr>
        <p:grpSpPr>
          <a:xfrm>
            <a:off x="0" y="0"/>
            <a:ext cx="9144003" cy="5143501"/>
            <a:chOff x="0" y="0"/>
            <a:chExt cx="9144003" cy="5143501"/>
          </a:xfrm>
        </p:grpSpPr>
        <p:pic>
          <p:nvPicPr>
            <p:cNvPr id="56" name="Google Shape;56;p6"/>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57" name="Google Shape;57;p6"/>
            <p:cNvPicPr preferRelativeResize="0"/>
            <p:nvPr/>
          </p:nvPicPr>
          <p:blipFill>
            <a:blip r:embed="rId3">
              <a:alphaModFix amt="85000"/>
            </a:blip>
            <a:stretch>
              <a:fillRect/>
            </a:stretch>
          </p:blipFill>
          <p:spPr>
            <a:xfrm>
              <a:off x="1" y="1"/>
              <a:ext cx="9144000" cy="5143500"/>
            </a:xfrm>
            <a:prstGeom prst="rect">
              <a:avLst/>
            </a:prstGeom>
            <a:noFill/>
            <a:ln>
              <a:noFill/>
            </a:ln>
          </p:spPr>
        </p:pic>
      </p:grpSp>
      <p:pic>
        <p:nvPicPr>
          <p:cNvPr id="58" name="Google Shape;58;p6"/>
          <p:cNvPicPr preferRelativeResize="0"/>
          <p:nvPr/>
        </p:nvPicPr>
        <p:blipFill rotWithShape="1">
          <a:blip r:embed="rId4">
            <a:alphaModFix/>
          </a:blip>
          <a:srcRect l="11789" t="13425" r="14065" b="9151"/>
          <a:stretch/>
        </p:blipFill>
        <p:spPr>
          <a:xfrm rot="-5932787">
            <a:off x="7363606" y="4461963"/>
            <a:ext cx="1088857" cy="1608124"/>
          </a:xfrm>
          <a:prstGeom prst="rect">
            <a:avLst/>
          </a:prstGeom>
          <a:noFill/>
          <a:ln>
            <a:noFill/>
          </a:ln>
        </p:spPr>
      </p:pic>
      <p:pic>
        <p:nvPicPr>
          <p:cNvPr id="59" name="Google Shape;59;p6"/>
          <p:cNvPicPr preferRelativeResize="0"/>
          <p:nvPr/>
        </p:nvPicPr>
        <p:blipFill>
          <a:blip r:embed="rId5">
            <a:alphaModFix/>
          </a:blip>
          <a:stretch>
            <a:fillRect/>
          </a:stretch>
        </p:blipFill>
        <p:spPr>
          <a:xfrm rot="-7519692" flipH="1">
            <a:off x="-371378" y="-504390"/>
            <a:ext cx="1310379" cy="1853532"/>
          </a:xfrm>
          <a:prstGeom prst="rect">
            <a:avLst/>
          </a:prstGeom>
          <a:noFill/>
          <a:ln>
            <a:noFill/>
          </a:ln>
        </p:spPr>
      </p:pic>
      <p:pic>
        <p:nvPicPr>
          <p:cNvPr id="60" name="Google Shape;60;p6"/>
          <p:cNvPicPr preferRelativeResize="0"/>
          <p:nvPr/>
        </p:nvPicPr>
        <p:blipFill>
          <a:blip r:embed="rId6">
            <a:alphaModFix/>
          </a:blip>
          <a:stretch>
            <a:fillRect/>
          </a:stretch>
        </p:blipFill>
        <p:spPr>
          <a:xfrm rot="537497" flipH="1">
            <a:off x="8404107" y="3315045"/>
            <a:ext cx="1926107" cy="2724469"/>
          </a:xfrm>
          <a:prstGeom prst="rect">
            <a:avLst/>
          </a:prstGeom>
          <a:noFill/>
          <a:ln>
            <a:noFill/>
          </a:ln>
        </p:spPr>
      </p:pic>
      <p:sp>
        <p:nvSpPr>
          <p:cNvPr id="61" name="Google Shape;61;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62" name="Google Shape;62;p6"/>
          <p:cNvPicPr preferRelativeResize="0"/>
          <p:nvPr/>
        </p:nvPicPr>
        <p:blipFill>
          <a:blip r:embed="rId7">
            <a:alphaModFix/>
          </a:blip>
          <a:stretch>
            <a:fillRect/>
          </a:stretch>
        </p:blipFill>
        <p:spPr>
          <a:xfrm rot="-5400000" flipH="1">
            <a:off x="405110" y="-798131"/>
            <a:ext cx="1243175" cy="175844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3"/>
        <p:cNvGrpSpPr/>
        <p:nvPr/>
      </p:nvGrpSpPr>
      <p:grpSpPr>
        <a:xfrm>
          <a:off x="0" y="0"/>
          <a:ext cx="0" cy="0"/>
          <a:chOff x="0" y="0"/>
          <a:chExt cx="0" cy="0"/>
        </a:xfrm>
      </p:grpSpPr>
      <p:grpSp>
        <p:nvGrpSpPr>
          <p:cNvPr id="64" name="Google Shape;64;p7"/>
          <p:cNvGrpSpPr/>
          <p:nvPr/>
        </p:nvGrpSpPr>
        <p:grpSpPr>
          <a:xfrm>
            <a:off x="0" y="0"/>
            <a:ext cx="9144003" cy="5143501"/>
            <a:chOff x="0" y="0"/>
            <a:chExt cx="9144003" cy="5143501"/>
          </a:xfrm>
        </p:grpSpPr>
        <p:pic>
          <p:nvPicPr>
            <p:cNvPr id="65" name="Google Shape;65;p7"/>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66" name="Google Shape;66;p7"/>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67" name="Google Shape;67;p7"/>
          <p:cNvSpPr txBox="1">
            <a:spLocks noGrp="1"/>
          </p:cNvSpPr>
          <p:nvPr>
            <p:ph type="title"/>
          </p:nvPr>
        </p:nvSpPr>
        <p:spPr>
          <a:xfrm>
            <a:off x="3231025" y="445025"/>
            <a:ext cx="519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8" name="Google Shape;68;p7"/>
          <p:cNvSpPr txBox="1">
            <a:spLocks noGrp="1"/>
          </p:cNvSpPr>
          <p:nvPr>
            <p:ph type="subTitle" idx="1"/>
          </p:nvPr>
        </p:nvSpPr>
        <p:spPr>
          <a:xfrm>
            <a:off x="3231025" y="1578525"/>
            <a:ext cx="4294800" cy="2431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1600"/>
              <a:buFont typeface="Nunito Light"/>
              <a:buChar char="■"/>
              <a:defRPr sz="16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pic>
        <p:nvPicPr>
          <p:cNvPr id="69" name="Google Shape;69;p7"/>
          <p:cNvPicPr preferRelativeResize="0"/>
          <p:nvPr/>
        </p:nvPicPr>
        <p:blipFill>
          <a:blip r:embed="rId4">
            <a:alphaModFix/>
          </a:blip>
          <a:stretch>
            <a:fillRect/>
          </a:stretch>
        </p:blipFill>
        <p:spPr>
          <a:xfrm rot="5759217">
            <a:off x="76505" y="213998"/>
            <a:ext cx="2588838" cy="3661952"/>
          </a:xfrm>
          <a:prstGeom prst="rect">
            <a:avLst/>
          </a:prstGeom>
          <a:noFill/>
          <a:ln>
            <a:noFill/>
          </a:ln>
        </p:spPr>
      </p:pic>
      <p:pic>
        <p:nvPicPr>
          <p:cNvPr id="70" name="Google Shape;70;p7"/>
          <p:cNvPicPr preferRelativeResize="0"/>
          <p:nvPr/>
        </p:nvPicPr>
        <p:blipFill rotWithShape="1">
          <a:blip r:embed="rId5">
            <a:alphaModFix/>
          </a:blip>
          <a:srcRect l="11789" t="13425" r="14065" b="9151"/>
          <a:stretch/>
        </p:blipFill>
        <p:spPr>
          <a:xfrm rot="-5932794">
            <a:off x="7547" y="2790721"/>
            <a:ext cx="1683330" cy="2486130"/>
          </a:xfrm>
          <a:prstGeom prst="rect">
            <a:avLst/>
          </a:prstGeom>
          <a:noFill/>
          <a:ln>
            <a:noFill/>
          </a:ln>
        </p:spPr>
      </p:pic>
      <p:pic>
        <p:nvPicPr>
          <p:cNvPr id="71" name="Google Shape;71;p7"/>
          <p:cNvPicPr preferRelativeResize="0"/>
          <p:nvPr/>
        </p:nvPicPr>
        <p:blipFill>
          <a:blip r:embed="rId6">
            <a:alphaModFix/>
          </a:blip>
          <a:stretch>
            <a:fillRect/>
          </a:stretch>
        </p:blipFill>
        <p:spPr>
          <a:xfrm rot="-5400000">
            <a:off x="1529582" y="2417785"/>
            <a:ext cx="1243583" cy="176609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09"/>
        <p:cNvGrpSpPr/>
        <p:nvPr/>
      </p:nvGrpSpPr>
      <p:grpSpPr>
        <a:xfrm>
          <a:off x="0" y="0"/>
          <a:ext cx="0" cy="0"/>
          <a:chOff x="0" y="0"/>
          <a:chExt cx="0" cy="0"/>
        </a:xfrm>
      </p:grpSpPr>
      <p:grpSp>
        <p:nvGrpSpPr>
          <p:cNvPr id="110" name="Google Shape;110;p13"/>
          <p:cNvGrpSpPr/>
          <p:nvPr/>
        </p:nvGrpSpPr>
        <p:grpSpPr>
          <a:xfrm>
            <a:off x="0" y="0"/>
            <a:ext cx="9144003" cy="5143501"/>
            <a:chOff x="0" y="0"/>
            <a:chExt cx="9144003" cy="5143501"/>
          </a:xfrm>
        </p:grpSpPr>
        <p:pic>
          <p:nvPicPr>
            <p:cNvPr id="111" name="Google Shape;111;p13"/>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112" name="Google Shape;112;p13"/>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113" name="Google Shape;113;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4" name="Google Shape;114;p13"/>
          <p:cNvSpPr txBox="1">
            <a:spLocks noGrp="1"/>
          </p:cNvSpPr>
          <p:nvPr>
            <p:ph type="subTitle" idx="1"/>
          </p:nvPr>
        </p:nvSpPr>
        <p:spPr>
          <a:xfrm>
            <a:off x="720000" y="2112953"/>
            <a:ext cx="2485500" cy="683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 name="Google Shape;115;p13"/>
          <p:cNvSpPr txBox="1">
            <a:spLocks noGrp="1"/>
          </p:cNvSpPr>
          <p:nvPr>
            <p:ph type="subTitle" idx="2"/>
          </p:nvPr>
        </p:nvSpPr>
        <p:spPr>
          <a:xfrm>
            <a:off x="3330837" y="2112949"/>
            <a:ext cx="2487300" cy="683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 name="Google Shape;116;p13"/>
          <p:cNvSpPr txBox="1">
            <a:spLocks noGrp="1"/>
          </p:cNvSpPr>
          <p:nvPr>
            <p:ph type="subTitle" idx="3"/>
          </p:nvPr>
        </p:nvSpPr>
        <p:spPr>
          <a:xfrm>
            <a:off x="720000" y="3846123"/>
            <a:ext cx="2485500" cy="683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 name="Google Shape;117;p13"/>
          <p:cNvSpPr txBox="1">
            <a:spLocks noGrp="1"/>
          </p:cNvSpPr>
          <p:nvPr>
            <p:ph type="subTitle" idx="4"/>
          </p:nvPr>
        </p:nvSpPr>
        <p:spPr>
          <a:xfrm>
            <a:off x="3328350" y="3846122"/>
            <a:ext cx="2487300" cy="683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8" name="Google Shape;118;p13"/>
          <p:cNvSpPr txBox="1">
            <a:spLocks noGrp="1"/>
          </p:cNvSpPr>
          <p:nvPr>
            <p:ph type="subTitle" idx="5"/>
          </p:nvPr>
        </p:nvSpPr>
        <p:spPr>
          <a:xfrm>
            <a:off x="5943474" y="2112949"/>
            <a:ext cx="2487300" cy="683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9" name="Google Shape;119;p13"/>
          <p:cNvSpPr txBox="1">
            <a:spLocks noGrp="1"/>
          </p:cNvSpPr>
          <p:nvPr>
            <p:ph type="subTitle" idx="6"/>
          </p:nvPr>
        </p:nvSpPr>
        <p:spPr>
          <a:xfrm>
            <a:off x="5943474" y="3846122"/>
            <a:ext cx="2487300" cy="683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0" name="Google Shape;120;p13"/>
          <p:cNvSpPr txBox="1">
            <a:spLocks noGrp="1"/>
          </p:cNvSpPr>
          <p:nvPr>
            <p:ph type="title" idx="7" hasCustomPrompt="1"/>
          </p:nvPr>
        </p:nvSpPr>
        <p:spPr>
          <a:xfrm>
            <a:off x="1566750" y="1402209"/>
            <a:ext cx="792000" cy="4476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1" name="Google Shape;121;p13"/>
          <p:cNvSpPr txBox="1">
            <a:spLocks noGrp="1"/>
          </p:cNvSpPr>
          <p:nvPr>
            <p:ph type="title" idx="8" hasCustomPrompt="1"/>
          </p:nvPr>
        </p:nvSpPr>
        <p:spPr>
          <a:xfrm>
            <a:off x="1566750" y="3134803"/>
            <a:ext cx="792000" cy="4476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2" name="Google Shape;122;p13"/>
          <p:cNvSpPr txBox="1">
            <a:spLocks noGrp="1"/>
          </p:cNvSpPr>
          <p:nvPr>
            <p:ph type="title" idx="9" hasCustomPrompt="1"/>
          </p:nvPr>
        </p:nvSpPr>
        <p:spPr>
          <a:xfrm>
            <a:off x="4175700" y="1402204"/>
            <a:ext cx="792600" cy="4476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3" name="Google Shape;123;p13"/>
          <p:cNvSpPr txBox="1">
            <a:spLocks noGrp="1"/>
          </p:cNvSpPr>
          <p:nvPr>
            <p:ph type="title" idx="13" hasCustomPrompt="1"/>
          </p:nvPr>
        </p:nvSpPr>
        <p:spPr>
          <a:xfrm>
            <a:off x="4175700" y="3134800"/>
            <a:ext cx="792600" cy="4476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4" name="Google Shape;124;p13"/>
          <p:cNvSpPr txBox="1">
            <a:spLocks noGrp="1"/>
          </p:cNvSpPr>
          <p:nvPr>
            <p:ph type="title" idx="14" hasCustomPrompt="1"/>
          </p:nvPr>
        </p:nvSpPr>
        <p:spPr>
          <a:xfrm>
            <a:off x="6790824" y="1402204"/>
            <a:ext cx="792600" cy="4476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3"/>
          <p:cNvSpPr txBox="1">
            <a:spLocks noGrp="1"/>
          </p:cNvSpPr>
          <p:nvPr>
            <p:ph type="title" idx="15" hasCustomPrompt="1"/>
          </p:nvPr>
        </p:nvSpPr>
        <p:spPr>
          <a:xfrm>
            <a:off x="6790824" y="3134800"/>
            <a:ext cx="792600" cy="447600"/>
          </a:xfrm>
          <a:prstGeom prst="rect">
            <a:avLst/>
          </a:prstGeom>
          <a:no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6" name="Google Shape;126;p13"/>
          <p:cNvSpPr txBox="1">
            <a:spLocks noGrp="1"/>
          </p:cNvSpPr>
          <p:nvPr>
            <p:ph type="subTitle" idx="16"/>
          </p:nvPr>
        </p:nvSpPr>
        <p:spPr>
          <a:xfrm>
            <a:off x="720000" y="1801116"/>
            <a:ext cx="248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7" name="Google Shape;127;p13"/>
          <p:cNvSpPr txBox="1">
            <a:spLocks noGrp="1"/>
          </p:cNvSpPr>
          <p:nvPr>
            <p:ph type="subTitle" idx="17"/>
          </p:nvPr>
        </p:nvSpPr>
        <p:spPr>
          <a:xfrm>
            <a:off x="3328350" y="1801112"/>
            <a:ext cx="24873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128" name="Google Shape;128;p13"/>
          <p:cNvPicPr preferRelativeResize="0"/>
          <p:nvPr/>
        </p:nvPicPr>
        <p:blipFill>
          <a:blip r:embed="rId4">
            <a:alphaModFix/>
          </a:blip>
          <a:stretch>
            <a:fillRect/>
          </a:stretch>
        </p:blipFill>
        <p:spPr>
          <a:xfrm>
            <a:off x="8558600" y="2682151"/>
            <a:ext cx="1134399" cy="1604599"/>
          </a:xfrm>
          <a:prstGeom prst="rect">
            <a:avLst/>
          </a:prstGeom>
          <a:noFill/>
          <a:ln>
            <a:noFill/>
          </a:ln>
        </p:spPr>
      </p:pic>
      <p:sp>
        <p:nvSpPr>
          <p:cNvPr id="129" name="Google Shape;129;p13"/>
          <p:cNvSpPr txBox="1">
            <a:spLocks noGrp="1"/>
          </p:cNvSpPr>
          <p:nvPr>
            <p:ph type="subTitle" idx="18"/>
          </p:nvPr>
        </p:nvSpPr>
        <p:spPr>
          <a:xfrm>
            <a:off x="5943474" y="1801112"/>
            <a:ext cx="24873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30" name="Google Shape;130;p13"/>
          <p:cNvSpPr txBox="1">
            <a:spLocks noGrp="1"/>
          </p:cNvSpPr>
          <p:nvPr>
            <p:ph type="subTitle" idx="19"/>
          </p:nvPr>
        </p:nvSpPr>
        <p:spPr>
          <a:xfrm>
            <a:off x="720000" y="3533777"/>
            <a:ext cx="248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31" name="Google Shape;131;p13"/>
          <p:cNvSpPr txBox="1">
            <a:spLocks noGrp="1"/>
          </p:cNvSpPr>
          <p:nvPr>
            <p:ph type="subTitle" idx="20"/>
          </p:nvPr>
        </p:nvSpPr>
        <p:spPr>
          <a:xfrm>
            <a:off x="3328350" y="3533775"/>
            <a:ext cx="24873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32" name="Google Shape;132;p13"/>
          <p:cNvSpPr txBox="1">
            <a:spLocks noGrp="1"/>
          </p:cNvSpPr>
          <p:nvPr>
            <p:ph type="subTitle" idx="21"/>
          </p:nvPr>
        </p:nvSpPr>
        <p:spPr>
          <a:xfrm>
            <a:off x="5943474" y="3533775"/>
            <a:ext cx="24873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133" name="Google Shape;133;p13"/>
          <p:cNvPicPr preferRelativeResize="0"/>
          <p:nvPr/>
        </p:nvPicPr>
        <p:blipFill rotWithShape="1">
          <a:blip r:embed="rId5">
            <a:alphaModFix/>
          </a:blip>
          <a:srcRect t="25194" b="19163"/>
          <a:stretch/>
        </p:blipFill>
        <p:spPr>
          <a:xfrm rot="537790" flipH="1">
            <a:off x="8116261" y="3734620"/>
            <a:ext cx="2082525" cy="1639032"/>
          </a:xfrm>
          <a:prstGeom prst="rect">
            <a:avLst/>
          </a:prstGeom>
          <a:noFill/>
          <a:ln>
            <a:noFill/>
          </a:ln>
        </p:spPr>
      </p:pic>
      <p:pic>
        <p:nvPicPr>
          <p:cNvPr id="134" name="Google Shape;134;p13"/>
          <p:cNvPicPr preferRelativeResize="0"/>
          <p:nvPr/>
        </p:nvPicPr>
        <p:blipFill>
          <a:blip r:embed="rId6">
            <a:alphaModFix/>
          </a:blip>
          <a:stretch>
            <a:fillRect/>
          </a:stretch>
        </p:blipFill>
        <p:spPr>
          <a:xfrm rot="10800000">
            <a:off x="-171525" y="-408325"/>
            <a:ext cx="1228350" cy="173749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35"/>
        <p:cNvGrpSpPr/>
        <p:nvPr/>
      </p:nvGrpSpPr>
      <p:grpSpPr>
        <a:xfrm>
          <a:off x="0" y="0"/>
          <a:ext cx="0" cy="0"/>
          <a:chOff x="0" y="0"/>
          <a:chExt cx="0" cy="0"/>
        </a:xfrm>
      </p:grpSpPr>
      <p:grpSp>
        <p:nvGrpSpPr>
          <p:cNvPr id="136" name="Google Shape;136;p14"/>
          <p:cNvGrpSpPr/>
          <p:nvPr/>
        </p:nvGrpSpPr>
        <p:grpSpPr>
          <a:xfrm>
            <a:off x="0" y="0"/>
            <a:ext cx="9144003" cy="5143501"/>
            <a:chOff x="0" y="0"/>
            <a:chExt cx="9144003" cy="5143501"/>
          </a:xfrm>
        </p:grpSpPr>
        <p:pic>
          <p:nvPicPr>
            <p:cNvPr id="137" name="Google Shape;137;p14"/>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138" name="Google Shape;138;p14"/>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139" name="Google Shape;139;p14"/>
          <p:cNvSpPr txBox="1">
            <a:spLocks noGrp="1"/>
          </p:cNvSpPr>
          <p:nvPr>
            <p:ph type="title"/>
          </p:nvPr>
        </p:nvSpPr>
        <p:spPr>
          <a:xfrm>
            <a:off x="1226400" y="4034450"/>
            <a:ext cx="6691200" cy="56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40" name="Google Shape;140;p14"/>
          <p:cNvSpPr txBox="1">
            <a:spLocks noGrp="1"/>
          </p:cNvSpPr>
          <p:nvPr>
            <p:ph type="subTitle" idx="1"/>
          </p:nvPr>
        </p:nvSpPr>
        <p:spPr>
          <a:xfrm>
            <a:off x="1226400" y="2289175"/>
            <a:ext cx="6691200" cy="18633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pic>
        <p:nvPicPr>
          <p:cNvPr id="141" name="Google Shape;141;p14"/>
          <p:cNvPicPr preferRelativeResize="0"/>
          <p:nvPr/>
        </p:nvPicPr>
        <p:blipFill>
          <a:blip r:embed="rId4">
            <a:alphaModFix/>
          </a:blip>
          <a:stretch>
            <a:fillRect/>
          </a:stretch>
        </p:blipFill>
        <p:spPr>
          <a:xfrm rot="537498" flipH="1">
            <a:off x="3730697" y="-268605"/>
            <a:ext cx="1919616" cy="2715285"/>
          </a:xfrm>
          <a:prstGeom prst="rect">
            <a:avLst/>
          </a:prstGeom>
          <a:noFill/>
          <a:ln>
            <a:noFill/>
          </a:ln>
        </p:spPr>
      </p:pic>
      <p:pic>
        <p:nvPicPr>
          <p:cNvPr id="142" name="Google Shape;142;p14"/>
          <p:cNvPicPr preferRelativeResize="0"/>
          <p:nvPr/>
        </p:nvPicPr>
        <p:blipFill rotWithShape="1">
          <a:blip r:embed="rId5">
            <a:alphaModFix/>
          </a:blip>
          <a:srcRect t="15399" b="10919"/>
          <a:stretch/>
        </p:blipFill>
        <p:spPr>
          <a:xfrm>
            <a:off x="2761296" y="201497"/>
            <a:ext cx="1510950" cy="1574776"/>
          </a:xfrm>
          <a:prstGeom prst="rect">
            <a:avLst/>
          </a:prstGeom>
          <a:noFill/>
          <a:ln>
            <a:noFill/>
          </a:ln>
        </p:spPr>
      </p:pic>
      <p:pic>
        <p:nvPicPr>
          <p:cNvPr id="143" name="Google Shape;143;p14"/>
          <p:cNvPicPr preferRelativeResize="0"/>
          <p:nvPr/>
        </p:nvPicPr>
        <p:blipFill>
          <a:blip r:embed="rId6">
            <a:alphaModFix/>
          </a:blip>
          <a:stretch>
            <a:fillRect/>
          </a:stretch>
        </p:blipFill>
        <p:spPr>
          <a:xfrm rot="-5400000" flipH="1">
            <a:off x="5121848" y="666507"/>
            <a:ext cx="1243175" cy="175844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44"/>
        <p:cNvGrpSpPr/>
        <p:nvPr/>
      </p:nvGrpSpPr>
      <p:grpSpPr>
        <a:xfrm>
          <a:off x="0" y="0"/>
          <a:ext cx="0" cy="0"/>
          <a:chOff x="0" y="0"/>
          <a:chExt cx="0" cy="0"/>
        </a:xfrm>
      </p:grpSpPr>
      <p:grpSp>
        <p:nvGrpSpPr>
          <p:cNvPr id="145" name="Google Shape;145;p15"/>
          <p:cNvGrpSpPr/>
          <p:nvPr/>
        </p:nvGrpSpPr>
        <p:grpSpPr>
          <a:xfrm>
            <a:off x="0" y="0"/>
            <a:ext cx="9144003" cy="5143501"/>
            <a:chOff x="0" y="0"/>
            <a:chExt cx="9144003" cy="5143501"/>
          </a:xfrm>
        </p:grpSpPr>
        <p:pic>
          <p:nvPicPr>
            <p:cNvPr id="146" name="Google Shape;146;p15"/>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147" name="Google Shape;147;p15"/>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148" name="Google Shape;148;p15"/>
          <p:cNvSpPr txBox="1">
            <a:spLocks noGrp="1"/>
          </p:cNvSpPr>
          <p:nvPr>
            <p:ph type="title"/>
          </p:nvPr>
        </p:nvSpPr>
        <p:spPr>
          <a:xfrm>
            <a:off x="1786925" y="1727475"/>
            <a:ext cx="5570100" cy="181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5000" b="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9" name="Google Shape;149;p15"/>
          <p:cNvSpPr txBox="1">
            <a:spLocks noGrp="1"/>
          </p:cNvSpPr>
          <p:nvPr>
            <p:ph type="title" idx="2" hasCustomPrompt="1"/>
          </p:nvPr>
        </p:nvSpPr>
        <p:spPr>
          <a:xfrm>
            <a:off x="3745950" y="811225"/>
            <a:ext cx="1652100" cy="915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0" name="Google Shape;150;p15"/>
          <p:cNvSpPr txBox="1">
            <a:spLocks noGrp="1"/>
          </p:cNvSpPr>
          <p:nvPr>
            <p:ph type="subTitle" idx="1"/>
          </p:nvPr>
        </p:nvSpPr>
        <p:spPr>
          <a:xfrm>
            <a:off x="1786950" y="3485075"/>
            <a:ext cx="5570100" cy="999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151" name="Google Shape;151;p15"/>
          <p:cNvPicPr preferRelativeResize="0"/>
          <p:nvPr/>
        </p:nvPicPr>
        <p:blipFill rotWithShape="1">
          <a:blip r:embed="rId4">
            <a:alphaModFix/>
          </a:blip>
          <a:srcRect l="16852" t="9156" r="9747" b="4465"/>
          <a:stretch/>
        </p:blipFill>
        <p:spPr>
          <a:xfrm rot="-5168816">
            <a:off x="-385336" y="-304218"/>
            <a:ext cx="1329070" cy="2212513"/>
          </a:xfrm>
          <a:prstGeom prst="rect">
            <a:avLst/>
          </a:prstGeom>
          <a:noFill/>
          <a:ln>
            <a:noFill/>
          </a:ln>
        </p:spPr>
      </p:pic>
      <p:pic>
        <p:nvPicPr>
          <p:cNvPr id="152" name="Google Shape;152;p15"/>
          <p:cNvPicPr preferRelativeResize="0"/>
          <p:nvPr/>
        </p:nvPicPr>
        <p:blipFill>
          <a:blip r:embed="rId5">
            <a:alphaModFix/>
          </a:blip>
          <a:stretch>
            <a:fillRect/>
          </a:stretch>
        </p:blipFill>
        <p:spPr>
          <a:xfrm rot="6324026">
            <a:off x="8047039" y="2611075"/>
            <a:ext cx="1495914" cy="2115946"/>
          </a:xfrm>
          <a:prstGeom prst="rect">
            <a:avLst/>
          </a:prstGeom>
          <a:noFill/>
          <a:ln>
            <a:noFill/>
          </a:ln>
        </p:spPr>
      </p:pic>
      <p:pic>
        <p:nvPicPr>
          <p:cNvPr id="153" name="Google Shape;153;p15"/>
          <p:cNvPicPr preferRelativeResize="0"/>
          <p:nvPr/>
        </p:nvPicPr>
        <p:blipFill>
          <a:blip r:embed="rId6">
            <a:alphaModFix/>
          </a:blip>
          <a:stretch>
            <a:fillRect/>
          </a:stretch>
        </p:blipFill>
        <p:spPr>
          <a:xfrm rot="-537499">
            <a:off x="8132369" y="1205446"/>
            <a:ext cx="1533587" cy="2169258"/>
          </a:xfrm>
          <a:prstGeom prst="rect">
            <a:avLst/>
          </a:prstGeom>
          <a:noFill/>
          <a:ln>
            <a:noFill/>
          </a:ln>
        </p:spPr>
      </p:pic>
      <p:pic>
        <p:nvPicPr>
          <p:cNvPr id="154" name="Google Shape;154;p15"/>
          <p:cNvPicPr preferRelativeResize="0"/>
          <p:nvPr/>
        </p:nvPicPr>
        <p:blipFill>
          <a:blip r:embed="rId7">
            <a:alphaModFix/>
          </a:blip>
          <a:stretch>
            <a:fillRect/>
          </a:stretch>
        </p:blipFill>
        <p:spPr>
          <a:xfrm rot="-5400000">
            <a:off x="306250" y="667926"/>
            <a:ext cx="1134399" cy="1604599"/>
          </a:xfrm>
          <a:prstGeom prst="rect">
            <a:avLst/>
          </a:prstGeom>
          <a:noFill/>
          <a:ln>
            <a:noFill/>
          </a:ln>
        </p:spPr>
      </p:pic>
      <p:pic>
        <p:nvPicPr>
          <p:cNvPr id="155" name="Google Shape;155;p15"/>
          <p:cNvPicPr preferRelativeResize="0"/>
          <p:nvPr/>
        </p:nvPicPr>
        <p:blipFill>
          <a:blip r:embed="rId8">
            <a:alphaModFix/>
          </a:blip>
          <a:stretch>
            <a:fillRect/>
          </a:stretch>
        </p:blipFill>
        <p:spPr>
          <a:xfrm rot="-5400000">
            <a:off x="1041000" y="-383650"/>
            <a:ext cx="1228350" cy="173749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56"/>
        <p:cNvGrpSpPr/>
        <p:nvPr/>
      </p:nvGrpSpPr>
      <p:grpSpPr>
        <a:xfrm>
          <a:off x="0" y="0"/>
          <a:ext cx="0" cy="0"/>
          <a:chOff x="0" y="0"/>
          <a:chExt cx="0" cy="0"/>
        </a:xfrm>
      </p:grpSpPr>
      <p:grpSp>
        <p:nvGrpSpPr>
          <p:cNvPr id="157" name="Google Shape;157;p16"/>
          <p:cNvGrpSpPr/>
          <p:nvPr/>
        </p:nvGrpSpPr>
        <p:grpSpPr>
          <a:xfrm>
            <a:off x="0" y="0"/>
            <a:ext cx="9144003" cy="5143501"/>
            <a:chOff x="0" y="0"/>
            <a:chExt cx="9144003" cy="5143501"/>
          </a:xfrm>
        </p:grpSpPr>
        <p:pic>
          <p:nvPicPr>
            <p:cNvPr id="158" name="Google Shape;158;p16"/>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159" name="Google Shape;159;p16"/>
            <p:cNvPicPr preferRelativeResize="0"/>
            <p:nvPr/>
          </p:nvPicPr>
          <p:blipFill>
            <a:blip r:embed="rId3">
              <a:alphaModFix amt="85000"/>
            </a:blip>
            <a:stretch>
              <a:fillRect/>
            </a:stretch>
          </p:blipFill>
          <p:spPr>
            <a:xfrm>
              <a:off x="1" y="1"/>
              <a:ext cx="9144000" cy="5143500"/>
            </a:xfrm>
            <a:prstGeom prst="rect">
              <a:avLst/>
            </a:prstGeom>
            <a:noFill/>
            <a:ln>
              <a:noFill/>
            </a:ln>
          </p:spPr>
        </p:pic>
      </p:grpSp>
      <p:pic>
        <p:nvPicPr>
          <p:cNvPr id="160" name="Google Shape;160;p16"/>
          <p:cNvPicPr preferRelativeResize="0"/>
          <p:nvPr/>
        </p:nvPicPr>
        <p:blipFill>
          <a:blip r:embed="rId4">
            <a:alphaModFix/>
          </a:blip>
          <a:stretch>
            <a:fillRect/>
          </a:stretch>
        </p:blipFill>
        <p:spPr>
          <a:xfrm rot="-3962450">
            <a:off x="-1040356" y="3587861"/>
            <a:ext cx="1798064" cy="2543378"/>
          </a:xfrm>
          <a:prstGeom prst="rect">
            <a:avLst/>
          </a:prstGeom>
          <a:noFill/>
          <a:ln>
            <a:noFill/>
          </a:ln>
        </p:spPr>
      </p:pic>
      <p:pic>
        <p:nvPicPr>
          <p:cNvPr id="161" name="Google Shape;161;p16"/>
          <p:cNvPicPr preferRelativeResize="0"/>
          <p:nvPr/>
        </p:nvPicPr>
        <p:blipFill>
          <a:blip r:embed="rId5">
            <a:alphaModFix/>
          </a:blip>
          <a:stretch>
            <a:fillRect/>
          </a:stretch>
        </p:blipFill>
        <p:spPr>
          <a:xfrm>
            <a:off x="8546036" y="-621375"/>
            <a:ext cx="1158775" cy="1639099"/>
          </a:xfrm>
          <a:prstGeom prst="rect">
            <a:avLst/>
          </a:prstGeom>
          <a:noFill/>
          <a:ln>
            <a:noFill/>
          </a:ln>
        </p:spPr>
      </p:pic>
      <p:sp>
        <p:nvSpPr>
          <p:cNvPr id="162" name="Google Shape;162;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163" name="Google Shape;163;p16"/>
          <p:cNvPicPr preferRelativeResize="0"/>
          <p:nvPr/>
        </p:nvPicPr>
        <p:blipFill>
          <a:blip r:embed="rId6">
            <a:alphaModFix/>
          </a:blip>
          <a:stretch>
            <a:fillRect/>
          </a:stretch>
        </p:blipFill>
        <p:spPr>
          <a:xfrm rot="-5400000">
            <a:off x="8138850" y="-124274"/>
            <a:ext cx="1134399" cy="1604599"/>
          </a:xfrm>
          <a:prstGeom prst="rect">
            <a:avLst/>
          </a:prstGeom>
          <a:noFill/>
          <a:ln>
            <a:noFill/>
          </a:ln>
        </p:spPr>
      </p:pic>
      <p:pic>
        <p:nvPicPr>
          <p:cNvPr id="164" name="Google Shape;164;p16"/>
          <p:cNvPicPr preferRelativeResize="0"/>
          <p:nvPr/>
        </p:nvPicPr>
        <p:blipFill>
          <a:blip r:embed="rId7">
            <a:alphaModFix/>
          </a:blip>
          <a:stretch>
            <a:fillRect/>
          </a:stretch>
        </p:blipFill>
        <p:spPr>
          <a:xfrm rot="-5400000">
            <a:off x="-670593" y="3170735"/>
            <a:ext cx="1243583" cy="176609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165"/>
        <p:cNvGrpSpPr/>
        <p:nvPr/>
      </p:nvGrpSpPr>
      <p:grpSpPr>
        <a:xfrm>
          <a:off x="0" y="0"/>
          <a:ext cx="0" cy="0"/>
          <a:chOff x="0" y="0"/>
          <a:chExt cx="0" cy="0"/>
        </a:xfrm>
      </p:grpSpPr>
      <p:grpSp>
        <p:nvGrpSpPr>
          <p:cNvPr id="166" name="Google Shape;166;p17"/>
          <p:cNvGrpSpPr/>
          <p:nvPr/>
        </p:nvGrpSpPr>
        <p:grpSpPr>
          <a:xfrm>
            <a:off x="0" y="0"/>
            <a:ext cx="9144003" cy="5143501"/>
            <a:chOff x="0" y="0"/>
            <a:chExt cx="9144003" cy="5143501"/>
          </a:xfrm>
        </p:grpSpPr>
        <p:pic>
          <p:nvPicPr>
            <p:cNvPr id="167" name="Google Shape;167;p17"/>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168" name="Google Shape;168;p17"/>
            <p:cNvPicPr preferRelativeResize="0"/>
            <p:nvPr/>
          </p:nvPicPr>
          <p:blipFill>
            <a:blip r:embed="rId3">
              <a:alphaModFix amt="85000"/>
            </a:blip>
            <a:stretch>
              <a:fillRect/>
            </a:stretch>
          </p:blipFill>
          <p:spPr>
            <a:xfrm>
              <a:off x="1" y="1"/>
              <a:ext cx="9144000" cy="5143500"/>
            </a:xfrm>
            <a:prstGeom prst="rect">
              <a:avLst/>
            </a:prstGeom>
            <a:noFill/>
            <a:ln>
              <a:noFill/>
            </a:ln>
          </p:spPr>
        </p:pic>
      </p:grpSp>
      <p:pic>
        <p:nvPicPr>
          <p:cNvPr id="169" name="Google Shape;169;p17"/>
          <p:cNvPicPr preferRelativeResize="0"/>
          <p:nvPr/>
        </p:nvPicPr>
        <p:blipFill rotWithShape="1">
          <a:blip r:embed="rId4">
            <a:alphaModFix/>
          </a:blip>
          <a:srcRect l="17479" r="11669"/>
          <a:stretch/>
        </p:blipFill>
        <p:spPr>
          <a:xfrm rot="-5399991">
            <a:off x="722026" y="-719649"/>
            <a:ext cx="777349" cy="1551998"/>
          </a:xfrm>
          <a:prstGeom prst="rect">
            <a:avLst/>
          </a:prstGeom>
          <a:noFill/>
          <a:ln>
            <a:noFill/>
          </a:ln>
        </p:spPr>
      </p:pic>
      <p:pic>
        <p:nvPicPr>
          <p:cNvPr id="170" name="Google Shape;170;p17"/>
          <p:cNvPicPr preferRelativeResize="0"/>
          <p:nvPr/>
        </p:nvPicPr>
        <p:blipFill rotWithShape="1">
          <a:blip r:embed="rId5">
            <a:alphaModFix/>
          </a:blip>
          <a:srcRect t="25194" b="19163"/>
          <a:stretch/>
        </p:blipFill>
        <p:spPr>
          <a:xfrm rot="-537785">
            <a:off x="-1254513" y="-445027"/>
            <a:ext cx="2501899" cy="1969078"/>
          </a:xfrm>
          <a:prstGeom prst="rect">
            <a:avLst/>
          </a:prstGeom>
          <a:noFill/>
          <a:ln>
            <a:noFill/>
          </a:ln>
        </p:spPr>
      </p:pic>
      <p:pic>
        <p:nvPicPr>
          <p:cNvPr id="171" name="Google Shape;171;p17"/>
          <p:cNvPicPr preferRelativeResize="0"/>
          <p:nvPr/>
        </p:nvPicPr>
        <p:blipFill rotWithShape="1">
          <a:blip r:embed="rId6">
            <a:alphaModFix/>
          </a:blip>
          <a:srcRect t="15399" b="10919"/>
          <a:stretch/>
        </p:blipFill>
        <p:spPr>
          <a:xfrm>
            <a:off x="8526221" y="3125359"/>
            <a:ext cx="1510950" cy="1574776"/>
          </a:xfrm>
          <a:prstGeom prst="rect">
            <a:avLst/>
          </a:prstGeom>
          <a:noFill/>
          <a:ln>
            <a:noFill/>
          </a:ln>
        </p:spPr>
      </p:pic>
      <p:sp>
        <p:nvSpPr>
          <p:cNvPr id="172" name="Google Shape;172;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173" name="Google Shape;173;p17"/>
          <p:cNvPicPr preferRelativeResize="0"/>
          <p:nvPr/>
        </p:nvPicPr>
        <p:blipFill>
          <a:blip r:embed="rId7">
            <a:alphaModFix/>
          </a:blip>
          <a:stretch>
            <a:fillRect/>
          </a:stretch>
        </p:blipFill>
        <p:spPr>
          <a:xfrm rot="-5400000">
            <a:off x="8714500" y="3801701"/>
            <a:ext cx="1134399" cy="1604599"/>
          </a:xfrm>
          <a:prstGeom prst="rect">
            <a:avLst/>
          </a:prstGeom>
          <a:noFill/>
          <a:ln>
            <a:noFill/>
          </a:ln>
        </p:spPr>
      </p:pic>
      <p:pic>
        <p:nvPicPr>
          <p:cNvPr id="174" name="Google Shape;174;p17"/>
          <p:cNvPicPr preferRelativeResize="0"/>
          <p:nvPr/>
        </p:nvPicPr>
        <p:blipFill>
          <a:blip r:embed="rId8">
            <a:alphaModFix/>
          </a:blip>
          <a:stretch>
            <a:fillRect/>
          </a:stretch>
        </p:blipFill>
        <p:spPr>
          <a:xfrm rot="-5400000" flipH="1">
            <a:off x="-780802" y="832707"/>
            <a:ext cx="1243175" cy="175844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75"/>
        <p:cNvGrpSpPr/>
        <p:nvPr/>
      </p:nvGrpSpPr>
      <p:grpSpPr>
        <a:xfrm>
          <a:off x="0" y="0"/>
          <a:ext cx="0" cy="0"/>
          <a:chOff x="0" y="0"/>
          <a:chExt cx="0" cy="0"/>
        </a:xfrm>
      </p:grpSpPr>
      <p:grpSp>
        <p:nvGrpSpPr>
          <p:cNvPr id="176" name="Google Shape;176;p18"/>
          <p:cNvGrpSpPr/>
          <p:nvPr/>
        </p:nvGrpSpPr>
        <p:grpSpPr>
          <a:xfrm>
            <a:off x="0" y="0"/>
            <a:ext cx="9144003" cy="5143501"/>
            <a:chOff x="0" y="0"/>
            <a:chExt cx="9144003" cy="5143501"/>
          </a:xfrm>
        </p:grpSpPr>
        <p:pic>
          <p:nvPicPr>
            <p:cNvPr id="177" name="Google Shape;177;p18"/>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178" name="Google Shape;178;p18"/>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179" name="Google Shape;179;p18"/>
          <p:cNvSpPr txBox="1">
            <a:spLocks noGrp="1"/>
          </p:cNvSpPr>
          <p:nvPr>
            <p:ph type="title"/>
          </p:nvPr>
        </p:nvSpPr>
        <p:spPr>
          <a:xfrm>
            <a:off x="2980300" y="365350"/>
            <a:ext cx="5737800" cy="1117800"/>
          </a:xfrm>
          <a:prstGeom prst="rect">
            <a:avLst/>
          </a:prstGeom>
        </p:spPr>
        <p:txBody>
          <a:bodyPr spcFirstLastPara="1" wrap="square" lIns="91425" tIns="91425" rIns="91425" bIns="91425" anchor="b" anchorCtr="0">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a:endParaRPr/>
          </a:p>
        </p:txBody>
      </p:sp>
      <p:sp>
        <p:nvSpPr>
          <p:cNvPr id="180" name="Google Shape;180;p18"/>
          <p:cNvSpPr txBox="1">
            <a:spLocks noGrp="1"/>
          </p:cNvSpPr>
          <p:nvPr>
            <p:ph type="subTitle" idx="1"/>
          </p:nvPr>
        </p:nvSpPr>
        <p:spPr>
          <a:xfrm>
            <a:off x="2980300" y="1578525"/>
            <a:ext cx="5737800" cy="2984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pic>
        <p:nvPicPr>
          <p:cNvPr id="181" name="Google Shape;181;p18"/>
          <p:cNvPicPr preferRelativeResize="0"/>
          <p:nvPr/>
        </p:nvPicPr>
        <p:blipFill>
          <a:blip r:embed="rId4">
            <a:alphaModFix/>
          </a:blip>
          <a:stretch>
            <a:fillRect/>
          </a:stretch>
        </p:blipFill>
        <p:spPr>
          <a:xfrm rot="5759217">
            <a:off x="76505" y="213998"/>
            <a:ext cx="2588838" cy="3661952"/>
          </a:xfrm>
          <a:prstGeom prst="rect">
            <a:avLst/>
          </a:prstGeom>
          <a:noFill/>
          <a:ln>
            <a:noFill/>
          </a:ln>
        </p:spPr>
      </p:pic>
      <p:pic>
        <p:nvPicPr>
          <p:cNvPr id="182" name="Google Shape;182;p18"/>
          <p:cNvPicPr preferRelativeResize="0"/>
          <p:nvPr/>
        </p:nvPicPr>
        <p:blipFill rotWithShape="1">
          <a:blip r:embed="rId5">
            <a:alphaModFix/>
          </a:blip>
          <a:srcRect l="11789" t="13425" r="14065" b="9151"/>
          <a:stretch/>
        </p:blipFill>
        <p:spPr>
          <a:xfrm rot="-5932794">
            <a:off x="7547" y="2790721"/>
            <a:ext cx="1683330" cy="2486130"/>
          </a:xfrm>
          <a:prstGeom prst="rect">
            <a:avLst/>
          </a:prstGeom>
          <a:noFill/>
          <a:ln>
            <a:noFill/>
          </a:ln>
        </p:spPr>
      </p:pic>
      <p:pic>
        <p:nvPicPr>
          <p:cNvPr id="183" name="Google Shape;183;p18"/>
          <p:cNvPicPr preferRelativeResize="0"/>
          <p:nvPr/>
        </p:nvPicPr>
        <p:blipFill>
          <a:blip r:embed="rId6">
            <a:alphaModFix/>
          </a:blip>
          <a:stretch>
            <a:fillRect/>
          </a:stretch>
        </p:blipFill>
        <p:spPr>
          <a:xfrm rot="-5400000">
            <a:off x="1529582" y="2417785"/>
            <a:ext cx="1243583" cy="176609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CUSTOM">
    <p:spTree>
      <p:nvGrpSpPr>
        <p:cNvPr id="1" name="Shape 184"/>
        <p:cNvGrpSpPr/>
        <p:nvPr/>
      </p:nvGrpSpPr>
      <p:grpSpPr>
        <a:xfrm>
          <a:off x="0" y="0"/>
          <a:ext cx="0" cy="0"/>
          <a:chOff x="0" y="0"/>
          <a:chExt cx="0" cy="0"/>
        </a:xfrm>
      </p:grpSpPr>
      <p:grpSp>
        <p:nvGrpSpPr>
          <p:cNvPr id="185" name="Google Shape;185;p19"/>
          <p:cNvGrpSpPr/>
          <p:nvPr/>
        </p:nvGrpSpPr>
        <p:grpSpPr>
          <a:xfrm>
            <a:off x="0" y="0"/>
            <a:ext cx="9144003" cy="5143501"/>
            <a:chOff x="0" y="0"/>
            <a:chExt cx="9144003" cy="5143501"/>
          </a:xfrm>
        </p:grpSpPr>
        <p:pic>
          <p:nvPicPr>
            <p:cNvPr id="186" name="Google Shape;186;p19"/>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187" name="Google Shape;187;p19"/>
            <p:cNvPicPr preferRelativeResize="0"/>
            <p:nvPr/>
          </p:nvPicPr>
          <p:blipFill>
            <a:blip r:embed="rId3">
              <a:alphaModFix amt="85000"/>
            </a:blip>
            <a:stretch>
              <a:fillRect/>
            </a:stretch>
          </p:blipFill>
          <p:spPr>
            <a:xfrm>
              <a:off x="1" y="1"/>
              <a:ext cx="9144000" cy="5143500"/>
            </a:xfrm>
            <a:prstGeom prst="rect">
              <a:avLst/>
            </a:prstGeom>
            <a:noFill/>
            <a:ln>
              <a:noFill/>
            </a:ln>
          </p:spPr>
        </p:pic>
      </p:grpSp>
      <p:pic>
        <p:nvPicPr>
          <p:cNvPr id="188" name="Google Shape;188;p19"/>
          <p:cNvPicPr preferRelativeResize="0"/>
          <p:nvPr/>
        </p:nvPicPr>
        <p:blipFill>
          <a:blip r:embed="rId4">
            <a:alphaModFix/>
          </a:blip>
          <a:stretch>
            <a:fillRect/>
          </a:stretch>
        </p:blipFill>
        <p:spPr>
          <a:xfrm rot="5400000" flipH="1">
            <a:off x="7643194" y="624263"/>
            <a:ext cx="1243175" cy="1758449"/>
          </a:xfrm>
          <a:prstGeom prst="rect">
            <a:avLst/>
          </a:prstGeom>
          <a:noFill/>
          <a:ln>
            <a:noFill/>
          </a:ln>
        </p:spPr>
      </p:pic>
      <p:pic>
        <p:nvPicPr>
          <p:cNvPr id="189" name="Google Shape;189;p19"/>
          <p:cNvPicPr preferRelativeResize="0"/>
          <p:nvPr/>
        </p:nvPicPr>
        <p:blipFill rotWithShape="1">
          <a:blip r:embed="rId5">
            <a:alphaModFix/>
          </a:blip>
          <a:srcRect t="25194" b="19163"/>
          <a:stretch/>
        </p:blipFill>
        <p:spPr>
          <a:xfrm rot="592989" flipH="1">
            <a:off x="7124718" y="3383250"/>
            <a:ext cx="1917662" cy="1509275"/>
          </a:xfrm>
          <a:prstGeom prst="rect">
            <a:avLst/>
          </a:prstGeom>
          <a:noFill/>
          <a:ln>
            <a:noFill/>
          </a:ln>
        </p:spPr>
      </p:pic>
      <p:sp>
        <p:nvSpPr>
          <p:cNvPr id="190" name="Google Shape;190;p19"/>
          <p:cNvSpPr txBox="1">
            <a:spLocks noGrp="1"/>
          </p:cNvSpPr>
          <p:nvPr>
            <p:ph type="title"/>
          </p:nvPr>
        </p:nvSpPr>
        <p:spPr>
          <a:xfrm>
            <a:off x="866800" y="429800"/>
            <a:ext cx="4720800" cy="15180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1" name="Google Shape;191;p19"/>
          <p:cNvSpPr txBox="1">
            <a:spLocks noGrp="1"/>
          </p:cNvSpPr>
          <p:nvPr>
            <p:ph type="subTitle" idx="1"/>
          </p:nvPr>
        </p:nvSpPr>
        <p:spPr>
          <a:xfrm>
            <a:off x="866800" y="1901800"/>
            <a:ext cx="4720800" cy="2690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2" name="Google Shape;192;p19"/>
          <p:cNvSpPr>
            <a:spLocks noGrp="1"/>
          </p:cNvSpPr>
          <p:nvPr>
            <p:ph type="pic" idx="2"/>
          </p:nvPr>
        </p:nvSpPr>
        <p:spPr>
          <a:xfrm>
            <a:off x="5895850" y="680550"/>
            <a:ext cx="2700600" cy="3782400"/>
          </a:xfrm>
          <a:prstGeom prst="ellipse">
            <a:avLst/>
          </a:prstGeom>
          <a:noFill/>
          <a:ln>
            <a:noFill/>
          </a:ln>
        </p:spPr>
      </p:sp>
      <p:pic>
        <p:nvPicPr>
          <p:cNvPr id="193" name="Google Shape;193;p19"/>
          <p:cNvPicPr preferRelativeResize="0"/>
          <p:nvPr/>
        </p:nvPicPr>
        <p:blipFill>
          <a:blip r:embed="rId6">
            <a:alphaModFix/>
          </a:blip>
          <a:stretch>
            <a:fillRect/>
          </a:stretch>
        </p:blipFill>
        <p:spPr>
          <a:xfrm rot="-1830954">
            <a:off x="-354393" y="3278284"/>
            <a:ext cx="1243584" cy="1766098"/>
          </a:xfrm>
          <a:prstGeom prst="rect">
            <a:avLst/>
          </a:prstGeom>
          <a:noFill/>
          <a:ln>
            <a:noFill/>
          </a:ln>
        </p:spPr>
      </p:pic>
      <p:pic>
        <p:nvPicPr>
          <p:cNvPr id="194" name="Google Shape;194;p19"/>
          <p:cNvPicPr preferRelativeResize="0"/>
          <p:nvPr/>
        </p:nvPicPr>
        <p:blipFill rotWithShape="1">
          <a:blip r:embed="rId7">
            <a:alphaModFix/>
          </a:blip>
          <a:srcRect t="15399" b="10919"/>
          <a:stretch/>
        </p:blipFill>
        <p:spPr>
          <a:xfrm>
            <a:off x="7834374" y="59175"/>
            <a:ext cx="1192790" cy="12431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2">
  <p:cSld name="CUSTOM_4">
    <p:spTree>
      <p:nvGrpSpPr>
        <p:cNvPr id="1" name="Shape 195"/>
        <p:cNvGrpSpPr/>
        <p:nvPr/>
      </p:nvGrpSpPr>
      <p:grpSpPr>
        <a:xfrm>
          <a:off x="0" y="0"/>
          <a:ext cx="0" cy="0"/>
          <a:chOff x="0" y="0"/>
          <a:chExt cx="0" cy="0"/>
        </a:xfrm>
      </p:grpSpPr>
      <p:grpSp>
        <p:nvGrpSpPr>
          <p:cNvPr id="196" name="Google Shape;196;p20"/>
          <p:cNvGrpSpPr/>
          <p:nvPr/>
        </p:nvGrpSpPr>
        <p:grpSpPr>
          <a:xfrm>
            <a:off x="0" y="0"/>
            <a:ext cx="9144003" cy="5143501"/>
            <a:chOff x="0" y="0"/>
            <a:chExt cx="9144003" cy="5143501"/>
          </a:xfrm>
        </p:grpSpPr>
        <p:pic>
          <p:nvPicPr>
            <p:cNvPr id="197" name="Google Shape;197;p20"/>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198" name="Google Shape;198;p20"/>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199" name="Google Shape;199;p20"/>
          <p:cNvSpPr txBox="1">
            <a:spLocks noGrp="1"/>
          </p:cNvSpPr>
          <p:nvPr>
            <p:ph type="title"/>
          </p:nvPr>
        </p:nvSpPr>
        <p:spPr>
          <a:xfrm>
            <a:off x="1360500" y="1327700"/>
            <a:ext cx="2943600" cy="12924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0" name="Google Shape;200;p20"/>
          <p:cNvSpPr txBox="1">
            <a:spLocks noGrp="1"/>
          </p:cNvSpPr>
          <p:nvPr>
            <p:ph type="subTitle" idx="1"/>
          </p:nvPr>
        </p:nvSpPr>
        <p:spPr>
          <a:xfrm>
            <a:off x="1360500" y="2523400"/>
            <a:ext cx="2943600" cy="1292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201" name="Google Shape;201;p20"/>
          <p:cNvPicPr preferRelativeResize="0"/>
          <p:nvPr/>
        </p:nvPicPr>
        <p:blipFill>
          <a:blip r:embed="rId4">
            <a:alphaModFix/>
          </a:blip>
          <a:stretch>
            <a:fillRect/>
          </a:stretch>
        </p:blipFill>
        <p:spPr>
          <a:xfrm rot="6836140">
            <a:off x="7861953" y="-827631"/>
            <a:ext cx="1665667" cy="2356063"/>
          </a:xfrm>
          <a:prstGeom prst="rect">
            <a:avLst/>
          </a:prstGeom>
          <a:noFill/>
          <a:ln>
            <a:noFill/>
          </a:ln>
        </p:spPr>
      </p:pic>
      <p:pic>
        <p:nvPicPr>
          <p:cNvPr id="202" name="Google Shape;202;p20"/>
          <p:cNvPicPr preferRelativeResize="0"/>
          <p:nvPr/>
        </p:nvPicPr>
        <p:blipFill rotWithShape="1">
          <a:blip r:embed="rId5">
            <a:alphaModFix/>
          </a:blip>
          <a:srcRect t="22725" b="7563"/>
          <a:stretch/>
        </p:blipFill>
        <p:spPr>
          <a:xfrm rot="6799403">
            <a:off x="-729549" y="-114675"/>
            <a:ext cx="1746072" cy="1721824"/>
          </a:xfrm>
          <a:prstGeom prst="rect">
            <a:avLst/>
          </a:prstGeom>
          <a:noFill/>
          <a:ln>
            <a:noFill/>
          </a:ln>
        </p:spPr>
      </p:pic>
      <p:pic>
        <p:nvPicPr>
          <p:cNvPr id="203" name="Google Shape;203;p20"/>
          <p:cNvPicPr preferRelativeResize="0"/>
          <p:nvPr/>
        </p:nvPicPr>
        <p:blipFill>
          <a:blip r:embed="rId6">
            <a:alphaModFix/>
          </a:blip>
          <a:stretch>
            <a:fillRect/>
          </a:stretch>
        </p:blipFill>
        <p:spPr>
          <a:xfrm rot="-5400000">
            <a:off x="8334425" y="100601"/>
            <a:ext cx="1134399" cy="1604599"/>
          </a:xfrm>
          <a:prstGeom prst="rect">
            <a:avLst/>
          </a:prstGeom>
          <a:noFill/>
          <a:ln>
            <a:noFill/>
          </a:ln>
        </p:spPr>
      </p:pic>
      <p:pic>
        <p:nvPicPr>
          <p:cNvPr id="204" name="Google Shape;204;p20"/>
          <p:cNvPicPr preferRelativeResize="0"/>
          <p:nvPr/>
        </p:nvPicPr>
        <p:blipFill>
          <a:blip r:embed="rId7">
            <a:alphaModFix/>
          </a:blip>
          <a:stretch>
            <a:fillRect/>
          </a:stretch>
        </p:blipFill>
        <p:spPr>
          <a:xfrm rot="-5400000" flipH="1">
            <a:off x="257635" y="-599956"/>
            <a:ext cx="1243175" cy="175844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3">
  <p:cSld name="CUSTOM_4_1">
    <p:spTree>
      <p:nvGrpSpPr>
        <p:cNvPr id="1" name="Shape 205"/>
        <p:cNvGrpSpPr/>
        <p:nvPr/>
      </p:nvGrpSpPr>
      <p:grpSpPr>
        <a:xfrm>
          <a:off x="0" y="0"/>
          <a:ext cx="0" cy="0"/>
          <a:chOff x="0" y="0"/>
          <a:chExt cx="0" cy="0"/>
        </a:xfrm>
      </p:grpSpPr>
      <p:grpSp>
        <p:nvGrpSpPr>
          <p:cNvPr id="206" name="Google Shape;206;p21"/>
          <p:cNvGrpSpPr/>
          <p:nvPr/>
        </p:nvGrpSpPr>
        <p:grpSpPr>
          <a:xfrm>
            <a:off x="0" y="0"/>
            <a:ext cx="9144003" cy="5143501"/>
            <a:chOff x="0" y="0"/>
            <a:chExt cx="9144003" cy="5143501"/>
          </a:xfrm>
        </p:grpSpPr>
        <p:pic>
          <p:nvPicPr>
            <p:cNvPr id="207" name="Google Shape;207;p21"/>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208" name="Google Shape;208;p21"/>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209" name="Google Shape;209;p21"/>
          <p:cNvSpPr txBox="1">
            <a:spLocks noGrp="1"/>
          </p:cNvSpPr>
          <p:nvPr>
            <p:ph type="title"/>
          </p:nvPr>
        </p:nvSpPr>
        <p:spPr>
          <a:xfrm>
            <a:off x="4992175" y="1327700"/>
            <a:ext cx="2943600" cy="1292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0" name="Google Shape;210;p21"/>
          <p:cNvSpPr txBox="1">
            <a:spLocks noGrp="1"/>
          </p:cNvSpPr>
          <p:nvPr>
            <p:ph type="subTitle" idx="1"/>
          </p:nvPr>
        </p:nvSpPr>
        <p:spPr>
          <a:xfrm>
            <a:off x="4992175" y="2523400"/>
            <a:ext cx="2943600" cy="1292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211" name="Google Shape;211;p21"/>
          <p:cNvPicPr preferRelativeResize="0"/>
          <p:nvPr/>
        </p:nvPicPr>
        <p:blipFill rotWithShape="1">
          <a:blip r:embed="rId4">
            <a:alphaModFix/>
          </a:blip>
          <a:srcRect l="16852" t="9156" r="9747" b="4465"/>
          <a:stretch/>
        </p:blipFill>
        <p:spPr>
          <a:xfrm rot="5168809" flipH="1">
            <a:off x="7223970" y="-466692"/>
            <a:ext cx="940955" cy="1566456"/>
          </a:xfrm>
          <a:prstGeom prst="rect">
            <a:avLst/>
          </a:prstGeom>
          <a:noFill/>
          <a:ln>
            <a:noFill/>
          </a:ln>
        </p:spPr>
      </p:pic>
      <p:pic>
        <p:nvPicPr>
          <p:cNvPr id="212" name="Google Shape;212;p21"/>
          <p:cNvPicPr preferRelativeResize="0"/>
          <p:nvPr/>
        </p:nvPicPr>
        <p:blipFill rotWithShape="1">
          <a:blip r:embed="rId5">
            <a:alphaModFix/>
          </a:blip>
          <a:srcRect l="14623" t="15921" r="13553" b="9679"/>
          <a:stretch/>
        </p:blipFill>
        <p:spPr>
          <a:xfrm rot="-1445625" flipH="1">
            <a:off x="-912472" y="2974863"/>
            <a:ext cx="1666877" cy="2442324"/>
          </a:xfrm>
          <a:prstGeom prst="rect">
            <a:avLst/>
          </a:prstGeom>
          <a:noFill/>
          <a:ln>
            <a:noFill/>
          </a:ln>
        </p:spPr>
      </p:pic>
      <p:pic>
        <p:nvPicPr>
          <p:cNvPr id="213" name="Google Shape;213;p21"/>
          <p:cNvPicPr preferRelativeResize="0"/>
          <p:nvPr/>
        </p:nvPicPr>
        <p:blipFill>
          <a:blip r:embed="rId6">
            <a:alphaModFix/>
          </a:blip>
          <a:stretch>
            <a:fillRect/>
          </a:stretch>
        </p:blipFill>
        <p:spPr>
          <a:xfrm rot="-2983107">
            <a:off x="8243502" y="-201066"/>
            <a:ext cx="1403423" cy="1985207"/>
          </a:xfrm>
          <a:prstGeom prst="rect">
            <a:avLst/>
          </a:prstGeom>
          <a:noFill/>
          <a:ln>
            <a:noFill/>
          </a:ln>
        </p:spPr>
      </p:pic>
      <p:pic>
        <p:nvPicPr>
          <p:cNvPr id="214" name="Google Shape;214;p21"/>
          <p:cNvPicPr preferRelativeResize="0"/>
          <p:nvPr/>
        </p:nvPicPr>
        <p:blipFill>
          <a:blip r:embed="rId7">
            <a:alphaModFix/>
          </a:blip>
          <a:stretch>
            <a:fillRect/>
          </a:stretch>
        </p:blipFill>
        <p:spPr>
          <a:xfrm rot="-5400000" flipH="1">
            <a:off x="346460" y="3868844"/>
            <a:ext cx="1243175" cy="175844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5">
  <p:cSld name="CUSTOM_4_2_1">
    <p:spTree>
      <p:nvGrpSpPr>
        <p:cNvPr id="1" name="Shape 225"/>
        <p:cNvGrpSpPr/>
        <p:nvPr/>
      </p:nvGrpSpPr>
      <p:grpSpPr>
        <a:xfrm>
          <a:off x="0" y="0"/>
          <a:ext cx="0" cy="0"/>
          <a:chOff x="0" y="0"/>
          <a:chExt cx="0" cy="0"/>
        </a:xfrm>
      </p:grpSpPr>
      <p:grpSp>
        <p:nvGrpSpPr>
          <p:cNvPr id="226" name="Google Shape;226;p23"/>
          <p:cNvGrpSpPr/>
          <p:nvPr/>
        </p:nvGrpSpPr>
        <p:grpSpPr>
          <a:xfrm>
            <a:off x="0" y="0"/>
            <a:ext cx="9144003" cy="5143501"/>
            <a:chOff x="0" y="0"/>
            <a:chExt cx="9144003" cy="5143501"/>
          </a:xfrm>
        </p:grpSpPr>
        <p:pic>
          <p:nvPicPr>
            <p:cNvPr id="227" name="Google Shape;227;p23"/>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228" name="Google Shape;228;p23"/>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229" name="Google Shape;229;p23"/>
          <p:cNvSpPr txBox="1">
            <a:spLocks noGrp="1"/>
          </p:cNvSpPr>
          <p:nvPr>
            <p:ph type="subTitle" idx="1"/>
          </p:nvPr>
        </p:nvSpPr>
        <p:spPr>
          <a:xfrm>
            <a:off x="713225" y="1291375"/>
            <a:ext cx="5397900" cy="3229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1400"/>
              <a:buChar char="■"/>
              <a:defRPr sz="16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230" name="Google Shape;230;p23"/>
          <p:cNvSpPr txBox="1">
            <a:spLocks noGrp="1"/>
          </p:cNvSpPr>
          <p:nvPr>
            <p:ph type="title"/>
          </p:nvPr>
        </p:nvSpPr>
        <p:spPr>
          <a:xfrm>
            <a:off x="720000" y="445025"/>
            <a:ext cx="5397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231" name="Google Shape;231;p23"/>
          <p:cNvPicPr preferRelativeResize="0"/>
          <p:nvPr/>
        </p:nvPicPr>
        <p:blipFill>
          <a:blip r:embed="rId4">
            <a:alphaModFix/>
          </a:blip>
          <a:stretch>
            <a:fillRect/>
          </a:stretch>
        </p:blipFill>
        <p:spPr>
          <a:xfrm rot="-5400000">
            <a:off x="7131650" y="1303651"/>
            <a:ext cx="1134399" cy="1604599"/>
          </a:xfrm>
          <a:prstGeom prst="rect">
            <a:avLst/>
          </a:prstGeom>
          <a:noFill/>
          <a:ln>
            <a:noFill/>
          </a:ln>
        </p:spPr>
      </p:pic>
      <p:pic>
        <p:nvPicPr>
          <p:cNvPr id="232" name="Google Shape;232;p23"/>
          <p:cNvPicPr preferRelativeResize="0"/>
          <p:nvPr/>
        </p:nvPicPr>
        <p:blipFill>
          <a:blip r:embed="rId5">
            <a:alphaModFix/>
          </a:blip>
          <a:stretch>
            <a:fillRect/>
          </a:stretch>
        </p:blipFill>
        <p:spPr>
          <a:xfrm rot="5189454">
            <a:off x="7485576" y="2120862"/>
            <a:ext cx="1724045" cy="2438649"/>
          </a:xfrm>
          <a:prstGeom prst="rect">
            <a:avLst/>
          </a:prstGeom>
          <a:noFill/>
          <a:ln>
            <a:noFill/>
          </a:ln>
        </p:spPr>
      </p:pic>
      <p:pic>
        <p:nvPicPr>
          <p:cNvPr id="233" name="Google Shape;233;p23"/>
          <p:cNvPicPr preferRelativeResize="0"/>
          <p:nvPr/>
        </p:nvPicPr>
        <p:blipFill>
          <a:blip r:embed="rId6">
            <a:alphaModFix/>
          </a:blip>
          <a:stretch>
            <a:fillRect/>
          </a:stretch>
        </p:blipFill>
        <p:spPr>
          <a:xfrm rot="-537493">
            <a:off x="7021215" y="-608385"/>
            <a:ext cx="2211696" cy="3128421"/>
          </a:xfrm>
          <a:prstGeom prst="rect">
            <a:avLst/>
          </a:prstGeom>
          <a:noFill/>
          <a:ln>
            <a:noFill/>
          </a:ln>
        </p:spPr>
      </p:pic>
      <p:pic>
        <p:nvPicPr>
          <p:cNvPr id="234" name="Google Shape;234;p23"/>
          <p:cNvPicPr preferRelativeResize="0"/>
          <p:nvPr/>
        </p:nvPicPr>
        <p:blipFill>
          <a:blip r:embed="rId7">
            <a:alphaModFix/>
          </a:blip>
          <a:stretch>
            <a:fillRect/>
          </a:stretch>
        </p:blipFill>
        <p:spPr>
          <a:xfrm rot="6053754">
            <a:off x="8459702" y="3173184"/>
            <a:ext cx="1114944" cy="1577079"/>
          </a:xfrm>
          <a:prstGeom prst="rect">
            <a:avLst/>
          </a:prstGeom>
          <a:noFill/>
          <a:ln>
            <a:noFill/>
          </a:ln>
        </p:spPr>
      </p:pic>
      <p:pic>
        <p:nvPicPr>
          <p:cNvPr id="235" name="Google Shape;235;p23"/>
          <p:cNvPicPr preferRelativeResize="0"/>
          <p:nvPr/>
        </p:nvPicPr>
        <p:blipFill>
          <a:blip r:embed="rId8">
            <a:alphaModFix/>
          </a:blip>
          <a:stretch>
            <a:fillRect/>
          </a:stretch>
        </p:blipFill>
        <p:spPr>
          <a:xfrm rot="-4165959">
            <a:off x="8036700" y="3666800"/>
            <a:ext cx="1228349" cy="17374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36"/>
        <p:cNvGrpSpPr/>
        <p:nvPr/>
      </p:nvGrpSpPr>
      <p:grpSpPr>
        <a:xfrm>
          <a:off x="0" y="0"/>
          <a:ext cx="0" cy="0"/>
          <a:chOff x="0" y="0"/>
          <a:chExt cx="0" cy="0"/>
        </a:xfrm>
      </p:grpSpPr>
      <p:grpSp>
        <p:nvGrpSpPr>
          <p:cNvPr id="237" name="Google Shape;237;p24"/>
          <p:cNvGrpSpPr/>
          <p:nvPr/>
        </p:nvGrpSpPr>
        <p:grpSpPr>
          <a:xfrm>
            <a:off x="0" y="0"/>
            <a:ext cx="9144003" cy="5143501"/>
            <a:chOff x="0" y="0"/>
            <a:chExt cx="9144003" cy="5143501"/>
          </a:xfrm>
        </p:grpSpPr>
        <p:pic>
          <p:nvPicPr>
            <p:cNvPr id="238" name="Google Shape;238;p24"/>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239" name="Google Shape;239;p24"/>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240" name="Google Shape;240;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1" name="Google Shape;241;p24"/>
          <p:cNvSpPr txBox="1">
            <a:spLocks noGrp="1"/>
          </p:cNvSpPr>
          <p:nvPr>
            <p:ph type="subTitle" idx="1"/>
          </p:nvPr>
        </p:nvSpPr>
        <p:spPr>
          <a:xfrm>
            <a:off x="4869880" y="2658049"/>
            <a:ext cx="2953500" cy="1298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2" name="Google Shape;242;p24"/>
          <p:cNvSpPr txBox="1">
            <a:spLocks noGrp="1"/>
          </p:cNvSpPr>
          <p:nvPr>
            <p:ph type="subTitle" idx="2"/>
          </p:nvPr>
        </p:nvSpPr>
        <p:spPr>
          <a:xfrm>
            <a:off x="1320605" y="2658049"/>
            <a:ext cx="2957100" cy="1298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3" name="Google Shape;243;p24"/>
          <p:cNvSpPr txBox="1">
            <a:spLocks noGrp="1"/>
          </p:cNvSpPr>
          <p:nvPr>
            <p:ph type="subTitle" idx="3"/>
          </p:nvPr>
        </p:nvSpPr>
        <p:spPr>
          <a:xfrm>
            <a:off x="1320615" y="2279025"/>
            <a:ext cx="29571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44" name="Google Shape;244;p24"/>
          <p:cNvSpPr txBox="1">
            <a:spLocks noGrp="1"/>
          </p:cNvSpPr>
          <p:nvPr>
            <p:ph type="subTitle" idx="4"/>
          </p:nvPr>
        </p:nvSpPr>
        <p:spPr>
          <a:xfrm>
            <a:off x="4869895" y="2279025"/>
            <a:ext cx="2953500" cy="558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245" name="Google Shape;245;p24"/>
          <p:cNvPicPr preferRelativeResize="0"/>
          <p:nvPr/>
        </p:nvPicPr>
        <p:blipFill rotWithShape="1">
          <a:blip r:embed="rId4">
            <a:alphaModFix/>
          </a:blip>
          <a:srcRect l="17479" r="11669"/>
          <a:stretch/>
        </p:blipFill>
        <p:spPr>
          <a:xfrm rot="-5768057">
            <a:off x="8994548" y="196283"/>
            <a:ext cx="1032573" cy="2061588"/>
          </a:xfrm>
          <a:prstGeom prst="rect">
            <a:avLst/>
          </a:prstGeom>
          <a:noFill/>
          <a:ln>
            <a:noFill/>
          </a:ln>
        </p:spPr>
      </p:pic>
      <p:pic>
        <p:nvPicPr>
          <p:cNvPr id="246" name="Google Shape;246;p24"/>
          <p:cNvPicPr preferRelativeResize="0"/>
          <p:nvPr/>
        </p:nvPicPr>
        <p:blipFill>
          <a:blip r:embed="rId5">
            <a:alphaModFix/>
          </a:blip>
          <a:stretch>
            <a:fillRect/>
          </a:stretch>
        </p:blipFill>
        <p:spPr>
          <a:xfrm rot="-10799966">
            <a:off x="-345331" y="3021098"/>
            <a:ext cx="1073763" cy="1518858"/>
          </a:xfrm>
          <a:prstGeom prst="rect">
            <a:avLst/>
          </a:prstGeom>
          <a:noFill/>
          <a:ln>
            <a:noFill/>
          </a:ln>
        </p:spPr>
      </p:pic>
      <p:pic>
        <p:nvPicPr>
          <p:cNvPr id="247" name="Google Shape;247;p24"/>
          <p:cNvPicPr preferRelativeResize="0"/>
          <p:nvPr/>
        </p:nvPicPr>
        <p:blipFill>
          <a:blip r:embed="rId6">
            <a:alphaModFix/>
          </a:blip>
          <a:stretch>
            <a:fillRect/>
          </a:stretch>
        </p:blipFill>
        <p:spPr>
          <a:xfrm rot="10800000">
            <a:off x="8492250" y="1166025"/>
            <a:ext cx="1228350" cy="173749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48"/>
        <p:cNvGrpSpPr/>
        <p:nvPr/>
      </p:nvGrpSpPr>
      <p:grpSpPr>
        <a:xfrm>
          <a:off x="0" y="0"/>
          <a:ext cx="0" cy="0"/>
          <a:chOff x="0" y="0"/>
          <a:chExt cx="0" cy="0"/>
        </a:xfrm>
      </p:grpSpPr>
      <p:grpSp>
        <p:nvGrpSpPr>
          <p:cNvPr id="249" name="Google Shape;249;p25"/>
          <p:cNvGrpSpPr/>
          <p:nvPr/>
        </p:nvGrpSpPr>
        <p:grpSpPr>
          <a:xfrm>
            <a:off x="0" y="0"/>
            <a:ext cx="9144003" cy="5143501"/>
            <a:chOff x="0" y="0"/>
            <a:chExt cx="9144003" cy="5143501"/>
          </a:xfrm>
        </p:grpSpPr>
        <p:pic>
          <p:nvPicPr>
            <p:cNvPr id="250" name="Google Shape;250;p25"/>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251" name="Google Shape;251;p25"/>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252" name="Google Shape;252;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3" name="Google Shape;253;p25"/>
          <p:cNvSpPr txBox="1">
            <a:spLocks noGrp="1"/>
          </p:cNvSpPr>
          <p:nvPr>
            <p:ph type="subTitle" idx="1"/>
          </p:nvPr>
        </p:nvSpPr>
        <p:spPr>
          <a:xfrm>
            <a:off x="713225" y="2552787"/>
            <a:ext cx="6620400" cy="1344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4" name="Google Shape;254;p25"/>
          <p:cNvSpPr txBox="1">
            <a:spLocks noGrp="1"/>
          </p:cNvSpPr>
          <p:nvPr>
            <p:ph type="subTitle" idx="2"/>
          </p:nvPr>
        </p:nvSpPr>
        <p:spPr>
          <a:xfrm>
            <a:off x="713225" y="1246425"/>
            <a:ext cx="6620400" cy="1341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255" name="Google Shape;255;p25"/>
          <p:cNvPicPr preferRelativeResize="0"/>
          <p:nvPr/>
        </p:nvPicPr>
        <p:blipFill rotWithShape="1">
          <a:blip r:embed="rId4">
            <a:alphaModFix/>
          </a:blip>
          <a:srcRect l="16271" t="6323" r="12796"/>
          <a:stretch/>
        </p:blipFill>
        <p:spPr>
          <a:xfrm rot="-5168804">
            <a:off x="7035918" y="3472502"/>
            <a:ext cx="947137" cy="1769373"/>
          </a:xfrm>
          <a:prstGeom prst="rect">
            <a:avLst/>
          </a:prstGeom>
          <a:noFill/>
          <a:ln>
            <a:noFill/>
          </a:ln>
        </p:spPr>
      </p:pic>
      <p:pic>
        <p:nvPicPr>
          <p:cNvPr id="256" name="Google Shape;256;p25"/>
          <p:cNvPicPr preferRelativeResize="0"/>
          <p:nvPr/>
        </p:nvPicPr>
        <p:blipFill rotWithShape="1">
          <a:blip r:embed="rId5">
            <a:alphaModFix/>
          </a:blip>
          <a:srcRect t="15399" b="10919"/>
          <a:stretch/>
        </p:blipFill>
        <p:spPr>
          <a:xfrm>
            <a:off x="7883850" y="3260475"/>
            <a:ext cx="1476300" cy="153865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68"/>
        <p:cNvGrpSpPr/>
        <p:nvPr/>
      </p:nvGrpSpPr>
      <p:grpSpPr>
        <a:xfrm>
          <a:off x="0" y="0"/>
          <a:ext cx="0" cy="0"/>
          <a:chOff x="0" y="0"/>
          <a:chExt cx="0" cy="0"/>
        </a:xfrm>
      </p:grpSpPr>
      <p:grpSp>
        <p:nvGrpSpPr>
          <p:cNvPr id="269" name="Google Shape;269;p27"/>
          <p:cNvGrpSpPr/>
          <p:nvPr/>
        </p:nvGrpSpPr>
        <p:grpSpPr>
          <a:xfrm>
            <a:off x="0" y="0"/>
            <a:ext cx="9144003" cy="5143501"/>
            <a:chOff x="0" y="0"/>
            <a:chExt cx="9144003" cy="5143501"/>
          </a:xfrm>
        </p:grpSpPr>
        <p:pic>
          <p:nvPicPr>
            <p:cNvPr id="270" name="Google Shape;270;p27"/>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271" name="Google Shape;271;p27"/>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272" name="Google Shape;272;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3" name="Google Shape;273;p27"/>
          <p:cNvSpPr txBox="1">
            <a:spLocks noGrp="1"/>
          </p:cNvSpPr>
          <p:nvPr>
            <p:ph type="subTitle" idx="1"/>
          </p:nvPr>
        </p:nvSpPr>
        <p:spPr>
          <a:xfrm>
            <a:off x="4087437" y="1472325"/>
            <a:ext cx="3531000" cy="6702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4" name="Google Shape;274;p27"/>
          <p:cNvSpPr txBox="1">
            <a:spLocks noGrp="1"/>
          </p:cNvSpPr>
          <p:nvPr>
            <p:ph type="subTitle" idx="2"/>
          </p:nvPr>
        </p:nvSpPr>
        <p:spPr>
          <a:xfrm>
            <a:off x="4087437" y="2505289"/>
            <a:ext cx="3531000" cy="6675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5" name="Google Shape;275;p27"/>
          <p:cNvSpPr txBox="1">
            <a:spLocks noGrp="1"/>
          </p:cNvSpPr>
          <p:nvPr>
            <p:ph type="subTitle" idx="3"/>
          </p:nvPr>
        </p:nvSpPr>
        <p:spPr>
          <a:xfrm>
            <a:off x="4087437" y="3535553"/>
            <a:ext cx="3531000" cy="6675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6" name="Google Shape;276;p27"/>
          <p:cNvSpPr txBox="1">
            <a:spLocks noGrp="1"/>
          </p:cNvSpPr>
          <p:nvPr>
            <p:ph type="subTitle" idx="4"/>
          </p:nvPr>
        </p:nvSpPr>
        <p:spPr>
          <a:xfrm>
            <a:off x="2097372" y="1473675"/>
            <a:ext cx="18249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77" name="Google Shape;277;p27"/>
          <p:cNvSpPr txBox="1">
            <a:spLocks noGrp="1"/>
          </p:cNvSpPr>
          <p:nvPr>
            <p:ph type="subTitle" idx="5"/>
          </p:nvPr>
        </p:nvSpPr>
        <p:spPr>
          <a:xfrm>
            <a:off x="2097372" y="2504613"/>
            <a:ext cx="18249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78" name="Google Shape;278;p27"/>
          <p:cNvSpPr txBox="1">
            <a:spLocks noGrp="1"/>
          </p:cNvSpPr>
          <p:nvPr>
            <p:ph type="subTitle" idx="6"/>
          </p:nvPr>
        </p:nvSpPr>
        <p:spPr>
          <a:xfrm>
            <a:off x="2097372" y="3535550"/>
            <a:ext cx="18249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279" name="Google Shape;279;p27"/>
          <p:cNvPicPr preferRelativeResize="0"/>
          <p:nvPr/>
        </p:nvPicPr>
        <p:blipFill>
          <a:blip r:embed="rId4">
            <a:alphaModFix/>
          </a:blip>
          <a:stretch>
            <a:fillRect/>
          </a:stretch>
        </p:blipFill>
        <p:spPr>
          <a:xfrm rot="10542625" flipH="1">
            <a:off x="-859448" y="157194"/>
            <a:ext cx="1821026" cy="2575863"/>
          </a:xfrm>
          <a:prstGeom prst="rect">
            <a:avLst/>
          </a:prstGeom>
          <a:noFill/>
          <a:ln>
            <a:noFill/>
          </a:ln>
        </p:spPr>
      </p:pic>
      <p:pic>
        <p:nvPicPr>
          <p:cNvPr id="280" name="Google Shape;280;p27"/>
          <p:cNvPicPr preferRelativeResize="0"/>
          <p:nvPr/>
        </p:nvPicPr>
        <p:blipFill>
          <a:blip r:embed="rId5">
            <a:alphaModFix/>
          </a:blip>
          <a:stretch>
            <a:fillRect/>
          </a:stretch>
        </p:blipFill>
        <p:spPr>
          <a:xfrm rot="-7452708">
            <a:off x="8030107" y="3943235"/>
            <a:ext cx="1243584" cy="176609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81"/>
        <p:cNvGrpSpPr/>
        <p:nvPr/>
      </p:nvGrpSpPr>
      <p:grpSpPr>
        <a:xfrm>
          <a:off x="0" y="0"/>
          <a:ext cx="0" cy="0"/>
          <a:chOff x="0" y="0"/>
          <a:chExt cx="0" cy="0"/>
        </a:xfrm>
      </p:grpSpPr>
      <p:grpSp>
        <p:nvGrpSpPr>
          <p:cNvPr id="282" name="Google Shape;282;p28"/>
          <p:cNvGrpSpPr/>
          <p:nvPr/>
        </p:nvGrpSpPr>
        <p:grpSpPr>
          <a:xfrm>
            <a:off x="0" y="0"/>
            <a:ext cx="9144003" cy="5143501"/>
            <a:chOff x="0" y="0"/>
            <a:chExt cx="9144003" cy="5143501"/>
          </a:xfrm>
        </p:grpSpPr>
        <p:pic>
          <p:nvPicPr>
            <p:cNvPr id="283" name="Google Shape;283;p28"/>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284" name="Google Shape;284;p28"/>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285" name="Google Shape;285;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6" name="Google Shape;286;p28"/>
          <p:cNvSpPr txBox="1">
            <a:spLocks noGrp="1"/>
          </p:cNvSpPr>
          <p:nvPr>
            <p:ph type="subTitle" idx="1"/>
          </p:nvPr>
        </p:nvSpPr>
        <p:spPr>
          <a:xfrm>
            <a:off x="1928274" y="1986141"/>
            <a:ext cx="23208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7" name="Google Shape;287;p28"/>
          <p:cNvSpPr txBox="1">
            <a:spLocks noGrp="1"/>
          </p:cNvSpPr>
          <p:nvPr>
            <p:ph type="subTitle" idx="2"/>
          </p:nvPr>
        </p:nvSpPr>
        <p:spPr>
          <a:xfrm>
            <a:off x="5254556" y="1986141"/>
            <a:ext cx="23208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8" name="Google Shape;288;p28"/>
          <p:cNvSpPr txBox="1">
            <a:spLocks noGrp="1"/>
          </p:cNvSpPr>
          <p:nvPr>
            <p:ph type="subTitle" idx="3"/>
          </p:nvPr>
        </p:nvSpPr>
        <p:spPr>
          <a:xfrm>
            <a:off x="1928274" y="3476616"/>
            <a:ext cx="23208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9" name="Google Shape;289;p28"/>
          <p:cNvSpPr txBox="1">
            <a:spLocks noGrp="1"/>
          </p:cNvSpPr>
          <p:nvPr>
            <p:ph type="subTitle" idx="4"/>
          </p:nvPr>
        </p:nvSpPr>
        <p:spPr>
          <a:xfrm>
            <a:off x="5254556" y="3476616"/>
            <a:ext cx="23208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0" name="Google Shape;290;p28"/>
          <p:cNvSpPr txBox="1">
            <a:spLocks noGrp="1"/>
          </p:cNvSpPr>
          <p:nvPr>
            <p:ph type="subTitle" idx="5"/>
          </p:nvPr>
        </p:nvSpPr>
        <p:spPr>
          <a:xfrm>
            <a:off x="1928274" y="1642100"/>
            <a:ext cx="23208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91" name="Google Shape;291;p28"/>
          <p:cNvSpPr txBox="1">
            <a:spLocks noGrp="1"/>
          </p:cNvSpPr>
          <p:nvPr>
            <p:ph type="subTitle" idx="6"/>
          </p:nvPr>
        </p:nvSpPr>
        <p:spPr>
          <a:xfrm>
            <a:off x="1928274" y="3132675"/>
            <a:ext cx="23208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92" name="Google Shape;292;p28"/>
          <p:cNvSpPr txBox="1">
            <a:spLocks noGrp="1"/>
          </p:cNvSpPr>
          <p:nvPr>
            <p:ph type="subTitle" idx="7"/>
          </p:nvPr>
        </p:nvSpPr>
        <p:spPr>
          <a:xfrm>
            <a:off x="5254552" y="1642100"/>
            <a:ext cx="23208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93" name="Google Shape;293;p28"/>
          <p:cNvSpPr txBox="1">
            <a:spLocks noGrp="1"/>
          </p:cNvSpPr>
          <p:nvPr>
            <p:ph type="subTitle" idx="8"/>
          </p:nvPr>
        </p:nvSpPr>
        <p:spPr>
          <a:xfrm>
            <a:off x="5254552" y="3132675"/>
            <a:ext cx="2320800" cy="5055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294" name="Google Shape;294;p28"/>
          <p:cNvPicPr preferRelativeResize="0"/>
          <p:nvPr/>
        </p:nvPicPr>
        <p:blipFill>
          <a:blip r:embed="rId4">
            <a:alphaModFix/>
          </a:blip>
          <a:stretch>
            <a:fillRect/>
          </a:stretch>
        </p:blipFill>
        <p:spPr>
          <a:xfrm rot="-6053751" flipH="1">
            <a:off x="8636808" y="1529792"/>
            <a:ext cx="1360113" cy="1923865"/>
          </a:xfrm>
          <a:prstGeom prst="rect">
            <a:avLst/>
          </a:prstGeom>
          <a:noFill/>
          <a:ln>
            <a:noFill/>
          </a:ln>
        </p:spPr>
      </p:pic>
      <p:pic>
        <p:nvPicPr>
          <p:cNvPr id="295" name="Google Shape;295;p28"/>
          <p:cNvPicPr preferRelativeResize="0"/>
          <p:nvPr/>
        </p:nvPicPr>
        <p:blipFill rotWithShape="1">
          <a:blip r:embed="rId5">
            <a:alphaModFix/>
          </a:blip>
          <a:srcRect l="11789" t="13425" r="14065" b="9151"/>
          <a:stretch/>
        </p:blipFill>
        <p:spPr>
          <a:xfrm rot="-5932787">
            <a:off x="-357844" y="3199313"/>
            <a:ext cx="1088857" cy="1608124"/>
          </a:xfrm>
          <a:prstGeom prst="rect">
            <a:avLst/>
          </a:prstGeom>
          <a:noFill/>
          <a:ln>
            <a:noFill/>
          </a:ln>
        </p:spPr>
      </p:pic>
      <p:pic>
        <p:nvPicPr>
          <p:cNvPr id="296" name="Google Shape;296;p28"/>
          <p:cNvPicPr preferRelativeResize="0"/>
          <p:nvPr/>
        </p:nvPicPr>
        <p:blipFill>
          <a:blip r:embed="rId6">
            <a:alphaModFix/>
          </a:blip>
          <a:stretch>
            <a:fillRect/>
          </a:stretch>
        </p:blipFill>
        <p:spPr>
          <a:xfrm rot="-5400000" flipH="1">
            <a:off x="8501360" y="544144"/>
            <a:ext cx="1243175" cy="1758449"/>
          </a:xfrm>
          <a:prstGeom prst="rect">
            <a:avLst/>
          </a:prstGeom>
          <a:noFill/>
          <a:ln>
            <a:noFill/>
          </a:ln>
        </p:spPr>
      </p:pic>
      <p:pic>
        <p:nvPicPr>
          <p:cNvPr id="297" name="Google Shape;297;p28"/>
          <p:cNvPicPr preferRelativeResize="0"/>
          <p:nvPr/>
        </p:nvPicPr>
        <p:blipFill>
          <a:blip r:embed="rId7">
            <a:alphaModFix/>
          </a:blip>
          <a:stretch>
            <a:fillRect/>
          </a:stretch>
        </p:blipFill>
        <p:spPr>
          <a:xfrm rot="-329895" flipH="1">
            <a:off x="-166436" y="3817024"/>
            <a:ext cx="1112724" cy="157395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five columns">
  <p:cSld name="CUSTOM_5_1">
    <p:spTree>
      <p:nvGrpSpPr>
        <p:cNvPr id="1" name="Shape 298"/>
        <p:cNvGrpSpPr/>
        <p:nvPr/>
      </p:nvGrpSpPr>
      <p:grpSpPr>
        <a:xfrm>
          <a:off x="0" y="0"/>
          <a:ext cx="0" cy="0"/>
          <a:chOff x="0" y="0"/>
          <a:chExt cx="0" cy="0"/>
        </a:xfrm>
      </p:grpSpPr>
      <p:grpSp>
        <p:nvGrpSpPr>
          <p:cNvPr id="299" name="Google Shape;299;p29"/>
          <p:cNvGrpSpPr/>
          <p:nvPr/>
        </p:nvGrpSpPr>
        <p:grpSpPr>
          <a:xfrm>
            <a:off x="0" y="0"/>
            <a:ext cx="9144003" cy="5143501"/>
            <a:chOff x="0" y="0"/>
            <a:chExt cx="9144003" cy="5143501"/>
          </a:xfrm>
        </p:grpSpPr>
        <p:pic>
          <p:nvPicPr>
            <p:cNvPr id="300" name="Google Shape;300;p29"/>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301" name="Google Shape;301;p29"/>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302" name="Google Shape;302;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3" name="Google Shape;303;p29"/>
          <p:cNvSpPr txBox="1">
            <a:spLocks noGrp="1"/>
          </p:cNvSpPr>
          <p:nvPr>
            <p:ph type="subTitle" idx="1"/>
          </p:nvPr>
        </p:nvSpPr>
        <p:spPr>
          <a:xfrm>
            <a:off x="829848" y="1997818"/>
            <a:ext cx="21762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4" name="Google Shape;304;p29"/>
          <p:cNvSpPr txBox="1">
            <a:spLocks noGrp="1"/>
          </p:cNvSpPr>
          <p:nvPr>
            <p:ph type="subTitle" idx="2"/>
          </p:nvPr>
        </p:nvSpPr>
        <p:spPr>
          <a:xfrm>
            <a:off x="3484950" y="1997818"/>
            <a:ext cx="21762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5" name="Google Shape;305;p29"/>
          <p:cNvSpPr txBox="1">
            <a:spLocks noGrp="1"/>
          </p:cNvSpPr>
          <p:nvPr>
            <p:ph type="subTitle" idx="3"/>
          </p:nvPr>
        </p:nvSpPr>
        <p:spPr>
          <a:xfrm>
            <a:off x="2157399" y="3458299"/>
            <a:ext cx="21762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6" name="Google Shape;306;p29"/>
          <p:cNvSpPr txBox="1">
            <a:spLocks noGrp="1"/>
          </p:cNvSpPr>
          <p:nvPr>
            <p:ph type="subTitle" idx="4"/>
          </p:nvPr>
        </p:nvSpPr>
        <p:spPr>
          <a:xfrm>
            <a:off x="4812501" y="3458299"/>
            <a:ext cx="21741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7" name="Google Shape;307;p29"/>
          <p:cNvSpPr txBox="1">
            <a:spLocks noGrp="1"/>
          </p:cNvSpPr>
          <p:nvPr>
            <p:ph type="subTitle" idx="5"/>
          </p:nvPr>
        </p:nvSpPr>
        <p:spPr>
          <a:xfrm>
            <a:off x="829848" y="1672144"/>
            <a:ext cx="2176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08" name="Google Shape;308;p29"/>
          <p:cNvSpPr txBox="1">
            <a:spLocks noGrp="1"/>
          </p:cNvSpPr>
          <p:nvPr>
            <p:ph type="subTitle" idx="6"/>
          </p:nvPr>
        </p:nvSpPr>
        <p:spPr>
          <a:xfrm>
            <a:off x="2159776" y="3132675"/>
            <a:ext cx="2176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09" name="Google Shape;309;p29"/>
          <p:cNvSpPr txBox="1">
            <a:spLocks noGrp="1"/>
          </p:cNvSpPr>
          <p:nvPr>
            <p:ph type="subTitle" idx="7"/>
          </p:nvPr>
        </p:nvSpPr>
        <p:spPr>
          <a:xfrm>
            <a:off x="3483898" y="1672144"/>
            <a:ext cx="2176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0" name="Google Shape;310;p29"/>
          <p:cNvSpPr txBox="1">
            <a:spLocks noGrp="1"/>
          </p:cNvSpPr>
          <p:nvPr>
            <p:ph type="subTitle" idx="8"/>
          </p:nvPr>
        </p:nvSpPr>
        <p:spPr>
          <a:xfrm>
            <a:off x="4810124" y="3132675"/>
            <a:ext cx="21741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11" name="Google Shape;311;p29"/>
          <p:cNvSpPr txBox="1">
            <a:spLocks noGrp="1"/>
          </p:cNvSpPr>
          <p:nvPr>
            <p:ph type="subTitle" idx="9"/>
          </p:nvPr>
        </p:nvSpPr>
        <p:spPr>
          <a:xfrm>
            <a:off x="6137952" y="1997818"/>
            <a:ext cx="2176200" cy="66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312" name="Google Shape;312;p29"/>
          <p:cNvPicPr preferRelativeResize="0"/>
          <p:nvPr/>
        </p:nvPicPr>
        <p:blipFill rotWithShape="1">
          <a:blip r:embed="rId4">
            <a:alphaModFix/>
          </a:blip>
          <a:srcRect l="11789" t="13425" r="14065" b="9151"/>
          <a:stretch/>
        </p:blipFill>
        <p:spPr>
          <a:xfrm rot="-5219657">
            <a:off x="-244075" y="-624247"/>
            <a:ext cx="911681" cy="1346473"/>
          </a:xfrm>
          <a:prstGeom prst="rect">
            <a:avLst/>
          </a:prstGeom>
          <a:noFill/>
          <a:ln>
            <a:noFill/>
          </a:ln>
        </p:spPr>
      </p:pic>
      <p:pic>
        <p:nvPicPr>
          <p:cNvPr id="313" name="Google Shape;313;p29"/>
          <p:cNvPicPr preferRelativeResize="0"/>
          <p:nvPr/>
        </p:nvPicPr>
        <p:blipFill rotWithShape="1">
          <a:blip r:embed="rId5">
            <a:alphaModFix/>
          </a:blip>
          <a:srcRect t="25194" b="19163"/>
          <a:stretch/>
        </p:blipFill>
        <p:spPr>
          <a:xfrm rot="-1007928" flipH="1">
            <a:off x="7263244" y="3145026"/>
            <a:ext cx="3019976" cy="2376837"/>
          </a:xfrm>
          <a:prstGeom prst="rect">
            <a:avLst/>
          </a:prstGeom>
          <a:noFill/>
          <a:ln>
            <a:noFill/>
          </a:ln>
        </p:spPr>
      </p:pic>
      <p:sp>
        <p:nvSpPr>
          <p:cNvPr id="314" name="Google Shape;314;p29"/>
          <p:cNvSpPr txBox="1">
            <a:spLocks noGrp="1"/>
          </p:cNvSpPr>
          <p:nvPr>
            <p:ph type="subTitle" idx="13"/>
          </p:nvPr>
        </p:nvSpPr>
        <p:spPr>
          <a:xfrm>
            <a:off x="6137948" y="1672144"/>
            <a:ext cx="2176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315" name="Google Shape;315;p29"/>
          <p:cNvPicPr preferRelativeResize="0"/>
          <p:nvPr/>
        </p:nvPicPr>
        <p:blipFill>
          <a:blip r:embed="rId6">
            <a:alphaModFix/>
          </a:blip>
          <a:stretch>
            <a:fillRect/>
          </a:stretch>
        </p:blipFill>
        <p:spPr>
          <a:xfrm rot="-5400000">
            <a:off x="8549250" y="2389001"/>
            <a:ext cx="1134399" cy="1604599"/>
          </a:xfrm>
          <a:prstGeom prst="rect">
            <a:avLst/>
          </a:prstGeom>
          <a:noFill/>
          <a:ln>
            <a:noFill/>
          </a:ln>
        </p:spPr>
      </p:pic>
      <p:pic>
        <p:nvPicPr>
          <p:cNvPr id="316" name="Google Shape;316;p29"/>
          <p:cNvPicPr preferRelativeResize="0"/>
          <p:nvPr/>
        </p:nvPicPr>
        <p:blipFill>
          <a:blip r:embed="rId7">
            <a:alphaModFix/>
          </a:blip>
          <a:stretch>
            <a:fillRect/>
          </a:stretch>
        </p:blipFill>
        <p:spPr>
          <a:xfrm rot="-5400000" flipH="1">
            <a:off x="-670965" y="760094"/>
            <a:ext cx="1243175" cy="1758449"/>
          </a:xfrm>
          <a:prstGeom prst="rect">
            <a:avLst/>
          </a:prstGeom>
          <a:noFill/>
          <a:ln>
            <a:noFill/>
          </a:ln>
        </p:spPr>
      </p:pic>
      <p:pic>
        <p:nvPicPr>
          <p:cNvPr id="317" name="Google Shape;317;p29"/>
          <p:cNvPicPr preferRelativeResize="0"/>
          <p:nvPr/>
        </p:nvPicPr>
        <p:blipFill>
          <a:blip r:embed="rId8">
            <a:alphaModFix/>
          </a:blip>
          <a:stretch>
            <a:fillRect/>
          </a:stretch>
        </p:blipFill>
        <p:spPr>
          <a:xfrm rot="7540067">
            <a:off x="-598138" y="55209"/>
            <a:ext cx="1167434" cy="165138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318"/>
        <p:cNvGrpSpPr/>
        <p:nvPr/>
      </p:nvGrpSpPr>
      <p:grpSpPr>
        <a:xfrm>
          <a:off x="0" y="0"/>
          <a:ext cx="0" cy="0"/>
          <a:chOff x="0" y="0"/>
          <a:chExt cx="0" cy="0"/>
        </a:xfrm>
      </p:grpSpPr>
      <p:grpSp>
        <p:nvGrpSpPr>
          <p:cNvPr id="319" name="Google Shape;319;p30"/>
          <p:cNvGrpSpPr/>
          <p:nvPr/>
        </p:nvGrpSpPr>
        <p:grpSpPr>
          <a:xfrm>
            <a:off x="0" y="0"/>
            <a:ext cx="9144003" cy="5143501"/>
            <a:chOff x="0" y="0"/>
            <a:chExt cx="9144003" cy="5143501"/>
          </a:xfrm>
        </p:grpSpPr>
        <p:pic>
          <p:nvPicPr>
            <p:cNvPr id="320" name="Google Shape;320;p30"/>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321" name="Google Shape;321;p30"/>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322" name="Google Shape;322;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23" name="Google Shape;323;p30"/>
          <p:cNvSpPr txBox="1">
            <a:spLocks noGrp="1"/>
          </p:cNvSpPr>
          <p:nvPr>
            <p:ph type="subTitle" idx="1"/>
          </p:nvPr>
        </p:nvSpPr>
        <p:spPr>
          <a:xfrm>
            <a:off x="947975" y="2149207"/>
            <a:ext cx="21975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4" name="Google Shape;324;p30"/>
          <p:cNvSpPr txBox="1">
            <a:spLocks noGrp="1"/>
          </p:cNvSpPr>
          <p:nvPr>
            <p:ph type="subTitle" idx="2"/>
          </p:nvPr>
        </p:nvSpPr>
        <p:spPr>
          <a:xfrm>
            <a:off x="3474750" y="2149207"/>
            <a:ext cx="21945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5" name="Google Shape;325;p30"/>
          <p:cNvSpPr txBox="1">
            <a:spLocks noGrp="1"/>
          </p:cNvSpPr>
          <p:nvPr>
            <p:ph type="subTitle" idx="3"/>
          </p:nvPr>
        </p:nvSpPr>
        <p:spPr>
          <a:xfrm>
            <a:off x="947975" y="3579427"/>
            <a:ext cx="21975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6" name="Google Shape;326;p30"/>
          <p:cNvSpPr txBox="1">
            <a:spLocks noGrp="1"/>
          </p:cNvSpPr>
          <p:nvPr>
            <p:ph type="subTitle" idx="4"/>
          </p:nvPr>
        </p:nvSpPr>
        <p:spPr>
          <a:xfrm>
            <a:off x="3474750" y="3579427"/>
            <a:ext cx="21945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7" name="Google Shape;327;p30"/>
          <p:cNvSpPr txBox="1">
            <a:spLocks noGrp="1"/>
          </p:cNvSpPr>
          <p:nvPr>
            <p:ph type="subTitle" idx="5"/>
          </p:nvPr>
        </p:nvSpPr>
        <p:spPr>
          <a:xfrm>
            <a:off x="5998525" y="2149207"/>
            <a:ext cx="21975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8" name="Google Shape;328;p30"/>
          <p:cNvSpPr txBox="1">
            <a:spLocks noGrp="1"/>
          </p:cNvSpPr>
          <p:nvPr>
            <p:ph type="subTitle" idx="6"/>
          </p:nvPr>
        </p:nvSpPr>
        <p:spPr>
          <a:xfrm>
            <a:off x="5998525" y="3579427"/>
            <a:ext cx="21975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9" name="Google Shape;329;p30"/>
          <p:cNvSpPr txBox="1">
            <a:spLocks noGrp="1"/>
          </p:cNvSpPr>
          <p:nvPr>
            <p:ph type="subTitle" idx="7"/>
          </p:nvPr>
        </p:nvSpPr>
        <p:spPr>
          <a:xfrm>
            <a:off x="952290" y="1827325"/>
            <a:ext cx="21891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30" name="Google Shape;330;p30"/>
          <p:cNvSpPr txBox="1">
            <a:spLocks noGrp="1"/>
          </p:cNvSpPr>
          <p:nvPr>
            <p:ph type="subTitle" idx="8"/>
          </p:nvPr>
        </p:nvSpPr>
        <p:spPr>
          <a:xfrm>
            <a:off x="3479215" y="1827325"/>
            <a:ext cx="21858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31" name="Google Shape;331;p30"/>
          <p:cNvSpPr txBox="1">
            <a:spLocks noGrp="1"/>
          </p:cNvSpPr>
          <p:nvPr>
            <p:ph type="subTitle" idx="9"/>
          </p:nvPr>
        </p:nvSpPr>
        <p:spPr>
          <a:xfrm>
            <a:off x="6002841" y="1827325"/>
            <a:ext cx="21888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32" name="Google Shape;332;p30"/>
          <p:cNvSpPr txBox="1">
            <a:spLocks noGrp="1"/>
          </p:cNvSpPr>
          <p:nvPr>
            <p:ph type="subTitle" idx="13"/>
          </p:nvPr>
        </p:nvSpPr>
        <p:spPr>
          <a:xfrm>
            <a:off x="952290" y="3257521"/>
            <a:ext cx="21891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33" name="Google Shape;333;p30"/>
          <p:cNvSpPr txBox="1">
            <a:spLocks noGrp="1"/>
          </p:cNvSpPr>
          <p:nvPr>
            <p:ph type="subTitle" idx="14"/>
          </p:nvPr>
        </p:nvSpPr>
        <p:spPr>
          <a:xfrm>
            <a:off x="3479215" y="3257521"/>
            <a:ext cx="21858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34" name="Google Shape;334;p30"/>
          <p:cNvSpPr txBox="1">
            <a:spLocks noGrp="1"/>
          </p:cNvSpPr>
          <p:nvPr>
            <p:ph type="subTitle" idx="15"/>
          </p:nvPr>
        </p:nvSpPr>
        <p:spPr>
          <a:xfrm>
            <a:off x="6002841" y="3257521"/>
            <a:ext cx="21888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335" name="Google Shape;335;p30"/>
          <p:cNvPicPr preferRelativeResize="0"/>
          <p:nvPr/>
        </p:nvPicPr>
        <p:blipFill rotWithShape="1">
          <a:blip r:embed="rId4">
            <a:alphaModFix/>
          </a:blip>
          <a:srcRect t="22725" b="7563"/>
          <a:stretch/>
        </p:blipFill>
        <p:spPr>
          <a:xfrm rot="1578872">
            <a:off x="-702000" y="-586175"/>
            <a:ext cx="1746073" cy="1721825"/>
          </a:xfrm>
          <a:prstGeom prst="rect">
            <a:avLst/>
          </a:prstGeom>
          <a:noFill/>
          <a:ln>
            <a:noFill/>
          </a:ln>
        </p:spPr>
      </p:pic>
      <p:pic>
        <p:nvPicPr>
          <p:cNvPr id="336" name="Google Shape;336;p30"/>
          <p:cNvPicPr preferRelativeResize="0"/>
          <p:nvPr/>
        </p:nvPicPr>
        <p:blipFill rotWithShape="1">
          <a:blip r:embed="rId5">
            <a:alphaModFix/>
          </a:blip>
          <a:srcRect t="15399" b="10919"/>
          <a:stretch/>
        </p:blipFill>
        <p:spPr>
          <a:xfrm>
            <a:off x="8196020" y="3916080"/>
            <a:ext cx="1273500" cy="1327292"/>
          </a:xfrm>
          <a:prstGeom prst="rect">
            <a:avLst/>
          </a:prstGeom>
          <a:noFill/>
          <a:ln>
            <a:noFill/>
          </a:ln>
        </p:spPr>
      </p:pic>
      <p:pic>
        <p:nvPicPr>
          <p:cNvPr id="337" name="Google Shape;337;p30"/>
          <p:cNvPicPr preferRelativeResize="0"/>
          <p:nvPr/>
        </p:nvPicPr>
        <p:blipFill>
          <a:blip r:embed="rId6">
            <a:alphaModFix/>
          </a:blip>
          <a:stretch>
            <a:fillRect/>
          </a:stretch>
        </p:blipFill>
        <p:spPr>
          <a:xfrm>
            <a:off x="8525300" y="2784601"/>
            <a:ext cx="1134399" cy="1604599"/>
          </a:xfrm>
          <a:prstGeom prst="rect">
            <a:avLst/>
          </a:prstGeom>
          <a:noFill/>
          <a:ln>
            <a:noFill/>
          </a:ln>
        </p:spPr>
      </p:pic>
      <p:pic>
        <p:nvPicPr>
          <p:cNvPr id="338" name="Google Shape;338;p30"/>
          <p:cNvPicPr preferRelativeResize="0"/>
          <p:nvPr/>
        </p:nvPicPr>
        <p:blipFill>
          <a:blip r:embed="rId7">
            <a:alphaModFix/>
          </a:blip>
          <a:stretch>
            <a:fillRect/>
          </a:stretch>
        </p:blipFill>
        <p:spPr>
          <a:xfrm rot="-5400000" flipH="1">
            <a:off x="-548515" y="424319"/>
            <a:ext cx="1243175" cy="175844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339"/>
        <p:cNvGrpSpPr/>
        <p:nvPr/>
      </p:nvGrpSpPr>
      <p:grpSpPr>
        <a:xfrm>
          <a:off x="0" y="0"/>
          <a:ext cx="0" cy="0"/>
          <a:chOff x="0" y="0"/>
          <a:chExt cx="0" cy="0"/>
        </a:xfrm>
      </p:grpSpPr>
      <p:grpSp>
        <p:nvGrpSpPr>
          <p:cNvPr id="340" name="Google Shape;340;p31"/>
          <p:cNvGrpSpPr/>
          <p:nvPr/>
        </p:nvGrpSpPr>
        <p:grpSpPr>
          <a:xfrm>
            <a:off x="0" y="0"/>
            <a:ext cx="9144003" cy="5143501"/>
            <a:chOff x="0" y="0"/>
            <a:chExt cx="9144003" cy="5143501"/>
          </a:xfrm>
        </p:grpSpPr>
        <p:pic>
          <p:nvPicPr>
            <p:cNvPr id="341" name="Google Shape;341;p31"/>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342" name="Google Shape;342;p31"/>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343" name="Google Shape;343;p31"/>
          <p:cNvSpPr txBox="1">
            <a:spLocks noGrp="1"/>
          </p:cNvSpPr>
          <p:nvPr>
            <p:ph type="title" hasCustomPrompt="1"/>
          </p:nvPr>
        </p:nvSpPr>
        <p:spPr>
          <a:xfrm>
            <a:off x="713225" y="611505"/>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50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44" name="Google Shape;344;p31"/>
          <p:cNvSpPr txBox="1">
            <a:spLocks noGrp="1"/>
          </p:cNvSpPr>
          <p:nvPr>
            <p:ph type="subTitle" idx="1"/>
          </p:nvPr>
        </p:nvSpPr>
        <p:spPr>
          <a:xfrm>
            <a:off x="713225" y="1291562"/>
            <a:ext cx="4696800" cy="46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Font typeface="PT Sans"/>
              <a:buNone/>
              <a:defRPr sz="18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45" name="Google Shape;345;p31"/>
          <p:cNvSpPr txBox="1">
            <a:spLocks noGrp="1"/>
          </p:cNvSpPr>
          <p:nvPr>
            <p:ph type="title" idx="2" hasCustomPrompt="1"/>
          </p:nvPr>
        </p:nvSpPr>
        <p:spPr>
          <a:xfrm>
            <a:off x="2223600" y="1998024"/>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50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46" name="Google Shape;346;p31"/>
          <p:cNvSpPr txBox="1">
            <a:spLocks noGrp="1"/>
          </p:cNvSpPr>
          <p:nvPr>
            <p:ph type="subTitle" idx="3"/>
          </p:nvPr>
        </p:nvSpPr>
        <p:spPr>
          <a:xfrm>
            <a:off x="2223600" y="2678079"/>
            <a:ext cx="4696800" cy="466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Font typeface="PT Sans"/>
              <a:buNone/>
              <a:defRPr sz="18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47" name="Google Shape;347;p31"/>
          <p:cNvSpPr txBox="1">
            <a:spLocks noGrp="1"/>
          </p:cNvSpPr>
          <p:nvPr>
            <p:ph type="title" idx="4" hasCustomPrompt="1"/>
          </p:nvPr>
        </p:nvSpPr>
        <p:spPr>
          <a:xfrm>
            <a:off x="3733975" y="3384542"/>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50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48" name="Google Shape;348;p31"/>
          <p:cNvSpPr txBox="1">
            <a:spLocks noGrp="1"/>
          </p:cNvSpPr>
          <p:nvPr>
            <p:ph type="subTitle" idx="5"/>
          </p:nvPr>
        </p:nvSpPr>
        <p:spPr>
          <a:xfrm>
            <a:off x="3733975" y="4064595"/>
            <a:ext cx="4696800" cy="467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2400"/>
              <a:buFont typeface="PT Sans"/>
              <a:buNone/>
              <a:defRPr sz="18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pic>
        <p:nvPicPr>
          <p:cNvPr id="349" name="Google Shape;349;p31"/>
          <p:cNvPicPr preferRelativeResize="0"/>
          <p:nvPr/>
        </p:nvPicPr>
        <p:blipFill>
          <a:blip r:embed="rId4">
            <a:alphaModFix/>
          </a:blip>
          <a:stretch>
            <a:fillRect/>
          </a:stretch>
        </p:blipFill>
        <p:spPr>
          <a:xfrm rot="-631636" flipH="1">
            <a:off x="7952873" y="-446168"/>
            <a:ext cx="1919616" cy="2715283"/>
          </a:xfrm>
          <a:prstGeom prst="rect">
            <a:avLst/>
          </a:prstGeom>
          <a:noFill/>
          <a:ln>
            <a:noFill/>
          </a:ln>
        </p:spPr>
      </p:pic>
      <p:pic>
        <p:nvPicPr>
          <p:cNvPr id="350" name="Google Shape;350;p31"/>
          <p:cNvPicPr preferRelativeResize="0"/>
          <p:nvPr/>
        </p:nvPicPr>
        <p:blipFill>
          <a:blip r:embed="rId5">
            <a:alphaModFix/>
          </a:blip>
          <a:stretch>
            <a:fillRect/>
          </a:stretch>
        </p:blipFill>
        <p:spPr>
          <a:xfrm rot="5399995">
            <a:off x="7175463" y="512462"/>
            <a:ext cx="1495914" cy="2115945"/>
          </a:xfrm>
          <a:prstGeom prst="rect">
            <a:avLst/>
          </a:prstGeom>
          <a:noFill/>
          <a:ln>
            <a:noFill/>
          </a:ln>
        </p:spPr>
      </p:pic>
      <p:pic>
        <p:nvPicPr>
          <p:cNvPr id="351" name="Google Shape;351;p31"/>
          <p:cNvPicPr preferRelativeResize="0"/>
          <p:nvPr/>
        </p:nvPicPr>
        <p:blipFill>
          <a:blip r:embed="rId6">
            <a:alphaModFix/>
          </a:blip>
          <a:stretch>
            <a:fillRect/>
          </a:stretch>
        </p:blipFill>
        <p:spPr>
          <a:xfrm rot="-5400000">
            <a:off x="-417350" y="2186526"/>
            <a:ext cx="1134399" cy="1604599"/>
          </a:xfrm>
          <a:prstGeom prst="rect">
            <a:avLst/>
          </a:prstGeom>
          <a:noFill/>
          <a:ln>
            <a:noFill/>
          </a:ln>
        </p:spPr>
      </p:pic>
      <p:pic>
        <p:nvPicPr>
          <p:cNvPr id="352" name="Google Shape;352;p31"/>
          <p:cNvPicPr preferRelativeResize="0"/>
          <p:nvPr/>
        </p:nvPicPr>
        <p:blipFill>
          <a:blip r:embed="rId7">
            <a:alphaModFix/>
          </a:blip>
          <a:stretch>
            <a:fillRect/>
          </a:stretch>
        </p:blipFill>
        <p:spPr>
          <a:xfrm rot="-5400000" flipH="1">
            <a:off x="405110" y="3298394"/>
            <a:ext cx="1243175" cy="1758449"/>
          </a:xfrm>
          <a:prstGeom prst="rect">
            <a:avLst/>
          </a:prstGeom>
          <a:noFill/>
          <a:ln>
            <a:noFill/>
          </a:ln>
        </p:spPr>
      </p:pic>
      <p:pic>
        <p:nvPicPr>
          <p:cNvPr id="353" name="Google Shape;353;p31"/>
          <p:cNvPicPr preferRelativeResize="0"/>
          <p:nvPr/>
        </p:nvPicPr>
        <p:blipFill rotWithShape="1">
          <a:blip r:embed="rId8">
            <a:alphaModFix/>
          </a:blip>
          <a:srcRect t="15399" b="10919"/>
          <a:stretch/>
        </p:blipFill>
        <p:spPr>
          <a:xfrm>
            <a:off x="-206104" y="2981609"/>
            <a:ext cx="1510950" cy="157477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354"/>
        <p:cNvGrpSpPr/>
        <p:nvPr/>
      </p:nvGrpSpPr>
      <p:grpSpPr>
        <a:xfrm>
          <a:off x="0" y="0"/>
          <a:ext cx="0" cy="0"/>
          <a:chOff x="0" y="0"/>
          <a:chExt cx="0" cy="0"/>
        </a:xfrm>
      </p:grpSpPr>
      <p:grpSp>
        <p:nvGrpSpPr>
          <p:cNvPr id="355" name="Google Shape;355;p32"/>
          <p:cNvGrpSpPr/>
          <p:nvPr/>
        </p:nvGrpSpPr>
        <p:grpSpPr>
          <a:xfrm>
            <a:off x="0" y="0"/>
            <a:ext cx="9144003" cy="5143501"/>
            <a:chOff x="0" y="0"/>
            <a:chExt cx="9144003" cy="5143501"/>
          </a:xfrm>
        </p:grpSpPr>
        <p:pic>
          <p:nvPicPr>
            <p:cNvPr id="356" name="Google Shape;356;p32"/>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357" name="Google Shape;357;p32"/>
            <p:cNvPicPr preferRelativeResize="0"/>
            <p:nvPr/>
          </p:nvPicPr>
          <p:blipFill>
            <a:blip r:embed="rId3">
              <a:alphaModFix amt="85000"/>
            </a:blip>
            <a:stretch>
              <a:fillRect/>
            </a:stretch>
          </p:blipFill>
          <p:spPr>
            <a:xfrm>
              <a:off x="1" y="1"/>
              <a:ext cx="9144000" cy="5143500"/>
            </a:xfrm>
            <a:prstGeom prst="rect">
              <a:avLst/>
            </a:prstGeom>
            <a:noFill/>
            <a:ln>
              <a:noFill/>
            </a:ln>
          </p:spPr>
        </p:pic>
      </p:grpSp>
      <p:sp>
        <p:nvSpPr>
          <p:cNvPr id="358" name="Google Shape;358;p32"/>
          <p:cNvSpPr txBox="1">
            <a:spLocks noGrp="1"/>
          </p:cNvSpPr>
          <p:nvPr>
            <p:ph type="title" hasCustomPrompt="1"/>
          </p:nvPr>
        </p:nvSpPr>
        <p:spPr>
          <a:xfrm>
            <a:off x="1509100" y="1371875"/>
            <a:ext cx="10320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59" name="Google Shape;359;p32"/>
          <p:cNvSpPr txBox="1">
            <a:spLocks noGrp="1"/>
          </p:cNvSpPr>
          <p:nvPr>
            <p:ph type="subTitle" idx="1"/>
          </p:nvPr>
        </p:nvSpPr>
        <p:spPr>
          <a:xfrm>
            <a:off x="1193500" y="3614141"/>
            <a:ext cx="1663200" cy="75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360" name="Google Shape;360;p32"/>
          <p:cNvSpPr txBox="1">
            <a:spLocks noGrp="1"/>
          </p:cNvSpPr>
          <p:nvPr>
            <p:ph type="subTitle" idx="2"/>
          </p:nvPr>
        </p:nvSpPr>
        <p:spPr>
          <a:xfrm>
            <a:off x="1193500" y="3278675"/>
            <a:ext cx="1663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61" name="Google Shape;361;p32"/>
          <p:cNvSpPr txBox="1">
            <a:spLocks noGrp="1"/>
          </p:cNvSpPr>
          <p:nvPr>
            <p:ph type="title" idx="3" hasCustomPrompt="1"/>
          </p:nvPr>
        </p:nvSpPr>
        <p:spPr>
          <a:xfrm>
            <a:off x="4055100" y="1371875"/>
            <a:ext cx="10332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solidFill>
                  <a:schemeClr val="lt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62" name="Google Shape;362;p32"/>
          <p:cNvSpPr txBox="1">
            <a:spLocks noGrp="1"/>
          </p:cNvSpPr>
          <p:nvPr>
            <p:ph type="subTitle" idx="4"/>
          </p:nvPr>
        </p:nvSpPr>
        <p:spPr>
          <a:xfrm>
            <a:off x="3740400" y="3614141"/>
            <a:ext cx="1663200" cy="75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363" name="Google Shape;363;p32"/>
          <p:cNvSpPr txBox="1">
            <a:spLocks noGrp="1"/>
          </p:cNvSpPr>
          <p:nvPr>
            <p:ph type="subTitle" idx="5"/>
          </p:nvPr>
        </p:nvSpPr>
        <p:spPr>
          <a:xfrm>
            <a:off x="3740400" y="3278675"/>
            <a:ext cx="1663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64" name="Google Shape;364;p32"/>
          <p:cNvSpPr txBox="1">
            <a:spLocks noGrp="1"/>
          </p:cNvSpPr>
          <p:nvPr>
            <p:ph type="title" idx="6" hasCustomPrompt="1"/>
          </p:nvPr>
        </p:nvSpPr>
        <p:spPr>
          <a:xfrm>
            <a:off x="6602300" y="1371875"/>
            <a:ext cx="1033200" cy="406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65" name="Google Shape;365;p32"/>
          <p:cNvSpPr txBox="1">
            <a:spLocks noGrp="1"/>
          </p:cNvSpPr>
          <p:nvPr>
            <p:ph type="subTitle" idx="7"/>
          </p:nvPr>
        </p:nvSpPr>
        <p:spPr>
          <a:xfrm>
            <a:off x="6287300" y="3614141"/>
            <a:ext cx="1663200" cy="75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Font typeface="PT Sans"/>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366" name="Google Shape;366;p32"/>
          <p:cNvSpPr txBox="1">
            <a:spLocks noGrp="1"/>
          </p:cNvSpPr>
          <p:nvPr>
            <p:ph type="subTitle" idx="8"/>
          </p:nvPr>
        </p:nvSpPr>
        <p:spPr>
          <a:xfrm>
            <a:off x="6287300" y="3278675"/>
            <a:ext cx="1663200" cy="505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a:buNone/>
              <a:defRPr sz="2100" b="1">
                <a:solidFill>
                  <a:schemeClr val="dk1"/>
                </a:solidFill>
                <a:latin typeface="Song Myung"/>
                <a:ea typeface="Song Myung"/>
                <a:cs typeface="Song Myung"/>
                <a:sym typeface="Song Myung"/>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67" name="Google Shape;367;p32"/>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368" name="Google Shape;368;p32"/>
          <p:cNvPicPr preferRelativeResize="0"/>
          <p:nvPr/>
        </p:nvPicPr>
        <p:blipFill rotWithShape="1">
          <a:blip r:embed="rId4">
            <a:alphaModFix/>
          </a:blip>
          <a:srcRect l="11789" t="13425" r="14065" b="9151"/>
          <a:stretch/>
        </p:blipFill>
        <p:spPr>
          <a:xfrm rot="-5932787">
            <a:off x="8608481" y="-381687"/>
            <a:ext cx="1088857" cy="1608124"/>
          </a:xfrm>
          <a:prstGeom prst="rect">
            <a:avLst/>
          </a:prstGeom>
          <a:noFill/>
          <a:ln>
            <a:noFill/>
          </a:ln>
        </p:spPr>
      </p:pic>
      <p:pic>
        <p:nvPicPr>
          <p:cNvPr id="369" name="Google Shape;369;p32"/>
          <p:cNvPicPr preferRelativeResize="0"/>
          <p:nvPr/>
        </p:nvPicPr>
        <p:blipFill>
          <a:blip r:embed="rId5">
            <a:alphaModFix/>
          </a:blip>
          <a:stretch>
            <a:fillRect/>
          </a:stretch>
        </p:blipFill>
        <p:spPr>
          <a:xfrm rot="10800000" flipH="1">
            <a:off x="8531323" y="539494"/>
            <a:ext cx="1243175" cy="1758449"/>
          </a:xfrm>
          <a:prstGeom prst="rect">
            <a:avLst/>
          </a:prstGeom>
          <a:noFill/>
          <a:ln>
            <a:noFill/>
          </a:ln>
        </p:spPr>
      </p:pic>
      <p:pic>
        <p:nvPicPr>
          <p:cNvPr id="370" name="Google Shape;370;p32"/>
          <p:cNvPicPr preferRelativeResize="0"/>
          <p:nvPr/>
        </p:nvPicPr>
        <p:blipFill>
          <a:blip r:embed="rId6">
            <a:alphaModFix/>
          </a:blip>
          <a:stretch>
            <a:fillRect/>
          </a:stretch>
        </p:blipFill>
        <p:spPr>
          <a:xfrm rot="-5400000">
            <a:off x="551732" y="3986885"/>
            <a:ext cx="1243583" cy="1766098"/>
          </a:xfrm>
          <a:prstGeom prst="rect">
            <a:avLst/>
          </a:prstGeom>
          <a:noFill/>
          <a:ln>
            <a:noFill/>
          </a:ln>
        </p:spPr>
      </p:pic>
      <p:pic>
        <p:nvPicPr>
          <p:cNvPr id="371" name="Google Shape;371;p32"/>
          <p:cNvPicPr preferRelativeResize="0"/>
          <p:nvPr/>
        </p:nvPicPr>
        <p:blipFill>
          <a:blip r:embed="rId7">
            <a:alphaModFix/>
          </a:blip>
          <a:stretch>
            <a:fillRect/>
          </a:stretch>
        </p:blipFill>
        <p:spPr>
          <a:xfrm rot="-1566593" flipH="1">
            <a:off x="-51527" y="3845372"/>
            <a:ext cx="1310379" cy="1853532"/>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72"/>
        <p:cNvGrpSpPr/>
        <p:nvPr/>
      </p:nvGrpSpPr>
      <p:grpSpPr>
        <a:xfrm>
          <a:off x="0" y="0"/>
          <a:ext cx="0" cy="0"/>
          <a:chOff x="0" y="0"/>
          <a:chExt cx="0" cy="0"/>
        </a:xfrm>
      </p:grpSpPr>
      <p:grpSp>
        <p:nvGrpSpPr>
          <p:cNvPr id="373" name="Google Shape;373;p33"/>
          <p:cNvGrpSpPr/>
          <p:nvPr/>
        </p:nvGrpSpPr>
        <p:grpSpPr>
          <a:xfrm>
            <a:off x="0" y="0"/>
            <a:ext cx="9144003" cy="5143501"/>
            <a:chOff x="0" y="0"/>
            <a:chExt cx="9144003" cy="5143501"/>
          </a:xfrm>
        </p:grpSpPr>
        <p:pic>
          <p:nvPicPr>
            <p:cNvPr id="374" name="Google Shape;374;p33"/>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375" name="Google Shape;375;p33"/>
            <p:cNvPicPr preferRelativeResize="0"/>
            <p:nvPr/>
          </p:nvPicPr>
          <p:blipFill>
            <a:blip r:embed="rId3">
              <a:alphaModFix amt="85000"/>
            </a:blip>
            <a:stretch>
              <a:fillRect/>
            </a:stretch>
          </p:blipFill>
          <p:spPr>
            <a:xfrm>
              <a:off x="1" y="1"/>
              <a:ext cx="9144000" cy="5143500"/>
            </a:xfrm>
            <a:prstGeom prst="rect">
              <a:avLst/>
            </a:prstGeom>
            <a:noFill/>
            <a:ln>
              <a:noFill/>
            </a:ln>
          </p:spPr>
        </p:pic>
      </p:grpSp>
      <p:pic>
        <p:nvPicPr>
          <p:cNvPr id="376" name="Google Shape;376;p33"/>
          <p:cNvPicPr preferRelativeResize="0"/>
          <p:nvPr/>
        </p:nvPicPr>
        <p:blipFill>
          <a:blip r:embed="rId4">
            <a:alphaModFix/>
          </a:blip>
          <a:stretch>
            <a:fillRect/>
          </a:stretch>
        </p:blipFill>
        <p:spPr>
          <a:xfrm rot="-5545067">
            <a:off x="-385555" y="-1226580"/>
            <a:ext cx="2004311" cy="2835109"/>
          </a:xfrm>
          <a:prstGeom prst="rect">
            <a:avLst/>
          </a:prstGeom>
          <a:noFill/>
          <a:ln>
            <a:noFill/>
          </a:ln>
        </p:spPr>
      </p:pic>
      <p:pic>
        <p:nvPicPr>
          <p:cNvPr id="377" name="Google Shape;377;p33"/>
          <p:cNvPicPr preferRelativeResize="0"/>
          <p:nvPr/>
        </p:nvPicPr>
        <p:blipFill rotWithShape="1">
          <a:blip r:embed="rId5">
            <a:alphaModFix/>
          </a:blip>
          <a:srcRect t="25194" b="19163"/>
          <a:stretch/>
        </p:blipFill>
        <p:spPr>
          <a:xfrm rot="-537784">
            <a:off x="-1384891" y="2751839"/>
            <a:ext cx="3636282" cy="2861871"/>
          </a:xfrm>
          <a:prstGeom prst="rect">
            <a:avLst/>
          </a:prstGeom>
          <a:noFill/>
          <a:ln>
            <a:noFill/>
          </a:ln>
        </p:spPr>
      </p:pic>
      <p:pic>
        <p:nvPicPr>
          <p:cNvPr id="378" name="Google Shape;378;p33"/>
          <p:cNvPicPr preferRelativeResize="0"/>
          <p:nvPr/>
        </p:nvPicPr>
        <p:blipFill>
          <a:blip r:embed="rId6">
            <a:alphaModFix/>
          </a:blip>
          <a:stretch>
            <a:fillRect/>
          </a:stretch>
        </p:blipFill>
        <p:spPr>
          <a:xfrm rot="1143604">
            <a:off x="902947" y="3198154"/>
            <a:ext cx="1559899" cy="2206498"/>
          </a:xfrm>
          <a:prstGeom prst="rect">
            <a:avLst/>
          </a:prstGeom>
          <a:noFill/>
          <a:ln>
            <a:noFill/>
          </a:ln>
        </p:spPr>
      </p:pic>
      <p:pic>
        <p:nvPicPr>
          <p:cNvPr id="379" name="Google Shape;379;p33"/>
          <p:cNvPicPr preferRelativeResize="0"/>
          <p:nvPr/>
        </p:nvPicPr>
        <p:blipFill>
          <a:blip r:embed="rId7">
            <a:alphaModFix/>
          </a:blip>
          <a:stretch>
            <a:fillRect/>
          </a:stretch>
        </p:blipFill>
        <p:spPr>
          <a:xfrm rot="782807">
            <a:off x="-879298" y="-213935"/>
            <a:ext cx="2211697" cy="3128421"/>
          </a:xfrm>
          <a:prstGeom prst="rect">
            <a:avLst/>
          </a:prstGeom>
          <a:noFill/>
          <a:ln>
            <a:noFill/>
          </a:ln>
        </p:spPr>
      </p:pic>
      <p:sp>
        <p:nvSpPr>
          <p:cNvPr id="380" name="Google Shape;380;p33"/>
          <p:cNvSpPr txBox="1">
            <a:spLocks noGrp="1"/>
          </p:cNvSpPr>
          <p:nvPr>
            <p:ph type="title"/>
          </p:nvPr>
        </p:nvSpPr>
        <p:spPr>
          <a:xfrm>
            <a:off x="3354000" y="677525"/>
            <a:ext cx="52065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6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81" name="Google Shape;381;p33"/>
          <p:cNvSpPr txBox="1">
            <a:spLocks noGrp="1"/>
          </p:cNvSpPr>
          <p:nvPr>
            <p:ph type="subTitle" idx="1"/>
          </p:nvPr>
        </p:nvSpPr>
        <p:spPr>
          <a:xfrm>
            <a:off x="3354000" y="1841450"/>
            <a:ext cx="5206500" cy="1162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2" name="Google Shape;382;p33"/>
          <p:cNvSpPr txBox="1"/>
          <p:nvPr/>
        </p:nvSpPr>
        <p:spPr>
          <a:xfrm>
            <a:off x="3484375" y="3544909"/>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Lato"/>
                <a:ea typeface="Lato"/>
                <a:cs typeface="Lato"/>
                <a:sym typeface="Lato"/>
              </a:rPr>
              <a:t>CREDITS:</a:t>
            </a:r>
            <a:r>
              <a:rPr lang="en" sz="1200">
                <a:solidFill>
                  <a:schemeClr val="dk1"/>
                </a:solidFill>
                <a:latin typeface="Lato"/>
                <a:ea typeface="Lato"/>
                <a:cs typeface="Lato"/>
                <a:sym typeface="Lato"/>
              </a:rPr>
              <a:t> This presentation template was created by </a:t>
            </a:r>
            <a:r>
              <a:rPr lang="en" sz="1200" b="1">
                <a:solidFill>
                  <a:schemeClr val="dk1"/>
                </a:solidFill>
                <a:uFill>
                  <a:noFill/>
                </a:uFill>
                <a:latin typeface="Lato"/>
                <a:ea typeface="Lato"/>
                <a:cs typeface="Lato"/>
                <a:sym typeface="Lato"/>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1"/>
                </a:solidFill>
                <a:latin typeface="Lato"/>
                <a:ea typeface="Lato"/>
                <a:cs typeface="Lato"/>
                <a:sym typeface="Lato"/>
              </a:rPr>
              <a:t>, and includes icons, infographics &amp; images by </a:t>
            </a:r>
            <a:r>
              <a:rPr lang="en" sz="1200" b="1">
                <a:solidFill>
                  <a:schemeClr val="dk1"/>
                </a:solidFill>
                <a:uFill>
                  <a:noFill/>
                </a:uFill>
                <a:latin typeface="Lato"/>
                <a:ea typeface="Lato"/>
                <a:cs typeface="Lato"/>
                <a:sym typeface="Lato"/>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a:solidFill>
                  <a:schemeClr val="dk1"/>
                </a:solidFill>
                <a:latin typeface="Lato"/>
                <a:ea typeface="Lato"/>
                <a:cs typeface="Lato"/>
                <a:sym typeface="Lato"/>
              </a:rPr>
              <a:t> </a:t>
            </a:r>
            <a:endParaRPr sz="1200" b="1">
              <a:solidFill>
                <a:schemeClr val="dk1"/>
              </a:solidFill>
              <a:latin typeface="Lato"/>
              <a:ea typeface="Lato"/>
              <a:cs typeface="Lato"/>
              <a:sym typeface="Lato"/>
            </a:endParaRPr>
          </a:p>
        </p:txBody>
      </p:sp>
      <p:pic>
        <p:nvPicPr>
          <p:cNvPr id="383" name="Google Shape;383;p33"/>
          <p:cNvPicPr preferRelativeResize="0"/>
          <p:nvPr/>
        </p:nvPicPr>
        <p:blipFill>
          <a:blip r:embed="rId10">
            <a:alphaModFix/>
          </a:blip>
          <a:stretch>
            <a:fillRect/>
          </a:stretch>
        </p:blipFill>
        <p:spPr>
          <a:xfrm rot="-5400000">
            <a:off x="424950" y="1703000"/>
            <a:ext cx="1228350" cy="173749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84"/>
        <p:cNvGrpSpPr/>
        <p:nvPr/>
      </p:nvGrpSpPr>
      <p:grpSpPr>
        <a:xfrm>
          <a:off x="0" y="0"/>
          <a:ext cx="0" cy="0"/>
          <a:chOff x="0" y="0"/>
          <a:chExt cx="0" cy="0"/>
        </a:xfrm>
      </p:grpSpPr>
      <p:grpSp>
        <p:nvGrpSpPr>
          <p:cNvPr id="385" name="Google Shape;385;p34"/>
          <p:cNvGrpSpPr/>
          <p:nvPr/>
        </p:nvGrpSpPr>
        <p:grpSpPr>
          <a:xfrm>
            <a:off x="0" y="0"/>
            <a:ext cx="9144003" cy="5143501"/>
            <a:chOff x="0" y="0"/>
            <a:chExt cx="9144003" cy="5143501"/>
          </a:xfrm>
        </p:grpSpPr>
        <p:pic>
          <p:nvPicPr>
            <p:cNvPr id="386" name="Google Shape;386;p34"/>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387" name="Google Shape;387;p34"/>
            <p:cNvPicPr preferRelativeResize="0"/>
            <p:nvPr/>
          </p:nvPicPr>
          <p:blipFill>
            <a:blip r:embed="rId3">
              <a:alphaModFix amt="85000"/>
            </a:blip>
            <a:stretch>
              <a:fillRect/>
            </a:stretch>
          </p:blipFill>
          <p:spPr>
            <a:xfrm>
              <a:off x="1" y="1"/>
              <a:ext cx="9144000" cy="5143500"/>
            </a:xfrm>
            <a:prstGeom prst="rect">
              <a:avLst/>
            </a:prstGeom>
            <a:noFill/>
            <a:ln>
              <a:noFill/>
            </a:ln>
          </p:spPr>
        </p:pic>
      </p:grpSp>
      <p:pic>
        <p:nvPicPr>
          <p:cNvPr id="388" name="Google Shape;388;p34"/>
          <p:cNvPicPr preferRelativeResize="0"/>
          <p:nvPr/>
        </p:nvPicPr>
        <p:blipFill>
          <a:blip r:embed="rId4">
            <a:alphaModFix/>
          </a:blip>
          <a:stretch>
            <a:fillRect/>
          </a:stretch>
        </p:blipFill>
        <p:spPr>
          <a:xfrm rot="5189454">
            <a:off x="8838551" y="462712"/>
            <a:ext cx="1724045" cy="2438649"/>
          </a:xfrm>
          <a:prstGeom prst="rect">
            <a:avLst/>
          </a:prstGeom>
          <a:noFill/>
          <a:ln>
            <a:noFill/>
          </a:ln>
        </p:spPr>
      </p:pic>
      <p:pic>
        <p:nvPicPr>
          <p:cNvPr id="389" name="Google Shape;389;p34"/>
          <p:cNvPicPr preferRelativeResize="0"/>
          <p:nvPr/>
        </p:nvPicPr>
        <p:blipFill>
          <a:blip r:embed="rId5">
            <a:alphaModFix/>
          </a:blip>
          <a:stretch>
            <a:fillRect/>
          </a:stretch>
        </p:blipFill>
        <p:spPr>
          <a:xfrm rot="-537493">
            <a:off x="-1093385" y="2957090"/>
            <a:ext cx="2211696" cy="3128421"/>
          </a:xfrm>
          <a:prstGeom prst="rect">
            <a:avLst/>
          </a:prstGeom>
          <a:noFill/>
          <a:ln>
            <a:noFill/>
          </a:ln>
        </p:spPr>
      </p:pic>
      <p:pic>
        <p:nvPicPr>
          <p:cNvPr id="390" name="Google Shape;390;p34"/>
          <p:cNvPicPr preferRelativeResize="0"/>
          <p:nvPr/>
        </p:nvPicPr>
        <p:blipFill>
          <a:blip r:embed="rId6">
            <a:alphaModFix/>
          </a:blip>
          <a:stretch>
            <a:fillRect/>
          </a:stretch>
        </p:blipFill>
        <p:spPr>
          <a:xfrm rot="6053754">
            <a:off x="-424673" y="-92066"/>
            <a:ext cx="1114944" cy="1577079"/>
          </a:xfrm>
          <a:prstGeom prst="rect">
            <a:avLst/>
          </a:prstGeom>
          <a:noFill/>
          <a:ln>
            <a:noFill/>
          </a:ln>
        </p:spPr>
      </p:pic>
      <p:pic>
        <p:nvPicPr>
          <p:cNvPr id="391" name="Google Shape;391;p34"/>
          <p:cNvPicPr preferRelativeResize="0"/>
          <p:nvPr/>
        </p:nvPicPr>
        <p:blipFill>
          <a:blip r:embed="rId7">
            <a:alphaModFix/>
          </a:blip>
          <a:stretch>
            <a:fillRect/>
          </a:stretch>
        </p:blipFill>
        <p:spPr>
          <a:xfrm rot="-5400000">
            <a:off x="-434400" y="-622499"/>
            <a:ext cx="1134399" cy="1604599"/>
          </a:xfrm>
          <a:prstGeom prst="rect">
            <a:avLst/>
          </a:prstGeom>
          <a:noFill/>
          <a:ln>
            <a:noFill/>
          </a:ln>
        </p:spPr>
      </p:pic>
      <p:pic>
        <p:nvPicPr>
          <p:cNvPr id="392" name="Google Shape;392;p34"/>
          <p:cNvPicPr preferRelativeResize="0"/>
          <p:nvPr/>
        </p:nvPicPr>
        <p:blipFill>
          <a:blip r:embed="rId8">
            <a:alphaModFix/>
          </a:blip>
          <a:stretch>
            <a:fillRect/>
          </a:stretch>
        </p:blipFill>
        <p:spPr>
          <a:xfrm rot="-3978347">
            <a:off x="8394450" y="1547401"/>
            <a:ext cx="1228348" cy="1737499"/>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93"/>
        <p:cNvGrpSpPr/>
        <p:nvPr/>
      </p:nvGrpSpPr>
      <p:grpSpPr>
        <a:xfrm>
          <a:off x="0" y="0"/>
          <a:ext cx="0" cy="0"/>
          <a:chOff x="0" y="0"/>
          <a:chExt cx="0" cy="0"/>
        </a:xfrm>
      </p:grpSpPr>
      <p:grpSp>
        <p:nvGrpSpPr>
          <p:cNvPr id="394" name="Google Shape;394;p35"/>
          <p:cNvGrpSpPr/>
          <p:nvPr/>
        </p:nvGrpSpPr>
        <p:grpSpPr>
          <a:xfrm>
            <a:off x="0" y="0"/>
            <a:ext cx="9144003" cy="5143501"/>
            <a:chOff x="0" y="0"/>
            <a:chExt cx="9144003" cy="5143501"/>
          </a:xfrm>
        </p:grpSpPr>
        <p:pic>
          <p:nvPicPr>
            <p:cNvPr id="395" name="Google Shape;395;p35"/>
            <p:cNvPicPr preferRelativeResize="0"/>
            <p:nvPr/>
          </p:nvPicPr>
          <p:blipFill rotWithShape="1">
            <a:blip r:embed="rId2">
              <a:alphaModFix amt="43000"/>
            </a:blip>
            <a:srcRect l="970" t="7563" b="7554"/>
            <a:stretch/>
          </p:blipFill>
          <p:spPr>
            <a:xfrm>
              <a:off x="0" y="0"/>
              <a:ext cx="9144003" cy="5143501"/>
            </a:xfrm>
            <a:prstGeom prst="rect">
              <a:avLst/>
            </a:prstGeom>
            <a:noFill/>
            <a:ln>
              <a:noFill/>
            </a:ln>
          </p:spPr>
        </p:pic>
        <p:pic>
          <p:nvPicPr>
            <p:cNvPr id="396" name="Google Shape;396;p35"/>
            <p:cNvPicPr preferRelativeResize="0"/>
            <p:nvPr/>
          </p:nvPicPr>
          <p:blipFill>
            <a:blip r:embed="rId3">
              <a:alphaModFix amt="85000"/>
            </a:blip>
            <a:stretch>
              <a:fillRect/>
            </a:stretch>
          </p:blipFill>
          <p:spPr>
            <a:xfrm>
              <a:off x="1" y="1"/>
              <a:ext cx="9144000" cy="5143500"/>
            </a:xfrm>
            <a:prstGeom prst="rect">
              <a:avLst/>
            </a:prstGeom>
            <a:noFill/>
            <a:ln>
              <a:noFill/>
            </a:ln>
          </p:spPr>
        </p:pic>
      </p:grpSp>
      <p:pic>
        <p:nvPicPr>
          <p:cNvPr id="397" name="Google Shape;397;p35"/>
          <p:cNvPicPr preferRelativeResize="0"/>
          <p:nvPr/>
        </p:nvPicPr>
        <p:blipFill>
          <a:blip r:embed="rId4">
            <a:alphaModFix/>
          </a:blip>
          <a:stretch>
            <a:fillRect/>
          </a:stretch>
        </p:blipFill>
        <p:spPr>
          <a:xfrm rot="6665865">
            <a:off x="-459811" y="4086748"/>
            <a:ext cx="1167433" cy="1651388"/>
          </a:xfrm>
          <a:prstGeom prst="rect">
            <a:avLst/>
          </a:prstGeom>
          <a:noFill/>
          <a:ln>
            <a:noFill/>
          </a:ln>
        </p:spPr>
      </p:pic>
      <p:pic>
        <p:nvPicPr>
          <p:cNvPr id="398" name="Google Shape;398;p35"/>
          <p:cNvPicPr preferRelativeResize="0"/>
          <p:nvPr/>
        </p:nvPicPr>
        <p:blipFill rotWithShape="1">
          <a:blip r:embed="rId5">
            <a:alphaModFix/>
          </a:blip>
          <a:srcRect l="16852" t="9156" r="9747" b="4465"/>
          <a:stretch/>
        </p:blipFill>
        <p:spPr>
          <a:xfrm rot="5168811" flipH="1">
            <a:off x="7528578" y="4332355"/>
            <a:ext cx="1417752" cy="2360161"/>
          </a:xfrm>
          <a:prstGeom prst="rect">
            <a:avLst/>
          </a:prstGeom>
          <a:noFill/>
          <a:ln>
            <a:noFill/>
          </a:ln>
        </p:spPr>
      </p:pic>
      <p:pic>
        <p:nvPicPr>
          <p:cNvPr id="399" name="Google Shape;399;p35"/>
          <p:cNvPicPr preferRelativeResize="0"/>
          <p:nvPr/>
        </p:nvPicPr>
        <p:blipFill rotWithShape="1">
          <a:blip r:embed="rId6">
            <a:alphaModFix/>
          </a:blip>
          <a:srcRect l="14623" t="15921" r="13553" b="9679"/>
          <a:stretch/>
        </p:blipFill>
        <p:spPr>
          <a:xfrm rot="1524492" flipH="1">
            <a:off x="-617947" y="-1022837"/>
            <a:ext cx="1666876" cy="2442324"/>
          </a:xfrm>
          <a:prstGeom prst="rect">
            <a:avLst/>
          </a:prstGeom>
          <a:noFill/>
          <a:ln>
            <a:noFill/>
          </a:ln>
        </p:spPr>
      </p:pic>
      <p:pic>
        <p:nvPicPr>
          <p:cNvPr id="400" name="Google Shape;400;p35"/>
          <p:cNvPicPr preferRelativeResize="0"/>
          <p:nvPr/>
        </p:nvPicPr>
        <p:blipFill>
          <a:blip r:embed="rId7">
            <a:alphaModFix/>
          </a:blip>
          <a:stretch>
            <a:fillRect/>
          </a:stretch>
        </p:blipFill>
        <p:spPr>
          <a:xfrm rot="9037134">
            <a:off x="7905677" y="-748432"/>
            <a:ext cx="1821026" cy="2575863"/>
          </a:xfrm>
          <a:prstGeom prst="rect">
            <a:avLst/>
          </a:prstGeom>
          <a:noFill/>
          <a:ln>
            <a:noFill/>
          </a:ln>
        </p:spPr>
      </p:pic>
      <p:pic>
        <p:nvPicPr>
          <p:cNvPr id="401" name="Google Shape;401;p35"/>
          <p:cNvPicPr preferRelativeResize="0"/>
          <p:nvPr/>
        </p:nvPicPr>
        <p:blipFill>
          <a:blip r:embed="rId8">
            <a:alphaModFix/>
          </a:blip>
          <a:stretch>
            <a:fillRect/>
          </a:stretch>
        </p:blipFill>
        <p:spPr>
          <a:xfrm rot="-5400000" flipH="1">
            <a:off x="7270035" y="-680893"/>
            <a:ext cx="1243175" cy="175844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500"/>
              <a:buFont typeface="Song Myung"/>
              <a:buNone/>
              <a:defRPr sz="3500" b="1">
                <a:solidFill>
                  <a:schemeClr val="dk1"/>
                </a:solidFill>
                <a:latin typeface="Song Myung"/>
                <a:ea typeface="Song Myung"/>
                <a:cs typeface="Song Myung"/>
                <a:sym typeface="Song Myung"/>
              </a:defRPr>
            </a:lvl1pPr>
            <a:lvl2pPr lvl="1" rtl="0">
              <a:lnSpc>
                <a:spcPct val="115000"/>
              </a:lnSpc>
              <a:spcBef>
                <a:spcPts val="0"/>
              </a:spcBef>
              <a:spcAft>
                <a:spcPts val="0"/>
              </a:spcAft>
              <a:buClr>
                <a:schemeClr val="dk1"/>
              </a:buClr>
              <a:buSzPts val="3500"/>
              <a:buFont typeface="Bree Serif"/>
              <a:buNone/>
              <a:defRPr sz="3500" b="1">
                <a:solidFill>
                  <a:schemeClr val="dk1"/>
                </a:solidFill>
                <a:latin typeface="Bree Serif"/>
                <a:ea typeface="Bree Serif"/>
                <a:cs typeface="Bree Serif"/>
                <a:sym typeface="Bree Serif"/>
              </a:defRPr>
            </a:lvl2pPr>
            <a:lvl3pPr lvl="2" rtl="0">
              <a:lnSpc>
                <a:spcPct val="115000"/>
              </a:lnSpc>
              <a:spcBef>
                <a:spcPts val="0"/>
              </a:spcBef>
              <a:spcAft>
                <a:spcPts val="0"/>
              </a:spcAft>
              <a:buClr>
                <a:schemeClr val="dk1"/>
              </a:buClr>
              <a:buSzPts val="3500"/>
              <a:buFont typeface="Bree Serif"/>
              <a:buNone/>
              <a:defRPr sz="3500" b="1">
                <a:solidFill>
                  <a:schemeClr val="dk1"/>
                </a:solidFill>
                <a:latin typeface="Bree Serif"/>
                <a:ea typeface="Bree Serif"/>
                <a:cs typeface="Bree Serif"/>
                <a:sym typeface="Bree Serif"/>
              </a:defRPr>
            </a:lvl3pPr>
            <a:lvl4pPr lvl="3" rtl="0">
              <a:lnSpc>
                <a:spcPct val="115000"/>
              </a:lnSpc>
              <a:spcBef>
                <a:spcPts val="0"/>
              </a:spcBef>
              <a:spcAft>
                <a:spcPts val="0"/>
              </a:spcAft>
              <a:buClr>
                <a:schemeClr val="dk1"/>
              </a:buClr>
              <a:buSzPts val="3500"/>
              <a:buFont typeface="Bree Serif"/>
              <a:buNone/>
              <a:defRPr sz="3500" b="1">
                <a:solidFill>
                  <a:schemeClr val="dk1"/>
                </a:solidFill>
                <a:latin typeface="Bree Serif"/>
                <a:ea typeface="Bree Serif"/>
                <a:cs typeface="Bree Serif"/>
                <a:sym typeface="Bree Serif"/>
              </a:defRPr>
            </a:lvl4pPr>
            <a:lvl5pPr lvl="4" rtl="0">
              <a:lnSpc>
                <a:spcPct val="115000"/>
              </a:lnSpc>
              <a:spcBef>
                <a:spcPts val="0"/>
              </a:spcBef>
              <a:spcAft>
                <a:spcPts val="0"/>
              </a:spcAft>
              <a:buClr>
                <a:schemeClr val="dk1"/>
              </a:buClr>
              <a:buSzPts val="3500"/>
              <a:buFont typeface="Bree Serif"/>
              <a:buNone/>
              <a:defRPr sz="3500" b="1">
                <a:solidFill>
                  <a:schemeClr val="dk1"/>
                </a:solidFill>
                <a:latin typeface="Bree Serif"/>
                <a:ea typeface="Bree Serif"/>
                <a:cs typeface="Bree Serif"/>
                <a:sym typeface="Bree Serif"/>
              </a:defRPr>
            </a:lvl5pPr>
            <a:lvl6pPr lvl="5" rtl="0">
              <a:lnSpc>
                <a:spcPct val="115000"/>
              </a:lnSpc>
              <a:spcBef>
                <a:spcPts val="0"/>
              </a:spcBef>
              <a:spcAft>
                <a:spcPts val="0"/>
              </a:spcAft>
              <a:buClr>
                <a:schemeClr val="dk1"/>
              </a:buClr>
              <a:buSzPts val="3500"/>
              <a:buFont typeface="Bree Serif"/>
              <a:buNone/>
              <a:defRPr sz="3500" b="1">
                <a:solidFill>
                  <a:schemeClr val="dk1"/>
                </a:solidFill>
                <a:latin typeface="Bree Serif"/>
                <a:ea typeface="Bree Serif"/>
                <a:cs typeface="Bree Serif"/>
                <a:sym typeface="Bree Serif"/>
              </a:defRPr>
            </a:lvl6pPr>
            <a:lvl7pPr lvl="6" rtl="0">
              <a:lnSpc>
                <a:spcPct val="115000"/>
              </a:lnSpc>
              <a:spcBef>
                <a:spcPts val="0"/>
              </a:spcBef>
              <a:spcAft>
                <a:spcPts val="0"/>
              </a:spcAft>
              <a:buClr>
                <a:schemeClr val="dk1"/>
              </a:buClr>
              <a:buSzPts val="3500"/>
              <a:buFont typeface="Bree Serif"/>
              <a:buNone/>
              <a:defRPr sz="3500" b="1">
                <a:solidFill>
                  <a:schemeClr val="dk1"/>
                </a:solidFill>
                <a:latin typeface="Bree Serif"/>
                <a:ea typeface="Bree Serif"/>
                <a:cs typeface="Bree Serif"/>
                <a:sym typeface="Bree Serif"/>
              </a:defRPr>
            </a:lvl7pPr>
            <a:lvl8pPr lvl="7" rtl="0">
              <a:lnSpc>
                <a:spcPct val="115000"/>
              </a:lnSpc>
              <a:spcBef>
                <a:spcPts val="0"/>
              </a:spcBef>
              <a:spcAft>
                <a:spcPts val="0"/>
              </a:spcAft>
              <a:buClr>
                <a:schemeClr val="dk1"/>
              </a:buClr>
              <a:buSzPts val="3500"/>
              <a:buFont typeface="Bree Serif"/>
              <a:buNone/>
              <a:defRPr sz="3500" b="1">
                <a:solidFill>
                  <a:schemeClr val="dk1"/>
                </a:solidFill>
                <a:latin typeface="Bree Serif"/>
                <a:ea typeface="Bree Serif"/>
                <a:cs typeface="Bree Serif"/>
                <a:sym typeface="Bree Serif"/>
              </a:defRPr>
            </a:lvl8pPr>
            <a:lvl9pPr lvl="8" rtl="0">
              <a:lnSpc>
                <a:spcPct val="115000"/>
              </a:lnSpc>
              <a:spcBef>
                <a:spcPts val="0"/>
              </a:spcBef>
              <a:spcAft>
                <a:spcPts val="0"/>
              </a:spcAft>
              <a:buClr>
                <a:schemeClr val="dk1"/>
              </a:buClr>
              <a:buSzPts val="3500"/>
              <a:buFont typeface="Bree Serif"/>
              <a:buNone/>
              <a:defRPr sz="3500" b="1">
                <a:solidFill>
                  <a:schemeClr val="dk1"/>
                </a:solidFill>
                <a:latin typeface="Bree Serif"/>
                <a:ea typeface="Bree Serif"/>
                <a:cs typeface="Bree Serif"/>
                <a:sym typeface="Bree Serif"/>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9" r:id="rId15"/>
    <p:sldLayoutId id="2147483670" r:id="rId16"/>
    <p:sldLayoutId id="2147483671" r:id="rId17"/>
    <p:sldLayoutId id="2147483673" r:id="rId18"/>
    <p:sldLayoutId id="2147483674" r:id="rId19"/>
    <p:sldLayoutId id="2147483675" r:id="rId20"/>
    <p:sldLayoutId id="2147483676" r:id="rId21"/>
    <p:sldLayoutId id="2147483677" r:id="rId22"/>
    <p:sldLayoutId id="2147483678" r:id="rId23"/>
    <p:sldLayoutId id="2147483679" r:id="rId24"/>
    <p:sldLayoutId id="2147483680" r:id="rId25"/>
    <p:sldLayoutId id="2147483681" r:id="rId2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26.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docs.google.com/spreadsheets/d/1piU14HwR0WmrRZvmyyrjBEj2K8t_EJBX6YnCuMxyNAE/copy" TargetMode="External"/><Relationship Id="rId2" Type="http://schemas.openxmlformats.org/officeDocument/2006/relationships/notesSlide" Target="../notesSlides/notesSlide20.xml"/><Relationship Id="rId1" Type="http://schemas.openxmlformats.org/officeDocument/2006/relationships/slideLayout" Target="../slideLayouts/slideLayout10.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9"/>
          <p:cNvSpPr txBox="1">
            <a:spLocks noGrp="1"/>
          </p:cNvSpPr>
          <p:nvPr>
            <p:ph type="ctrTitle"/>
          </p:nvPr>
        </p:nvSpPr>
        <p:spPr>
          <a:xfrm>
            <a:off x="1258950" y="558775"/>
            <a:ext cx="6626100" cy="2573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0">
                <a:solidFill>
                  <a:schemeClr val="accent1"/>
                </a:solidFill>
              </a:rPr>
              <a:t>Vintage Paper </a:t>
            </a:r>
            <a:r>
              <a:rPr lang="en">
                <a:solidFill>
                  <a:schemeClr val="dk1"/>
                </a:solidFill>
              </a:rPr>
              <a:t>History Lesson</a:t>
            </a:r>
            <a:endParaRPr>
              <a:solidFill>
                <a:schemeClr val="dk1"/>
              </a:solidFill>
            </a:endParaRPr>
          </a:p>
        </p:txBody>
      </p:sp>
      <p:sp>
        <p:nvSpPr>
          <p:cNvPr id="413" name="Google Shape;413;p39"/>
          <p:cNvSpPr txBox="1">
            <a:spLocks noGrp="1"/>
          </p:cNvSpPr>
          <p:nvPr>
            <p:ph type="subTitle" idx="1"/>
          </p:nvPr>
        </p:nvSpPr>
        <p:spPr>
          <a:xfrm>
            <a:off x="2195500" y="3291500"/>
            <a:ext cx="4753200" cy="137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is where your presentation begins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Contents of</a:t>
            </a:r>
            <a:r>
              <a:rPr lang="en"/>
              <a:t> this template</a:t>
            </a:r>
            <a:endParaRPr/>
          </a:p>
        </p:txBody>
      </p:sp>
      <p:sp>
        <p:nvSpPr>
          <p:cNvPr id="419" name="Google Shape;419;p40"/>
          <p:cNvSpPr txBox="1">
            <a:spLocks noGrp="1"/>
          </p:cNvSpPr>
          <p:nvPr>
            <p:ph type="body" idx="1"/>
          </p:nvPr>
        </p:nvSpPr>
        <p:spPr>
          <a:xfrm>
            <a:off x="720000" y="1215750"/>
            <a:ext cx="7704000" cy="40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delete this slide when you’re done editing the presentation</a:t>
            </a:r>
            <a:endParaRPr/>
          </a:p>
        </p:txBody>
      </p:sp>
      <p:graphicFrame>
        <p:nvGraphicFramePr>
          <p:cNvPr id="420" name="Google Shape;420;p40"/>
          <p:cNvGraphicFramePr/>
          <p:nvPr/>
        </p:nvGraphicFramePr>
        <p:xfrm>
          <a:off x="720000" y="1788703"/>
          <a:ext cx="3000000" cy="3000000"/>
        </p:xfrm>
        <a:graphic>
          <a:graphicData uri="http://schemas.openxmlformats.org/drawingml/2006/table">
            <a:tbl>
              <a:tblPr>
                <a:noFill/>
                <a:tableStyleId>{9EDC9CC7-FDE7-4CBE-B351-FA6A02B92062}</a:tableStyleId>
              </a:tblPr>
              <a:tblGrid>
                <a:gridCol w="2331025">
                  <a:extLst>
                    <a:ext uri="{9D8B030D-6E8A-4147-A177-3AD203B41FA5}">
                      <a16:colId xmlns:a16="http://schemas.microsoft.com/office/drawing/2014/main" val="20000"/>
                    </a:ext>
                  </a:extLst>
                </a:gridCol>
                <a:gridCol w="5372975">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100" b="1">
                          <a:solidFill>
                            <a:schemeClr val="hlink"/>
                          </a:solidFill>
                          <a:uFill>
                            <a:noFill/>
                          </a:uFill>
                          <a:latin typeface="Song Myung"/>
                          <a:ea typeface="Song Myung"/>
                          <a:cs typeface="Song Myung"/>
                          <a:sym typeface="Song Myung"/>
                          <a:hlinkClick r:id="" action="ppaction://noaction"/>
                        </a:rPr>
                        <a:t>Fonts</a:t>
                      </a:r>
                      <a:endParaRPr sz="1100" b="1">
                        <a:solidFill>
                          <a:schemeClr val="dk1"/>
                        </a:solidFill>
                        <a:latin typeface="Song Myung"/>
                        <a:ea typeface="Song Myung"/>
                        <a:cs typeface="Song Myung"/>
                        <a:sym typeface="Song Myung"/>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1600"/>
                        </a:spcAft>
                        <a:buNone/>
                      </a:pPr>
                      <a:r>
                        <a:rPr lang="en" sz="1100">
                          <a:solidFill>
                            <a:schemeClr val="dk1"/>
                          </a:solidFill>
                          <a:latin typeface="Lato"/>
                          <a:ea typeface="Lato"/>
                          <a:cs typeface="Lato"/>
                          <a:sym typeface="Lato"/>
                        </a:rPr>
                        <a:t>To view this template correctly in PowerPoint, download and install the fonts we used</a:t>
                      </a:r>
                      <a:endParaRPr sz="1100">
                        <a:solidFill>
                          <a:schemeClr val="dk1"/>
                        </a:solidFill>
                        <a:latin typeface="Lato"/>
                        <a:ea typeface="Lato"/>
                        <a:cs typeface="Lato"/>
                        <a:sym typeface="La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100" b="1">
                          <a:solidFill>
                            <a:schemeClr val="hlink"/>
                          </a:solidFill>
                          <a:uFill>
                            <a:noFill/>
                          </a:uFill>
                          <a:latin typeface="Song Myung"/>
                          <a:ea typeface="Song Myung"/>
                          <a:cs typeface="Song Myung"/>
                          <a:sym typeface="Song Myung"/>
                          <a:hlinkClick r:id="" action="ppaction://noaction"/>
                        </a:rPr>
                        <a:t>Used</a:t>
                      </a:r>
                      <a:r>
                        <a:rPr lang="en" sz="1100" b="1">
                          <a:solidFill>
                            <a:schemeClr val="dk1"/>
                          </a:solidFill>
                          <a:latin typeface="Song Myung"/>
                          <a:ea typeface="Song Myung"/>
                          <a:cs typeface="Song Myung"/>
                          <a:sym typeface="Song Myung"/>
                        </a:rPr>
                        <a:t> and </a:t>
                      </a:r>
                      <a:r>
                        <a:rPr lang="en" sz="1100" b="1">
                          <a:solidFill>
                            <a:schemeClr val="hlink"/>
                          </a:solidFill>
                          <a:uFill>
                            <a:noFill/>
                          </a:uFill>
                          <a:latin typeface="Song Myung"/>
                          <a:ea typeface="Song Myung"/>
                          <a:cs typeface="Song Myung"/>
                          <a:sym typeface="Song Myung"/>
                          <a:hlinkClick r:id="" action="ppaction://noaction"/>
                        </a:rPr>
                        <a:t>alternative</a:t>
                      </a:r>
                      <a:r>
                        <a:rPr lang="en" sz="1100" b="1">
                          <a:solidFill>
                            <a:schemeClr val="hlink"/>
                          </a:solidFill>
                          <a:uFill>
                            <a:noFill/>
                          </a:uFill>
                          <a:latin typeface="Song Myung"/>
                          <a:ea typeface="Song Myung"/>
                          <a:cs typeface="Song Myung"/>
                          <a:sym typeface="Song Myung"/>
                          <a:hlinkClick r:id="" action="ppaction://noaction"/>
                        </a:rPr>
                        <a:t> resources</a:t>
                      </a:r>
                      <a:endParaRPr sz="1100" b="1">
                        <a:solidFill>
                          <a:schemeClr val="dk1"/>
                        </a:solidFill>
                        <a:latin typeface="Song Myung"/>
                        <a:ea typeface="Song Myung"/>
                        <a:cs typeface="Song Myung"/>
                        <a:sym typeface="Song Myung"/>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100">
                          <a:solidFill>
                            <a:schemeClr val="dk1"/>
                          </a:solidFill>
                          <a:latin typeface="Lato"/>
                          <a:ea typeface="Lato"/>
                          <a:cs typeface="Lato"/>
                          <a:sym typeface="Lato"/>
                        </a:rPr>
                        <a:t>An assortment of graphic resources that are suitable for use in this presentation</a:t>
                      </a:r>
                      <a:endParaRPr sz="1100">
                        <a:solidFill>
                          <a:schemeClr val="dk1"/>
                        </a:solidFill>
                        <a:latin typeface="Lato"/>
                        <a:ea typeface="Lato"/>
                        <a:cs typeface="Lato"/>
                        <a:sym typeface="La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100" b="1">
                          <a:solidFill>
                            <a:schemeClr val="hlink"/>
                          </a:solidFill>
                          <a:uFill>
                            <a:noFill/>
                          </a:uFill>
                          <a:latin typeface="Song Myung"/>
                          <a:ea typeface="Song Myung"/>
                          <a:cs typeface="Song Myung"/>
                          <a:sym typeface="Song Myung"/>
                          <a:hlinkClick r:id="rId3" action="ppaction://hlinksldjump"/>
                        </a:rPr>
                        <a:t>Thanks slide</a:t>
                      </a:r>
                      <a:endParaRPr sz="1100" b="1">
                        <a:solidFill>
                          <a:schemeClr val="dk1"/>
                        </a:solidFill>
                        <a:latin typeface="Song Myung"/>
                        <a:ea typeface="Song Myung"/>
                        <a:cs typeface="Song Myung"/>
                        <a:sym typeface="Song Myung"/>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1600"/>
                        </a:spcAft>
                        <a:buNone/>
                      </a:pPr>
                      <a:r>
                        <a:rPr lang="en" sz="1100">
                          <a:solidFill>
                            <a:schemeClr val="dk1"/>
                          </a:solidFill>
                          <a:latin typeface="Lato"/>
                          <a:ea typeface="Lato"/>
                          <a:cs typeface="Lato"/>
                          <a:sym typeface="Lato"/>
                        </a:rPr>
                        <a:t>You must keep it so that proper credits for our design are given</a:t>
                      </a:r>
                      <a:endParaRPr sz="1100">
                        <a:solidFill>
                          <a:schemeClr val="dk1"/>
                        </a:solidFill>
                        <a:latin typeface="Lato"/>
                        <a:ea typeface="Lato"/>
                        <a:cs typeface="Lato"/>
                        <a:sym typeface="La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100" b="1">
                          <a:solidFill>
                            <a:schemeClr val="hlink"/>
                          </a:solidFill>
                          <a:uFill>
                            <a:noFill/>
                          </a:uFill>
                          <a:latin typeface="Song Myung"/>
                          <a:ea typeface="Song Myung"/>
                          <a:cs typeface="Song Myung"/>
                          <a:sym typeface="Song Myung"/>
                          <a:hlinkClick r:id="" action="ppaction://noaction"/>
                        </a:rPr>
                        <a:t>Colors</a:t>
                      </a:r>
                      <a:endParaRPr sz="1100" b="1">
                        <a:solidFill>
                          <a:schemeClr val="dk1"/>
                        </a:solidFill>
                        <a:latin typeface="Song Myung"/>
                        <a:ea typeface="Song Myung"/>
                        <a:cs typeface="Song Myung"/>
                        <a:sym typeface="Song Myung"/>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1600"/>
                        </a:spcAft>
                        <a:buNone/>
                      </a:pPr>
                      <a:r>
                        <a:rPr lang="en" sz="1100">
                          <a:solidFill>
                            <a:schemeClr val="dk1"/>
                          </a:solidFill>
                          <a:latin typeface="Lato"/>
                          <a:ea typeface="Lato"/>
                          <a:cs typeface="Lato"/>
                          <a:sym typeface="Lato"/>
                        </a:rPr>
                        <a:t>All the colors used in this presentation</a:t>
                      </a:r>
                      <a:endParaRPr sz="1100">
                        <a:solidFill>
                          <a:schemeClr val="dk1"/>
                        </a:solidFill>
                        <a:latin typeface="Lato"/>
                        <a:ea typeface="Lato"/>
                        <a:cs typeface="Lato"/>
                        <a:sym typeface="La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100" b="1">
                          <a:solidFill>
                            <a:schemeClr val="hlink"/>
                          </a:solidFill>
                          <a:uFill>
                            <a:noFill/>
                          </a:uFill>
                          <a:latin typeface="Song Myung"/>
                          <a:ea typeface="Song Myung"/>
                          <a:cs typeface="Song Myung"/>
                          <a:sym typeface="Song Myung"/>
                          <a:hlinkClick r:id="" action="ppaction://noaction"/>
                        </a:rPr>
                        <a:t>Icons</a:t>
                      </a:r>
                      <a:r>
                        <a:rPr lang="en" sz="1100" b="1">
                          <a:solidFill>
                            <a:schemeClr val="dk1"/>
                          </a:solidFill>
                          <a:latin typeface="Song Myung"/>
                          <a:ea typeface="Song Myung"/>
                          <a:cs typeface="Song Myung"/>
                          <a:sym typeface="Song Myung"/>
                        </a:rPr>
                        <a:t> and </a:t>
                      </a:r>
                      <a:r>
                        <a:rPr lang="en" sz="1100" b="1">
                          <a:solidFill>
                            <a:schemeClr val="hlink"/>
                          </a:solidFill>
                          <a:uFill>
                            <a:noFill/>
                          </a:uFill>
                          <a:latin typeface="Song Myung"/>
                          <a:ea typeface="Song Myung"/>
                          <a:cs typeface="Song Myung"/>
                          <a:sym typeface="Song Myung"/>
                          <a:hlinkClick r:id="" action="ppaction://noaction"/>
                        </a:rPr>
                        <a:t>infographic resources</a:t>
                      </a:r>
                      <a:endParaRPr sz="1100" b="1">
                        <a:solidFill>
                          <a:schemeClr val="dk1"/>
                        </a:solidFill>
                        <a:latin typeface="Song Myung"/>
                        <a:ea typeface="Song Myung"/>
                        <a:cs typeface="Song Myung"/>
                        <a:sym typeface="Song Myung"/>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Lato"/>
                          <a:ea typeface="Lato"/>
                          <a:cs typeface="Lato"/>
                          <a:sym typeface="Lato"/>
                        </a:rPr>
                        <a:t>These can be used in the template, and their size and color can be edited</a:t>
                      </a:r>
                      <a:endParaRPr sz="1100">
                        <a:solidFill>
                          <a:schemeClr val="dk1"/>
                        </a:solidFill>
                        <a:latin typeface="Lato"/>
                        <a:ea typeface="Lato"/>
                        <a:cs typeface="Lato"/>
                        <a:sym typeface="La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100" b="1">
                          <a:solidFill>
                            <a:schemeClr val="dk1"/>
                          </a:solidFill>
                          <a:latin typeface="Song Myung"/>
                          <a:ea typeface="Song Myung"/>
                          <a:cs typeface="Song Myung"/>
                          <a:sym typeface="Song Myung"/>
                        </a:rPr>
                        <a:t>Editable presentation theme </a:t>
                      </a:r>
                      <a:endParaRPr sz="1100" b="1">
                        <a:solidFill>
                          <a:schemeClr val="dk1"/>
                        </a:solidFill>
                        <a:latin typeface="Song Myung"/>
                        <a:ea typeface="Song Myung"/>
                        <a:cs typeface="Song Myung"/>
                        <a:sym typeface="Song Myung"/>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 sz="1100">
                          <a:solidFill>
                            <a:schemeClr val="dk1"/>
                          </a:solidFill>
                          <a:latin typeface="Lato"/>
                          <a:ea typeface="Lato"/>
                          <a:cs typeface="Lato"/>
                          <a:sym typeface="Lato"/>
                        </a:rPr>
                        <a:t>You can edit the master slides easily. For more info, click </a:t>
                      </a:r>
                      <a:r>
                        <a:rPr lang="en" sz="1100" b="1">
                          <a:solidFill>
                            <a:schemeClr val="dk1"/>
                          </a:solidFill>
                          <a:uFill>
                            <a:noFill/>
                          </a:uFill>
                          <a:latin typeface="Lato"/>
                          <a:ea typeface="Lato"/>
                          <a:cs typeface="Lato"/>
                          <a:sym typeface="Lat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100" b="1">
                        <a:solidFill>
                          <a:schemeClr val="dk1"/>
                        </a:solidFill>
                        <a:latin typeface="Lato"/>
                        <a:ea typeface="Lato"/>
                        <a:cs typeface="Lato"/>
                        <a:sym typeface="La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21" name="Google Shape;421;p40"/>
          <p:cNvSpPr txBox="1"/>
          <p:nvPr/>
        </p:nvSpPr>
        <p:spPr>
          <a:xfrm>
            <a:off x="719988" y="4133675"/>
            <a:ext cx="30000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latin typeface="Lato"/>
                <a:ea typeface="Lato"/>
                <a:cs typeface="Lato"/>
                <a:sym typeface="Lato"/>
              </a:rPr>
              <a:t>For more info:</a:t>
            </a:r>
            <a:br>
              <a:rPr lang="en" sz="1100">
                <a:solidFill>
                  <a:schemeClr val="dk1"/>
                </a:solidFill>
                <a:latin typeface="Lato"/>
                <a:ea typeface="Lato"/>
                <a:cs typeface="Lato"/>
                <a:sym typeface="Lato"/>
              </a:rPr>
            </a:br>
            <a:r>
              <a:rPr lang="en" sz="1100" b="1">
                <a:solidFill>
                  <a:schemeClr val="dk1"/>
                </a:solidFill>
                <a:uFill>
                  <a:noFill/>
                </a:uFill>
                <a:latin typeface="Song Myung"/>
                <a:ea typeface="Song Myung"/>
                <a:cs typeface="Song Myung"/>
                <a:sym typeface="Song Myung"/>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t>
            </a:r>
            <a:r>
              <a:rPr lang="en" sz="1100" b="1">
                <a:solidFill>
                  <a:schemeClr val="dk1"/>
                </a:solidFill>
                <a:latin typeface="Song Myung"/>
                <a:ea typeface="Song Myung"/>
                <a:cs typeface="Song Myung"/>
                <a:sym typeface="Song Myung"/>
              </a:rPr>
              <a:t>| </a:t>
            </a:r>
            <a:r>
              <a:rPr lang="en" sz="1100" b="1">
                <a:solidFill>
                  <a:schemeClr val="dk1"/>
                </a:solidFill>
                <a:uFill>
                  <a:noFill/>
                </a:uFill>
                <a:latin typeface="Song Myung"/>
                <a:ea typeface="Song Myung"/>
                <a:cs typeface="Song Myung"/>
                <a:sym typeface="Song Myung"/>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a:t>
            </a:r>
            <a:r>
              <a:rPr lang="en" sz="1100" b="1">
                <a:solidFill>
                  <a:schemeClr val="dk1"/>
                </a:solidFill>
                <a:uFill>
                  <a:noFill/>
                </a:uFill>
                <a:latin typeface="Song Myung"/>
                <a:ea typeface="Song Myung"/>
                <a:cs typeface="Song Myung"/>
                <a:sym typeface="Song Myung"/>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log</a:t>
            </a:r>
            <a:r>
              <a:rPr lang="en" sz="1100" b="1">
                <a:solidFill>
                  <a:schemeClr val="dk1"/>
                </a:solidFill>
                <a:latin typeface="Song Myung"/>
                <a:ea typeface="Song Myung"/>
                <a:cs typeface="Song Myung"/>
                <a:sym typeface="Song Myung"/>
              </a:rPr>
              <a:t> | </a:t>
            </a:r>
            <a:r>
              <a:rPr lang="en" sz="1100" b="1">
                <a:solidFill>
                  <a:schemeClr val="dk1"/>
                </a:solidFill>
                <a:uFill>
                  <a:noFill/>
                </a:uFill>
                <a:latin typeface="Song Myung"/>
                <a:ea typeface="Song Myung"/>
                <a:cs typeface="Song Myung"/>
                <a:sym typeface="Song Myung"/>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100" b="1">
              <a:solidFill>
                <a:schemeClr val="dk1"/>
              </a:solidFill>
              <a:latin typeface="Song Myung"/>
              <a:ea typeface="Song Myung"/>
              <a:cs typeface="Song Myung"/>
              <a:sym typeface="Song Myung"/>
            </a:endParaRPr>
          </a:p>
        </p:txBody>
      </p:sp>
      <p:sp>
        <p:nvSpPr>
          <p:cNvPr id="422" name="Google Shape;422;p40"/>
          <p:cNvSpPr txBox="1"/>
          <p:nvPr/>
        </p:nvSpPr>
        <p:spPr>
          <a:xfrm>
            <a:off x="4815602" y="4133675"/>
            <a:ext cx="36084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latin typeface="Lato"/>
                <a:ea typeface="Lato"/>
                <a:cs typeface="Lato"/>
                <a:sym typeface="Lato"/>
              </a:rPr>
              <a:t>You can visit our sister projects:</a:t>
            </a:r>
            <a:br>
              <a:rPr lang="en" sz="1100">
                <a:solidFill>
                  <a:schemeClr val="dk1"/>
                </a:solidFill>
                <a:latin typeface="Lato"/>
                <a:ea typeface="Lato"/>
                <a:cs typeface="Lato"/>
                <a:sym typeface="Lato"/>
              </a:rPr>
            </a:br>
            <a:r>
              <a:rPr lang="en" sz="1100" b="1">
                <a:solidFill>
                  <a:schemeClr val="dk1"/>
                </a:solidFill>
                <a:uFill>
                  <a:noFill/>
                </a:uFill>
                <a:latin typeface="Song Myung"/>
                <a:ea typeface="Song Myung"/>
                <a:cs typeface="Song Myung"/>
                <a:sym typeface="Song Myung"/>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100" b="1">
                <a:solidFill>
                  <a:schemeClr val="dk1"/>
                </a:solidFill>
                <a:latin typeface="Song Myung"/>
                <a:ea typeface="Song Myung"/>
                <a:cs typeface="Song Myung"/>
                <a:sym typeface="Song Myung"/>
              </a:rPr>
              <a:t> | </a:t>
            </a:r>
            <a:r>
              <a:rPr lang="en" sz="1100" b="1">
                <a:solidFill>
                  <a:schemeClr val="dk1"/>
                </a:solidFill>
                <a:uFill>
                  <a:noFill/>
                </a:uFill>
                <a:latin typeface="Song Myung"/>
                <a:ea typeface="Song Myung"/>
                <a:cs typeface="Song Myung"/>
                <a:sym typeface="Song Myung"/>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100" b="1">
                <a:solidFill>
                  <a:schemeClr val="dk1"/>
                </a:solidFill>
                <a:latin typeface="Song Myung"/>
                <a:ea typeface="Song Myung"/>
                <a:cs typeface="Song Myung"/>
                <a:sym typeface="Song Myung"/>
              </a:rPr>
              <a:t> | </a:t>
            </a:r>
            <a:r>
              <a:rPr lang="en" sz="1100" b="1">
                <a:solidFill>
                  <a:schemeClr val="dk1"/>
                </a:solidFill>
                <a:uFill>
                  <a:noFill/>
                </a:uFill>
                <a:latin typeface="Song Myung"/>
                <a:ea typeface="Song Myung"/>
                <a:cs typeface="Song Myung"/>
                <a:sym typeface="Song Myung"/>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100" b="1">
                <a:solidFill>
                  <a:schemeClr val="dk1"/>
                </a:solidFill>
                <a:latin typeface="Song Myung"/>
                <a:ea typeface="Song Myung"/>
                <a:cs typeface="Song Myung"/>
                <a:sym typeface="Song Myung"/>
              </a:rPr>
              <a:t> | </a:t>
            </a:r>
            <a:r>
              <a:rPr lang="en" sz="1100" b="1">
                <a:solidFill>
                  <a:schemeClr val="dk1"/>
                </a:solidFill>
                <a:uFill>
                  <a:noFill/>
                </a:uFill>
                <a:latin typeface="Song Myung"/>
                <a:ea typeface="Song Myung"/>
                <a:cs typeface="Song Myung"/>
                <a:sym typeface="Song Myung"/>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100" b="1">
                <a:solidFill>
                  <a:schemeClr val="dk1"/>
                </a:solidFill>
                <a:latin typeface="Song Myung"/>
                <a:ea typeface="Song Myung"/>
                <a:cs typeface="Song Myung"/>
                <a:sym typeface="Song Myung"/>
              </a:rPr>
              <a:t>| </a:t>
            </a:r>
            <a:r>
              <a:rPr lang="en" sz="1100" b="1">
                <a:solidFill>
                  <a:schemeClr val="dk1"/>
                </a:solidFill>
                <a:uFill>
                  <a:noFill/>
                </a:uFill>
                <a:latin typeface="Song Myung"/>
                <a:ea typeface="Song Myung"/>
                <a:cs typeface="Song Myung"/>
                <a:sym typeface="Song Myung"/>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100" b="1">
              <a:solidFill>
                <a:schemeClr val="dk1"/>
              </a:solidFill>
              <a:latin typeface="Song Myung"/>
              <a:ea typeface="Song Myung"/>
              <a:cs typeface="Song Myung"/>
              <a:sym typeface="Song Myung"/>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Table of</a:t>
            </a:r>
            <a:r>
              <a:rPr lang="en"/>
              <a:t> contents</a:t>
            </a:r>
            <a:endParaRPr/>
          </a:p>
        </p:txBody>
      </p:sp>
      <p:sp>
        <p:nvSpPr>
          <p:cNvPr id="428" name="Google Shape;428;p41"/>
          <p:cNvSpPr txBox="1">
            <a:spLocks noGrp="1"/>
          </p:cNvSpPr>
          <p:nvPr>
            <p:ph type="subTitle" idx="3"/>
          </p:nvPr>
        </p:nvSpPr>
        <p:spPr>
          <a:xfrm>
            <a:off x="720000" y="3846123"/>
            <a:ext cx="24855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a:solidFill>
                <a:srgbClr val="666666"/>
              </a:solidFill>
            </a:endParaRPr>
          </a:p>
        </p:txBody>
      </p:sp>
      <p:sp>
        <p:nvSpPr>
          <p:cNvPr id="429" name="Google Shape;429;p41"/>
          <p:cNvSpPr txBox="1">
            <a:spLocks noGrp="1"/>
          </p:cNvSpPr>
          <p:nvPr>
            <p:ph type="subTitle" idx="1"/>
          </p:nvPr>
        </p:nvSpPr>
        <p:spPr>
          <a:xfrm>
            <a:off x="720000" y="2112953"/>
            <a:ext cx="24855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a:p>
        </p:txBody>
      </p:sp>
      <p:sp>
        <p:nvSpPr>
          <p:cNvPr id="430" name="Google Shape;430;p41"/>
          <p:cNvSpPr txBox="1">
            <a:spLocks noGrp="1"/>
          </p:cNvSpPr>
          <p:nvPr>
            <p:ph type="subTitle" idx="2"/>
          </p:nvPr>
        </p:nvSpPr>
        <p:spPr>
          <a:xfrm>
            <a:off x="3330837" y="2112949"/>
            <a:ext cx="24873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a:p>
        </p:txBody>
      </p:sp>
      <p:sp>
        <p:nvSpPr>
          <p:cNvPr id="431" name="Google Shape;431;p41"/>
          <p:cNvSpPr txBox="1">
            <a:spLocks noGrp="1"/>
          </p:cNvSpPr>
          <p:nvPr>
            <p:ph type="subTitle" idx="4"/>
          </p:nvPr>
        </p:nvSpPr>
        <p:spPr>
          <a:xfrm>
            <a:off x="3328350" y="3846122"/>
            <a:ext cx="24873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a:p>
        </p:txBody>
      </p:sp>
      <p:sp>
        <p:nvSpPr>
          <p:cNvPr id="432" name="Google Shape;432;p41"/>
          <p:cNvSpPr txBox="1">
            <a:spLocks noGrp="1"/>
          </p:cNvSpPr>
          <p:nvPr>
            <p:ph type="subTitle" idx="5"/>
          </p:nvPr>
        </p:nvSpPr>
        <p:spPr>
          <a:xfrm>
            <a:off x="5943474" y="2112949"/>
            <a:ext cx="24873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a:p>
        </p:txBody>
      </p:sp>
      <p:sp>
        <p:nvSpPr>
          <p:cNvPr id="433" name="Google Shape;433;p41"/>
          <p:cNvSpPr txBox="1">
            <a:spLocks noGrp="1"/>
          </p:cNvSpPr>
          <p:nvPr>
            <p:ph type="subTitle" idx="6"/>
          </p:nvPr>
        </p:nvSpPr>
        <p:spPr>
          <a:xfrm>
            <a:off x="5943474" y="3846122"/>
            <a:ext cx="2487300" cy="683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describe the topic of the section here</a:t>
            </a:r>
            <a:endParaRPr/>
          </a:p>
        </p:txBody>
      </p:sp>
      <p:sp>
        <p:nvSpPr>
          <p:cNvPr id="434" name="Google Shape;434;p41"/>
          <p:cNvSpPr txBox="1">
            <a:spLocks noGrp="1"/>
          </p:cNvSpPr>
          <p:nvPr>
            <p:ph type="title" idx="7"/>
          </p:nvPr>
        </p:nvSpPr>
        <p:spPr>
          <a:xfrm>
            <a:off x="1566750" y="1402209"/>
            <a:ext cx="7920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435" name="Google Shape;435;p41"/>
          <p:cNvSpPr txBox="1">
            <a:spLocks noGrp="1"/>
          </p:cNvSpPr>
          <p:nvPr>
            <p:ph type="title" idx="8"/>
          </p:nvPr>
        </p:nvSpPr>
        <p:spPr>
          <a:xfrm>
            <a:off x="1566750" y="3134803"/>
            <a:ext cx="7920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436" name="Google Shape;436;p41"/>
          <p:cNvSpPr txBox="1">
            <a:spLocks noGrp="1"/>
          </p:cNvSpPr>
          <p:nvPr>
            <p:ph type="title" idx="9"/>
          </p:nvPr>
        </p:nvSpPr>
        <p:spPr>
          <a:xfrm>
            <a:off x="4175700" y="1402204"/>
            <a:ext cx="7926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437" name="Google Shape;437;p41"/>
          <p:cNvSpPr txBox="1">
            <a:spLocks noGrp="1"/>
          </p:cNvSpPr>
          <p:nvPr>
            <p:ph type="title" idx="13"/>
          </p:nvPr>
        </p:nvSpPr>
        <p:spPr>
          <a:xfrm>
            <a:off x="4175700" y="3134800"/>
            <a:ext cx="7926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438" name="Google Shape;438;p41"/>
          <p:cNvSpPr txBox="1">
            <a:spLocks noGrp="1"/>
          </p:cNvSpPr>
          <p:nvPr>
            <p:ph type="title" idx="14"/>
          </p:nvPr>
        </p:nvSpPr>
        <p:spPr>
          <a:xfrm>
            <a:off x="6790824" y="1402204"/>
            <a:ext cx="7926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439" name="Google Shape;439;p41"/>
          <p:cNvSpPr txBox="1">
            <a:spLocks noGrp="1"/>
          </p:cNvSpPr>
          <p:nvPr>
            <p:ph type="title" idx="15"/>
          </p:nvPr>
        </p:nvSpPr>
        <p:spPr>
          <a:xfrm>
            <a:off x="6790824" y="3134800"/>
            <a:ext cx="7926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440" name="Google Shape;440;p41"/>
          <p:cNvSpPr txBox="1">
            <a:spLocks noGrp="1"/>
          </p:cNvSpPr>
          <p:nvPr>
            <p:ph type="subTitle" idx="16"/>
          </p:nvPr>
        </p:nvSpPr>
        <p:spPr>
          <a:xfrm>
            <a:off x="720000" y="1801116"/>
            <a:ext cx="248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sp>
        <p:nvSpPr>
          <p:cNvPr id="441" name="Google Shape;441;p41"/>
          <p:cNvSpPr txBox="1">
            <a:spLocks noGrp="1"/>
          </p:cNvSpPr>
          <p:nvPr>
            <p:ph type="subTitle" idx="17"/>
          </p:nvPr>
        </p:nvSpPr>
        <p:spPr>
          <a:xfrm>
            <a:off x="3328350" y="1801112"/>
            <a:ext cx="24873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History</a:t>
            </a:r>
            <a:endParaRPr/>
          </a:p>
        </p:txBody>
      </p:sp>
      <p:sp>
        <p:nvSpPr>
          <p:cNvPr id="442" name="Google Shape;442;p41"/>
          <p:cNvSpPr txBox="1">
            <a:spLocks noGrp="1"/>
          </p:cNvSpPr>
          <p:nvPr>
            <p:ph type="subTitle" idx="18"/>
          </p:nvPr>
        </p:nvSpPr>
        <p:spPr>
          <a:xfrm>
            <a:off x="5943474" y="1801112"/>
            <a:ext cx="24873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Society</a:t>
            </a:r>
            <a:endParaRPr/>
          </a:p>
        </p:txBody>
      </p:sp>
      <p:sp>
        <p:nvSpPr>
          <p:cNvPr id="443" name="Google Shape;443;p41"/>
          <p:cNvSpPr txBox="1">
            <a:spLocks noGrp="1"/>
          </p:cNvSpPr>
          <p:nvPr>
            <p:ph type="subTitle" idx="19"/>
          </p:nvPr>
        </p:nvSpPr>
        <p:spPr>
          <a:xfrm>
            <a:off x="720000" y="3533777"/>
            <a:ext cx="24855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Cultural</a:t>
            </a:r>
            <a:endParaRPr/>
          </a:p>
        </p:txBody>
      </p:sp>
      <p:sp>
        <p:nvSpPr>
          <p:cNvPr id="444" name="Google Shape;444;p41"/>
          <p:cNvSpPr txBox="1">
            <a:spLocks noGrp="1"/>
          </p:cNvSpPr>
          <p:nvPr>
            <p:ph type="subTitle" idx="20"/>
          </p:nvPr>
        </p:nvSpPr>
        <p:spPr>
          <a:xfrm>
            <a:off x="3328350" y="3533775"/>
            <a:ext cx="24873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Religious</a:t>
            </a:r>
            <a:endParaRPr/>
          </a:p>
        </p:txBody>
      </p:sp>
      <p:sp>
        <p:nvSpPr>
          <p:cNvPr id="445" name="Google Shape;445;p41"/>
          <p:cNvSpPr txBox="1">
            <a:spLocks noGrp="1"/>
          </p:cNvSpPr>
          <p:nvPr>
            <p:ph type="subTitle" idx="21"/>
          </p:nvPr>
        </p:nvSpPr>
        <p:spPr>
          <a:xfrm>
            <a:off x="5943474" y="3533775"/>
            <a:ext cx="24873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Conclusion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A journey through </a:t>
            </a:r>
            <a:r>
              <a:rPr lang="en"/>
              <a:t>global history</a:t>
            </a:r>
            <a:endParaRPr/>
          </a:p>
        </p:txBody>
      </p:sp>
      <p:sp>
        <p:nvSpPr>
          <p:cNvPr id="464" name="Google Shape;464;p44"/>
          <p:cNvSpPr txBox="1">
            <a:spLocks noGrp="1"/>
          </p:cNvSpPr>
          <p:nvPr>
            <p:ph type="subTitle" idx="1"/>
          </p:nvPr>
        </p:nvSpPr>
        <p:spPr>
          <a:xfrm>
            <a:off x="713225" y="2552787"/>
            <a:ext cx="6620400" cy="134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takes a little more than 58 days to complete its rotation, so try to imagine how long days must be there! Since the temperatures are so extreme, albeit not as extreme as on Venus, Mercury has been deemed to be non-habitable for humans</a:t>
            </a:r>
            <a:endParaRPr/>
          </a:p>
        </p:txBody>
      </p:sp>
      <p:sp>
        <p:nvSpPr>
          <p:cNvPr id="465" name="Google Shape;465;p44"/>
          <p:cNvSpPr txBox="1">
            <a:spLocks noGrp="1"/>
          </p:cNvSpPr>
          <p:nvPr>
            <p:ph type="subTitle" idx="2"/>
          </p:nvPr>
        </p:nvSpPr>
        <p:spPr>
          <a:xfrm>
            <a:off x="713225" y="1246425"/>
            <a:ext cx="6620400" cy="134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Its temperatures aren't as terribly hot as those on Venus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45"/>
          <p:cNvSpPr txBox="1">
            <a:spLocks noGrp="1"/>
          </p:cNvSpPr>
          <p:nvPr>
            <p:ph type="title"/>
          </p:nvPr>
        </p:nvSpPr>
        <p:spPr>
          <a:xfrm>
            <a:off x="2980300" y="365350"/>
            <a:ext cx="5737800" cy="111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0">
                <a:solidFill>
                  <a:schemeClr val="accent1"/>
                </a:solidFill>
              </a:rPr>
              <a:t>Empires </a:t>
            </a:r>
            <a:r>
              <a:rPr lang="en"/>
              <a:t>and civilizations</a:t>
            </a:r>
            <a:endParaRPr/>
          </a:p>
        </p:txBody>
      </p:sp>
      <p:sp>
        <p:nvSpPr>
          <p:cNvPr id="471" name="Google Shape;471;p45"/>
          <p:cNvSpPr txBox="1">
            <a:spLocks noGrp="1"/>
          </p:cNvSpPr>
          <p:nvPr>
            <p:ph type="subTitle" idx="1"/>
          </p:nvPr>
        </p:nvSpPr>
        <p:spPr>
          <a:xfrm>
            <a:off x="2980300" y="1578525"/>
            <a:ext cx="5737800" cy="298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Do you know what helps you make your point crystal clear? Lists like this one:</a:t>
            </a:r>
            <a:endParaRPr/>
          </a:p>
          <a:p>
            <a:pPr marL="457200" lvl="0" indent="-330200" algn="l" rtl="0">
              <a:spcBef>
                <a:spcPts val="1000"/>
              </a:spcBef>
              <a:spcAft>
                <a:spcPts val="0"/>
              </a:spcAft>
              <a:buSzPts val="1600"/>
              <a:buChar char="■"/>
            </a:pPr>
            <a:r>
              <a:rPr lang="en"/>
              <a:t>They’re simple </a:t>
            </a:r>
            <a:endParaRPr/>
          </a:p>
          <a:p>
            <a:pPr marL="457200" lvl="0" indent="-330200" algn="l" rtl="0">
              <a:spcBef>
                <a:spcPts val="0"/>
              </a:spcBef>
              <a:spcAft>
                <a:spcPts val="0"/>
              </a:spcAft>
              <a:buSzPts val="1600"/>
              <a:buChar char="■"/>
            </a:pPr>
            <a:r>
              <a:rPr lang="en"/>
              <a:t>You can organize your ideas clearly</a:t>
            </a:r>
            <a:endParaRPr/>
          </a:p>
          <a:p>
            <a:pPr marL="457200" lvl="0" indent="-330200" algn="l" rtl="0">
              <a:spcBef>
                <a:spcPts val="0"/>
              </a:spcBef>
              <a:spcAft>
                <a:spcPts val="0"/>
              </a:spcAft>
              <a:buSzPts val="1600"/>
              <a:buChar char="■"/>
            </a:pPr>
            <a:r>
              <a:rPr lang="en"/>
              <a:t>You’ll never forget to buy milk!</a:t>
            </a:r>
            <a:endParaRPr/>
          </a:p>
          <a:p>
            <a:pPr marL="0" lvl="0" indent="0" algn="l" rtl="0">
              <a:spcBef>
                <a:spcPts val="1000"/>
              </a:spcBef>
              <a:spcAft>
                <a:spcPts val="0"/>
              </a:spcAft>
              <a:buNone/>
            </a:pPr>
            <a:r>
              <a:rPr lang="en"/>
              <a:t>And the most important thing: the audience won’t miss the point of your presentation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Technology and </a:t>
            </a:r>
            <a:r>
              <a:rPr lang="en"/>
              <a:t>its impact on society</a:t>
            </a:r>
            <a:endParaRPr/>
          </a:p>
        </p:txBody>
      </p:sp>
      <p:sp>
        <p:nvSpPr>
          <p:cNvPr id="477" name="Google Shape;477;p46"/>
          <p:cNvSpPr txBox="1">
            <a:spLocks noGrp="1"/>
          </p:cNvSpPr>
          <p:nvPr>
            <p:ph type="subTitle" idx="1"/>
          </p:nvPr>
        </p:nvSpPr>
        <p:spPr>
          <a:xfrm>
            <a:off x="4869880" y="2658049"/>
            <a:ext cx="2953500" cy="129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 It’s hot and has a poisonous atmosphere</a:t>
            </a:r>
            <a:endParaRPr/>
          </a:p>
        </p:txBody>
      </p:sp>
      <p:sp>
        <p:nvSpPr>
          <p:cNvPr id="478" name="Google Shape;478;p46"/>
          <p:cNvSpPr txBox="1">
            <a:spLocks noGrp="1"/>
          </p:cNvSpPr>
          <p:nvPr>
            <p:ph type="subTitle" idx="2"/>
          </p:nvPr>
        </p:nvSpPr>
        <p:spPr>
          <a:xfrm>
            <a:off x="1320605" y="2658049"/>
            <a:ext cx="2957100" cy="129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System—it’s only a bit larger than the Moon</a:t>
            </a:r>
            <a:endParaRPr/>
          </a:p>
        </p:txBody>
      </p:sp>
      <p:sp>
        <p:nvSpPr>
          <p:cNvPr id="479" name="Google Shape;479;p46"/>
          <p:cNvSpPr txBox="1">
            <a:spLocks noGrp="1"/>
          </p:cNvSpPr>
          <p:nvPr>
            <p:ph type="subTitle" idx="3"/>
          </p:nvPr>
        </p:nvSpPr>
        <p:spPr>
          <a:xfrm>
            <a:off x="1320615" y="2279025"/>
            <a:ext cx="2957100" cy="55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Lifestyle</a:t>
            </a:r>
            <a:endParaRPr/>
          </a:p>
        </p:txBody>
      </p:sp>
      <p:sp>
        <p:nvSpPr>
          <p:cNvPr id="480" name="Google Shape;480;p46"/>
          <p:cNvSpPr txBox="1">
            <a:spLocks noGrp="1"/>
          </p:cNvSpPr>
          <p:nvPr>
            <p:ph type="subTitle" idx="4"/>
          </p:nvPr>
        </p:nvSpPr>
        <p:spPr>
          <a:xfrm>
            <a:off x="4869895" y="2279025"/>
            <a:ext cx="2953500" cy="55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Future</a:t>
            </a:r>
            <a:endParaRPr/>
          </a:p>
        </p:txBody>
      </p:sp>
      <p:grpSp>
        <p:nvGrpSpPr>
          <p:cNvPr id="481" name="Google Shape;481;p46"/>
          <p:cNvGrpSpPr/>
          <p:nvPr/>
        </p:nvGrpSpPr>
        <p:grpSpPr>
          <a:xfrm>
            <a:off x="2702361" y="1934780"/>
            <a:ext cx="193625" cy="343835"/>
            <a:chOff x="7322548" y="2777268"/>
            <a:chExt cx="193625" cy="343835"/>
          </a:xfrm>
        </p:grpSpPr>
        <p:sp>
          <p:nvSpPr>
            <p:cNvPr id="482" name="Google Shape;482;p46"/>
            <p:cNvSpPr/>
            <p:nvPr/>
          </p:nvSpPr>
          <p:spPr>
            <a:xfrm>
              <a:off x="7322548" y="2945155"/>
              <a:ext cx="193625" cy="69320"/>
            </a:xfrm>
            <a:custGeom>
              <a:avLst/>
              <a:gdLst/>
              <a:ahLst/>
              <a:cxnLst/>
              <a:rect l="l" t="t" r="r" b="b"/>
              <a:pathLst>
                <a:path w="5740" h="2055" extrusionOk="0">
                  <a:moveTo>
                    <a:pt x="96" y="0"/>
                  </a:moveTo>
                  <a:cubicBezTo>
                    <a:pt x="1" y="381"/>
                    <a:pt x="24" y="834"/>
                    <a:pt x="96" y="1215"/>
                  </a:cubicBezTo>
                  <a:cubicBezTo>
                    <a:pt x="941" y="1774"/>
                    <a:pt x="1918" y="2054"/>
                    <a:pt x="2894" y="2054"/>
                  </a:cubicBezTo>
                  <a:cubicBezTo>
                    <a:pt x="3870" y="2054"/>
                    <a:pt x="4847" y="1774"/>
                    <a:pt x="5692" y="1215"/>
                  </a:cubicBezTo>
                  <a:cubicBezTo>
                    <a:pt x="5740" y="834"/>
                    <a:pt x="5740" y="381"/>
                    <a:pt x="5692" y="0"/>
                  </a:cubicBezTo>
                  <a:cubicBezTo>
                    <a:pt x="4842" y="480"/>
                    <a:pt x="3876" y="724"/>
                    <a:pt x="2903" y="724"/>
                  </a:cubicBezTo>
                  <a:cubicBezTo>
                    <a:pt x="1941" y="724"/>
                    <a:pt x="971" y="485"/>
                    <a:pt x="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6"/>
            <p:cNvSpPr/>
            <p:nvPr/>
          </p:nvSpPr>
          <p:spPr>
            <a:xfrm>
              <a:off x="7324943" y="2777268"/>
              <a:ext cx="188835" cy="171935"/>
            </a:xfrm>
            <a:custGeom>
              <a:avLst/>
              <a:gdLst/>
              <a:ahLst/>
              <a:cxnLst/>
              <a:rect l="l" t="t" r="r" b="b"/>
              <a:pathLst>
                <a:path w="5598" h="5097" extrusionOk="0">
                  <a:moveTo>
                    <a:pt x="1739" y="1881"/>
                  </a:moveTo>
                  <a:cubicBezTo>
                    <a:pt x="1692" y="2358"/>
                    <a:pt x="1597" y="2929"/>
                    <a:pt x="1454" y="3477"/>
                  </a:cubicBezTo>
                  <a:cubicBezTo>
                    <a:pt x="1311" y="3525"/>
                    <a:pt x="1144" y="3572"/>
                    <a:pt x="1025" y="3644"/>
                  </a:cubicBezTo>
                  <a:lnTo>
                    <a:pt x="715" y="2239"/>
                  </a:lnTo>
                  <a:cubicBezTo>
                    <a:pt x="668" y="2072"/>
                    <a:pt x="834" y="1881"/>
                    <a:pt x="1001" y="1881"/>
                  </a:cubicBezTo>
                  <a:close/>
                  <a:moveTo>
                    <a:pt x="4645" y="1881"/>
                  </a:moveTo>
                  <a:cubicBezTo>
                    <a:pt x="4811" y="1881"/>
                    <a:pt x="4954" y="2072"/>
                    <a:pt x="4931" y="2239"/>
                  </a:cubicBezTo>
                  <a:lnTo>
                    <a:pt x="4597" y="3644"/>
                  </a:lnTo>
                  <a:cubicBezTo>
                    <a:pt x="4478" y="3572"/>
                    <a:pt x="4335" y="3525"/>
                    <a:pt x="4192" y="3477"/>
                  </a:cubicBezTo>
                  <a:cubicBezTo>
                    <a:pt x="4049" y="2929"/>
                    <a:pt x="3954" y="2358"/>
                    <a:pt x="3883" y="1881"/>
                  </a:cubicBezTo>
                  <a:close/>
                  <a:moveTo>
                    <a:pt x="1216" y="0"/>
                  </a:moveTo>
                  <a:cubicBezTo>
                    <a:pt x="1025" y="0"/>
                    <a:pt x="906" y="119"/>
                    <a:pt x="906" y="310"/>
                  </a:cubicBezTo>
                  <a:cubicBezTo>
                    <a:pt x="906" y="476"/>
                    <a:pt x="1073" y="595"/>
                    <a:pt x="1216" y="595"/>
                  </a:cubicBezTo>
                  <a:lnTo>
                    <a:pt x="1858" y="595"/>
                  </a:lnTo>
                  <a:cubicBezTo>
                    <a:pt x="1858" y="786"/>
                    <a:pt x="1835" y="1024"/>
                    <a:pt x="1811" y="1286"/>
                  </a:cubicBezTo>
                  <a:lnTo>
                    <a:pt x="1001" y="1286"/>
                  </a:lnTo>
                  <a:cubicBezTo>
                    <a:pt x="430" y="1286"/>
                    <a:pt x="1" y="1834"/>
                    <a:pt x="144" y="2382"/>
                  </a:cubicBezTo>
                  <a:lnTo>
                    <a:pt x="501" y="4001"/>
                  </a:lnTo>
                  <a:cubicBezTo>
                    <a:pt x="382" y="4120"/>
                    <a:pt x="287" y="4239"/>
                    <a:pt x="191" y="4382"/>
                  </a:cubicBezTo>
                  <a:cubicBezTo>
                    <a:pt x="1001" y="4858"/>
                    <a:pt x="1906" y="5096"/>
                    <a:pt x="2808" y="5096"/>
                  </a:cubicBezTo>
                  <a:cubicBezTo>
                    <a:pt x="3710" y="5096"/>
                    <a:pt x="4609" y="4858"/>
                    <a:pt x="5407" y="4382"/>
                  </a:cubicBezTo>
                  <a:cubicBezTo>
                    <a:pt x="5312" y="4239"/>
                    <a:pt x="5240" y="4120"/>
                    <a:pt x="5121" y="4001"/>
                  </a:cubicBezTo>
                  <a:lnTo>
                    <a:pt x="5478" y="2382"/>
                  </a:lnTo>
                  <a:cubicBezTo>
                    <a:pt x="5597" y="1834"/>
                    <a:pt x="5169" y="1286"/>
                    <a:pt x="4597" y="1286"/>
                  </a:cubicBezTo>
                  <a:lnTo>
                    <a:pt x="3811" y="1286"/>
                  </a:lnTo>
                  <a:cubicBezTo>
                    <a:pt x="3764" y="1000"/>
                    <a:pt x="3764" y="762"/>
                    <a:pt x="3740" y="595"/>
                  </a:cubicBezTo>
                  <a:lnTo>
                    <a:pt x="4407" y="595"/>
                  </a:lnTo>
                  <a:cubicBezTo>
                    <a:pt x="4573" y="595"/>
                    <a:pt x="4692" y="476"/>
                    <a:pt x="4692" y="310"/>
                  </a:cubicBezTo>
                  <a:cubicBezTo>
                    <a:pt x="4692" y="119"/>
                    <a:pt x="4550" y="0"/>
                    <a:pt x="4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6"/>
            <p:cNvSpPr/>
            <p:nvPr/>
          </p:nvSpPr>
          <p:spPr>
            <a:xfrm>
              <a:off x="7333781" y="3014239"/>
              <a:ext cx="173554" cy="52252"/>
            </a:xfrm>
            <a:custGeom>
              <a:avLst/>
              <a:gdLst/>
              <a:ahLst/>
              <a:cxnLst/>
              <a:rect l="l" t="t" r="r" b="b"/>
              <a:pathLst>
                <a:path w="5145" h="1549" extrusionOk="0">
                  <a:moveTo>
                    <a:pt x="1" y="0"/>
                  </a:moveTo>
                  <a:lnTo>
                    <a:pt x="1" y="0"/>
                  </a:lnTo>
                  <a:cubicBezTo>
                    <a:pt x="144" y="334"/>
                    <a:pt x="334" y="643"/>
                    <a:pt x="525" y="905"/>
                  </a:cubicBezTo>
                  <a:cubicBezTo>
                    <a:pt x="882" y="1310"/>
                    <a:pt x="1430" y="1548"/>
                    <a:pt x="2001" y="1548"/>
                  </a:cubicBezTo>
                  <a:lnTo>
                    <a:pt x="3144" y="1548"/>
                  </a:lnTo>
                  <a:cubicBezTo>
                    <a:pt x="3716" y="1548"/>
                    <a:pt x="4264" y="1310"/>
                    <a:pt x="4597" y="905"/>
                  </a:cubicBezTo>
                  <a:cubicBezTo>
                    <a:pt x="4835" y="643"/>
                    <a:pt x="5026" y="334"/>
                    <a:pt x="5145" y="0"/>
                  </a:cubicBezTo>
                  <a:lnTo>
                    <a:pt x="5145" y="0"/>
                  </a:lnTo>
                  <a:cubicBezTo>
                    <a:pt x="4359" y="405"/>
                    <a:pt x="3478" y="608"/>
                    <a:pt x="2591" y="608"/>
                  </a:cubicBezTo>
                  <a:cubicBezTo>
                    <a:pt x="1704" y="608"/>
                    <a:pt x="811" y="40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46"/>
            <p:cNvSpPr/>
            <p:nvPr/>
          </p:nvSpPr>
          <p:spPr>
            <a:xfrm>
              <a:off x="7355471" y="3086528"/>
              <a:ext cx="127779" cy="34576"/>
            </a:xfrm>
            <a:custGeom>
              <a:avLst/>
              <a:gdLst/>
              <a:ahLst/>
              <a:cxnLst/>
              <a:rect l="l" t="t" r="r" b="b"/>
              <a:pathLst>
                <a:path w="3788" h="1025" extrusionOk="0">
                  <a:moveTo>
                    <a:pt x="715" y="1"/>
                  </a:moveTo>
                  <a:cubicBezTo>
                    <a:pt x="334" y="1"/>
                    <a:pt x="1" y="334"/>
                    <a:pt x="1" y="715"/>
                  </a:cubicBezTo>
                  <a:cubicBezTo>
                    <a:pt x="1" y="906"/>
                    <a:pt x="168" y="1025"/>
                    <a:pt x="311" y="1025"/>
                  </a:cubicBezTo>
                  <a:lnTo>
                    <a:pt x="3502" y="1025"/>
                  </a:lnTo>
                  <a:cubicBezTo>
                    <a:pt x="3668" y="1025"/>
                    <a:pt x="3787" y="906"/>
                    <a:pt x="3787" y="715"/>
                  </a:cubicBezTo>
                  <a:cubicBezTo>
                    <a:pt x="3787" y="310"/>
                    <a:pt x="3454" y="1"/>
                    <a:pt x="30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 name="Google Shape;486;p46"/>
          <p:cNvGrpSpPr/>
          <p:nvPr/>
        </p:nvGrpSpPr>
        <p:grpSpPr>
          <a:xfrm>
            <a:off x="6174686" y="1934380"/>
            <a:ext cx="343869" cy="344645"/>
            <a:chOff x="3986336" y="4030430"/>
            <a:chExt cx="343869" cy="344645"/>
          </a:xfrm>
        </p:grpSpPr>
        <p:sp>
          <p:nvSpPr>
            <p:cNvPr id="487" name="Google Shape;487;p46"/>
            <p:cNvSpPr/>
            <p:nvPr/>
          </p:nvSpPr>
          <p:spPr>
            <a:xfrm>
              <a:off x="4071511" y="4138712"/>
              <a:ext cx="184787" cy="66892"/>
            </a:xfrm>
            <a:custGeom>
              <a:avLst/>
              <a:gdLst/>
              <a:ahLst/>
              <a:cxnLst/>
              <a:rect l="l" t="t" r="r" b="b"/>
              <a:pathLst>
                <a:path w="5478" h="1983" extrusionOk="0">
                  <a:moveTo>
                    <a:pt x="2572" y="482"/>
                  </a:moveTo>
                  <a:cubicBezTo>
                    <a:pt x="2763" y="482"/>
                    <a:pt x="2882" y="601"/>
                    <a:pt x="2882" y="791"/>
                  </a:cubicBezTo>
                  <a:lnTo>
                    <a:pt x="2882" y="1125"/>
                  </a:lnTo>
                  <a:cubicBezTo>
                    <a:pt x="2882" y="1291"/>
                    <a:pt x="2763" y="1410"/>
                    <a:pt x="2572" y="1410"/>
                  </a:cubicBezTo>
                  <a:cubicBezTo>
                    <a:pt x="2406" y="1410"/>
                    <a:pt x="2286" y="1291"/>
                    <a:pt x="2286" y="1125"/>
                  </a:cubicBezTo>
                  <a:lnTo>
                    <a:pt x="2286" y="791"/>
                  </a:lnTo>
                  <a:cubicBezTo>
                    <a:pt x="2286" y="601"/>
                    <a:pt x="2406" y="482"/>
                    <a:pt x="2572" y="482"/>
                  </a:cubicBezTo>
                  <a:close/>
                  <a:moveTo>
                    <a:pt x="2479" y="0"/>
                  </a:moveTo>
                  <a:cubicBezTo>
                    <a:pt x="2086" y="0"/>
                    <a:pt x="1730" y="277"/>
                    <a:pt x="1620" y="696"/>
                  </a:cubicBezTo>
                  <a:cubicBezTo>
                    <a:pt x="1596" y="815"/>
                    <a:pt x="1501" y="910"/>
                    <a:pt x="1382" y="934"/>
                  </a:cubicBezTo>
                  <a:cubicBezTo>
                    <a:pt x="1239" y="958"/>
                    <a:pt x="1120" y="1029"/>
                    <a:pt x="1024" y="1172"/>
                  </a:cubicBezTo>
                  <a:cubicBezTo>
                    <a:pt x="973" y="1259"/>
                    <a:pt x="871" y="1320"/>
                    <a:pt x="773" y="1320"/>
                  </a:cubicBezTo>
                  <a:cubicBezTo>
                    <a:pt x="736" y="1320"/>
                    <a:pt x="700" y="1311"/>
                    <a:pt x="667" y="1291"/>
                  </a:cubicBezTo>
                  <a:cubicBezTo>
                    <a:pt x="612" y="1270"/>
                    <a:pt x="556" y="1260"/>
                    <a:pt x="500" y="1260"/>
                  </a:cubicBezTo>
                  <a:cubicBezTo>
                    <a:pt x="242" y="1260"/>
                    <a:pt x="0" y="1474"/>
                    <a:pt x="0" y="1768"/>
                  </a:cubicBezTo>
                  <a:lnTo>
                    <a:pt x="0" y="1958"/>
                  </a:lnTo>
                  <a:lnTo>
                    <a:pt x="1358" y="1958"/>
                  </a:lnTo>
                  <a:cubicBezTo>
                    <a:pt x="1262" y="1792"/>
                    <a:pt x="1310" y="1625"/>
                    <a:pt x="1453" y="1530"/>
                  </a:cubicBezTo>
                  <a:cubicBezTo>
                    <a:pt x="1504" y="1496"/>
                    <a:pt x="1560" y="1480"/>
                    <a:pt x="1615" y="1480"/>
                  </a:cubicBezTo>
                  <a:cubicBezTo>
                    <a:pt x="1716" y="1480"/>
                    <a:pt x="1812" y="1533"/>
                    <a:pt x="1858" y="1625"/>
                  </a:cubicBezTo>
                  <a:lnTo>
                    <a:pt x="2096" y="1982"/>
                  </a:lnTo>
                  <a:lnTo>
                    <a:pt x="3049" y="1982"/>
                  </a:lnTo>
                  <a:lnTo>
                    <a:pt x="3287" y="1625"/>
                  </a:lnTo>
                  <a:cubicBezTo>
                    <a:pt x="3348" y="1533"/>
                    <a:pt x="3449" y="1480"/>
                    <a:pt x="3552" y="1480"/>
                  </a:cubicBezTo>
                  <a:cubicBezTo>
                    <a:pt x="3608" y="1480"/>
                    <a:pt x="3665" y="1496"/>
                    <a:pt x="3715" y="1530"/>
                  </a:cubicBezTo>
                  <a:cubicBezTo>
                    <a:pt x="3858" y="1625"/>
                    <a:pt x="3882" y="1792"/>
                    <a:pt x="3811" y="1958"/>
                  </a:cubicBezTo>
                  <a:lnTo>
                    <a:pt x="5478" y="1958"/>
                  </a:lnTo>
                  <a:cubicBezTo>
                    <a:pt x="5417" y="1755"/>
                    <a:pt x="5216" y="1586"/>
                    <a:pt x="4996" y="1586"/>
                  </a:cubicBezTo>
                  <a:cubicBezTo>
                    <a:pt x="4958" y="1586"/>
                    <a:pt x="4920" y="1591"/>
                    <a:pt x="4882" y="1601"/>
                  </a:cubicBezTo>
                  <a:cubicBezTo>
                    <a:pt x="4863" y="1603"/>
                    <a:pt x="4844" y="1605"/>
                    <a:pt x="4825" y="1605"/>
                  </a:cubicBezTo>
                  <a:cubicBezTo>
                    <a:pt x="4664" y="1605"/>
                    <a:pt x="4546" y="1513"/>
                    <a:pt x="4525" y="1363"/>
                  </a:cubicBezTo>
                  <a:cubicBezTo>
                    <a:pt x="4465" y="1101"/>
                    <a:pt x="4268" y="942"/>
                    <a:pt x="4022" y="942"/>
                  </a:cubicBezTo>
                  <a:cubicBezTo>
                    <a:pt x="3977" y="942"/>
                    <a:pt x="3930" y="947"/>
                    <a:pt x="3882" y="958"/>
                  </a:cubicBezTo>
                  <a:cubicBezTo>
                    <a:pt x="3857" y="966"/>
                    <a:pt x="3831" y="970"/>
                    <a:pt x="3805" y="970"/>
                  </a:cubicBezTo>
                  <a:cubicBezTo>
                    <a:pt x="3684" y="970"/>
                    <a:pt x="3564" y="885"/>
                    <a:pt x="3525" y="768"/>
                  </a:cubicBezTo>
                  <a:cubicBezTo>
                    <a:pt x="3453" y="339"/>
                    <a:pt x="3049" y="5"/>
                    <a:pt x="2572" y="5"/>
                  </a:cubicBezTo>
                  <a:cubicBezTo>
                    <a:pt x="2541" y="2"/>
                    <a:pt x="2510" y="0"/>
                    <a:pt x="24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6"/>
            <p:cNvSpPr/>
            <p:nvPr/>
          </p:nvSpPr>
          <p:spPr>
            <a:xfrm>
              <a:off x="4126933" y="4093881"/>
              <a:ext cx="63485" cy="23343"/>
            </a:xfrm>
            <a:custGeom>
              <a:avLst/>
              <a:gdLst/>
              <a:ahLst/>
              <a:cxnLst/>
              <a:rect l="l" t="t" r="r" b="b"/>
              <a:pathLst>
                <a:path w="1882" h="692" extrusionOk="0">
                  <a:moveTo>
                    <a:pt x="929" y="1"/>
                  </a:moveTo>
                  <a:cubicBezTo>
                    <a:pt x="501" y="1"/>
                    <a:pt x="143" y="310"/>
                    <a:pt x="1" y="691"/>
                  </a:cubicBezTo>
                  <a:lnTo>
                    <a:pt x="1882" y="691"/>
                  </a:lnTo>
                  <a:cubicBezTo>
                    <a:pt x="1739" y="310"/>
                    <a:pt x="1382" y="1"/>
                    <a:pt x="9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6"/>
            <p:cNvSpPr/>
            <p:nvPr/>
          </p:nvSpPr>
          <p:spPr>
            <a:xfrm>
              <a:off x="4212074" y="4223212"/>
              <a:ext cx="118131" cy="23343"/>
            </a:xfrm>
            <a:custGeom>
              <a:avLst/>
              <a:gdLst/>
              <a:ahLst/>
              <a:cxnLst/>
              <a:rect l="l" t="t" r="r" b="b"/>
              <a:pathLst>
                <a:path w="3502" h="692" extrusionOk="0">
                  <a:moveTo>
                    <a:pt x="1" y="1"/>
                  </a:moveTo>
                  <a:lnTo>
                    <a:pt x="1" y="692"/>
                  </a:lnTo>
                  <a:lnTo>
                    <a:pt x="3502" y="692"/>
                  </a:lnTo>
                  <a:lnTo>
                    <a:pt x="35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6"/>
            <p:cNvSpPr/>
            <p:nvPr/>
          </p:nvSpPr>
          <p:spPr>
            <a:xfrm>
              <a:off x="3989575" y="4137261"/>
              <a:ext cx="126935" cy="23343"/>
            </a:xfrm>
            <a:custGeom>
              <a:avLst/>
              <a:gdLst/>
              <a:ahLst/>
              <a:cxnLst/>
              <a:rect l="l" t="t" r="r" b="b"/>
              <a:pathLst>
                <a:path w="3763" h="692" extrusionOk="0">
                  <a:moveTo>
                    <a:pt x="0" y="1"/>
                  </a:moveTo>
                  <a:lnTo>
                    <a:pt x="334" y="691"/>
                  </a:lnTo>
                  <a:lnTo>
                    <a:pt x="3072" y="691"/>
                  </a:lnTo>
                  <a:cubicBezTo>
                    <a:pt x="3215" y="572"/>
                    <a:pt x="3382" y="477"/>
                    <a:pt x="3525" y="406"/>
                  </a:cubicBezTo>
                  <a:cubicBezTo>
                    <a:pt x="3572" y="263"/>
                    <a:pt x="3668" y="120"/>
                    <a:pt x="3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6"/>
            <p:cNvSpPr/>
            <p:nvPr/>
          </p:nvSpPr>
          <p:spPr>
            <a:xfrm>
              <a:off x="3986336" y="4266592"/>
              <a:ext cx="343060" cy="108484"/>
            </a:xfrm>
            <a:custGeom>
              <a:avLst/>
              <a:gdLst/>
              <a:ahLst/>
              <a:cxnLst/>
              <a:rect l="l" t="t" r="r" b="b"/>
              <a:pathLst>
                <a:path w="10170" h="3216" extrusionOk="0">
                  <a:moveTo>
                    <a:pt x="1" y="1"/>
                  </a:moveTo>
                  <a:lnTo>
                    <a:pt x="1" y="692"/>
                  </a:lnTo>
                  <a:lnTo>
                    <a:pt x="311" y="692"/>
                  </a:lnTo>
                  <a:cubicBezTo>
                    <a:pt x="1525" y="692"/>
                    <a:pt x="2501" y="1668"/>
                    <a:pt x="2501" y="2882"/>
                  </a:cubicBezTo>
                  <a:lnTo>
                    <a:pt x="2501" y="3216"/>
                  </a:lnTo>
                  <a:lnTo>
                    <a:pt x="7669" y="3216"/>
                  </a:lnTo>
                  <a:lnTo>
                    <a:pt x="7669" y="2882"/>
                  </a:lnTo>
                  <a:cubicBezTo>
                    <a:pt x="7669" y="1668"/>
                    <a:pt x="8646" y="692"/>
                    <a:pt x="9860" y="692"/>
                  </a:cubicBezTo>
                  <a:lnTo>
                    <a:pt x="10170" y="692"/>
                  </a:lnTo>
                  <a:lnTo>
                    <a:pt x="10170" y="1"/>
                  </a:lnTo>
                  <a:lnTo>
                    <a:pt x="6645" y="1"/>
                  </a:lnTo>
                  <a:lnTo>
                    <a:pt x="6645" y="334"/>
                  </a:lnTo>
                  <a:lnTo>
                    <a:pt x="6693" y="334"/>
                  </a:lnTo>
                  <a:cubicBezTo>
                    <a:pt x="6693" y="1192"/>
                    <a:pt x="5978" y="1906"/>
                    <a:pt x="5097" y="1906"/>
                  </a:cubicBezTo>
                  <a:cubicBezTo>
                    <a:pt x="4240" y="1906"/>
                    <a:pt x="3526" y="1192"/>
                    <a:pt x="3526" y="334"/>
                  </a:cubicBezTo>
                  <a:lnTo>
                    <a:pt x="35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6"/>
            <p:cNvSpPr/>
            <p:nvPr/>
          </p:nvSpPr>
          <p:spPr>
            <a:xfrm>
              <a:off x="4125314" y="4223212"/>
              <a:ext cx="66723" cy="87603"/>
            </a:xfrm>
            <a:custGeom>
              <a:avLst/>
              <a:gdLst/>
              <a:ahLst/>
              <a:cxnLst/>
              <a:rect l="l" t="t" r="r" b="b"/>
              <a:pathLst>
                <a:path w="1978" h="2597" extrusionOk="0">
                  <a:moveTo>
                    <a:pt x="977" y="692"/>
                  </a:moveTo>
                  <a:cubicBezTo>
                    <a:pt x="1168" y="692"/>
                    <a:pt x="1287" y="834"/>
                    <a:pt x="1287" y="1001"/>
                  </a:cubicBezTo>
                  <a:lnTo>
                    <a:pt x="1287" y="1620"/>
                  </a:lnTo>
                  <a:cubicBezTo>
                    <a:pt x="1287" y="1787"/>
                    <a:pt x="1168" y="1906"/>
                    <a:pt x="977" y="1906"/>
                  </a:cubicBezTo>
                  <a:cubicBezTo>
                    <a:pt x="811" y="1906"/>
                    <a:pt x="691" y="1787"/>
                    <a:pt x="691" y="1620"/>
                  </a:cubicBezTo>
                  <a:lnTo>
                    <a:pt x="691" y="1001"/>
                  </a:lnTo>
                  <a:cubicBezTo>
                    <a:pt x="691" y="811"/>
                    <a:pt x="811" y="692"/>
                    <a:pt x="977" y="692"/>
                  </a:cubicBezTo>
                  <a:close/>
                  <a:moveTo>
                    <a:pt x="1" y="1"/>
                  </a:moveTo>
                  <a:lnTo>
                    <a:pt x="1" y="1620"/>
                  </a:lnTo>
                  <a:cubicBezTo>
                    <a:pt x="1" y="2144"/>
                    <a:pt x="453" y="2597"/>
                    <a:pt x="977" y="2597"/>
                  </a:cubicBezTo>
                  <a:cubicBezTo>
                    <a:pt x="1525" y="2597"/>
                    <a:pt x="1977" y="2144"/>
                    <a:pt x="1977" y="1620"/>
                  </a:cubicBezTo>
                  <a:lnTo>
                    <a:pt x="1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6"/>
            <p:cNvSpPr/>
            <p:nvPr/>
          </p:nvSpPr>
          <p:spPr>
            <a:xfrm>
              <a:off x="3991160" y="4180641"/>
              <a:ext cx="64328" cy="22533"/>
            </a:xfrm>
            <a:custGeom>
              <a:avLst/>
              <a:gdLst/>
              <a:ahLst/>
              <a:cxnLst/>
              <a:rect l="l" t="t" r="r" b="b"/>
              <a:pathLst>
                <a:path w="1907" h="668" extrusionOk="0">
                  <a:moveTo>
                    <a:pt x="310" y="1"/>
                  </a:moveTo>
                  <a:lnTo>
                    <a:pt x="1" y="668"/>
                  </a:lnTo>
                  <a:lnTo>
                    <a:pt x="1811" y="668"/>
                  </a:lnTo>
                  <a:cubicBezTo>
                    <a:pt x="1787" y="477"/>
                    <a:pt x="1787" y="263"/>
                    <a:pt x="19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6"/>
            <p:cNvSpPr/>
            <p:nvPr/>
          </p:nvSpPr>
          <p:spPr>
            <a:xfrm>
              <a:off x="3987146" y="4309972"/>
              <a:ext cx="64294" cy="65104"/>
            </a:xfrm>
            <a:custGeom>
              <a:avLst/>
              <a:gdLst/>
              <a:ahLst/>
              <a:cxnLst/>
              <a:rect l="l" t="t" r="r" b="b"/>
              <a:pathLst>
                <a:path w="1906" h="1930" extrusionOk="0">
                  <a:moveTo>
                    <a:pt x="1" y="1"/>
                  </a:moveTo>
                  <a:lnTo>
                    <a:pt x="1" y="1644"/>
                  </a:lnTo>
                  <a:cubicBezTo>
                    <a:pt x="1" y="1811"/>
                    <a:pt x="120" y="1930"/>
                    <a:pt x="287" y="1930"/>
                  </a:cubicBezTo>
                  <a:lnTo>
                    <a:pt x="1906" y="1930"/>
                  </a:lnTo>
                  <a:lnTo>
                    <a:pt x="1906" y="1596"/>
                  </a:lnTo>
                  <a:cubicBezTo>
                    <a:pt x="1906" y="715"/>
                    <a:pt x="1192" y="1"/>
                    <a:pt x="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6"/>
            <p:cNvSpPr/>
            <p:nvPr/>
          </p:nvSpPr>
          <p:spPr>
            <a:xfrm>
              <a:off x="4265911" y="4309972"/>
              <a:ext cx="64294" cy="65104"/>
            </a:xfrm>
            <a:custGeom>
              <a:avLst/>
              <a:gdLst/>
              <a:ahLst/>
              <a:cxnLst/>
              <a:rect l="l" t="t" r="r" b="b"/>
              <a:pathLst>
                <a:path w="1906" h="1930" extrusionOk="0">
                  <a:moveTo>
                    <a:pt x="1620" y="1"/>
                  </a:moveTo>
                  <a:cubicBezTo>
                    <a:pt x="715" y="1"/>
                    <a:pt x="0" y="715"/>
                    <a:pt x="0" y="1596"/>
                  </a:cubicBezTo>
                  <a:lnTo>
                    <a:pt x="0" y="1930"/>
                  </a:lnTo>
                  <a:lnTo>
                    <a:pt x="1620" y="1930"/>
                  </a:lnTo>
                  <a:cubicBezTo>
                    <a:pt x="1786" y="1930"/>
                    <a:pt x="1906" y="1787"/>
                    <a:pt x="1906" y="1644"/>
                  </a:cubicBezTo>
                  <a:lnTo>
                    <a:pt x="19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46"/>
            <p:cNvSpPr/>
            <p:nvPr/>
          </p:nvSpPr>
          <p:spPr>
            <a:xfrm>
              <a:off x="4200841" y="4137261"/>
              <a:ext cx="125350" cy="23343"/>
            </a:xfrm>
            <a:custGeom>
              <a:avLst/>
              <a:gdLst/>
              <a:ahLst/>
              <a:cxnLst/>
              <a:rect l="l" t="t" r="r" b="b"/>
              <a:pathLst>
                <a:path w="3716" h="692" extrusionOk="0">
                  <a:moveTo>
                    <a:pt x="0" y="1"/>
                  </a:moveTo>
                  <a:cubicBezTo>
                    <a:pt x="96" y="120"/>
                    <a:pt x="143" y="239"/>
                    <a:pt x="215" y="358"/>
                  </a:cubicBezTo>
                  <a:cubicBezTo>
                    <a:pt x="501" y="358"/>
                    <a:pt x="763" y="477"/>
                    <a:pt x="977" y="691"/>
                  </a:cubicBezTo>
                  <a:lnTo>
                    <a:pt x="3382" y="691"/>
                  </a:lnTo>
                  <a:lnTo>
                    <a:pt x="37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46"/>
            <p:cNvSpPr/>
            <p:nvPr/>
          </p:nvSpPr>
          <p:spPr>
            <a:xfrm>
              <a:off x="3987955" y="4030430"/>
              <a:ext cx="342250" cy="86794"/>
            </a:xfrm>
            <a:custGeom>
              <a:avLst/>
              <a:gdLst/>
              <a:ahLst/>
              <a:cxnLst/>
              <a:rect l="l" t="t" r="r" b="b"/>
              <a:pathLst>
                <a:path w="10146" h="2573" extrusionOk="0">
                  <a:moveTo>
                    <a:pt x="2072" y="1"/>
                  </a:moveTo>
                  <a:cubicBezTo>
                    <a:pt x="929" y="1"/>
                    <a:pt x="1" y="953"/>
                    <a:pt x="1" y="2096"/>
                  </a:cubicBezTo>
                  <a:lnTo>
                    <a:pt x="1" y="2572"/>
                  </a:lnTo>
                  <a:lnTo>
                    <a:pt x="3501" y="2572"/>
                  </a:lnTo>
                  <a:cubicBezTo>
                    <a:pt x="3668" y="1858"/>
                    <a:pt x="4287" y="1286"/>
                    <a:pt x="5049" y="1286"/>
                  </a:cubicBezTo>
                  <a:cubicBezTo>
                    <a:pt x="5835" y="1286"/>
                    <a:pt x="6454" y="1834"/>
                    <a:pt x="6597" y="2572"/>
                  </a:cubicBezTo>
                  <a:lnTo>
                    <a:pt x="10146" y="2572"/>
                  </a:lnTo>
                  <a:lnTo>
                    <a:pt x="10146" y="2096"/>
                  </a:lnTo>
                  <a:cubicBezTo>
                    <a:pt x="10146" y="929"/>
                    <a:pt x="9193" y="1"/>
                    <a:pt x="80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46"/>
            <p:cNvSpPr/>
            <p:nvPr/>
          </p:nvSpPr>
          <p:spPr>
            <a:xfrm>
              <a:off x="3987146" y="4223212"/>
              <a:ext cx="118131" cy="23343"/>
            </a:xfrm>
            <a:custGeom>
              <a:avLst/>
              <a:gdLst/>
              <a:ahLst/>
              <a:cxnLst/>
              <a:rect l="l" t="t" r="r" b="b"/>
              <a:pathLst>
                <a:path w="3502" h="692" extrusionOk="0">
                  <a:moveTo>
                    <a:pt x="1" y="1"/>
                  </a:moveTo>
                  <a:lnTo>
                    <a:pt x="1" y="692"/>
                  </a:lnTo>
                  <a:lnTo>
                    <a:pt x="3502" y="692"/>
                  </a:lnTo>
                  <a:lnTo>
                    <a:pt x="35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46"/>
            <p:cNvSpPr/>
            <p:nvPr/>
          </p:nvSpPr>
          <p:spPr>
            <a:xfrm>
              <a:off x="4264292" y="4180641"/>
              <a:ext cx="61899" cy="22533"/>
            </a:xfrm>
            <a:custGeom>
              <a:avLst/>
              <a:gdLst/>
              <a:ahLst/>
              <a:cxnLst/>
              <a:rect l="l" t="t" r="r" b="b"/>
              <a:pathLst>
                <a:path w="1835" h="668" extrusionOk="0">
                  <a:moveTo>
                    <a:pt x="1" y="1"/>
                  </a:moveTo>
                  <a:cubicBezTo>
                    <a:pt x="167" y="167"/>
                    <a:pt x="310" y="406"/>
                    <a:pt x="358" y="668"/>
                  </a:cubicBezTo>
                  <a:lnTo>
                    <a:pt x="1834" y="668"/>
                  </a:lnTo>
                  <a:lnTo>
                    <a:pt x="1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47"/>
          <p:cNvSpPr txBox="1">
            <a:spLocks noGrp="1"/>
          </p:cNvSpPr>
          <p:nvPr>
            <p:ph type="subTitle" idx="1"/>
          </p:nvPr>
        </p:nvSpPr>
        <p:spPr>
          <a:xfrm>
            <a:off x="4087437" y="1472325"/>
            <a:ext cx="3531000" cy="67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Mercury is the closest planet to the Sun and the smallest of them all</a:t>
            </a:r>
            <a:endParaRPr/>
          </a:p>
        </p:txBody>
      </p:sp>
      <p:sp>
        <p:nvSpPr>
          <p:cNvPr id="505" name="Google Shape;505;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Stories of war </a:t>
            </a:r>
            <a:r>
              <a:rPr lang="en"/>
              <a:t>and peace</a:t>
            </a:r>
            <a:endParaRPr/>
          </a:p>
        </p:txBody>
      </p:sp>
      <p:sp>
        <p:nvSpPr>
          <p:cNvPr id="506" name="Google Shape;506;p47"/>
          <p:cNvSpPr txBox="1">
            <a:spLocks noGrp="1"/>
          </p:cNvSpPr>
          <p:nvPr>
            <p:ph type="subTitle" idx="2"/>
          </p:nvPr>
        </p:nvSpPr>
        <p:spPr>
          <a:xfrm>
            <a:off x="4087437" y="2505289"/>
            <a:ext cx="3531000" cy="66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Venus has a beautiful name and is the second planet from the Sun</a:t>
            </a:r>
            <a:endParaRPr/>
          </a:p>
        </p:txBody>
      </p:sp>
      <p:sp>
        <p:nvSpPr>
          <p:cNvPr id="507" name="Google Shape;507;p47"/>
          <p:cNvSpPr txBox="1">
            <a:spLocks noGrp="1"/>
          </p:cNvSpPr>
          <p:nvPr>
            <p:ph type="subTitle" idx="3"/>
          </p:nvPr>
        </p:nvSpPr>
        <p:spPr>
          <a:xfrm>
            <a:off x="4087437" y="3535553"/>
            <a:ext cx="3531000" cy="66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Despite being red, Mars is actually a cold place. It’s full of iron oxide dust</a:t>
            </a:r>
            <a:endParaRPr/>
          </a:p>
        </p:txBody>
      </p:sp>
      <p:sp>
        <p:nvSpPr>
          <p:cNvPr id="508" name="Google Shape;508;p47"/>
          <p:cNvSpPr txBox="1">
            <a:spLocks noGrp="1"/>
          </p:cNvSpPr>
          <p:nvPr>
            <p:ph type="subTitle" idx="4"/>
          </p:nvPr>
        </p:nvSpPr>
        <p:spPr>
          <a:xfrm>
            <a:off x="2097372" y="1473675"/>
            <a:ext cx="18249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Conflicts and resolutions</a:t>
            </a:r>
            <a:endParaRPr/>
          </a:p>
        </p:txBody>
      </p:sp>
      <p:sp>
        <p:nvSpPr>
          <p:cNvPr id="509" name="Google Shape;509;p47"/>
          <p:cNvSpPr txBox="1">
            <a:spLocks noGrp="1"/>
          </p:cNvSpPr>
          <p:nvPr>
            <p:ph type="subTitle" idx="5"/>
          </p:nvPr>
        </p:nvSpPr>
        <p:spPr>
          <a:xfrm>
            <a:off x="2097372" y="2504613"/>
            <a:ext cx="18249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Battles and truces</a:t>
            </a:r>
            <a:endParaRPr/>
          </a:p>
        </p:txBody>
      </p:sp>
      <p:sp>
        <p:nvSpPr>
          <p:cNvPr id="510" name="Google Shape;510;p47"/>
          <p:cNvSpPr txBox="1">
            <a:spLocks noGrp="1"/>
          </p:cNvSpPr>
          <p:nvPr>
            <p:ph type="subTitle" idx="6"/>
          </p:nvPr>
        </p:nvSpPr>
        <p:spPr>
          <a:xfrm>
            <a:off x="2097372" y="3535550"/>
            <a:ext cx="18249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Hostilities and alliances</a:t>
            </a:r>
            <a:endParaRPr/>
          </a:p>
        </p:txBody>
      </p:sp>
      <p:sp>
        <p:nvSpPr>
          <p:cNvPr id="511" name="Google Shape;511;p47"/>
          <p:cNvSpPr/>
          <p:nvPr/>
        </p:nvSpPr>
        <p:spPr>
          <a:xfrm>
            <a:off x="1525563" y="1550054"/>
            <a:ext cx="349300" cy="345387"/>
          </a:xfrm>
          <a:custGeom>
            <a:avLst/>
            <a:gdLst/>
            <a:ahLst/>
            <a:cxnLst/>
            <a:rect l="l" t="t" r="r" b="b"/>
            <a:pathLst>
              <a:path w="10355" h="10239" extrusionOk="0">
                <a:moveTo>
                  <a:pt x="10006" y="0"/>
                </a:moveTo>
                <a:cubicBezTo>
                  <a:pt x="9970" y="0"/>
                  <a:pt x="9933" y="7"/>
                  <a:pt x="9896" y="22"/>
                </a:cubicBezTo>
                <a:lnTo>
                  <a:pt x="8110" y="665"/>
                </a:lnTo>
                <a:cubicBezTo>
                  <a:pt x="8087" y="713"/>
                  <a:pt x="8015" y="713"/>
                  <a:pt x="7991" y="760"/>
                </a:cubicBezTo>
                <a:lnTo>
                  <a:pt x="5586" y="3332"/>
                </a:lnTo>
                <a:lnTo>
                  <a:pt x="6920" y="4761"/>
                </a:lnTo>
                <a:lnTo>
                  <a:pt x="9515" y="2308"/>
                </a:lnTo>
                <a:cubicBezTo>
                  <a:pt x="9539" y="2284"/>
                  <a:pt x="9563" y="2260"/>
                  <a:pt x="9587" y="2189"/>
                </a:cubicBezTo>
                <a:lnTo>
                  <a:pt x="10254" y="403"/>
                </a:lnTo>
                <a:cubicBezTo>
                  <a:pt x="10354" y="202"/>
                  <a:pt x="10200" y="0"/>
                  <a:pt x="10006" y="0"/>
                </a:cubicBezTo>
                <a:close/>
                <a:moveTo>
                  <a:pt x="3467" y="5594"/>
                </a:moveTo>
                <a:lnTo>
                  <a:pt x="2966" y="6118"/>
                </a:lnTo>
                <a:lnTo>
                  <a:pt x="2538" y="5714"/>
                </a:lnTo>
                <a:cubicBezTo>
                  <a:pt x="2478" y="5654"/>
                  <a:pt x="2407" y="5624"/>
                  <a:pt x="2335" y="5624"/>
                </a:cubicBezTo>
                <a:cubicBezTo>
                  <a:pt x="2264" y="5624"/>
                  <a:pt x="2192" y="5654"/>
                  <a:pt x="2133" y="5714"/>
                </a:cubicBezTo>
                <a:cubicBezTo>
                  <a:pt x="2014" y="5833"/>
                  <a:pt x="2014" y="5999"/>
                  <a:pt x="2133" y="6118"/>
                </a:cubicBezTo>
                <a:lnTo>
                  <a:pt x="2633" y="6642"/>
                </a:lnTo>
                <a:lnTo>
                  <a:pt x="1538" y="8071"/>
                </a:lnTo>
                <a:cubicBezTo>
                  <a:pt x="1428" y="8038"/>
                  <a:pt x="1319" y="8023"/>
                  <a:pt x="1212" y="8023"/>
                </a:cubicBezTo>
                <a:cubicBezTo>
                  <a:pt x="621" y="8023"/>
                  <a:pt x="109" y="8497"/>
                  <a:pt x="109" y="9143"/>
                </a:cubicBezTo>
                <a:cubicBezTo>
                  <a:pt x="109" y="9738"/>
                  <a:pt x="609" y="10238"/>
                  <a:pt x="1204" y="10238"/>
                </a:cubicBezTo>
                <a:cubicBezTo>
                  <a:pt x="1919" y="10238"/>
                  <a:pt x="2490" y="9524"/>
                  <a:pt x="2276" y="8809"/>
                </a:cubicBezTo>
                <a:lnTo>
                  <a:pt x="3705" y="7714"/>
                </a:lnTo>
                <a:lnTo>
                  <a:pt x="4205" y="8214"/>
                </a:lnTo>
                <a:cubicBezTo>
                  <a:pt x="4252" y="8262"/>
                  <a:pt x="4348" y="8309"/>
                  <a:pt x="4419" y="8309"/>
                </a:cubicBezTo>
                <a:cubicBezTo>
                  <a:pt x="4681" y="8309"/>
                  <a:pt x="4800" y="7976"/>
                  <a:pt x="4610" y="7785"/>
                </a:cubicBezTo>
                <a:lnTo>
                  <a:pt x="4205" y="7381"/>
                </a:lnTo>
                <a:lnTo>
                  <a:pt x="4776" y="6833"/>
                </a:lnTo>
                <a:lnTo>
                  <a:pt x="3467" y="5594"/>
                </a:lnTo>
                <a:close/>
                <a:moveTo>
                  <a:pt x="334" y="0"/>
                </a:moveTo>
                <a:cubicBezTo>
                  <a:pt x="144" y="0"/>
                  <a:pt x="1" y="202"/>
                  <a:pt x="61" y="403"/>
                </a:cubicBezTo>
                <a:lnTo>
                  <a:pt x="728" y="2189"/>
                </a:lnTo>
                <a:cubicBezTo>
                  <a:pt x="752" y="2237"/>
                  <a:pt x="752" y="2284"/>
                  <a:pt x="799" y="2308"/>
                </a:cubicBezTo>
                <a:cubicBezTo>
                  <a:pt x="2395" y="3808"/>
                  <a:pt x="4610" y="5928"/>
                  <a:pt x="6158" y="7381"/>
                </a:cubicBezTo>
                <a:lnTo>
                  <a:pt x="5753" y="7785"/>
                </a:lnTo>
                <a:cubicBezTo>
                  <a:pt x="5562" y="7976"/>
                  <a:pt x="5681" y="8309"/>
                  <a:pt x="5967" y="8309"/>
                </a:cubicBezTo>
                <a:cubicBezTo>
                  <a:pt x="6038" y="8309"/>
                  <a:pt x="6110" y="8262"/>
                  <a:pt x="6158" y="8214"/>
                </a:cubicBezTo>
                <a:lnTo>
                  <a:pt x="6681" y="7714"/>
                </a:lnTo>
                <a:lnTo>
                  <a:pt x="8110" y="8809"/>
                </a:lnTo>
                <a:cubicBezTo>
                  <a:pt x="7896" y="9524"/>
                  <a:pt x="8420" y="10238"/>
                  <a:pt x="9182" y="10238"/>
                </a:cubicBezTo>
                <a:cubicBezTo>
                  <a:pt x="9777" y="10238"/>
                  <a:pt x="10277" y="9738"/>
                  <a:pt x="10277" y="9143"/>
                </a:cubicBezTo>
                <a:cubicBezTo>
                  <a:pt x="10297" y="8503"/>
                  <a:pt x="9781" y="8015"/>
                  <a:pt x="9192" y="8015"/>
                </a:cubicBezTo>
                <a:cubicBezTo>
                  <a:pt x="9079" y="8015"/>
                  <a:pt x="8964" y="8033"/>
                  <a:pt x="8849" y="8071"/>
                </a:cubicBezTo>
                <a:lnTo>
                  <a:pt x="7753" y="6618"/>
                </a:lnTo>
                <a:lnTo>
                  <a:pt x="8253" y="6118"/>
                </a:lnTo>
                <a:cubicBezTo>
                  <a:pt x="8372" y="5999"/>
                  <a:pt x="8372" y="5833"/>
                  <a:pt x="8253" y="5714"/>
                </a:cubicBezTo>
                <a:cubicBezTo>
                  <a:pt x="8194" y="5654"/>
                  <a:pt x="8122" y="5624"/>
                  <a:pt x="8051" y="5624"/>
                </a:cubicBezTo>
                <a:cubicBezTo>
                  <a:pt x="7979" y="5624"/>
                  <a:pt x="7908" y="5654"/>
                  <a:pt x="7848" y="5714"/>
                </a:cubicBezTo>
                <a:lnTo>
                  <a:pt x="7420" y="6118"/>
                </a:lnTo>
                <a:cubicBezTo>
                  <a:pt x="6872" y="5571"/>
                  <a:pt x="2371" y="760"/>
                  <a:pt x="2371" y="760"/>
                </a:cubicBezTo>
                <a:cubicBezTo>
                  <a:pt x="2323" y="736"/>
                  <a:pt x="2300" y="713"/>
                  <a:pt x="2228" y="665"/>
                </a:cubicBezTo>
                <a:lnTo>
                  <a:pt x="442" y="22"/>
                </a:lnTo>
                <a:cubicBezTo>
                  <a:pt x="405" y="7"/>
                  <a:pt x="369" y="0"/>
                  <a:pt x="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2" name="Google Shape;512;p47"/>
          <p:cNvGrpSpPr/>
          <p:nvPr/>
        </p:nvGrpSpPr>
        <p:grpSpPr>
          <a:xfrm>
            <a:off x="1577342" y="3697248"/>
            <a:ext cx="245741" cy="344105"/>
            <a:chOff x="3221688" y="1523836"/>
            <a:chExt cx="245741" cy="344105"/>
          </a:xfrm>
        </p:grpSpPr>
        <p:sp>
          <p:nvSpPr>
            <p:cNvPr id="513" name="Google Shape;513;p47"/>
            <p:cNvSpPr/>
            <p:nvPr/>
          </p:nvSpPr>
          <p:spPr>
            <a:xfrm>
              <a:off x="3237643" y="1750586"/>
              <a:ext cx="205701" cy="32181"/>
            </a:xfrm>
            <a:custGeom>
              <a:avLst/>
              <a:gdLst/>
              <a:ahLst/>
              <a:cxnLst/>
              <a:rect l="l" t="t" r="r" b="b"/>
              <a:pathLst>
                <a:path w="6098" h="954" extrusionOk="0">
                  <a:moveTo>
                    <a:pt x="2897" y="0"/>
                  </a:moveTo>
                  <a:cubicBezTo>
                    <a:pt x="2494" y="0"/>
                    <a:pt x="2096" y="20"/>
                    <a:pt x="1739" y="73"/>
                  </a:cubicBezTo>
                  <a:cubicBezTo>
                    <a:pt x="1049" y="168"/>
                    <a:pt x="453" y="406"/>
                    <a:pt x="144" y="525"/>
                  </a:cubicBezTo>
                  <a:cubicBezTo>
                    <a:pt x="72" y="549"/>
                    <a:pt x="1" y="668"/>
                    <a:pt x="25" y="787"/>
                  </a:cubicBezTo>
                  <a:cubicBezTo>
                    <a:pt x="72" y="882"/>
                    <a:pt x="144" y="954"/>
                    <a:pt x="239" y="954"/>
                  </a:cubicBezTo>
                  <a:lnTo>
                    <a:pt x="5859" y="954"/>
                  </a:lnTo>
                  <a:cubicBezTo>
                    <a:pt x="5954" y="954"/>
                    <a:pt x="6050" y="882"/>
                    <a:pt x="6074" y="787"/>
                  </a:cubicBezTo>
                  <a:cubicBezTo>
                    <a:pt x="6097" y="668"/>
                    <a:pt x="6050" y="597"/>
                    <a:pt x="5954" y="525"/>
                  </a:cubicBezTo>
                  <a:cubicBezTo>
                    <a:pt x="5669" y="406"/>
                    <a:pt x="5073" y="168"/>
                    <a:pt x="4383" y="73"/>
                  </a:cubicBezTo>
                  <a:cubicBezTo>
                    <a:pt x="3929" y="33"/>
                    <a:pt x="3409" y="0"/>
                    <a:pt x="28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47"/>
            <p:cNvSpPr/>
            <p:nvPr/>
          </p:nvSpPr>
          <p:spPr>
            <a:xfrm>
              <a:off x="3306728" y="1675092"/>
              <a:ext cx="66723" cy="57075"/>
            </a:xfrm>
            <a:custGeom>
              <a:avLst/>
              <a:gdLst/>
              <a:ahLst/>
              <a:cxnLst/>
              <a:rect l="l" t="t" r="r" b="b"/>
              <a:pathLst>
                <a:path w="1978" h="1692" extrusionOk="0">
                  <a:moveTo>
                    <a:pt x="1001" y="1"/>
                  </a:moveTo>
                  <a:cubicBezTo>
                    <a:pt x="549" y="477"/>
                    <a:pt x="1" y="1168"/>
                    <a:pt x="1" y="1477"/>
                  </a:cubicBezTo>
                  <a:cubicBezTo>
                    <a:pt x="1" y="1549"/>
                    <a:pt x="1" y="1644"/>
                    <a:pt x="49" y="1692"/>
                  </a:cubicBezTo>
                  <a:cubicBezTo>
                    <a:pt x="358" y="1668"/>
                    <a:pt x="686" y="1656"/>
                    <a:pt x="1010" y="1656"/>
                  </a:cubicBezTo>
                  <a:cubicBezTo>
                    <a:pt x="1335" y="1656"/>
                    <a:pt x="1656" y="1668"/>
                    <a:pt x="1954" y="1692"/>
                  </a:cubicBezTo>
                  <a:cubicBezTo>
                    <a:pt x="1978" y="1644"/>
                    <a:pt x="1978" y="1549"/>
                    <a:pt x="1978" y="1477"/>
                  </a:cubicBezTo>
                  <a:cubicBezTo>
                    <a:pt x="1978" y="1120"/>
                    <a:pt x="1477" y="477"/>
                    <a:pt x="1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47"/>
            <p:cNvSpPr/>
            <p:nvPr/>
          </p:nvSpPr>
          <p:spPr>
            <a:xfrm>
              <a:off x="3221688" y="1523836"/>
              <a:ext cx="245741" cy="217170"/>
            </a:xfrm>
            <a:custGeom>
              <a:avLst/>
              <a:gdLst/>
              <a:ahLst/>
              <a:cxnLst/>
              <a:rect l="l" t="t" r="r" b="b"/>
              <a:pathLst>
                <a:path w="7285" h="6438" extrusionOk="0">
                  <a:moveTo>
                    <a:pt x="3851" y="1"/>
                  </a:moveTo>
                  <a:cubicBezTo>
                    <a:pt x="3829" y="1"/>
                    <a:pt x="3807" y="3"/>
                    <a:pt x="3784" y="8"/>
                  </a:cubicBezTo>
                  <a:cubicBezTo>
                    <a:pt x="3736" y="8"/>
                    <a:pt x="3117" y="222"/>
                    <a:pt x="2617" y="770"/>
                  </a:cubicBezTo>
                  <a:cubicBezTo>
                    <a:pt x="2355" y="1032"/>
                    <a:pt x="2117" y="1413"/>
                    <a:pt x="1950" y="1960"/>
                  </a:cubicBezTo>
                  <a:cubicBezTo>
                    <a:pt x="1546" y="1484"/>
                    <a:pt x="1045" y="1270"/>
                    <a:pt x="402" y="1151"/>
                  </a:cubicBezTo>
                  <a:cubicBezTo>
                    <a:pt x="390" y="1149"/>
                    <a:pt x="378" y="1149"/>
                    <a:pt x="366" y="1149"/>
                  </a:cubicBezTo>
                  <a:cubicBezTo>
                    <a:pt x="186" y="1149"/>
                    <a:pt x="1" y="1309"/>
                    <a:pt x="45" y="1532"/>
                  </a:cubicBezTo>
                  <a:cubicBezTo>
                    <a:pt x="355" y="2556"/>
                    <a:pt x="355" y="4413"/>
                    <a:pt x="355" y="4461"/>
                  </a:cubicBezTo>
                  <a:cubicBezTo>
                    <a:pt x="355" y="5199"/>
                    <a:pt x="593" y="5890"/>
                    <a:pt x="1069" y="6438"/>
                  </a:cubicBezTo>
                  <a:cubicBezTo>
                    <a:pt x="1307" y="6390"/>
                    <a:pt x="1617" y="6295"/>
                    <a:pt x="1998" y="6247"/>
                  </a:cubicBezTo>
                  <a:cubicBezTo>
                    <a:pt x="1974" y="6152"/>
                    <a:pt x="1974" y="6057"/>
                    <a:pt x="1974" y="5961"/>
                  </a:cubicBezTo>
                  <a:cubicBezTo>
                    <a:pt x="1974" y="5604"/>
                    <a:pt x="2212" y="5128"/>
                    <a:pt x="2689" y="4580"/>
                  </a:cubicBezTo>
                  <a:cubicBezTo>
                    <a:pt x="2998" y="4175"/>
                    <a:pt x="3332" y="3866"/>
                    <a:pt x="3332" y="3866"/>
                  </a:cubicBezTo>
                  <a:cubicBezTo>
                    <a:pt x="3391" y="3806"/>
                    <a:pt x="3463" y="3776"/>
                    <a:pt x="3534" y="3776"/>
                  </a:cubicBezTo>
                  <a:cubicBezTo>
                    <a:pt x="3605" y="3776"/>
                    <a:pt x="3677" y="3806"/>
                    <a:pt x="3736" y="3866"/>
                  </a:cubicBezTo>
                  <a:cubicBezTo>
                    <a:pt x="3736" y="3866"/>
                    <a:pt x="4070" y="4175"/>
                    <a:pt x="4403" y="4580"/>
                  </a:cubicBezTo>
                  <a:cubicBezTo>
                    <a:pt x="4880" y="5175"/>
                    <a:pt x="5118" y="5604"/>
                    <a:pt x="5118" y="5961"/>
                  </a:cubicBezTo>
                  <a:cubicBezTo>
                    <a:pt x="5118" y="6057"/>
                    <a:pt x="5118" y="6152"/>
                    <a:pt x="5094" y="6247"/>
                  </a:cubicBezTo>
                  <a:cubicBezTo>
                    <a:pt x="5475" y="6295"/>
                    <a:pt x="5761" y="6366"/>
                    <a:pt x="5999" y="6438"/>
                  </a:cubicBezTo>
                  <a:cubicBezTo>
                    <a:pt x="6451" y="5866"/>
                    <a:pt x="6713" y="5199"/>
                    <a:pt x="6713" y="4461"/>
                  </a:cubicBezTo>
                  <a:cubicBezTo>
                    <a:pt x="6713" y="4413"/>
                    <a:pt x="6713" y="2937"/>
                    <a:pt x="7166" y="2222"/>
                  </a:cubicBezTo>
                  <a:cubicBezTo>
                    <a:pt x="7285" y="2008"/>
                    <a:pt x="7142" y="1770"/>
                    <a:pt x="6904" y="1770"/>
                  </a:cubicBezTo>
                  <a:cubicBezTo>
                    <a:pt x="6118" y="1770"/>
                    <a:pt x="5523" y="2127"/>
                    <a:pt x="5213" y="2723"/>
                  </a:cubicBezTo>
                  <a:cubicBezTo>
                    <a:pt x="4737" y="2294"/>
                    <a:pt x="4403" y="1794"/>
                    <a:pt x="4213" y="1222"/>
                  </a:cubicBezTo>
                  <a:cubicBezTo>
                    <a:pt x="4094" y="722"/>
                    <a:pt x="4165" y="365"/>
                    <a:pt x="4165" y="365"/>
                  </a:cubicBezTo>
                  <a:cubicBezTo>
                    <a:pt x="4187" y="193"/>
                    <a:pt x="4052" y="1"/>
                    <a:pt x="38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47"/>
            <p:cNvSpPr/>
            <p:nvPr/>
          </p:nvSpPr>
          <p:spPr>
            <a:xfrm>
              <a:off x="3382255" y="1545357"/>
              <a:ext cx="39400" cy="38995"/>
            </a:xfrm>
            <a:custGeom>
              <a:avLst/>
              <a:gdLst/>
              <a:ahLst/>
              <a:cxnLst/>
              <a:rect l="l" t="t" r="r" b="b"/>
              <a:pathLst>
                <a:path w="1168" h="1156" extrusionOk="0">
                  <a:moveTo>
                    <a:pt x="522" y="0"/>
                  </a:moveTo>
                  <a:cubicBezTo>
                    <a:pt x="412" y="0"/>
                    <a:pt x="300" y="63"/>
                    <a:pt x="239" y="156"/>
                  </a:cubicBezTo>
                  <a:cubicBezTo>
                    <a:pt x="191" y="275"/>
                    <a:pt x="96" y="370"/>
                    <a:pt x="0" y="489"/>
                  </a:cubicBezTo>
                  <a:cubicBezTo>
                    <a:pt x="96" y="679"/>
                    <a:pt x="215" y="918"/>
                    <a:pt x="382" y="1156"/>
                  </a:cubicBezTo>
                  <a:cubicBezTo>
                    <a:pt x="620" y="965"/>
                    <a:pt x="858" y="799"/>
                    <a:pt x="1167" y="679"/>
                  </a:cubicBezTo>
                  <a:cubicBezTo>
                    <a:pt x="1072" y="441"/>
                    <a:pt x="929" y="251"/>
                    <a:pt x="691" y="60"/>
                  </a:cubicBezTo>
                  <a:cubicBezTo>
                    <a:pt x="641" y="19"/>
                    <a:pt x="582" y="0"/>
                    <a:pt x="5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47"/>
            <p:cNvSpPr/>
            <p:nvPr/>
          </p:nvSpPr>
          <p:spPr>
            <a:xfrm>
              <a:off x="3264157" y="1802837"/>
              <a:ext cx="153483" cy="65104"/>
            </a:xfrm>
            <a:custGeom>
              <a:avLst/>
              <a:gdLst/>
              <a:ahLst/>
              <a:cxnLst/>
              <a:rect l="l" t="t" r="r" b="b"/>
              <a:pathLst>
                <a:path w="4550" h="1930" extrusionOk="0">
                  <a:moveTo>
                    <a:pt x="1" y="0"/>
                  </a:moveTo>
                  <a:lnTo>
                    <a:pt x="406" y="1072"/>
                  </a:lnTo>
                  <a:cubicBezTo>
                    <a:pt x="429" y="1191"/>
                    <a:pt x="548" y="1262"/>
                    <a:pt x="668" y="1262"/>
                  </a:cubicBezTo>
                  <a:lnTo>
                    <a:pt x="1334" y="1262"/>
                  </a:lnTo>
                  <a:lnTo>
                    <a:pt x="1334" y="1620"/>
                  </a:lnTo>
                  <a:cubicBezTo>
                    <a:pt x="1334" y="1810"/>
                    <a:pt x="1453" y="1929"/>
                    <a:pt x="1620" y="1929"/>
                  </a:cubicBezTo>
                  <a:lnTo>
                    <a:pt x="2906" y="1929"/>
                  </a:lnTo>
                  <a:cubicBezTo>
                    <a:pt x="3097" y="1929"/>
                    <a:pt x="3216" y="1810"/>
                    <a:pt x="3216" y="1620"/>
                  </a:cubicBezTo>
                  <a:lnTo>
                    <a:pt x="3216" y="1262"/>
                  </a:lnTo>
                  <a:lnTo>
                    <a:pt x="3859" y="1262"/>
                  </a:lnTo>
                  <a:cubicBezTo>
                    <a:pt x="3978" y="1262"/>
                    <a:pt x="4097" y="1167"/>
                    <a:pt x="4121" y="1072"/>
                  </a:cubicBezTo>
                  <a:lnTo>
                    <a:pt x="4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47"/>
          <p:cNvGrpSpPr/>
          <p:nvPr/>
        </p:nvGrpSpPr>
        <p:grpSpPr>
          <a:xfrm>
            <a:off x="1527890" y="2664715"/>
            <a:ext cx="344645" cy="347276"/>
            <a:chOff x="720052" y="4030228"/>
            <a:chExt cx="344645" cy="347276"/>
          </a:xfrm>
        </p:grpSpPr>
        <p:sp>
          <p:nvSpPr>
            <p:cNvPr id="519" name="Google Shape;519;p47"/>
            <p:cNvSpPr/>
            <p:nvPr/>
          </p:nvSpPr>
          <p:spPr>
            <a:xfrm>
              <a:off x="806003" y="4122824"/>
              <a:ext cx="181582" cy="59470"/>
            </a:xfrm>
            <a:custGeom>
              <a:avLst/>
              <a:gdLst/>
              <a:ahLst/>
              <a:cxnLst/>
              <a:rect l="l" t="t" r="r" b="b"/>
              <a:pathLst>
                <a:path w="5383" h="1763" extrusionOk="0">
                  <a:moveTo>
                    <a:pt x="286" y="0"/>
                  </a:moveTo>
                  <a:cubicBezTo>
                    <a:pt x="119" y="0"/>
                    <a:pt x="0" y="119"/>
                    <a:pt x="0" y="310"/>
                  </a:cubicBezTo>
                  <a:lnTo>
                    <a:pt x="0" y="1762"/>
                  </a:lnTo>
                  <a:lnTo>
                    <a:pt x="5382" y="1762"/>
                  </a:lnTo>
                  <a:lnTo>
                    <a:pt x="5382" y="310"/>
                  </a:lnTo>
                  <a:cubicBezTo>
                    <a:pt x="5382" y="119"/>
                    <a:pt x="5263" y="0"/>
                    <a:pt x="5073" y="0"/>
                  </a:cubicBezTo>
                  <a:lnTo>
                    <a:pt x="4597" y="0"/>
                  </a:lnTo>
                  <a:cubicBezTo>
                    <a:pt x="4525" y="0"/>
                    <a:pt x="4454" y="48"/>
                    <a:pt x="4406" y="95"/>
                  </a:cubicBezTo>
                  <a:lnTo>
                    <a:pt x="3858" y="643"/>
                  </a:lnTo>
                  <a:cubicBezTo>
                    <a:pt x="3835" y="667"/>
                    <a:pt x="3835" y="667"/>
                    <a:pt x="3811" y="667"/>
                  </a:cubicBezTo>
                  <a:cubicBezTo>
                    <a:pt x="3763" y="667"/>
                    <a:pt x="3739" y="667"/>
                    <a:pt x="3739" y="643"/>
                  </a:cubicBezTo>
                  <a:lnTo>
                    <a:pt x="3215" y="95"/>
                  </a:lnTo>
                  <a:cubicBezTo>
                    <a:pt x="3144" y="48"/>
                    <a:pt x="3096" y="0"/>
                    <a:pt x="3001" y="0"/>
                  </a:cubicBezTo>
                  <a:lnTo>
                    <a:pt x="2382" y="0"/>
                  </a:lnTo>
                  <a:cubicBezTo>
                    <a:pt x="2287" y="0"/>
                    <a:pt x="2215" y="48"/>
                    <a:pt x="2168" y="95"/>
                  </a:cubicBezTo>
                  <a:lnTo>
                    <a:pt x="1620" y="643"/>
                  </a:lnTo>
                  <a:cubicBezTo>
                    <a:pt x="1596" y="667"/>
                    <a:pt x="1596" y="667"/>
                    <a:pt x="1572" y="667"/>
                  </a:cubicBezTo>
                  <a:cubicBezTo>
                    <a:pt x="1548" y="667"/>
                    <a:pt x="1501" y="667"/>
                    <a:pt x="1501" y="643"/>
                  </a:cubicBezTo>
                  <a:lnTo>
                    <a:pt x="977" y="95"/>
                  </a:lnTo>
                  <a:cubicBezTo>
                    <a:pt x="905" y="48"/>
                    <a:pt x="858" y="0"/>
                    <a:pt x="7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7"/>
            <p:cNvSpPr/>
            <p:nvPr/>
          </p:nvSpPr>
          <p:spPr>
            <a:xfrm>
              <a:off x="822869" y="4202331"/>
              <a:ext cx="149469" cy="45033"/>
            </a:xfrm>
            <a:custGeom>
              <a:avLst/>
              <a:gdLst/>
              <a:ahLst/>
              <a:cxnLst/>
              <a:rect l="l" t="t" r="r" b="b"/>
              <a:pathLst>
                <a:path w="4431" h="1335" extrusionOk="0">
                  <a:moveTo>
                    <a:pt x="1" y="1"/>
                  </a:moveTo>
                  <a:lnTo>
                    <a:pt x="1" y="691"/>
                  </a:lnTo>
                  <a:lnTo>
                    <a:pt x="286" y="691"/>
                  </a:lnTo>
                  <a:cubicBezTo>
                    <a:pt x="382" y="691"/>
                    <a:pt x="453" y="715"/>
                    <a:pt x="501" y="787"/>
                  </a:cubicBezTo>
                  <a:lnTo>
                    <a:pt x="1048" y="1311"/>
                  </a:lnTo>
                  <a:cubicBezTo>
                    <a:pt x="1072" y="1334"/>
                    <a:pt x="1072" y="1334"/>
                    <a:pt x="1096" y="1334"/>
                  </a:cubicBezTo>
                  <a:cubicBezTo>
                    <a:pt x="1120" y="1334"/>
                    <a:pt x="1167" y="1334"/>
                    <a:pt x="1167" y="1311"/>
                  </a:cubicBezTo>
                  <a:lnTo>
                    <a:pt x="1691" y="787"/>
                  </a:lnTo>
                  <a:cubicBezTo>
                    <a:pt x="1763" y="715"/>
                    <a:pt x="1810" y="691"/>
                    <a:pt x="1906" y="691"/>
                  </a:cubicBezTo>
                  <a:lnTo>
                    <a:pt x="2525" y="691"/>
                  </a:lnTo>
                  <a:cubicBezTo>
                    <a:pt x="2620" y="691"/>
                    <a:pt x="2668" y="715"/>
                    <a:pt x="2739" y="787"/>
                  </a:cubicBezTo>
                  <a:lnTo>
                    <a:pt x="3263" y="1311"/>
                  </a:lnTo>
                  <a:cubicBezTo>
                    <a:pt x="3311" y="1334"/>
                    <a:pt x="3311" y="1334"/>
                    <a:pt x="3335" y="1334"/>
                  </a:cubicBezTo>
                  <a:cubicBezTo>
                    <a:pt x="3358" y="1334"/>
                    <a:pt x="3382" y="1334"/>
                    <a:pt x="3382" y="1311"/>
                  </a:cubicBezTo>
                  <a:lnTo>
                    <a:pt x="3930" y="787"/>
                  </a:lnTo>
                  <a:cubicBezTo>
                    <a:pt x="3978" y="715"/>
                    <a:pt x="4049" y="691"/>
                    <a:pt x="4144" y="691"/>
                  </a:cubicBezTo>
                  <a:lnTo>
                    <a:pt x="4430" y="691"/>
                  </a:lnTo>
                  <a:lnTo>
                    <a:pt x="44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47"/>
            <p:cNvSpPr/>
            <p:nvPr/>
          </p:nvSpPr>
          <p:spPr>
            <a:xfrm>
              <a:off x="837340" y="4030228"/>
              <a:ext cx="112498" cy="86996"/>
            </a:xfrm>
            <a:custGeom>
              <a:avLst/>
              <a:gdLst/>
              <a:ahLst/>
              <a:cxnLst/>
              <a:rect l="l" t="t" r="r" b="b"/>
              <a:pathLst>
                <a:path w="3335" h="2579" extrusionOk="0">
                  <a:moveTo>
                    <a:pt x="1667" y="1"/>
                  </a:moveTo>
                  <a:cubicBezTo>
                    <a:pt x="1578" y="1"/>
                    <a:pt x="1489" y="42"/>
                    <a:pt x="1429" y="126"/>
                  </a:cubicBezTo>
                  <a:lnTo>
                    <a:pt x="0" y="2197"/>
                  </a:lnTo>
                  <a:cubicBezTo>
                    <a:pt x="167" y="2221"/>
                    <a:pt x="310" y="2317"/>
                    <a:pt x="405" y="2436"/>
                  </a:cubicBezTo>
                  <a:lnTo>
                    <a:pt x="643" y="2578"/>
                  </a:lnTo>
                  <a:lnTo>
                    <a:pt x="786" y="2436"/>
                  </a:lnTo>
                  <a:cubicBezTo>
                    <a:pt x="977" y="2245"/>
                    <a:pt x="1167" y="2150"/>
                    <a:pt x="1405" y="2150"/>
                  </a:cubicBezTo>
                  <a:lnTo>
                    <a:pt x="2024" y="2150"/>
                  </a:lnTo>
                  <a:cubicBezTo>
                    <a:pt x="2263" y="2150"/>
                    <a:pt x="2501" y="2245"/>
                    <a:pt x="2667" y="2436"/>
                  </a:cubicBezTo>
                  <a:lnTo>
                    <a:pt x="2810" y="2578"/>
                  </a:lnTo>
                  <a:lnTo>
                    <a:pt x="2953" y="2436"/>
                  </a:lnTo>
                  <a:cubicBezTo>
                    <a:pt x="3072" y="2317"/>
                    <a:pt x="3191" y="2245"/>
                    <a:pt x="3334" y="2197"/>
                  </a:cubicBezTo>
                  <a:lnTo>
                    <a:pt x="1905" y="126"/>
                  </a:lnTo>
                  <a:cubicBezTo>
                    <a:pt x="1846" y="42"/>
                    <a:pt x="1757" y="1"/>
                    <a:pt x="16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7"/>
            <p:cNvSpPr/>
            <p:nvPr/>
          </p:nvSpPr>
          <p:spPr>
            <a:xfrm>
              <a:off x="879910" y="4298739"/>
              <a:ext cx="34576" cy="76337"/>
            </a:xfrm>
            <a:custGeom>
              <a:avLst/>
              <a:gdLst/>
              <a:ahLst/>
              <a:cxnLst/>
              <a:rect l="l" t="t" r="r" b="b"/>
              <a:pathLst>
                <a:path w="1025" h="2263" extrusionOk="0">
                  <a:moveTo>
                    <a:pt x="500" y="1"/>
                  </a:moveTo>
                  <a:cubicBezTo>
                    <a:pt x="238" y="1"/>
                    <a:pt x="0" y="239"/>
                    <a:pt x="0" y="501"/>
                  </a:cubicBezTo>
                  <a:lnTo>
                    <a:pt x="0" y="2263"/>
                  </a:lnTo>
                  <a:lnTo>
                    <a:pt x="1024" y="2263"/>
                  </a:lnTo>
                  <a:lnTo>
                    <a:pt x="1024" y="501"/>
                  </a:lnTo>
                  <a:cubicBezTo>
                    <a:pt x="1024" y="239"/>
                    <a:pt x="786" y="1"/>
                    <a:pt x="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47"/>
            <p:cNvSpPr/>
            <p:nvPr/>
          </p:nvSpPr>
          <p:spPr>
            <a:xfrm>
              <a:off x="720052" y="4032050"/>
              <a:ext cx="344645" cy="345455"/>
            </a:xfrm>
            <a:custGeom>
              <a:avLst/>
              <a:gdLst/>
              <a:ahLst/>
              <a:cxnLst/>
              <a:rect l="l" t="t" r="r" b="b"/>
              <a:pathLst>
                <a:path w="10217" h="10241" extrusionOk="0">
                  <a:moveTo>
                    <a:pt x="1739" y="7645"/>
                  </a:moveTo>
                  <a:cubicBezTo>
                    <a:pt x="1905" y="7645"/>
                    <a:pt x="2025" y="7764"/>
                    <a:pt x="2025" y="7930"/>
                  </a:cubicBezTo>
                  <a:lnTo>
                    <a:pt x="2025" y="8573"/>
                  </a:lnTo>
                  <a:cubicBezTo>
                    <a:pt x="2025" y="8740"/>
                    <a:pt x="1905" y="8859"/>
                    <a:pt x="1739" y="8859"/>
                  </a:cubicBezTo>
                  <a:cubicBezTo>
                    <a:pt x="1548" y="8859"/>
                    <a:pt x="1429" y="8740"/>
                    <a:pt x="1429" y="8573"/>
                  </a:cubicBezTo>
                  <a:lnTo>
                    <a:pt x="1429" y="7930"/>
                  </a:lnTo>
                  <a:cubicBezTo>
                    <a:pt x="1429" y="7764"/>
                    <a:pt x="1548" y="7645"/>
                    <a:pt x="1739" y="7645"/>
                  </a:cubicBezTo>
                  <a:close/>
                  <a:moveTo>
                    <a:pt x="3025" y="7645"/>
                  </a:moveTo>
                  <a:cubicBezTo>
                    <a:pt x="3191" y="7645"/>
                    <a:pt x="3310" y="7764"/>
                    <a:pt x="3310" y="7930"/>
                  </a:cubicBezTo>
                  <a:lnTo>
                    <a:pt x="3310" y="8573"/>
                  </a:lnTo>
                  <a:cubicBezTo>
                    <a:pt x="3310" y="8740"/>
                    <a:pt x="3191" y="8859"/>
                    <a:pt x="3025" y="8859"/>
                  </a:cubicBezTo>
                  <a:cubicBezTo>
                    <a:pt x="2834" y="8859"/>
                    <a:pt x="2715" y="8740"/>
                    <a:pt x="2715" y="8573"/>
                  </a:cubicBezTo>
                  <a:lnTo>
                    <a:pt x="2715" y="7930"/>
                  </a:lnTo>
                  <a:cubicBezTo>
                    <a:pt x="2715" y="7764"/>
                    <a:pt x="2834" y="7645"/>
                    <a:pt x="3025" y="7645"/>
                  </a:cubicBezTo>
                  <a:close/>
                  <a:moveTo>
                    <a:pt x="7478" y="7645"/>
                  </a:moveTo>
                  <a:cubicBezTo>
                    <a:pt x="7645" y="7645"/>
                    <a:pt x="7788" y="7764"/>
                    <a:pt x="7788" y="7930"/>
                  </a:cubicBezTo>
                  <a:lnTo>
                    <a:pt x="7788" y="8573"/>
                  </a:lnTo>
                  <a:cubicBezTo>
                    <a:pt x="7788" y="8740"/>
                    <a:pt x="7645" y="8859"/>
                    <a:pt x="7478" y="8859"/>
                  </a:cubicBezTo>
                  <a:cubicBezTo>
                    <a:pt x="7311" y="8859"/>
                    <a:pt x="7192" y="8740"/>
                    <a:pt x="7192" y="8573"/>
                  </a:cubicBezTo>
                  <a:lnTo>
                    <a:pt x="7192" y="7930"/>
                  </a:lnTo>
                  <a:cubicBezTo>
                    <a:pt x="7192" y="7764"/>
                    <a:pt x="7311" y="7645"/>
                    <a:pt x="7478" y="7645"/>
                  </a:cubicBezTo>
                  <a:close/>
                  <a:moveTo>
                    <a:pt x="8764" y="7645"/>
                  </a:moveTo>
                  <a:cubicBezTo>
                    <a:pt x="8931" y="7645"/>
                    <a:pt x="9050" y="7764"/>
                    <a:pt x="9050" y="7930"/>
                  </a:cubicBezTo>
                  <a:lnTo>
                    <a:pt x="9050" y="8573"/>
                  </a:lnTo>
                  <a:cubicBezTo>
                    <a:pt x="9050" y="8740"/>
                    <a:pt x="8931" y="8859"/>
                    <a:pt x="8764" y="8859"/>
                  </a:cubicBezTo>
                  <a:cubicBezTo>
                    <a:pt x="8573" y="8859"/>
                    <a:pt x="8454" y="8740"/>
                    <a:pt x="8454" y="8573"/>
                  </a:cubicBezTo>
                  <a:lnTo>
                    <a:pt x="8454" y="7930"/>
                  </a:lnTo>
                  <a:cubicBezTo>
                    <a:pt x="8454" y="7764"/>
                    <a:pt x="8573" y="7645"/>
                    <a:pt x="8764" y="7645"/>
                  </a:cubicBezTo>
                  <a:close/>
                  <a:moveTo>
                    <a:pt x="334" y="0"/>
                  </a:moveTo>
                  <a:cubicBezTo>
                    <a:pt x="167" y="0"/>
                    <a:pt x="0" y="119"/>
                    <a:pt x="0" y="286"/>
                  </a:cubicBezTo>
                  <a:lnTo>
                    <a:pt x="0" y="9907"/>
                  </a:lnTo>
                  <a:cubicBezTo>
                    <a:pt x="0" y="10074"/>
                    <a:pt x="119" y="10193"/>
                    <a:pt x="310" y="10193"/>
                  </a:cubicBezTo>
                  <a:lnTo>
                    <a:pt x="4025" y="10193"/>
                  </a:lnTo>
                  <a:lnTo>
                    <a:pt x="4025" y="8478"/>
                  </a:lnTo>
                  <a:cubicBezTo>
                    <a:pt x="4025" y="7883"/>
                    <a:pt x="4501" y="7383"/>
                    <a:pt x="5097" y="7383"/>
                  </a:cubicBezTo>
                  <a:cubicBezTo>
                    <a:pt x="5716" y="7383"/>
                    <a:pt x="6192" y="7859"/>
                    <a:pt x="6192" y="8478"/>
                  </a:cubicBezTo>
                  <a:lnTo>
                    <a:pt x="6192" y="10240"/>
                  </a:lnTo>
                  <a:lnTo>
                    <a:pt x="9931" y="10240"/>
                  </a:lnTo>
                  <a:cubicBezTo>
                    <a:pt x="10098" y="10240"/>
                    <a:pt x="10217" y="10074"/>
                    <a:pt x="10217" y="9931"/>
                  </a:cubicBezTo>
                  <a:lnTo>
                    <a:pt x="10217" y="6692"/>
                  </a:lnTo>
                  <a:cubicBezTo>
                    <a:pt x="10217" y="6501"/>
                    <a:pt x="10098" y="6382"/>
                    <a:pt x="9931" y="6382"/>
                  </a:cubicBezTo>
                  <a:lnTo>
                    <a:pt x="9645" y="6382"/>
                  </a:lnTo>
                  <a:lnTo>
                    <a:pt x="9645" y="6335"/>
                  </a:lnTo>
                  <a:cubicBezTo>
                    <a:pt x="9574" y="6335"/>
                    <a:pt x="9502" y="6359"/>
                    <a:pt x="9455" y="6430"/>
                  </a:cubicBezTo>
                  <a:lnTo>
                    <a:pt x="8978" y="6906"/>
                  </a:lnTo>
                  <a:cubicBezTo>
                    <a:pt x="8907" y="6954"/>
                    <a:pt x="8859" y="6978"/>
                    <a:pt x="8764" y="6978"/>
                  </a:cubicBezTo>
                  <a:lnTo>
                    <a:pt x="8431" y="6978"/>
                  </a:lnTo>
                  <a:cubicBezTo>
                    <a:pt x="8335" y="6978"/>
                    <a:pt x="8288" y="6954"/>
                    <a:pt x="8216" y="6906"/>
                  </a:cubicBezTo>
                  <a:lnTo>
                    <a:pt x="7740" y="6430"/>
                  </a:lnTo>
                  <a:cubicBezTo>
                    <a:pt x="7692" y="6359"/>
                    <a:pt x="7621" y="6335"/>
                    <a:pt x="7549" y="6335"/>
                  </a:cubicBezTo>
                  <a:lnTo>
                    <a:pt x="7383" y="6335"/>
                  </a:lnTo>
                  <a:cubicBezTo>
                    <a:pt x="7311" y="6335"/>
                    <a:pt x="7240" y="6359"/>
                    <a:pt x="7192" y="6430"/>
                  </a:cubicBezTo>
                  <a:lnTo>
                    <a:pt x="6716" y="6906"/>
                  </a:lnTo>
                  <a:cubicBezTo>
                    <a:pt x="6645" y="6954"/>
                    <a:pt x="6597" y="6978"/>
                    <a:pt x="6502" y="6978"/>
                  </a:cubicBezTo>
                  <a:lnTo>
                    <a:pt x="6168" y="6978"/>
                  </a:lnTo>
                  <a:cubicBezTo>
                    <a:pt x="6073" y="6978"/>
                    <a:pt x="6025" y="6954"/>
                    <a:pt x="5954" y="6906"/>
                  </a:cubicBezTo>
                  <a:lnTo>
                    <a:pt x="5478" y="6430"/>
                  </a:lnTo>
                  <a:cubicBezTo>
                    <a:pt x="5430" y="6359"/>
                    <a:pt x="5359" y="6335"/>
                    <a:pt x="5287" y="6335"/>
                  </a:cubicBezTo>
                  <a:lnTo>
                    <a:pt x="5120" y="6335"/>
                  </a:lnTo>
                  <a:cubicBezTo>
                    <a:pt x="5049" y="6335"/>
                    <a:pt x="4977" y="6359"/>
                    <a:pt x="4930" y="6430"/>
                  </a:cubicBezTo>
                  <a:lnTo>
                    <a:pt x="4454" y="6906"/>
                  </a:lnTo>
                  <a:cubicBezTo>
                    <a:pt x="4382" y="6954"/>
                    <a:pt x="4335" y="6978"/>
                    <a:pt x="4239" y="6978"/>
                  </a:cubicBezTo>
                  <a:lnTo>
                    <a:pt x="3906" y="6978"/>
                  </a:lnTo>
                  <a:cubicBezTo>
                    <a:pt x="3811" y="6978"/>
                    <a:pt x="3763" y="6954"/>
                    <a:pt x="3692" y="6906"/>
                  </a:cubicBezTo>
                  <a:lnTo>
                    <a:pt x="3215" y="6430"/>
                  </a:lnTo>
                  <a:cubicBezTo>
                    <a:pt x="3168" y="6359"/>
                    <a:pt x="3096" y="6335"/>
                    <a:pt x="3025" y="6335"/>
                  </a:cubicBezTo>
                  <a:lnTo>
                    <a:pt x="2858" y="6335"/>
                  </a:lnTo>
                  <a:cubicBezTo>
                    <a:pt x="2787" y="6335"/>
                    <a:pt x="2715" y="6359"/>
                    <a:pt x="2667" y="6430"/>
                  </a:cubicBezTo>
                  <a:lnTo>
                    <a:pt x="2191" y="6906"/>
                  </a:lnTo>
                  <a:cubicBezTo>
                    <a:pt x="2120" y="6954"/>
                    <a:pt x="2072" y="6978"/>
                    <a:pt x="1977" y="6978"/>
                  </a:cubicBezTo>
                  <a:lnTo>
                    <a:pt x="1643" y="6978"/>
                  </a:lnTo>
                  <a:cubicBezTo>
                    <a:pt x="1548" y="6978"/>
                    <a:pt x="1501" y="6954"/>
                    <a:pt x="1429" y="6906"/>
                  </a:cubicBezTo>
                  <a:lnTo>
                    <a:pt x="953" y="6430"/>
                  </a:lnTo>
                  <a:cubicBezTo>
                    <a:pt x="905" y="6359"/>
                    <a:pt x="834" y="6335"/>
                    <a:pt x="762" y="6335"/>
                  </a:cubicBezTo>
                  <a:lnTo>
                    <a:pt x="643" y="6335"/>
                  </a:lnTo>
                  <a:lnTo>
                    <a:pt x="643" y="2501"/>
                  </a:lnTo>
                  <a:lnTo>
                    <a:pt x="1953" y="2501"/>
                  </a:lnTo>
                  <a:cubicBezTo>
                    <a:pt x="2191" y="2501"/>
                    <a:pt x="2334" y="2215"/>
                    <a:pt x="2215" y="2048"/>
                  </a:cubicBezTo>
                  <a:lnTo>
                    <a:pt x="1834" y="1381"/>
                  </a:lnTo>
                  <a:lnTo>
                    <a:pt x="2215" y="762"/>
                  </a:lnTo>
                  <a:cubicBezTo>
                    <a:pt x="2334" y="548"/>
                    <a:pt x="2191" y="310"/>
                    <a:pt x="1953" y="310"/>
                  </a:cubicBezTo>
                  <a:lnTo>
                    <a:pt x="643" y="310"/>
                  </a:lnTo>
                  <a:lnTo>
                    <a:pt x="643" y="286"/>
                  </a:lnTo>
                  <a:cubicBezTo>
                    <a:pt x="643" y="143"/>
                    <a:pt x="524" y="0"/>
                    <a:pt x="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Religion</a:t>
            </a:r>
            <a:r>
              <a:rPr lang="en"/>
              <a:t> through time</a:t>
            </a:r>
            <a:endParaRPr/>
          </a:p>
        </p:txBody>
      </p:sp>
      <p:sp>
        <p:nvSpPr>
          <p:cNvPr id="529" name="Google Shape;529;p48"/>
          <p:cNvSpPr txBox="1">
            <a:spLocks noGrp="1"/>
          </p:cNvSpPr>
          <p:nvPr>
            <p:ph type="subTitle" idx="1"/>
          </p:nvPr>
        </p:nvSpPr>
        <p:spPr>
          <a:xfrm>
            <a:off x="1928274" y="1986141"/>
            <a:ext cx="23208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Mars is actually a very cold place</a:t>
            </a:r>
            <a:endParaRPr/>
          </a:p>
        </p:txBody>
      </p:sp>
      <p:sp>
        <p:nvSpPr>
          <p:cNvPr id="530" name="Google Shape;530;p48"/>
          <p:cNvSpPr txBox="1">
            <a:spLocks noGrp="1"/>
          </p:cNvSpPr>
          <p:nvPr>
            <p:ph type="subTitle" idx="2"/>
          </p:nvPr>
        </p:nvSpPr>
        <p:spPr>
          <a:xfrm>
            <a:off x="5254556" y="1986141"/>
            <a:ext cx="23208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extremely high temperatures</a:t>
            </a:r>
            <a:endParaRPr/>
          </a:p>
        </p:txBody>
      </p:sp>
      <p:sp>
        <p:nvSpPr>
          <p:cNvPr id="531" name="Google Shape;531;p48"/>
          <p:cNvSpPr txBox="1">
            <a:spLocks noGrp="1"/>
          </p:cNvSpPr>
          <p:nvPr>
            <p:ph type="subTitle" idx="3"/>
          </p:nvPr>
        </p:nvSpPr>
        <p:spPr>
          <a:xfrm>
            <a:off x="1928274" y="3476616"/>
            <a:ext cx="23208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of them all</a:t>
            </a:r>
            <a:endParaRPr/>
          </a:p>
        </p:txBody>
      </p:sp>
      <p:sp>
        <p:nvSpPr>
          <p:cNvPr id="532" name="Google Shape;532;p48"/>
          <p:cNvSpPr txBox="1">
            <a:spLocks noGrp="1"/>
          </p:cNvSpPr>
          <p:nvPr>
            <p:ph type="subTitle" idx="4"/>
          </p:nvPr>
        </p:nvSpPr>
        <p:spPr>
          <a:xfrm>
            <a:off x="5254556" y="3476616"/>
            <a:ext cx="23208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a:t>
            </a:r>
            <a:endParaRPr/>
          </a:p>
        </p:txBody>
      </p:sp>
      <p:sp>
        <p:nvSpPr>
          <p:cNvPr id="533" name="Google Shape;533;p48"/>
          <p:cNvSpPr txBox="1">
            <a:spLocks noGrp="1"/>
          </p:cNvSpPr>
          <p:nvPr>
            <p:ph type="subTitle" idx="5"/>
          </p:nvPr>
        </p:nvSpPr>
        <p:spPr>
          <a:xfrm>
            <a:off x="1928274" y="1642100"/>
            <a:ext cx="2320800" cy="50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Judaism</a:t>
            </a:r>
            <a:endParaRPr/>
          </a:p>
        </p:txBody>
      </p:sp>
      <p:sp>
        <p:nvSpPr>
          <p:cNvPr id="534" name="Google Shape;534;p48"/>
          <p:cNvSpPr txBox="1">
            <a:spLocks noGrp="1"/>
          </p:cNvSpPr>
          <p:nvPr>
            <p:ph type="subTitle" idx="6"/>
          </p:nvPr>
        </p:nvSpPr>
        <p:spPr>
          <a:xfrm>
            <a:off x="1928274" y="3132675"/>
            <a:ext cx="2320800" cy="50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Islam</a:t>
            </a:r>
            <a:endParaRPr/>
          </a:p>
        </p:txBody>
      </p:sp>
      <p:sp>
        <p:nvSpPr>
          <p:cNvPr id="535" name="Google Shape;535;p48"/>
          <p:cNvSpPr txBox="1">
            <a:spLocks noGrp="1"/>
          </p:cNvSpPr>
          <p:nvPr>
            <p:ph type="subTitle" idx="7"/>
          </p:nvPr>
        </p:nvSpPr>
        <p:spPr>
          <a:xfrm>
            <a:off x="5254552" y="1642100"/>
            <a:ext cx="2320800" cy="50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Christianity</a:t>
            </a:r>
            <a:endParaRPr/>
          </a:p>
        </p:txBody>
      </p:sp>
      <p:sp>
        <p:nvSpPr>
          <p:cNvPr id="536" name="Google Shape;536;p48"/>
          <p:cNvSpPr txBox="1">
            <a:spLocks noGrp="1"/>
          </p:cNvSpPr>
          <p:nvPr>
            <p:ph type="subTitle" idx="8"/>
          </p:nvPr>
        </p:nvSpPr>
        <p:spPr>
          <a:xfrm>
            <a:off x="5254552" y="3132675"/>
            <a:ext cx="2320800" cy="50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Hinduism</a:t>
            </a:r>
            <a:endParaRPr/>
          </a:p>
        </p:txBody>
      </p:sp>
      <p:grpSp>
        <p:nvGrpSpPr>
          <p:cNvPr id="537" name="Google Shape;537;p48"/>
          <p:cNvGrpSpPr/>
          <p:nvPr/>
        </p:nvGrpSpPr>
        <p:grpSpPr>
          <a:xfrm>
            <a:off x="4790445" y="3495855"/>
            <a:ext cx="258728" cy="344645"/>
            <a:chOff x="7291211" y="4030430"/>
            <a:chExt cx="258728" cy="344645"/>
          </a:xfrm>
        </p:grpSpPr>
        <p:sp>
          <p:nvSpPr>
            <p:cNvPr id="538" name="Google Shape;538;p48"/>
            <p:cNvSpPr/>
            <p:nvPr/>
          </p:nvSpPr>
          <p:spPr>
            <a:xfrm>
              <a:off x="7386808" y="4089057"/>
              <a:ext cx="66723" cy="82004"/>
            </a:xfrm>
            <a:custGeom>
              <a:avLst/>
              <a:gdLst/>
              <a:ahLst/>
              <a:cxnLst/>
              <a:rect l="l" t="t" r="r" b="b"/>
              <a:pathLst>
                <a:path w="1978" h="2431" extrusionOk="0">
                  <a:moveTo>
                    <a:pt x="977" y="1"/>
                  </a:moveTo>
                  <a:cubicBezTo>
                    <a:pt x="453" y="1"/>
                    <a:pt x="1" y="453"/>
                    <a:pt x="1" y="977"/>
                  </a:cubicBezTo>
                  <a:lnTo>
                    <a:pt x="1" y="1454"/>
                  </a:lnTo>
                  <a:cubicBezTo>
                    <a:pt x="1" y="2001"/>
                    <a:pt x="453" y="2430"/>
                    <a:pt x="977" y="2430"/>
                  </a:cubicBezTo>
                  <a:cubicBezTo>
                    <a:pt x="1525" y="2430"/>
                    <a:pt x="1977" y="2001"/>
                    <a:pt x="1977" y="1454"/>
                  </a:cubicBezTo>
                  <a:lnTo>
                    <a:pt x="1977" y="977"/>
                  </a:lnTo>
                  <a:cubicBezTo>
                    <a:pt x="1977" y="453"/>
                    <a:pt x="1525" y="1"/>
                    <a:pt x="9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48"/>
            <p:cNvSpPr/>
            <p:nvPr/>
          </p:nvSpPr>
          <p:spPr>
            <a:xfrm>
              <a:off x="7394061" y="4030430"/>
              <a:ext cx="52218" cy="45809"/>
            </a:xfrm>
            <a:custGeom>
              <a:avLst/>
              <a:gdLst/>
              <a:ahLst/>
              <a:cxnLst/>
              <a:rect l="l" t="t" r="r" b="b"/>
              <a:pathLst>
                <a:path w="1548" h="1358" extrusionOk="0">
                  <a:moveTo>
                    <a:pt x="762" y="1"/>
                  </a:moveTo>
                  <a:cubicBezTo>
                    <a:pt x="595" y="1"/>
                    <a:pt x="476" y="167"/>
                    <a:pt x="476" y="310"/>
                  </a:cubicBezTo>
                  <a:lnTo>
                    <a:pt x="476" y="572"/>
                  </a:lnTo>
                  <a:cubicBezTo>
                    <a:pt x="214" y="691"/>
                    <a:pt x="0" y="953"/>
                    <a:pt x="0" y="1286"/>
                  </a:cubicBezTo>
                  <a:lnTo>
                    <a:pt x="0" y="1358"/>
                  </a:lnTo>
                  <a:cubicBezTo>
                    <a:pt x="238" y="1215"/>
                    <a:pt x="506" y="1144"/>
                    <a:pt x="774" y="1144"/>
                  </a:cubicBezTo>
                  <a:cubicBezTo>
                    <a:pt x="1042" y="1144"/>
                    <a:pt x="1310" y="1215"/>
                    <a:pt x="1548" y="1358"/>
                  </a:cubicBezTo>
                  <a:lnTo>
                    <a:pt x="1548" y="1286"/>
                  </a:lnTo>
                  <a:cubicBezTo>
                    <a:pt x="1548" y="953"/>
                    <a:pt x="1334" y="691"/>
                    <a:pt x="1072" y="572"/>
                  </a:cubicBezTo>
                  <a:lnTo>
                    <a:pt x="1072" y="310"/>
                  </a:lnTo>
                  <a:cubicBezTo>
                    <a:pt x="1072" y="120"/>
                    <a:pt x="953" y="1"/>
                    <a:pt x="7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48"/>
            <p:cNvSpPr/>
            <p:nvPr/>
          </p:nvSpPr>
          <p:spPr>
            <a:xfrm>
              <a:off x="7410118" y="4162965"/>
              <a:ext cx="106055" cy="126160"/>
            </a:xfrm>
            <a:custGeom>
              <a:avLst/>
              <a:gdLst/>
              <a:ahLst/>
              <a:cxnLst/>
              <a:rect l="l" t="t" r="r" b="b"/>
              <a:pathLst>
                <a:path w="3144" h="3740" extrusionOk="0">
                  <a:moveTo>
                    <a:pt x="1715" y="1"/>
                  </a:moveTo>
                  <a:cubicBezTo>
                    <a:pt x="1453" y="1073"/>
                    <a:pt x="858" y="2097"/>
                    <a:pt x="0" y="2787"/>
                  </a:cubicBezTo>
                  <a:cubicBezTo>
                    <a:pt x="119" y="2835"/>
                    <a:pt x="215" y="2882"/>
                    <a:pt x="286" y="2978"/>
                  </a:cubicBezTo>
                  <a:cubicBezTo>
                    <a:pt x="500" y="2787"/>
                    <a:pt x="762" y="2620"/>
                    <a:pt x="1096" y="2620"/>
                  </a:cubicBezTo>
                  <a:lnTo>
                    <a:pt x="1096" y="2120"/>
                  </a:lnTo>
                  <a:cubicBezTo>
                    <a:pt x="1096" y="1954"/>
                    <a:pt x="1215" y="1835"/>
                    <a:pt x="1405" y="1835"/>
                  </a:cubicBezTo>
                  <a:cubicBezTo>
                    <a:pt x="1572" y="1835"/>
                    <a:pt x="1691" y="1977"/>
                    <a:pt x="1691" y="2120"/>
                  </a:cubicBezTo>
                  <a:lnTo>
                    <a:pt x="1691" y="2620"/>
                  </a:lnTo>
                  <a:lnTo>
                    <a:pt x="1715" y="2620"/>
                  </a:lnTo>
                  <a:cubicBezTo>
                    <a:pt x="1905" y="2620"/>
                    <a:pt x="2025" y="2740"/>
                    <a:pt x="2025" y="2930"/>
                  </a:cubicBezTo>
                  <a:cubicBezTo>
                    <a:pt x="2025" y="3097"/>
                    <a:pt x="1882" y="3216"/>
                    <a:pt x="1715" y="3216"/>
                  </a:cubicBezTo>
                  <a:lnTo>
                    <a:pt x="1096" y="3216"/>
                  </a:lnTo>
                  <a:cubicBezTo>
                    <a:pt x="834" y="3216"/>
                    <a:pt x="596" y="3430"/>
                    <a:pt x="596" y="3740"/>
                  </a:cubicBezTo>
                  <a:lnTo>
                    <a:pt x="3144" y="3740"/>
                  </a:lnTo>
                  <a:lnTo>
                    <a:pt x="3144" y="2001"/>
                  </a:lnTo>
                  <a:cubicBezTo>
                    <a:pt x="3144" y="1073"/>
                    <a:pt x="2548" y="310"/>
                    <a:pt x="17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48"/>
            <p:cNvSpPr/>
            <p:nvPr/>
          </p:nvSpPr>
          <p:spPr>
            <a:xfrm>
              <a:off x="7381985" y="4309972"/>
              <a:ext cx="167954" cy="65104"/>
            </a:xfrm>
            <a:custGeom>
              <a:avLst/>
              <a:gdLst/>
              <a:ahLst/>
              <a:cxnLst/>
              <a:rect l="l" t="t" r="r" b="b"/>
              <a:pathLst>
                <a:path w="4979" h="1930" extrusionOk="0">
                  <a:moveTo>
                    <a:pt x="1" y="1"/>
                  </a:moveTo>
                  <a:cubicBezTo>
                    <a:pt x="1" y="358"/>
                    <a:pt x="287" y="620"/>
                    <a:pt x="644" y="620"/>
                  </a:cubicBezTo>
                  <a:lnTo>
                    <a:pt x="1120" y="620"/>
                  </a:lnTo>
                  <a:cubicBezTo>
                    <a:pt x="1787" y="620"/>
                    <a:pt x="2382" y="1168"/>
                    <a:pt x="2382" y="1906"/>
                  </a:cubicBezTo>
                  <a:lnTo>
                    <a:pt x="2382" y="1930"/>
                  </a:lnTo>
                  <a:lnTo>
                    <a:pt x="3668" y="1930"/>
                  </a:lnTo>
                  <a:cubicBezTo>
                    <a:pt x="4383" y="1930"/>
                    <a:pt x="4978" y="1335"/>
                    <a:pt x="4930" y="644"/>
                  </a:cubicBezTo>
                  <a:cubicBezTo>
                    <a:pt x="4930" y="287"/>
                    <a:pt x="4645" y="1"/>
                    <a:pt x="4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8"/>
            <p:cNvSpPr/>
            <p:nvPr/>
          </p:nvSpPr>
          <p:spPr>
            <a:xfrm>
              <a:off x="7291211" y="4309196"/>
              <a:ext cx="151054" cy="65104"/>
            </a:xfrm>
            <a:custGeom>
              <a:avLst/>
              <a:gdLst/>
              <a:ahLst/>
              <a:cxnLst/>
              <a:rect l="l" t="t" r="r" b="b"/>
              <a:pathLst>
                <a:path w="4478" h="1930" extrusionOk="0">
                  <a:moveTo>
                    <a:pt x="668" y="0"/>
                  </a:moveTo>
                  <a:cubicBezTo>
                    <a:pt x="310" y="0"/>
                    <a:pt x="1" y="286"/>
                    <a:pt x="1" y="643"/>
                  </a:cubicBezTo>
                  <a:cubicBezTo>
                    <a:pt x="1" y="1358"/>
                    <a:pt x="596" y="1929"/>
                    <a:pt x="1287" y="1929"/>
                  </a:cubicBezTo>
                  <a:lnTo>
                    <a:pt x="4478" y="1929"/>
                  </a:lnTo>
                  <a:cubicBezTo>
                    <a:pt x="4478" y="1500"/>
                    <a:pt x="4144" y="1238"/>
                    <a:pt x="3811" y="1238"/>
                  </a:cubicBezTo>
                  <a:lnTo>
                    <a:pt x="3335" y="1238"/>
                  </a:lnTo>
                  <a:cubicBezTo>
                    <a:pt x="2668" y="1238"/>
                    <a:pt x="2096" y="667"/>
                    <a:pt x="20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48"/>
            <p:cNvSpPr/>
            <p:nvPr/>
          </p:nvSpPr>
          <p:spPr>
            <a:xfrm>
              <a:off x="7324943" y="4164585"/>
              <a:ext cx="114117" cy="125350"/>
            </a:xfrm>
            <a:custGeom>
              <a:avLst/>
              <a:gdLst/>
              <a:ahLst/>
              <a:cxnLst/>
              <a:rect l="l" t="t" r="r" b="b"/>
              <a:pathLst>
                <a:path w="3383" h="3716" extrusionOk="0">
                  <a:moveTo>
                    <a:pt x="1454" y="1"/>
                  </a:moveTo>
                  <a:cubicBezTo>
                    <a:pt x="620" y="262"/>
                    <a:pt x="1" y="1025"/>
                    <a:pt x="1" y="1977"/>
                  </a:cubicBezTo>
                  <a:lnTo>
                    <a:pt x="1" y="3716"/>
                  </a:lnTo>
                  <a:lnTo>
                    <a:pt x="2525" y="3716"/>
                  </a:lnTo>
                  <a:cubicBezTo>
                    <a:pt x="2525" y="3406"/>
                    <a:pt x="2287" y="3215"/>
                    <a:pt x="2025" y="3215"/>
                  </a:cubicBezTo>
                  <a:lnTo>
                    <a:pt x="1382" y="3215"/>
                  </a:lnTo>
                  <a:cubicBezTo>
                    <a:pt x="1216" y="3215"/>
                    <a:pt x="1096" y="3049"/>
                    <a:pt x="1096" y="2906"/>
                  </a:cubicBezTo>
                  <a:cubicBezTo>
                    <a:pt x="1096" y="2739"/>
                    <a:pt x="1216" y="2620"/>
                    <a:pt x="1382" y="2620"/>
                  </a:cubicBezTo>
                  <a:lnTo>
                    <a:pt x="1430" y="2620"/>
                  </a:lnTo>
                  <a:lnTo>
                    <a:pt x="1430" y="2096"/>
                  </a:lnTo>
                  <a:cubicBezTo>
                    <a:pt x="1430" y="1929"/>
                    <a:pt x="1573" y="1810"/>
                    <a:pt x="1716" y="1810"/>
                  </a:cubicBezTo>
                  <a:cubicBezTo>
                    <a:pt x="1906" y="1810"/>
                    <a:pt x="2025" y="1953"/>
                    <a:pt x="2025" y="2096"/>
                  </a:cubicBezTo>
                  <a:lnTo>
                    <a:pt x="2025" y="2382"/>
                  </a:lnTo>
                  <a:cubicBezTo>
                    <a:pt x="2692" y="1906"/>
                    <a:pt x="3121" y="1239"/>
                    <a:pt x="3383" y="715"/>
                  </a:cubicBezTo>
                  <a:lnTo>
                    <a:pt x="3383" y="715"/>
                  </a:lnTo>
                  <a:cubicBezTo>
                    <a:pt x="3211" y="778"/>
                    <a:pt x="3033" y="808"/>
                    <a:pt x="2856" y="808"/>
                  </a:cubicBezTo>
                  <a:cubicBezTo>
                    <a:pt x="2294" y="808"/>
                    <a:pt x="1743" y="507"/>
                    <a:pt x="14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4" name="Google Shape;544;p48"/>
          <p:cNvGrpSpPr/>
          <p:nvPr/>
        </p:nvGrpSpPr>
        <p:grpSpPr>
          <a:xfrm>
            <a:off x="1484552" y="1986428"/>
            <a:ext cx="213695" cy="344443"/>
            <a:chOff x="6497552" y="2148865"/>
            <a:chExt cx="213695" cy="344443"/>
          </a:xfrm>
        </p:grpSpPr>
        <p:sp>
          <p:nvSpPr>
            <p:cNvPr id="545" name="Google Shape;545;p48"/>
            <p:cNvSpPr/>
            <p:nvPr/>
          </p:nvSpPr>
          <p:spPr>
            <a:xfrm>
              <a:off x="6527271" y="2280793"/>
              <a:ext cx="130950" cy="61899"/>
            </a:xfrm>
            <a:custGeom>
              <a:avLst/>
              <a:gdLst/>
              <a:ahLst/>
              <a:cxnLst/>
              <a:rect l="l" t="t" r="r" b="b"/>
              <a:pathLst>
                <a:path w="3882" h="1835" extrusionOk="0">
                  <a:moveTo>
                    <a:pt x="3882" y="1"/>
                  </a:moveTo>
                  <a:lnTo>
                    <a:pt x="3834" y="25"/>
                  </a:lnTo>
                  <a:cubicBezTo>
                    <a:pt x="2882" y="953"/>
                    <a:pt x="1191" y="1001"/>
                    <a:pt x="858" y="1001"/>
                  </a:cubicBezTo>
                  <a:lnTo>
                    <a:pt x="72" y="1001"/>
                  </a:lnTo>
                  <a:lnTo>
                    <a:pt x="0" y="1835"/>
                  </a:lnTo>
                  <a:lnTo>
                    <a:pt x="834" y="1835"/>
                  </a:lnTo>
                  <a:cubicBezTo>
                    <a:pt x="835" y="1835"/>
                    <a:pt x="841" y="1835"/>
                    <a:pt x="852" y="1835"/>
                  </a:cubicBezTo>
                  <a:cubicBezTo>
                    <a:pt x="1043" y="1835"/>
                    <a:pt x="2641" y="1813"/>
                    <a:pt x="3429" y="1025"/>
                  </a:cubicBezTo>
                  <a:cubicBezTo>
                    <a:pt x="3715" y="763"/>
                    <a:pt x="3882" y="406"/>
                    <a:pt x="3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48"/>
            <p:cNvSpPr/>
            <p:nvPr/>
          </p:nvSpPr>
          <p:spPr>
            <a:xfrm>
              <a:off x="6523256" y="2285617"/>
              <a:ext cx="161477" cy="151897"/>
            </a:xfrm>
            <a:custGeom>
              <a:avLst/>
              <a:gdLst/>
              <a:ahLst/>
              <a:cxnLst/>
              <a:rect l="l" t="t" r="r" b="b"/>
              <a:pathLst>
                <a:path w="4787" h="4503" extrusionOk="0">
                  <a:moveTo>
                    <a:pt x="4549" y="1"/>
                  </a:moveTo>
                  <a:cubicBezTo>
                    <a:pt x="4501" y="525"/>
                    <a:pt x="4287" y="977"/>
                    <a:pt x="3930" y="1334"/>
                  </a:cubicBezTo>
                  <a:cubicBezTo>
                    <a:pt x="2977" y="2263"/>
                    <a:pt x="1286" y="2311"/>
                    <a:pt x="953" y="2311"/>
                  </a:cubicBezTo>
                  <a:lnTo>
                    <a:pt x="72" y="2311"/>
                  </a:lnTo>
                  <a:lnTo>
                    <a:pt x="0" y="3120"/>
                  </a:lnTo>
                  <a:lnTo>
                    <a:pt x="953" y="4383"/>
                  </a:lnTo>
                  <a:cubicBezTo>
                    <a:pt x="1042" y="4461"/>
                    <a:pt x="1157" y="4502"/>
                    <a:pt x="1272" y="4502"/>
                  </a:cubicBezTo>
                  <a:cubicBezTo>
                    <a:pt x="1402" y="4502"/>
                    <a:pt x="1531" y="4449"/>
                    <a:pt x="1619" y="4335"/>
                  </a:cubicBezTo>
                  <a:cubicBezTo>
                    <a:pt x="1822" y="4085"/>
                    <a:pt x="2120" y="3960"/>
                    <a:pt x="2414" y="3960"/>
                  </a:cubicBezTo>
                  <a:cubicBezTo>
                    <a:pt x="2709" y="3960"/>
                    <a:pt x="3001" y="4085"/>
                    <a:pt x="3191" y="4335"/>
                  </a:cubicBezTo>
                  <a:cubicBezTo>
                    <a:pt x="3263" y="4442"/>
                    <a:pt x="3382" y="4496"/>
                    <a:pt x="3504" y="4496"/>
                  </a:cubicBezTo>
                  <a:cubicBezTo>
                    <a:pt x="3626" y="4496"/>
                    <a:pt x="3751" y="4442"/>
                    <a:pt x="3834" y="4335"/>
                  </a:cubicBezTo>
                  <a:lnTo>
                    <a:pt x="4787" y="3097"/>
                  </a:lnTo>
                  <a:lnTo>
                    <a:pt x="45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48"/>
            <p:cNvSpPr/>
            <p:nvPr/>
          </p:nvSpPr>
          <p:spPr>
            <a:xfrm>
              <a:off x="6530475" y="2232589"/>
              <a:ext cx="126160" cy="61899"/>
            </a:xfrm>
            <a:custGeom>
              <a:avLst/>
              <a:gdLst/>
              <a:ahLst/>
              <a:cxnLst/>
              <a:rect l="l" t="t" r="r" b="b"/>
              <a:pathLst>
                <a:path w="3740" h="1835" extrusionOk="0">
                  <a:moveTo>
                    <a:pt x="3739" y="1"/>
                  </a:moveTo>
                  <a:lnTo>
                    <a:pt x="3739" y="1"/>
                  </a:lnTo>
                  <a:cubicBezTo>
                    <a:pt x="3739" y="1"/>
                    <a:pt x="3739" y="25"/>
                    <a:pt x="3716" y="25"/>
                  </a:cubicBezTo>
                  <a:cubicBezTo>
                    <a:pt x="2763" y="954"/>
                    <a:pt x="1072" y="1001"/>
                    <a:pt x="739" y="1001"/>
                  </a:cubicBezTo>
                  <a:lnTo>
                    <a:pt x="48" y="1001"/>
                  </a:lnTo>
                  <a:lnTo>
                    <a:pt x="0" y="1835"/>
                  </a:lnTo>
                  <a:lnTo>
                    <a:pt x="715" y="1835"/>
                  </a:lnTo>
                  <a:cubicBezTo>
                    <a:pt x="716" y="1835"/>
                    <a:pt x="722" y="1835"/>
                    <a:pt x="733" y="1835"/>
                  </a:cubicBezTo>
                  <a:cubicBezTo>
                    <a:pt x="924" y="1835"/>
                    <a:pt x="2522" y="1813"/>
                    <a:pt x="3311" y="1025"/>
                  </a:cubicBezTo>
                  <a:cubicBezTo>
                    <a:pt x="3596" y="763"/>
                    <a:pt x="3739" y="406"/>
                    <a:pt x="3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48"/>
            <p:cNvSpPr/>
            <p:nvPr/>
          </p:nvSpPr>
          <p:spPr>
            <a:xfrm>
              <a:off x="6677481" y="2154667"/>
              <a:ext cx="33766" cy="91617"/>
            </a:xfrm>
            <a:custGeom>
              <a:avLst/>
              <a:gdLst/>
              <a:ahLst/>
              <a:cxnLst/>
              <a:rect l="l" t="t" r="r" b="b"/>
              <a:pathLst>
                <a:path w="1001" h="2716" extrusionOk="0">
                  <a:moveTo>
                    <a:pt x="0" y="1"/>
                  </a:moveTo>
                  <a:lnTo>
                    <a:pt x="0" y="2716"/>
                  </a:lnTo>
                  <a:lnTo>
                    <a:pt x="691" y="2716"/>
                  </a:lnTo>
                  <a:cubicBezTo>
                    <a:pt x="882" y="2716"/>
                    <a:pt x="1001" y="2573"/>
                    <a:pt x="1001" y="2430"/>
                  </a:cubicBezTo>
                  <a:lnTo>
                    <a:pt x="1001" y="525"/>
                  </a:lnTo>
                  <a:cubicBezTo>
                    <a:pt x="1001" y="358"/>
                    <a:pt x="905" y="239"/>
                    <a:pt x="786" y="215"/>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48"/>
            <p:cNvSpPr/>
            <p:nvPr/>
          </p:nvSpPr>
          <p:spPr>
            <a:xfrm>
              <a:off x="6497552" y="2148865"/>
              <a:ext cx="160668" cy="97419"/>
            </a:xfrm>
            <a:custGeom>
              <a:avLst/>
              <a:gdLst/>
              <a:ahLst/>
              <a:cxnLst/>
              <a:rect l="l" t="t" r="r" b="b"/>
              <a:pathLst>
                <a:path w="4763" h="2888" extrusionOk="0">
                  <a:moveTo>
                    <a:pt x="1579" y="0"/>
                  </a:moveTo>
                  <a:cubicBezTo>
                    <a:pt x="1554" y="0"/>
                    <a:pt x="1527" y="2"/>
                    <a:pt x="1500" y="6"/>
                  </a:cubicBezTo>
                  <a:lnTo>
                    <a:pt x="238" y="340"/>
                  </a:lnTo>
                  <a:cubicBezTo>
                    <a:pt x="119" y="363"/>
                    <a:pt x="24" y="483"/>
                    <a:pt x="24" y="625"/>
                  </a:cubicBezTo>
                  <a:lnTo>
                    <a:pt x="24" y="2531"/>
                  </a:lnTo>
                  <a:cubicBezTo>
                    <a:pt x="0" y="2745"/>
                    <a:pt x="143" y="2888"/>
                    <a:pt x="286" y="2888"/>
                  </a:cubicBezTo>
                  <a:lnTo>
                    <a:pt x="1691" y="2888"/>
                  </a:lnTo>
                  <a:cubicBezTo>
                    <a:pt x="1692" y="2888"/>
                    <a:pt x="1698" y="2888"/>
                    <a:pt x="1709" y="2888"/>
                  </a:cubicBezTo>
                  <a:cubicBezTo>
                    <a:pt x="1895" y="2888"/>
                    <a:pt x="3453" y="2867"/>
                    <a:pt x="4287" y="2078"/>
                  </a:cubicBezTo>
                  <a:cubicBezTo>
                    <a:pt x="4572" y="1792"/>
                    <a:pt x="4715" y="1435"/>
                    <a:pt x="4763" y="959"/>
                  </a:cubicBezTo>
                  <a:lnTo>
                    <a:pt x="4763" y="6"/>
                  </a:lnTo>
                  <a:cubicBezTo>
                    <a:pt x="4644" y="6"/>
                    <a:pt x="4549" y="102"/>
                    <a:pt x="4477" y="173"/>
                  </a:cubicBezTo>
                  <a:cubicBezTo>
                    <a:pt x="4477" y="173"/>
                    <a:pt x="4430" y="340"/>
                    <a:pt x="4239" y="483"/>
                  </a:cubicBezTo>
                  <a:cubicBezTo>
                    <a:pt x="3977" y="697"/>
                    <a:pt x="3620" y="816"/>
                    <a:pt x="3167" y="816"/>
                  </a:cubicBezTo>
                  <a:cubicBezTo>
                    <a:pt x="2167" y="816"/>
                    <a:pt x="1858" y="221"/>
                    <a:pt x="1858" y="173"/>
                  </a:cubicBezTo>
                  <a:cubicBezTo>
                    <a:pt x="1818" y="53"/>
                    <a:pt x="1711" y="0"/>
                    <a:pt x="15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48"/>
            <p:cNvSpPr/>
            <p:nvPr/>
          </p:nvSpPr>
          <p:spPr>
            <a:xfrm>
              <a:off x="6518433" y="2419771"/>
              <a:ext cx="170315" cy="73537"/>
            </a:xfrm>
            <a:custGeom>
              <a:avLst/>
              <a:gdLst/>
              <a:ahLst/>
              <a:cxnLst/>
              <a:rect l="l" t="t" r="r" b="b"/>
              <a:pathLst>
                <a:path w="5049" h="2180" extrusionOk="0">
                  <a:moveTo>
                    <a:pt x="95" y="1"/>
                  </a:moveTo>
                  <a:lnTo>
                    <a:pt x="24" y="596"/>
                  </a:lnTo>
                  <a:cubicBezTo>
                    <a:pt x="0" y="834"/>
                    <a:pt x="95" y="1120"/>
                    <a:pt x="238" y="1287"/>
                  </a:cubicBezTo>
                  <a:lnTo>
                    <a:pt x="619" y="1787"/>
                  </a:lnTo>
                  <a:cubicBezTo>
                    <a:pt x="834" y="2049"/>
                    <a:pt x="1131" y="2180"/>
                    <a:pt x="1423" y="2180"/>
                  </a:cubicBezTo>
                  <a:cubicBezTo>
                    <a:pt x="1715" y="2180"/>
                    <a:pt x="2001" y="2049"/>
                    <a:pt x="2191" y="1787"/>
                  </a:cubicBezTo>
                  <a:cubicBezTo>
                    <a:pt x="2275" y="1692"/>
                    <a:pt x="2394" y="1644"/>
                    <a:pt x="2516" y="1644"/>
                  </a:cubicBezTo>
                  <a:cubicBezTo>
                    <a:pt x="2638" y="1644"/>
                    <a:pt x="2763" y="1692"/>
                    <a:pt x="2858" y="1787"/>
                  </a:cubicBezTo>
                  <a:cubicBezTo>
                    <a:pt x="3060" y="2049"/>
                    <a:pt x="3358" y="2180"/>
                    <a:pt x="3653" y="2180"/>
                  </a:cubicBezTo>
                  <a:cubicBezTo>
                    <a:pt x="3947" y="2180"/>
                    <a:pt x="4239" y="2049"/>
                    <a:pt x="4430" y="1787"/>
                  </a:cubicBezTo>
                  <a:lnTo>
                    <a:pt x="4811" y="1287"/>
                  </a:lnTo>
                  <a:cubicBezTo>
                    <a:pt x="4954" y="1072"/>
                    <a:pt x="5049" y="834"/>
                    <a:pt x="5025" y="596"/>
                  </a:cubicBezTo>
                  <a:lnTo>
                    <a:pt x="5025" y="1"/>
                  </a:lnTo>
                  <a:lnTo>
                    <a:pt x="4454" y="715"/>
                  </a:lnTo>
                  <a:cubicBezTo>
                    <a:pt x="4251" y="965"/>
                    <a:pt x="3953" y="1090"/>
                    <a:pt x="3659" y="1090"/>
                  </a:cubicBezTo>
                  <a:cubicBezTo>
                    <a:pt x="3364" y="1090"/>
                    <a:pt x="3072" y="965"/>
                    <a:pt x="2882" y="715"/>
                  </a:cubicBezTo>
                  <a:cubicBezTo>
                    <a:pt x="2810" y="620"/>
                    <a:pt x="2691" y="572"/>
                    <a:pt x="2569" y="572"/>
                  </a:cubicBezTo>
                  <a:cubicBezTo>
                    <a:pt x="2447" y="572"/>
                    <a:pt x="2322" y="620"/>
                    <a:pt x="2239" y="715"/>
                  </a:cubicBezTo>
                  <a:cubicBezTo>
                    <a:pt x="2024" y="965"/>
                    <a:pt x="1727" y="1090"/>
                    <a:pt x="1432" y="1090"/>
                  </a:cubicBezTo>
                  <a:cubicBezTo>
                    <a:pt x="1137" y="1090"/>
                    <a:pt x="846" y="965"/>
                    <a:pt x="643" y="715"/>
                  </a:cubicBezTo>
                  <a:lnTo>
                    <a:pt x="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 name="Google Shape;551;p48"/>
          <p:cNvGrpSpPr/>
          <p:nvPr/>
        </p:nvGrpSpPr>
        <p:grpSpPr>
          <a:xfrm>
            <a:off x="1416244" y="3495446"/>
            <a:ext cx="350312" cy="345455"/>
            <a:chOff x="5614672" y="4029621"/>
            <a:chExt cx="350312" cy="345455"/>
          </a:xfrm>
        </p:grpSpPr>
        <p:sp>
          <p:nvSpPr>
            <p:cNvPr id="552" name="Google Shape;552;p48"/>
            <p:cNvSpPr/>
            <p:nvPr/>
          </p:nvSpPr>
          <p:spPr>
            <a:xfrm>
              <a:off x="5777768" y="4266592"/>
              <a:ext cx="23309" cy="108484"/>
            </a:xfrm>
            <a:custGeom>
              <a:avLst/>
              <a:gdLst/>
              <a:ahLst/>
              <a:cxnLst/>
              <a:rect l="l" t="t" r="r" b="b"/>
              <a:pathLst>
                <a:path w="691" h="3216" extrusionOk="0">
                  <a:moveTo>
                    <a:pt x="334" y="1"/>
                  </a:moveTo>
                  <a:cubicBezTo>
                    <a:pt x="167" y="1"/>
                    <a:pt x="0" y="144"/>
                    <a:pt x="0" y="334"/>
                  </a:cubicBezTo>
                  <a:lnTo>
                    <a:pt x="0" y="3216"/>
                  </a:lnTo>
                  <a:lnTo>
                    <a:pt x="691" y="3216"/>
                  </a:lnTo>
                  <a:lnTo>
                    <a:pt x="691" y="334"/>
                  </a:lnTo>
                  <a:cubicBezTo>
                    <a:pt x="667" y="144"/>
                    <a:pt x="524" y="1"/>
                    <a:pt x="3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8"/>
            <p:cNvSpPr/>
            <p:nvPr/>
          </p:nvSpPr>
          <p:spPr>
            <a:xfrm>
              <a:off x="5703860" y="4029621"/>
              <a:ext cx="170315" cy="65104"/>
            </a:xfrm>
            <a:custGeom>
              <a:avLst/>
              <a:gdLst/>
              <a:ahLst/>
              <a:cxnLst/>
              <a:rect l="l" t="t" r="r" b="b"/>
              <a:pathLst>
                <a:path w="5049" h="1930" extrusionOk="0">
                  <a:moveTo>
                    <a:pt x="358" y="1"/>
                  </a:moveTo>
                  <a:cubicBezTo>
                    <a:pt x="215" y="1"/>
                    <a:pt x="48" y="144"/>
                    <a:pt x="48" y="310"/>
                  </a:cubicBezTo>
                  <a:cubicBezTo>
                    <a:pt x="8" y="929"/>
                    <a:pt x="2" y="979"/>
                    <a:pt x="1" y="979"/>
                  </a:cubicBezTo>
                  <a:cubicBezTo>
                    <a:pt x="0" y="979"/>
                    <a:pt x="0" y="977"/>
                    <a:pt x="0" y="977"/>
                  </a:cubicBezTo>
                  <a:lnTo>
                    <a:pt x="0" y="977"/>
                  </a:lnTo>
                  <a:cubicBezTo>
                    <a:pt x="0" y="1049"/>
                    <a:pt x="0" y="977"/>
                    <a:pt x="238" y="1930"/>
                  </a:cubicBezTo>
                  <a:lnTo>
                    <a:pt x="4835" y="1930"/>
                  </a:lnTo>
                  <a:cubicBezTo>
                    <a:pt x="5049" y="977"/>
                    <a:pt x="5049" y="1025"/>
                    <a:pt x="5049" y="977"/>
                  </a:cubicBezTo>
                  <a:lnTo>
                    <a:pt x="5049" y="310"/>
                  </a:lnTo>
                  <a:cubicBezTo>
                    <a:pt x="5049" y="120"/>
                    <a:pt x="4906" y="1"/>
                    <a:pt x="4763" y="1"/>
                  </a:cubicBezTo>
                  <a:cubicBezTo>
                    <a:pt x="4573" y="1"/>
                    <a:pt x="4454" y="144"/>
                    <a:pt x="4454" y="310"/>
                  </a:cubicBezTo>
                  <a:lnTo>
                    <a:pt x="4454" y="667"/>
                  </a:lnTo>
                  <a:lnTo>
                    <a:pt x="3954" y="667"/>
                  </a:lnTo>
                  <a:lnTo>
                    <a:pt x="3954" y="310"/>
                  </a:lnTo>
                  <a:cubicBezTo>
                    <a:pt x="3954" y="120"/>
                    <a:pt x="3811" y="1"/>
                    <a:pt x="3668" y="1"/>
                  </a:cubicBezTo>
                  <a:cubicBezTo>
                    <a:pt x="3477" y="1"/>
                    <a:pt x="3358" y="144"/>
                    <a:pt x="3358" y="310"/>
                  </a:cubicBezTo>
                  <a:lnTo>
                    <a:pt x="3358" y="667"/>
                  </a:lnTo>
                  <a:lnTo>
                    <a:pt x="2858" y="667"/>
                  </a:lnTo>
                  <a:lnTo>
                    <a:pt x="2858" y="310"/>
                  </a:lnTo>
                  <a:cubicBezTo>
                    <a:pt x="2858" y="120"/>
                    <a:pt x="2715" y="1"/>
                    <a:pt x="2548" y="1"/>
                  </a:cubicBezTo>
                  <a:cubicBezTo>
                    <a:pt x="2382" y="1"/>
                    <a:pt x="2263" y="144"/>
                    <a:pt x="2263" y="310"/>
                  </a:cubicBezTo>
                  <a:lnTo>
                    <a:pt x="2263" y="667"/>
                  </a:lnTo>
                  <a:lnTo>
                    <a:pt x="1763" y="667"/>
                  </a:lnTo>
                  <a:lnTo>
                    <a:pt x="1763" y="310"/>
                  </a:lnTo>
                  <a:cubicBezTo>
                    <a:pt x="1763" y="120"/>
                    <a:pt x="1596" y="1"/>
                    <a:pt x="1453" y="1"/>
                  </a:cubicBezTo>
                  <a:cubicBezTo>
                    <a:pt x="1286" y="1"/>
                    <a:pt x="1167" y="144"/>
                    <a:pt x="1167" y="310"/>
                  </a:cubicBezTo>
                  <a:lnTo>
                    <a:pt x="1167" y="667"/>
                  </a:lnTo>
                  <a:lnTo>
                    <a:pt x="643" y="667"/>
                  </a:lnTo>
                  <a:lnTo>
                    <a:pt x="643" y="310"/>
                  </a:lnTo>
                  <a:cubicBezTo>
                    <a:pt x="643" y="120"/>
                    <a:pt x="500" y="1"/>
                    <a:pt x="3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48"/>
            <p:cNvSpPr/>
            <p:nvPr/>
          </p:nvSpPr>
          <p:spPr>
            <a:xfrm>
              <a:off x="5715093" y="4115571"/>
              <a:ext cx="149469" cy="23343"/>
            </a:xfrm>
            <a:custGeom>
              <a:avLst/>
              <a:gdLst/>
              <a:ahLst/>
              <a:cxnLst/>
              <a:rect l="l" t="t" r="r" b="b"/>
              <a:pathLst>
                <a:path w="4431" h="692" extrusionOk="0">
                  <a:moveTo>
                    <a:pt x="1" y="1"/>
                  </a:moveTo>
                  <a:lnTo>
                    <a:pt x="1" y="691"/>
                  </a:lnTo>
                  <a:lnTo>
                    <a:pt x="4430" y="691"/>
                  </a:lnTo>
                  <a:lnTo>
                    <a:pt x="44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8"/>
            <p:cNvSpPr/>
            <p:nvPr/>
          </p:nvSpPr>
          <p:spPr>
            <a:xfrm>
              <a:off x="5617100" y="4235288"/>
              <a:ext cx="77956" cy="139787"/>
            </a:xfrm>
            <a:custGeom>
              <a:avLst/>
              <a:gdLst/>
              <a:ahLst/>
              <a:cxnLst/>
              <a:rect l="l" t="t" r="r" b="b"/>
              <a:pathLst>
                <a:path w="2311" h="4144" extrusionOk="0">
                  <a:moveTo>
                    <a:pt x="1143" y="1477"/>
                  </a:moveTo>
                  <a:cubicBezTo>
                    <a:pt x="1334" y="1477"/>
                    <a:pt x="1453" y="1620"/>
                    <a:pt x="1453" y="1762"/>
                  </a:cubicBezTo>
                  <a:lnTo>
                    <a:pt x="1453" y="2382"/>
                  </a:lnTo>
                  <a:cubicBezTo>
                    <a:pt x="1453" y="2572"/>
                    <a:pt x="1286" y="2691"/>
                    <a:pt x="1143" y="2691"/>
                  </a:cubicBezTo>
                  <a:cubicBezTo>
                    <a:pt x="977" y="2691"/>
                    <a:pt x="858" y="2548"/>
                    <a:pt x="858" y="2382"/>
                  </a:cubicBezTo>
                  <a:lnTo>
                    <a:pt x="858" y="1762"/>
                  </a:lnTo>
                  <a:cubicBezTo>
                    <a:pt x="858" y="1596"/>
                    <a:pt x="1001" y="1477"/>
                    <a:pt x="1143" y="1477"/>
                  </a:cubicBezTo>
                  <a:close/>
                  <a:moveTo>
                    <a:pt x="310" y="0"/>
                  </a:moveTo>
                  <a:cubicBezTo>
                    <a:pt x="119" y="0"/>
                    <a:pt x="0" y="167"/>
                    <a:pt x="0" y="310"/>
                  </a:cubicBezTo>
                  <a:lnTo>
                    <a:pt x="0" y="3858"/>
                  </a:lnTo>
                  <a:cubicBezTo>
                    <a:pt x="0" y="4025"/>
                    <a:pt x="119" y="4144"/>
                    <a:pt x="310" y="4144"/>
                  </a:cubicBezTo>
                  <a:lnTo>
                    <a:pt x="2310" y="4144"/>
                  </a:lnTo>
                  <a:lnTo>
                    <a:pt x="2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8"/>
            <p:cNvSpPr/>
            <p:nvPr/>
          </p:nvSpPr>
          <p:spPr>
            <a:xfrm>
              <a:off x="5714284" y="4158951"/>
              <a:ext cx="150278" cy="216124"/>
            </a:xfrm>
            <a:custGeom>
              <a:avLst/>
              <a:gdLst/>
              <a:ahLst/>
              <a:cxnLst/>
              <a:rect l="l" t="t" r="r" b="b"/>
              <a:pathLst>
                <a:path w="4455" h="6407" extrusionOk="0">
                  <a:moveTo>
                    <a:pt x="1596" y="691"/>
                  </a:moveTo>
                  <a:cubicBezTo>
                    <a:pt x="1787" y="691"/>
                    <a:pt x="1906" y="834"/>
                    <a:pt x="1906" y="1001"/>
                  </a:cubicBezTo>
                  <a:lnTo>
                    <a:pt x="1906" y="1620"/>
                  </a:lnTo>
                  <a:cubicBezTo>
                    <a:pt x="1906" y="1787"/>
                    <a:pt x="1739" y="1906"/>
                    <a:pt x="1596" y="1906"/>
                  </a:cubicBezTo>
                  <a:cubicBezTo>
                    <a:pt x="1430" y="1906"/>
                    <a:pt x="1311" y="1763"/>
                    <a:pt x="1311" y="1620"/>
                  </a:cubicBezTo>
                  <a:lnTo>
                    <a:pt x="1311" y="1001"/>
                  </a:lnTo>
                  <a:cubicBezTo>
                    <a:pt x="1311" y="810"/>
                    <a:pt x="1454" y="691"/>
                    <a:pt x="1596" y="691"/>
                  </a:cubicBezTo>
                  <a:close/>
                  <a:moveTo>
                    <a:pt x="2882" y="691"/>
                  </a:moveTo>
                  <a:cubicBezTo>
                    <a:pt x="3049" y="691"/>
                    <a:pt x="3168" y="834"/>
                    <a:pt x="3168" y="1001"/>
                  </a:cubicBezTo>
                  <a:lnTo>
                    <a:pt x="3168" y="1620"/>
                  </a:lnTo>
                  <a:cubicBezTo>
                    <a:pt x="3168" y="1787"/>
                    <a:pt x="3025" y="1906"/>
                    <a:pt x="2882" y="1906"/>
                  </a:cubicBezTo>
                  <a:cubicBezTo>
                    <a:pt x="2692" y="1906"/>
                    <a:pt x="2573" y="1763"/>
                    <a:pt x="2573" y="1620"/>
                  </a:cubicBezTo>
                  <a:lnTo>
                    <a:pt x="2573" y="1001"/>
                  </a:lnTo>
                  <a:cubicBezTo>
                    <a:pt x="2573" y="810"/>
                    <a:pt x="2740" y="691"/>
                    <a:pt x="2882" y="691"/>
                  </a:cubicBezTo>
                  <a:close/>
                  <a:moveTo>
                    <a:pt x="1" y="1"/>
                  </a:moveTo>
                  <a:lnTo>
                    <a:pt x="1" y="6407"/>
                  </a:lnTo>
                  <a:lnTo>
                    <a:pt x="1263" y="6407"/>
                  </a:lnTo>
                  <a:lnTo>
                    <a:pt x="1263" y="3525"/>
                  </a:lnTo>
                  <a:cubicBezTo>
                    <a:pt x="1263" y="3025"/>
                    <a:pt x="1692" y="2597"/>
                    <a:pt x="2216" y="2597"/>
                  </a:cubicBezTo>
                  <a:cubicBezTo>
                    <a:pt x="2740" y="2597"/>
                    <a:pt x="3168" y="3001"/>
                    <a:pt x="3168" y="3525"/>
                  </a:cubicBezTo>
                  <a:lnTo>
                    <a:pt x="3168" y="6407"/>
                  </a:lnTo>
                  <a:lnTo>
                    <a:pt x="4454" y="6407"/>
                  </a:lnTo>
                  <a:cubicBezTo>
                    <a:pt x="4430" y="6193"/>
                    <a:pt x="4430" y="96"/>
                    <a:pt x="4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48"/>
            <p:cNvSpPr/>
            <p:nvPr/>
          </p:nvSpPr>
          <p:spPr>
            <a:xfrm>
              <a:off x="5614672" y="4106227"/>
              <a:ext cx="90032" cy="108990"/>
            </a:xfrm>
            <a:custGeom>
              <a:avLst/>
              <a:gdLst/>
              <a:ahLst/>
              <a:cxnLst/>
              <a:rect l="l" t="t" r="r" b="b"/>
              <a:pathLst>
                <a:path w="2669" h="3231" extrusionOk="0">
                  <a:moveTo>
                    <a:pt x="1337" y="1"/>
                  </a:moveTo>
                  <a:cubicBezTo>
                    <a:pt x="1245" y="1"/>
                    <a:pt x="1154" y="43"/>
                    <a:pt x="1096" y="135"/>
                  </a:cubicBezTo>
                  <a:lnTo>
                    <a:pt x="120" y="1754"/>
                  </a:lnTo>
                  <a:cubicBezTo>
                    <a:pt x="1" y="1969"/>
                    <a:pt x="144" y="2207"/>
                    <a:pt x="358" y="2207"/>
                  </a:cubicBezTo>
                  <a:lnTo>
                    <a:pt x="382" y="2207"/>
                  </a:lnTo>
                  <a:lnTo>
                    <a:pt x="382" y="3231"/>
                  </a:lnTo>
                  <a:lnTo>
                    <a:pt x="2263" y="3231"/>
                  </a:lnTo>
                  <a:lnTo>
                    <a:pt x="2263" y="2207"/>
                  </a:lnTo>
                  <a:lnTo>
                    <a:pt x="2287" y="2207"/>
                  </a:lnTo>
                  <a:cubicBezTo>
                    <a:pt x="2525" y="2207"/>
                    <a:pt x="2668" y="1921"/>
                    <a:pt x="2549" y="1754"/>
                  </a:cubicBezTo>
                  <a:lnTo>
                    <a:pt x="1597" y="135"/>
                  </a:lnTo>
                  <a:cubicBezTo>
                    <a:pt x="1535" y="49"/>
                    <a:pt x="1435" y="1"/>
                    <a:pt x="13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48"/>
            <p:cNvSpPr/>
            <p:nvPr/>
          </p:nvSpPr>
          <p:spPr>
            <a:xfrm>
              <a:off x="5884599" y="4235288"/>
              <a:ext cx="77146" cy="139787"/>
            </a:xfrm>
            <a:custGeom>
              <a:avLst/>
              <a:gdLst/>
              <a:ahLst/>
              <a:cxnLst/>
              <a:rect l="l" t="t" r="r" b="b"/>
              <a:pathLst>
                <a:path w="2287" h="4144" extrusionOk="0">
                  <a:moveTo>
                    <a:pt x="1144" y="1477"/>
                  </a:moveTo>
                  <a:cubicBezTo>
                    <a:pt x="1310" y="1477"/>
                    <a:pt x="1429" y="1620"/>
                    <a:pt x="1429" y="1762"/>
                  </a:cubicBezTo>
                  <a:lnTo>
                    <a:pt x="1429" y="2382"/>
                  </a:lnTo>
                  <a:cubicBezTo>
                    <a:pt x="1429" y="2572"/>
                    <a:pt x="1287" y="2691"/>
                    <a:pt x="1144" y="2691"/>
                  </a:cubicBezTo>
                  <a:cubicBezTo>
                    <a:pt x="953" y="2691"/>
                    <a:pt x="834" y="2548"/>
                    <a:pt x="834" y="2382"/>
                  </a:cubicBezTo>
                  <a:lnTo>
                    <a:pt x="834" y="1762"/>
                  </a:lnTo>
                  <a:cubicBezTo>
                    <a:pt x="834" y="1596"/>
                    <a:pt x="953" y="1477"/>
                    <a:pt x="1144" y="1477"/>
                  </a:cubicBezTo>
                  <a:close/>
                  <a:moveTo>
                    <a:pt x="1" y="0"/>
                  </a:moveTo>
                  <a:lnTo>
                    <a:pt x="1" y="4144"/>
                  </a:lnTo>
                  <a:lnTo>
                    <a:pt x="2001" y="4144"/>
                  </a:lnTo>
                  <a:cubicBezTo>
                    <a:pt x="2168" y="4144"/>
                    <a:pt x="2287" y="4001"/>
                    <a:pt x="2287" y="3858"/>
                  </a:cubicBezTo>
                  <a:lnTo>
                    <a:pt x="2287" y="310"/>
                  </a:lnTo>
                  <a:cubicBezTo>
                    <a:pt x="2287" y="167"/>
                    <a:pt x="2144" y="0"/>
                    <a:pt x="20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8"/>
            <p:cNvSpPr/>
            <p:nvPr/>
          </p:nvSpPr>
          <p:spPr>
            <a:xfrm>
              <a:off x="5873366" y="4106531"/>
              <a:ext cx="91617" cy="108686"/>
            </a:xfrm>
            <a:custGeom>
              <a:avLst/>
              <a:gdLst/>
              <a:ahLst/>
              <a:cxnLst/>
              <a:rect l="l" t="t" r="r" b="b"/>
              <a:pathLst>
                <a:path w="2716" h="3222" extrusionOk="0">
                  <a:moveTo>
                    <a:pt x="1370" y="1"/>
                  </a:moveTo>
                  <a:cubicBezTo>
                    <a:pt x="1274" y="1"/>
                    <a:pt x="1179" y="43"/>
                    <a:pt x="1119" y="126"/>
                  </a:cubicBezTo>
                  <a:lnTo>
                    <a:pt x="143" y="1745"/>
                  </a:lnTo>
                  <a:cubicBezTo>
                    <a:pt x="0" y="1960"/>
                    <a:pt x="167" y="2198"/>
                    <a:pt x="405" y="2198"/>
                  </a:cubicBezTo>
                  <a:lnTo>
                    <a:pt x="429" y="3222"/>
                  </a:lnTo>
                  <a:lnTo>
                    <a:pt x="2310" y="3222"/>
                  </a:lnTo>
                  <a:lnTo>
                    <a:pt x="2310" y="2198"/>
                  </a:lnTo>
                  <a:lnTo>
                    <a:pt x="2334" y="2198"/>
                  </a:lnTo>
                  <a:cubicBezTo>
                    <a:pt x="2572" y="2198"/>
                    <a:pt x="2715" y="1912"/>
                    <a:pt x="2596" y="1745"/>
                  </a:cubicBezTo>
                  <a:lnTo>
                    <a:pt x="1620" y="126"/>
                  </a:lnTo>
                  <a:cubicBezTo>
                    <a:pt x="1560" y="43"/>
                    <a:pt x="1465" y="1"/>
                    <a:pt x="1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 name="Google Shape;560;p48"/>
          <p:cNvGrpSpPr/>
          <p:nvPr/>
        </p:nvGrpSpPr>
        <p:grpSpPr>
          <a:xfrm>
            <a:off x="4746795" y="2033110"/>
            <a:ext cx="346028" cy="251071"/>
            <a:chOff x="2354223" y="2823448"/>
            <a:chExt cx="346028" cy="251071"/>
          </a:xfrm>
        </p:grpSpPr>
        <p:sp>
          <p:nvSpPr>
            <p:cNvPr id="561" name="Google Shape;561;p48"/>
            <p:cNvSpPr/>
            <p:nvPr/>
          </p:nvSpPr>
          <p:spPr>
            <a:xfrm>
              <a:off x="2516274" y="2940331"/>
              <a:ext cx="22533" cy="33766"/>
            </a:xfrm>
            <a:custGeom>
              <a:avLst/>
              <a:gdLst/>
              <a:ahLst/>
              <a:cxnLst/>
              <a:rect l="l" t="t" r="r" b="b"/>
              <a:pathLst>
                <a:path w="668" h="1001" extrusionOk="0">
                  <a:moveTo>
                    <a:pt x="334" y="0"/>
                  </a:moveTo>
                  <a:cubicBezTo>
                    <a:pt x="167" y="0"/>
                    <a:pt x="0" y="239"/>
                    <a:pt x="0" y="501"/>
                  </a:cubicBezTo>
                  <a:cubicBezTo>
                    <a:pt x="0" y="762"/>
                    <a:pt x="167" y="1001"/>
                    <a:pt x="334" y="1001"/>
                  </a:cubicBezTo>
                  <a:cubicBezTo>
                    <a:pt x="524" y="1001"/>
                    <a:pt x="667" y="762"/>
                    <a:pt x="667" y="501"/>
                  </a:cubicBezTo>
                  <a:cubicBezTo>
                    <a:pt x="667" y="239"/>
                    <a:pt x="524" y="0"/>
                    <a:pt x="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8"/>
            <p:cNvSpPr/>
            <p:nvPr/>
          </p:nvSpPr>
          <p:spPr>
            <a:xfrm>
              <a:off x="2479303" y="2823448"/>
              <a:ext cx="97251" cy="58256"/>
            </a:xfrm>
            <a:custGeom>
              <a:avLst/>
              <a:gdLst/>
              <a:ahLst/>
              <a:cxnLst/>
              <a:rect l="l" t="t" r="r" b="b"/>
              <a:pathLst>
                <a:path w="2883" h="1727" extrusionOk="0">
                  <a:moveTo>
                    <a:pt x="1445" y="0"/>
                  </a:moveTo>
                  <a:cubicBezTo>
                    <a:pt x="1251" y="0"/>
                    <a:pt x="1061" y="108"/>
                    <a:pt x="930" y="322"/>
                  </a:cubicBezTo>
                  <a:lnTo>
                    <a:pt x="835" y="441"/>
                  </a:lnTo>
                  <a:lnTo>
                    <a:pt x="692" y="489"/>
                  </a:lnTo>
                  <a:cubicBezTo>
                    <a:pt x="311" y="512"/>
                    <a:pt x="1" y="774"/>
                    <a:pt x="1" y="1108"/>
                  </a:cubicBezTo>
                  <a:cubicBezTo>
                    <a:pt x="1" y="1489"/>
                    <a:pt x="406" y="1727"/>
                    <a:pt x="811" y="1727"/>
                  </a:cubicBezTo>
                  <a:lnTo>
                    <a:pt x="2097" y="1727"/>
                  </a:lnTo>
                  <a:cubicBezTo>
                    <a:pt x="2502" y="1727"/>
                    <a:pt x="2883" y="1465"/>
                    <a:pt x="2883" y="1108"/>
                  </a:cubicBezTo>
                  <a:cubicBezTo>
                    <a:pt x="2883" y="774"/>
                    <a:pt x="2597" y="512"/>
                    <a:pt x="2216" y="489"/>
                  </a:cubicBezTo>
                  <a:lnTo>
                    <a:pt x="2049" y="441"/>
                  </a:lnTo>
                  <a:lnTo>
                    <a:pt x="1978" y="322"/>
                  </a:lnTo>
                  <a:cubicBezTo>
                    <a:pt x="1835" y="108"/>
                    <a:pt x="1638" y="0"/>
                    <a:pt x="14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8"/>
            <p:cNvSpPr/>
            <p:nvPr/>
          </p:nvSpPr>
          <p:spPr>
            <a:xfrm>
              <a:off x="2582963" y="2847938"/>
              <a:ext cx="59470" cy="57885"/>
            </a:xfrm>
            <a:custGeom>
              <a:avLst/>
              <a:gdLst/>
              <a:ahLst/>
              <a:cxnLst/>
              <a:rect l="l" t="t" r="r" b="b"/>
              <a:pathLst>
                <a:path w="1763" h="1716" extrusionOk="0">
                  <a:moveTo>
                    <a:pt x="333" y="1"/>
                  </a:moveTo>
                  <a:lnTo>
                    <a:pt x="333" y="1"/>
                  </a:lnTo>
                  <a:cubicBezTo>
                    <a:pt x="476" y="406"/>
                    <a:pt x="357" y="930"/>
                    <a:pt x="0" y="1239"/>
                  </a:cubicBezTo>
                  <a:cubicBezTo>
                    <a:pt x="548" y="1525"/>
                    <a:pt x="1096" y="1644"/>
                    <a:pt x="1524" y="1715"/>
                  </a:cubicBezTo>
                  <a:cubicBezTo>
                    <a:pt x="1453" y="1311"/>
                    <a:pt x="1548" y="858"/>
                    <a:pt x="1762" y="501"/>
                  </a:cubicBezTo>
                  <a:cubicBezTo>
                    <a:pt x="1405" y="334"/>
                    <a:pt x="929" y="144"/>
                    <a:pt x="3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48"/>
            <p:cNvSpPr/>
            <p:nvPr/>
          </p:nvSpPr>
          <p:spPr>
            <a:xfrm>
              <a:off x="2649619" y="2857653"/>
              <a:ext cx="50632" cy="62776"/>
            </a:xfrm>
            <a:custGeom>
              <a:avLst/>
              <a:gdLst/>
              <a:ahLst/>
              <a:cxnLst/>
              <a:rect l="l" t="t" r="r" b="b"/>
              <a:pathLst>
                <a:path w="1501" h="1861" extrusionOk="0">
                  <a:moveTo>
                    <a:pt x="992" y="0"/>
                  </a:moveTo>
                  <a:cubicBezTo>
                    <a:pt x="880" y="0"/>
                    <a:pt x="760" y="38"/>
                    <a:pt x="644" y="118"/>
                  </a:cubicBezTo>
                  <a:cubicBezTo>
                    <a:pt x="239" y="427"/>
                    <a:pt x="1" y="1070"/>
                    <a:pt x="167" y="1523"/>
                  </a:cubicBezTo>
                  <a:cubicBezTo>
                    <a:pt x="215" y="1713"/>
                    <a:pt x="382" y="1832"/>
                    <a:pt x="548" y="1856"/>
                  </a:cubicBezTo>
                  <a:cubicBezTo>
                    <a:pt x="572" y="1859"/>
                    <a:pt x="594" y="1860"/>
                    <a:pt x="617" y="1860"/>
                  </a:cubicBezTo>
                  <a:cubicBezTo>
                    <a:pt x="988" y="1860"/>
                    <a:pt x="1270" y="1502"/>
                    <a:pt x="1382" y="1165"/>
                  </a:cubicBezTo>
                  <a:cubicBezTo>
                    <a:pt x="1477" y="951"/>
                    <a:pt x="1501" y="761"/>
                    <a:pt x="1477" y="546"/>
                  </a:cubicBezTo>
                  <a:cubicBezTo>
                    <a:pt x="1461" y="198"/>
                    <a:pt x="1248" y="0"/>
                    <a:pt x="9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48"/>
            <p:cNvSpPr/>
            <p:nvPr/>
          </p:nvSpPr>
          <p:spPr>
            <a:xfrm>
              <a:off x="2413457" y="2847938"/>
              <a:ext cx="59470" cy="57885"/>
            </a:xfrm>
            <a:custGeom>
              <a:avLst/>
              <a:gdLst/>
              <a:ahLst/>
              <a:cxnLst/>
              <a:rect l="l" t="t" r="r" b="b"/>
              <a:pathLst>
                <a:path w="1763" h="1716" extrusionOk="0">
                  <a:moveTo>
                    <a:pt x="1405" y="1"/>
                  </a:moveTo>
                  <a:lnTo>
                    <a:pt x="1405" y="1"/>
                  </a:lnTo>
                  <a:cubicBezTo>
                    <a:pt x="858" y="144"/>
                    <a:pt x="357" y="334"/>
                    <a:pt x="0" y="501"/>
                  </a:cubicBezTo>
                  <a:cubicBezTo>
                    <a:pt x="215" y="858"/>
                    <a:pt x="286" y="1311"/>
                    <a:pt x="238" y="1715"/>
                  </a:cubicBezTo>
                  <a:cubicBezTo>
                    <a:pt x="691" y="1644"/>
                    <a:pt x="1215" y="1525"/>
                    <a:pt x="1762" y="1239"/>
                  </a:cubicBezTo>
                  <a:cubicBezTo>
                    <a:pt x="1358" y="930"/>
                    <a:pt x="1239" y="406"/>
                    <a:pt x="1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8"/>
            <p:cNvSpPr/>
            <p:nvPr/>
          </p:nvSpPr>
          <p:spPr>
            <a:xfrm>
              <a:off x="2474513" y="2900965"/>
              <a:ext cx="107674" cy="36971"/>
            </a:xfrm>
            <a:custGeom>
              <a:avLst/>
              <a:gdLst/>
              <a:ahLst/>
              <a:cxnLst/>
              <a:rect l="l" t="t" r="r" b="b"/>
              <a:pathLst>
                <a:path w="3192" h="1096" extrusionOk="0">
                  <a:moveTo>
                    <a:pt x="619" y="1"/>
                  </a:moveTo>
                  <a:cubicBezTo>
                    <a:pt x="476" y="96"/>
                    <a:pt x="238" y="215"/>
                    <a:pt x="0" y="286"/>
                  </a:cubicBezTo>
                  <a:lnTo>
                    <a:pt x="810" y="1096"/>
                  </a:lnTo>
                  <a:cubicBezTo>
                    <a:pt x="988" y="751"/>
                    <a:pt x="1292" y="578"/>
                    <a:pt x="1596" y="578"/>
                  </a:cubicBezTo>
                  <a:cubicBezTo>
                    <a:pt x="1899" y="578"/>
                    <a:pt x="2203" y="751"/>
                    <a:pt x="2382" y="1096"/>
                  </a:cubicBezTo>
                  <a:lnTo>
                    <a:pt x="3191" y="286"/>
                  </a:lnTo>
                  <a:cubicBezTo>
                    <a:pt x="2953" y="215"/>
                    <a:pt x="2739" y="120"/>
                    <a:pt x="2572" y="1"/>
                  </a:cubicBezTo>
                  <a:cubicBezTo>
                    <a:pt x="2465" y="24"/>
                    <a:pt x="2405" y="30"/>
                    <a:pt x="2200" y="30"/>
                  </a:cubicBezTo>
                  <a:cubicBezTo>
                    <a:pt x="1995" y="30"/>
                    <a:pt x="1643" y="24"/>
                    <a:pt x="953" y="24"/>
                  </a:cubicBezTo>
                  <a:cubicBezTo>
                    <a:pt x="834" y="24"/>
                    <a:pt x="715" y="24"/>
                    <a:pt x="6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8"/>
            <p:cNvSpPr/>
            <p:nvPr/>
          </p:nvSpPr>
          <p:spPr>
            <a:xfrm>
              <a:off x="2539583" y="2919450"/>
              <a:ext cx="103660" cy="72322"/>
            </a:xfrm>
            <a:custGeom>
              <a:avLst/>
              <a:gdLst/>
              <a:ahLst/>
              <a:cxnLst/>
              <a:rect l="l" t="t" r="r" b="b"/>
              <a:pathLst>
                <a:path w="3073" h="2144" extrusionOk="0">
                  <a:moveTo>
                    <a:pt x="1858" y="0"/>
                  </a:moveTo>
                  <a:lnTo>
                    <a:pt x="572" y="1262"/>
                  </a:lnTo>
                  <a:cubicBezTo>
                    <a:pt x="548" y="1667"/>
                    <a:pt x="310" y="1977"/>
                    <a:pt x="0" y="2144"/>
                  </a:cubicBezTo>
                  <a:lnTo>
                    <a:pt x="1167" y="2144"/>
                  </a:lnTo>
                  <a:cubicBezTo>
                    <a:pt x="1429" y="1905"/>
                    <a:pt x="2858" y="477"/>
                    <a:pt x="3072" y="262"/>
                  </a:cubicBezTo>
                  <a:cubicBezTo>
                    <a:pt x="3072" y="262"/>
                    <a:pt x="2548" y="191"/>
                    <a:pt x="18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48"/>
            <p:cNvSpPr/>
            <p:nvPr/>
          </p:nvSpPr>
          <p:spPr>
            <a:xfrm>
              <a:off x="2607858" y="2933888"/>
              <a:ext cx="83589" cy="58695"/>
            </a:xfrm>
            <a:custGeom>
              <a:avLst/>
              <a:gdLst/>
              <a:ahLst/>
              <a:cxnLst/>
              <a:rect l="l" t="t" r="r" b="b"/>
              <a:pathLst>
                <a:path w="2478" h="1740" extrusionOk="0">
                  <a:moveTo>
                    <a:pt x="2477" y="1"/>
                  </a:moveTo>
                  <a:lnTo>
                    <a:pt x="2477" y="1"/>
                  </a:lnTo>
                  <a:cubicBezTo>
                    <a:pt x="2271" y="138"/>
                    <a:pt x="2054" y="189"/>
                    <a:pt x="1841" y="189"/>
                  </a:cubicBezTo>
                  <a:cubicBezTo>
                    <a:pt x="1758" y="189"/>
                    <a:pt x="1676" y="181"/>
                    <a:pt x="1596" y="168"/>
                  </a:cubicBezTo>
                  <a:lnTo>
                    <a:pt x="0" y="1739"/>
                  </a:lnTo>
                  <a:lnTo>
                    <a:pt x="2001" y="1739"/>
                  </a:lnTo>
                  <a:cubicBezTo>
                    <a:pt x="2239" y="1168"/>
                    <a:pt x="2382" y="549"/>
                    <a:pt x="2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48"/>
            <p:cNvSpPr/>
            <p:nvPr/>
          </p:nvSpPr>
          <p:spPr>
            <a:xfrm>
              <a:off x="2364444" y="2933888"/>
              <a:ext cx="82780" cy="58695"/>
            </a:xfrm>
            <a:custGeom>
              <a:avLst/>
              <a:gdLst/>
              <a:ahLst/>
              <a:cxnLst/>
              <a:rect l="l" t="t" r="r" b="b"/>
              <a:pathLst>
                <a:path w="2454" h="1740" extrusionOk="0">
                  <a:moveTo>
                    <a:pt x="1" y="1"/>
                  </a:moveTo>
                  <a:lnTo>
                    <a:pt x="1" y="1"/>
                  </a:lnTo>
                  <a:cubicBezTo>
                    <a:pt x="72" y="572"/>
                    <a:pt x="239" y="1192"/>
                    <a:pt x="477" y="1739"/>
                  </a:cubicBezTo>
                  <a:lnTo>
                    <a:pt x="2453" y="1739"/>
                  </a:lnTo>
                  <a:cubicBezTo>
                    <a:pt x="2287" y="1525"/>
                    <a:pt x="1025" y="310"/>
                    <a:pt x="882" y="168"/>
                  </a:cubicBezTo>
                  <a:cubicBezTo>
                    <a:pt x="808" y="181"/>
                    <a:pt x="729" y="189"/>
                    <a:pt x="647" y="189"/>
                  </a:cubicBezTo>
                  <a:cubicBezTo>
                    <a:pt x="436" y="189"/>
                    <a:pt x="206" y="13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8"/>
            <p:cNvSpPr/>
            <p:nvPr/>
          </p:nvSpPr>
          <p:spPr>
            <a:xfrm>
              <a:off x="2354223" y="2857281"/>
              <a:ext cx="52016" cy="62270"/>
            </a:xfrm>
            <a:custGeom>
              <a:avLst/>
              <a:gdLst/>
              <a:ahLst/>
              <a:cxnLst/>
              <a:rect l="l" t="t" r="r" b="b"/>
              <a:pathLst>
                <a:path w="1542" h="1846" extrusionOk="0">
                  <a:moveTo>
                    <a:pt x="554" y="0"/>
                  </a:moveTo>
                  <a:cubicBezTo>
                    <a:pt x="250" y="0"/>
                    <a:pt x="0" y="254"/>
                    <a:pt x="18" y="724"/>
                  </a:cubicBezTo>
                  <a:cubicBezTo>
                    <a:pt x="64" y="1274"/>
                    <a:pt x="462" y="1846"/>
                    <a:pt x="917" y="1846"/>
                  </a:cubicBezTo>
                  <a:cubicBezTo>
                    <a:pt x="934" y="1846"/>
                    <a:pt x="952" y="1845"/>
                    <a:pt x="970" y="1843"/>
                  </a:cubicBezTo>
                  <a:cubicBezTo>
                    <a:pt x="1161" y="1796"/>
                    <a:pt x="1280" y="1677"/>
                    <a:pt x="1375" y="1510"/>
                  </a:cubicBezTo>
                  <a:cubicBezTo>
                    <a:pt x="1542" y="1081"/>
                    <a:pt x="1328" y="391"/>
                    <a:pt x="899" y="105"/>
                  </a:cubicBezTo>
                  <a:cubicBezTo>
                    <a:pt x="784" y="34"/>
                    <a:pt x="665" y="0"/>
                    <a:pt x="5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48"/>
            <p:cNvSpPr/>
            <p:nvPr/>
          </p:nvSpPr>
          <p:spPr>
            <a:xfrm>
              <a:off x="2411838" y="2919450"/>
              <a:ext cx="103660" cy="73132"/>
            </a:xfrm>
            <a:custGeom>
              <a:avLst/>
              <a:gdLst/>
              <a:ahLst/>
              <a:cxnLst/>
              <a:rect l="l" t="t" r="r" b="b"/>
              <a:pathLst>
                <a:path w="3073" h="2168" extrusionOk="0">
                  <a:moveTo>
                    <a:pt x="1239" y="0"/>
                  </a:moveTo>
                  <a:cubicBezTo>
                    <a:pt x="524" y="191"/>
                    <a:pt x="1" y="238"/>
                    <a:pt x="1" y="262"/>
                  </a:cubicBezTo>
                  <a:lnTo>
                    <a:pt x="1906" y="2167"/>
                  </a:lnTo>
                  <a:lnTo>
                    <a:pt x="3073" y="2167"/>
                  </a:lnTo>
                  <a:cubicBezTo>
                    <a:pt x="2763" y="1977"/>
                    <a:pt x="2549" y="1667"/>
                    <a:pt x="2501" y="1262"/>
                  </a:cubicBezTo>
                  <a:lnTo>
                    <a:pt x="1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8"/>
            <p:cNvSpPr/>
            <p:nvPr/>
          </p:nvSpPr>
          <p:spPr>
            <a:xfrm>
              <a:off x="2389339" y="3011810"/>
              <a:ext cx="277990" cy="62709"/>
            </a:xfrm>
            <a:custGeom>
              <a:avLst/>
              <a:gdLst/>
              <a:ahLst/>
              <a:cxnLst/>
              <a:rect l="l" t="t" r="r" b="b"/>
              <a:pathLst>
                <a:path w="8241" h="1859" extrusionOk="0">
                  <a:moveTo>
                    <a:pt x="287" y="1"/>
                  </a:moveTo>
                  <a:cubicBezTo>
                    <a:pt x="120" y="1"/>
                    <a:pt x="1" y="144"/>
                    <a:pt x="1" y="287"/>
                  </a:cubicBezTo>
                  <a:cubicBezTo>
                    <a:pt x="1" y="477"/>
                    <a:pt x="144" y="596"/>
                    <a:pt x="287" y="596"/>
                  </a:cubicBezTo>
                  <a:lnTo>
                    <a:pt x="620" y="596"/>
                  </a:lnTo>
                  <a:lnTo>
                    <a:pt x="620" y="1263"/>
                  </a:lnTo>
                  <a:lnTo>
                    <a:pt x="287" y="1263"/>
                  </a:lnTo>
                  <a:cubicBezTo>
                    <a:pt x="120" y="1263"/>
                    <a:pt x="1" y="1382"/>
                    <a:pt x="1" y="1573"/>
                  </a:cubicBezTo>
                  <a:cubicBezTo>
                    <a:pt x="1" y="1739"/>
                    <a:pt x="144" y="1858"/>
                    <a:pt x="287" y="1858"/>
                  </a:cubicBezTo>
                  <a:lnTo>
                    <a:pt x="7931" y="1858"/>
                  </a:lnTo>
                  <a:cubicBezTo>
                    <a:pt x="8122" y="1858"/>
                    <a:pt x="8241" y="1716"/>
                    <a:pt x="8241" y="1573"/>
                  </a:cubicBezTo>
                  <a:cubicBezTo>
                    <a:pt x="8241" y="1430"/>
                    <a:pt x="8098" y="1263"/>
                    <a:pt x="7931" y="1263"/>
                  </a:cubicBezTo>
                  <a:lnTo>
                    <a:pt x="7621" y="1263"/>
                  </a:lnTo>
                  <a:lnTo>
                    <a:pt x="7621" y="596"/>
                  </a:lnTo>
                  <a:lnTo>
                    <a:pt x="7931" y="596"/>
                  </a:lnTo>
                  <a:cubicBezTo>
                    <a:pt x="8122" y="596"/>
                    <a:pt x="8241" y="477"/>
                    <a:pt x="8241" y="287"/>
                  </a:cubicBezTo>
                  <a:cubicBezTo>
                    <a:pt x="8241" y="96"/>
                    <a:pt x="8122" y="1"/>
                    <a:pt x="79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49"/>
          <p:cNvSpPr txBox="1">
            <a:spLocks noGrp="1"/>
          </p:cNvSpPr>
          <p:nvPr>
            <p:ph type="subTitle" idx="2"/>
          </p:nvPr>
        </p:nvSpPr>
        <p:spPr>
          <a:xfrm>
            <a:off x="3474750" y="2149207"/>
            <a:ext cx="21945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extremely high temperatures</a:t>
            </a:r>
            <a:endParaRPr/>
          </a:p>
        </p:txBody>
      </p:sp>
      <p:sp>
        <p:nvSpPr>
          <p:cNvPr id="578" name="Google Shape;578;p49"/>
          <p:cNvSpPr txBox="1">
            <a:spLocks noGrp="1"/>
          </p:cNvSpPr>
          <p:nvPr>
            <p:ph type="subTitle" idx="5"/>
          </p:nvPr>
        </p:nvSpPr>
        <p:spPr>
          <a:xfrm>
            <a:off x="5998525" y="2149207"/>
            <a:ext cx="21975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outermostplanet</a:t>
            </a:r>
            <a:endParaRPr/>
          </a:p>
        </p:txBody>
      </p:sp>
      <p:sp>
        <p:nvSpPr>
          <p:cNvPr id="579" name="Google Shape;579;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Important</a:t>
            </a:r>
            <a:r>
              <a:rPr lang="en"/>
              <a:t> historical figures</a:t>
            </a:r>
            <a:endParaRPr/>
          </a:p>
        </p:txBody>
      </p:sp>
      <p:sp>
        <p:nvSpPr>
          <p:cNvPr id="580" name="Google Shape;580;p49"/>
          <p:cNvSpPr txBox="1">
            <a:spLocks noGrp="1"/>
          </p:cNvSpPr>
          <p:nvPr>
            <p:ph type="subTitle" idx="1"/>
          </p:nvPr>
        </p:nvSpPr>
        <p:spPr>
          <a:xfrm>
            <a:off x="947975" y="2149207"/>
            <a:ext cx="21975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actually a very cold place</a:t>
            </a:r>
            <a:endParaRPr/>
          </a:p>
        </p:txBody>
      </p:sp>
      <p:sp>
        <p:nvSpPr>
          <p:cNvPr id="581" name="Google Shape;581;p49"/>
          <p:cNvSpPr txBox="1">
            <a:spLocks noGrp="1"/>
          </p:cNvSpPr>
          <p:nvPr>
            <p:ph type="subTitle" idx="3"/>
          </p:nvPr>
        </p:nvSpPr>
        <p:spPr>
          <a:xfrm>
            <a:off x="947975" y="3579427"/>
            <a:ext cx="21975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582" name="Google Shape;582;p49"/>
          <p:cNvSpPr txBox="1">
            <a:spLocks noGrp="1"/>
          </p:cNvSpPr>
          <p:nvPr>
            <p:ph type="subTitle" idx="4"/>
          </p:nvPr>
        </p:nvSpPr>
        <p:spPr>
          <a:xfrm>
            <a:off x="3474750" y="3579427"/>
            <a:ext cx="21945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with several rings</a:t>
            </a:r>
            <a:endParaRPr/>
          </a:p>
        </p:txBody>
      </p:sp>
      <p:sp>
        <p:nvSpPr>
          <p:cNvPr id="583" name="Google Shape;583;p49"/>
          <p:cNvSpPr txBox="1">
            <a:spLocks noGrp="1"/>
          </p:cNvSpPr>
          <p:nvPr>
            <p:ph type="subTitle" idx="6"/>
          </p:nvPr>
        </p:nvSpPr>
        <p:spPr>
          <a:xfrm>
            <a:off x="5998525" y="3579427"/>
            <a:ext cx="21975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584" name="Google Shape;584;p49"/>
          <p:cNvSpPr txBox="1">
            <a:spLocks noGrp="1"/>
          </p:cNvSpPr>
          <p:nvPr>
            <p:ph type="subTitle" idx="7"/>
          </p:nvPr>
        </p:nvSpPr>
        <p:spPr>
          <a:xfrm>
            <a:off x="952290" y="1827325"/>
            <a:ext cx="21891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Jesus Christ</a:t>
            </a:r>
            <a:endParaRPr/>
          </a:p>
        </p:txBody>
      </p:sp>
      <p:sp>
        <p:nvSpPr>
          <p:cNvPr id="585" name="Google Shape;585;p49"/>
          <p:cNvSpPr txBox="1">
            <a:spLocks noGrp="1"/>
          </p:cNvSpPr>
          <p:nvPr>
            <p:ph type="subTitle" idx="8"/>
          </p:nvPr>
        </p:nvSpPr>
        <p:spPr>
          <a:xfrm>
            <a:off x="3479215" y="1827325"/>
            <a:ext cx="21858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Buddha</a:t>
            </a:r>
            <a:endParaRPr/>
          </a:p>
        </p:txBody>
      </p:sp>
      <p:sp>
        <p:nvSpPr>
          <p:cNvPr id="586" name="Google Shape;586;p49"/>
          <p:cNvSpPr txBox="1">
            <a:spLocks noGrp="1"/>
          </p:cNvSpPr>
          <p:nvPr>
            <p:ph type="subTitle" idx="9"/>
          </p:nvPr>
        </p:nvSpPr>
        <p:spPr>
          <a:xfrm>
            <a:off x="6002841" y="1827325"/>
            <a:ext cx="21888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Gandhi</a:t>
            </a:r>
            <a:endParaRPr/>
          </a:p>
        </p:txBody>
      </p:sp>
      <p:sp>
        <p:nvSpPr>
          <p:cNvPr id="587" name="Google Shape;587;p49"/>
          <p:cNvSpPr txBox="1">
            <a:spLocks noGrp="1"/>
          </p:cNvSpPr>
          <p:nvPr>
            <p:ph type="subTitle" idx="13"/>
          </p:nvPr>
        </p:nvSpPr>
        <p:spPr>
          <a:xfrm>
            <a:off x="952290" y="3257521"/>
            <a:ext cx="21891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Isaac Newton</a:t>
            </a:r>
            <a:endParaRPr/>
          </a:p>
        </p:txBody>
      </p:sp>
      <p:sp>
        <p:nvSpPr>
          <p:cNvPr id="588" name="Google Shape;588;p49"/>
          <p:cNvSpPr txBox="1">
            <a:spLocks noGrp="1"/>
          </p:cNvSpPr>
          <p:nvPr>
            <p:ph type="subTitle" idx="14"/>
          </p:nvPr>
        </p:nvSpPr>
        <p:spPr>
          <a:xfrm>
            <a:off x="3479215" y="3257521"/>
            <a:ext cx="21858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Shakespeare</a:t>
            </a:r>
            <a:endParaRPr/>
          </a:p>
        </p:txBody>
      </p:sp>
      <p:sp>
        <p:nvSpPr>
          <p:cNvPr id="589" name="Google Shape;589;p49"/>
          <p:cNvSpPr txBox="1">
            <a:spLocks noGrp="1"/>
          </p:cNvSpPr>
          <p:nvPr>
            <p:ph type="subTitle" idx="15"/>
          </p:nvPr>
        </p:nvSpPr>
        <p:spPr>
          <a:xfrm>
            <a:off x="6002841" y="3257521"/>
            <a:ext cx="2188800" cy="49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Confucius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1"/>
          <p:cNvSpPr txBox="1">
            <a:spLocks noGrp="1"/>
          </p:cNvSpPr>
          <p:nvPr>
            <p:ph type="subTitle" idx="1"/>
          </p:nvPr>
        </p:nvSpPr>
        <p:spPr>
          <a:xfrm>
            <a:off x="1226400" y="2289175"/>
            <a:ext cx="6691200" cy="1863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“This is a quote, words full of wisdom that someone important said and that can inspire anyone who reads them.”</a:t>
            </a:r>
            <a:endParaRPr/>
          </a:p>
        </p:txBody>
      </p:sp>
      <p:sp>
        <p:nvSpPr>
          <p:cNvPr id="600" name="Google Shape;600;p51"/>
          <p:cNvSpPr txBox="1">
            <a:spLocks noGrp="1"/>
          </p:cNvSpPr>
          <p:nvPr>
            <p:ph type="title"/>
          </p:nvPr>
        </p:nvSpPr>
        <p:spPr>
          <a:xfrm>
            <a:off x="1226400" y="4034450"/>
            <a:ext cx="6691200" cy="56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a:solidFill>
                  <a:schemeClr val="accent1"/>
                </a:solidFill>
              </a:rPr>
              <a:t>—Someone</a:t>
            </a:r>
            <a:r>
              <a:rPr lang="en"/>
              <a:t> Famous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7" name="Google Shape;617;p53"/>
          <p:cNvSpPr txBox="1">
            <a:spLocks noGrp="1"/>
          </p:cNvSpPr>
          <p:nvPr>
            <p:ph type="title"/>
          </p:nvPr>
        </p:nvSpPr>
        <p:spPr>
          <a:xfrm>
            <a:off x="866800" y="429800"/>
            <a:ext cx="4720800" cy="1518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0">
                <a:solidFill>
                  <a:schemeClr val="accent1"/>
                </a:solidFill>
              </a:rPr>
              <a:t>A picture always </a:t>
            </a:r>
            <a:r>
              <a:rPr lang="en"/>
              <a:t>reinforces the concept</a:t>
            </a:r>
            <a:endParaRPr/>
          </a:p>
        </p:txBody>
      </p:sp>
      <p:sp>
        <p:nvSpPr>
          <p:cNvPr id="618" name="Google Shape;618;p53"/>
          <p:cNvSpPr txBox="1">
            <a:spLocks noGrp="1"/>
          </p:cNvSpPr>
          <p:nvPr>
            <p:ph type="subTitle" idx="1"/>
          </p:nvPr>
        </p:nvSpPr>
        <p:spPr>
          <a:xfrm>
            <a:off x="866800" y="1901800"/>
            <a:ext cx="4720800" cy="2690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Images reveal large amounts of data, so remember: use an image instead of a long text. Your audience will appreciate it</a:t>
            </a:r>
            <a:endParaRPr/>
          </a:p>
        </p:txBody>
      </p:sp>
      <p:sp>
        <p:nvSpPr>
          <p:cNvPr id="2" name="Рисунок 1"/>
          <p:cNvSpPr>
            <a:spLocks noGrp="1"/>
          </p:cNvSpPr>
          <p:nvPr>
            <p:ph type="pic" idx="2"/>
          </p:nvPr>
        </p:nvSpPr>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54"/>
          <p:cNvSpPr txBox="1">
            <a:spLocks noGrp="1"/>
          </p:cNvSpPr>
          <p:nvPr>
            <p:ph type="title"/>
          </p:nvPr>
        </p:nvSpPr>
        <p:spPr>
          <a:xfrm>
            <a:off x="1786925" y="1727475"/>
            <a:ext cx="5570100" cy="1814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accent1"/>
                </a:solidFill>
              </a:rPr>
              <a:t>Explaining </a:t>
            </a:r>
            <a:endParaRPr>
              <a:solidFill>
                <a:schemeClr val="accent1"/>
              </a:solidFill>
            </a:endParaRPr>
          </a:p>
          <a:p>
            <a:pPr marL="0" lvl="0" indent="0" algn="ctr" rtl="0">
              <a:spcBef>
                <a:spcPts val="0"/>
              </a:spcBef>
              <a:spcAft>
                <a:spcPts val="0"/>
              </a:spcAft>
              <a:buNone/>
            </a:pPr>
            <a:r>
              <a:rPr lang="en" b="1"/>
              <a:t>history</a:t>
            </a:r>
            <a:endParaRPr b="1"/>
          </a:p>
        </p:txBody>
      </p:sp>
      <p:sp>
        <p:nvSpPr>
          <p:cNvPr id="624" name="Google Shape;624;p54"/>
          <p:cNvSpPr txBox="1">
            <a:spLocks noGrp="1"/>
          </p:cNvSpPr>
          <p:nvPr>
            <p:ph type="title" idx="2"/>
          </p:nvPr>
        </p:nvSpPr>
        <p:spPr>
          <a:xfrm>
            <a:off x="3745950" y="811225"/>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625" name="Google Shape;625;p54"/>
          <p:cNvSpPr txBox="1">
            <a:spLocks noGrp="1"/>
          </p:cNvSpPr>
          <p:nvPr>
            <p:ph type="subTitle" idx="1"/>
          </p:nvPr>
        </p:nvSpPr>
        <p:spPr>
          <a:xfrm>
            <a:off x="1786950" y="3485075"/>
            <a:ext cx="5570100" cy="999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enter a subtitle here if you need it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6"/>
          <p:cNvSpPr txBox="1">
            <a:spLocks noGrp="1"/>
          </p:cNvSpPr>
          <p:nvPr>
            <p:ph type="subTitle" idx="1"/>
          </p:nvPr>
        </p:nvSpPr>
        <p:spPr>
          <a:xfrm>
            <a:off x="713225" y="1291562"/>
            <a:ext cx="4696800" cy="46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Is the year humans first landed on the moon</a:t>
            </a:r>
            <a:endParaRPr/>
          </a:p>
        </p:txBody>
      </p:sp>
      <p:sp>
        <p:nvSpPr>
          <p:cNvPr id="637" name="Google Shape;637;p56"/>
          <p:cNvSpPr txBox="1">
            <a:spLocks noGrp="1"/>
          </p:cNvSpPr>
          <p:nvPr>
            <p:ph type="title"/>
          </p:nvPr>
        </p:nvSpPr>
        <p:spPr>
          <a:xfrm>
            <a:off x="713225" y="611505"/>
            <a:ext cx="46968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1969</a:t>
            </a:r>
            <a:endParaRPr/>
          </a:p>
        </p:txBody>
      </p:sp>
      <p:sp>
        <p:nvSpPr>
          <p:cNvPr id="638" name="Google Shape;638;p56"/>
          <p:cNvSpPr txBox="1">
            <a:spLocks noGrp="1"/>
          </p:cNvSpPr>
          <p:nvPr>
            <p:ph type="title" idx="2"/>
          </p:nvPr>
        </p:nvSpPr>
        <p:spPr>
          <a:xfrm>
            <a:off x="2223600" y="1998024"/>
            <a:ext cx="46968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20 Million</a:t>
            </a:r>
            <a:endParaRPr/>
          </a:p>
        </p:txBody>
      </p:sp>
      <p:sp>
        <p:nvSpPr>
          <p:cNvPr id="639" name="Google Shape;639;p56"/>
          <p:cNvSpPr txBox="1">
            <a:spLocks noGrp="1"/>
          </p:cNvSpPr>
          <p:nvPr>
            <p:ph type="subTitle" idx="3"/>
          </p:nvPr>
        </p:nvSpPr>
        <p:spPr>
          <a:xfrm>
            <a:off x="2223600" y="2678079"/>
            <a:ext cx="4696800" cy="46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People died during World War I approx.</a:t>
            </a:r>
            <a:endParaRPr/>
          </a:p>
        </p:txBody>
      </p:sp>
      <p:sp>
        <p:nvSpPr>
          <p:cNvPr id="640" name="Google Shape;640;p56"/>
          <p:cNvSpPr txBox="1">
            <a:spLocks noGrp="1"/>
          </p:cNvSpPr>
          <p:nvPr>
            <p:ph type="title" idx="4"/>
          </p:nvPr>
        </p:nvSpPr>
        <p:spPr>
          <a:xfrm>
            <a:off x="3733975" y="3384542"/>
            <a:ext cx="46968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1492</a:t>
            </a:r>
            <a:endParaRPr/>
          </a:p>
        </p:txBody>
      </p:sp>
      <p:sp>
        <p:nvSpPr>
          <p:cNvPr id="641" name="Google Shape;641;p56"/>
          <p:cNvSpPr txBox="1">
            <a:spLocks noGrp="1"/>
          </p:cNvSpPr>
          <p:nvPr>
            <p:ph type="subTitle" idx="5"/>
          </p:nvPr>
        </p:nvSpPr>
        <p:spPr>
          <a:xfrm>
            <a:off x="3733975" y="4064595"/>
            <a:ext cx="4696800" cy="46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Is the beginning of the Modern Age in Europe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57"/>
          <p:cNvSpPr/>
          <p:nvPr/>
        </p:nvSpPr>
        <p:spPr>
          <a:xfrm>
            <a:off x="1509100" y="2063887"/>
            <a:ext cx="1032000" cy="10320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7"/>
          <p:cNvSpPr txBox="1">
            <a:spLocks noGrp="1"/>
          </p:cNvSpPr>
          <p:nvPr>
            <p:ph type="subTitle" idx="1"/>
          </p:nvPr>
        </p:nvSpPr>
        <p:spPr>
          <a:xfrm>
            <a:off x="1193500" y="3614141"/>
            <a:ext cx="1663200" cy="75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smallest planet</a:t>
            </a:r>
            <a:endParaRPr/>
          </a:p>
        </p:txBody>
      </p:sp>
      <p:sp>
        <p:nvSpPr>
          <p:cNvPr id="648" name="Google Shape;648;p57"/>
          <p:cNvSpPr txBox="1">
            <a:spLocks noGrp="1"/>
          </p:cNvSpPr>
          <p:nvPr>
            <p:ph type="subTitle" idx="2"/>
          </p:nvPr>
        </p:nvSpPr>
        <p:spPr>
          <a:xfrm>
            <a:off x="1193500" y="3278675"/>
            <a:ext cx="16632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Event 1</a:t>
            </a:r>
            <a:endParaRPr/>
          </a:p>
        </p:txBody>
      </p:sp>
      <p:sp>
        <p:nvSpPr>
          <p:cNvPr id="649" name="Google Shape;649;p57"/>
          <p:cNvSpPr txBox="1">
            <a:spLocks noGrp="1"/>
          </p:cNvSpPr>
          <p:nvPr>
            <p:ph type="subTitle" idx="4"/>
          </p:nvPr>
        </p:nvSpPr>
        <p:spPr>
          <a:xfrm>
            <a:off x="3740400" y="3614141"/>
            <a:ext cx="1663200" cy="75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a:t>
            </a:r>
            <a:endParaRPr/>
          </a:p>
        </p:txBody>
      </p:sp>
      <p:sp>
        <p:nvSpPr>
          <p:cNvPr id="650" name="Google Shape;650;p57"/>
          <p:cNvSpPr txBox="1">
            <a:spLocks noGrp="1"/>
          </p:cNvSpPr>
          <p:nvPr>
            <p:ph type="subTitle" idx="5"/>
          </p:nvPr>
        </p:nvSpPr>
        <p:spPr>
          <a:xfrm>
            <a:off x="3740400" y="3278675"/>
            <a:ext cx="16632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Event 2</a:t>
            </a:r>
            <a:endParaRPr/>
          </a:p>
        </p:txBody>
      </p:sp>
      <p:sp>
        <p:nvSpPr>
          <p:cNvPr id="651" name="Google Shape;651;p57"/>
          <p:cNvSpPr txBox="1">
            <a:spLocks noGrp="1"/>
          </p:cNvSpPr>
          <p:nvPr>
            <p:ph type="subTitle" idx="7"/>
          </p:nvPr>
        </p:nvSpPr>
        <p:spPr>
          <a:xfrm>
            <a:off x="6287300" y="3614141"/>
            <a:ext cx="1663200" cy="75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actually a cold place</a:t>
            </a:r>
            <a:endParaRPr/>
          </a:p>
        </p:txBody>
      </p:sp>
      <p:sp>
        <p:nvSpPr>
          <p:cNvPr id="652" name="Google Shape;652;p57"/>
          <p:cNvSpPr txBox="1">
            <a:spLocks noGrp="1"/>
          </p:cNvSpPr>
          <p:nvPr>
            <p:ph type="subTitle" idx="8"/>
          </p:nvPr>
        </p:nvSpPr>
        <p:spPr>
          <a:xfrm>
            <a:off x="6287300" y="3278675"/>
            <a:ext cx="16632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Event 3</a:t>
            </a:r>
            <a:endParaRPr/>
          </a:p>
        </p:txBody>
      </p:sp>
      <p:sp>
        <p:nvSpPr>
          <p:cNvPr id="653" name="Google Shape;653;p57"/>
          <p:cNvSpPr/>
          <p:nvPr/>
        </p:nvSpPr>
        <p:spPr>
          <a:xfrm flipH="1">
            <a:off x="1508500" y="2063872"/>
            <a:ext cx="1033200" cy="1033200"/>
          </a:xfrm>
          <a:prstGeom prst="blockArc">
            <a:avLst>
              <a:gd name="adj1" fmla="val 10792407"/>
              <a:gd name="adj2" fmla="val 16259657"/>
              <a:gd name="adj3" fmla="val 24820"/>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57"/>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French </a:t>
            </a:r>
            <a:r>
              <a:rPr lang="en"/>
              <a:t>revolution</a:t>
            </a:r>
            <a:endParaRPr/>
          </a:p>
        </p:txBody>
      </p:sp>
      <p:sp>
        <p:nvSpPr>
          <p:cNvPr id="655" name="Google Shape;655;p57"/>
          <p:cNvSpPr txBox="1">
            <a:spLocks noGrp="1"/>
          </p:cNvSpPr>
          <p:nvPr>
            <p:ph type="title" idx="3"/>
          </p:nvPr>
        </p:nvSpPr>
        <p:spPr>
          <a:xfrm>
            <a:off x="4055100" y="1371875"/>
            <a:ext cx="1033200" cy="406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50%</a:t>
            </a:r>
            <a:endParaRPr/>
          </a:p>
        </p:txBody>
      </p:sp>
      <p:sp>
        <p:nvSpPr>
          <p:cNvPr id="656" name="Google Shape;656;p57"/>
          <p:cNvSpPr txBox="1">
            <a:spLocks noGrp="1"/>
          </p:cNvSpPr>
          <p:nvPr>
            <p:ph type="title" idx="6"/>
          </p:nvPr>
        </p:nvSpPr>
        <p:spPr>
          <a:xfrm>
            <a:off x="6602300" y="1371875"/>
            <a:ext cx="1033200" cy="406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75%</a:t>
            </a:r>
            <a:endParaRPr/>
          </a:p>
        </p:txBody>
      </p:sp>
      <p:sp>
        <p:nvSpPr>
          <p:cNvPr id="657" name="Google Shape;657;p57"/>
          <p:cNvSpPr txBox="1">
            <a:spLocks noGrp="1"/>
          </p:cNvSpPr>
          <p:nvPr>
            <p:ph type="title"/>
          </p:nvPr>
        </p:nvSpPr>
        <p:spPr>
          <a:xfrm>
            <a:off x="1509100" y="1371875"/>
            <a:ext cx="1032000" cy="406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25%</a:t>
            </a:r>
            <a:endParaRPr/>
          </a:p>
        </p:txBody>
      </p:sp>
      <p:sp>
        <p:nvSpPr>
          <p:cNvPr id="658" name="Google Shape;658;p57"/>
          <p:cNvSpPr/>
          <p:nvPr/>
        </p:nvSpPr>
        <p:spPr>
          <a:xfrm>
            <a:off x="4056000" y="2063887"/>
            <a:ext cx="1032000" cy="10320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57"/>
          <p:cNvSpPr/>
          <p:nvPr/>
        </p:nvSpPr>
        <p:spPr>
          <a:xfrm flipH="1">
            <a:off x="4055400" y="2063872"/>
            <a:ext cx="1033200" cy="1033200"/>
          </a:xfrm>
          <a:prstGeom prst="blockArc">
            <a:avLst>
              <a:gd name="adj1" fmla="val 5427435"/>
              <a:gd name="adj2" fmla="val 16259657"/>
              <a:gd name="adj3" fmla="val 2482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57"/>
          <p:cNvSpPr/>
          <p:nvPr/>
        </p:nvSpPr>
        <p:spPr>
          <a:xfrm>
            <a:off x="6602900" y="2063887"/>
            <a:ext cx="1032000" cy="10320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57"/>
          <p:cNvSpPr/>
          <p:nvPr/>
        </p:nvSpPr>
        <p:spPr>
          <a:xfrm flipH="1">
            <a:off x="6602300" y="2063872"/>
            <a:ext cx="1033200" cy="1033200"/>
          </a:xfrm>
          <a:prstGeom prst="blockArc">
            <a:avLst>
              <a:gd name="adj1" fmla="val 74168"/>
              <a:gd name="adj2" fmla="val 16259657"/>
              <a:gd name="adj3" fmla="val 24820"/>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grpSp>
        <p:nvGrpSpPr>
          <p:cNvPr id="666" name="Google Shape;666;p58"/>
          <p:cNvGrpSpPr/>
          <p:nvPr/>
        </p:nvGrpSpPr>
        <p:grpSpPr>
          <a:xfrm>
            <a:off x="4354500" y="1321650"/>
            <a:ext cx="3429000" cy="2500200"/>
            <a:chOff x="4577500" y="1263900"/>
            <a:chExt cx="3429000" cy="2500200"/>
          </a:xfrm>
        </p:grpSpPr>
        <p:sp>
          <p:nvSpPr>
            <p:cNvPr id="667" name="Google Shape;667;p58"/>
            <p:cNvSpPr/>
            <p:nvPr/>
          </p:nvSpPr>
          <p:spPr>
            <a:xfrm>
              <a:off x="4577500" y="1263900"/>
              <a:ext cx="3429000" cy="2170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58"/>
            <p:cNvSpPr/>
            <p:nvPr/>
          </p:nvSpPr>
          <p:spPr>
            <a:xfrm>
              <a:off x="5206750" y="3434400"/>
              <a:ext cx="2170500" cy="228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58"/>
            <p:cNvSpPr/>
            <p:nvPr/>
          </p:nvSpPr>
          <p:spPr>
            <a:xfrm>
              <a:off x="4820200" y="3663300"/>
              <a:ext cx="2943600" cy="100800"/>
            </a:xfrm>
            <a:prstGeom prst="trapezoid">
              <a:avLst>
                <a:gd name="adj" fmla="val 25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70" name="Google Shape;670;p58"/>
          <p:cNvPicPr preferRelativeResize="0"/>
          <p:nvPr/>
        </p:nvPicPr>
        <p:blipFill rotWithShape="1">
          <a:blip r:embed="rId3">
            <a:alphaModFix/>
          </a:blip>
          <a:srcRect l="3891" r="3882"/>
          <a:stretch/>
        </p:blipFill>
        <p:spPr>
          <a:xfrm>
            <a:off x="4444445" y="1410408"/>
            <a:ext cx="3249110" cy="1981718"/>
          </a:xfrm>
          <a:prstGeom prst="rect">
            <a:avLst/>
          </a:prstGeom>
          <a:noFill/>
          <a:ln>
            <a:noFill/>
          </a:ln>
        </p:spPr>
      </p:pic>
      <p:sp>
        <p:nvSpPr>
          <p:cNvPr id="671" name="Google Shape;671;p58"/>
          <p:cNvSpPr txBox="1">
            <a:spLocks noGrp="1"/>
          </p:cNvSpPr>
          <p:nvPr>
            <p:ph type="title"/>
          </p:nvPr>
        </p:nvSpPr>
        <p:spPr>
          <a:xfrm>
            <a:off x="1360500" y="1327700"/>
            <a:ext cx="2943600" cy="1292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0">
                <a:solidFill>
                  <a:schemeClr val="accent1"/>
                </a:solidFill>
              </a:rPr>
              <a:t>Computer </a:t>
            </a:r>
            <a:r>
              <a:rPr lang="en"/>
              <a:t>mockup</a:t>
            </a:r>
            <a:endParaRPr/>
          </a:p>
        </p:txBody>
      </p:sp>
      <p:sp>
        <p:nvSpPr>
          <p:cNvPr id="672" name="Google Shape;672;p58"/>
          <p:cNvSpPr txBox="1">
            <a:spLocks noGrp="1"/>
          </p:cNvSpPr>
          <p:nvPr>
            <p:ph type="subTitle" idx="1"/>
          </p:nvPr>
        </p:nvSpPr>
        <p:spPr>
          <a:xfrm>
            <a:off x="1360500" y="2523400"/>
            <a:ext cx="2943600" cy="129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grpSp>
        <p:nvGrpSpPr>
          <p:cNvPr id="677" name="Google Shape;677;p59"/>
          <p:cNvGrpSpPr/>
          <p:nvPr/>
        </p:nvGrpSpPr>
        <p:grpSpPr>
          <a:xfrm>
            <a:off x="1735976" y="735560"/>
            <a:ext cx="2697276" cy="3672287"/>
            <a:chOff x="1655550" y="790900"/>
            <a:chExt cx="2510262" cy="3417671"/>
          </a:xfrm>
        </p:grpSpPr>
        <p:sp>
          <p:nvSpPr>
            <p:cNvPr id="678" name="Google Shape;678;p59"/>
            <p:cNvSpPr/>
            <p:nvPr/>
          </p:nvSpPr>
          <p:spPr>
            <a:xfrm>
              <a:off x="1655550" y="790900"/>
              <a:ext cx="2510262" cy="3417671"/>
            </a:xfrm>
            <a:custGeom>
              <a:avLst/>
              <a:gdLst/>
              <a:ahLst/>
              <a:cxnLst/>
              <a:rect l="l" t="t" r="r" b="b"/>
              <a:pathLst>
                <a:path w="143096" h="190426" extrusionOk="0">
                  <a:moveTo>
                    <a:pt x="2914" y="0"/>
                  </a:moveTo>
                  <a:cubicBezTo>
                    <a:pt x="1280" y="0"/>
                    <a:pt x="0" y="1281"/>
                    <a:pt x="0" y="2914"/>
                  </a:cubicBezTo>
                  <a:lnTo>
                    <a:pt x="0" y="187512"/>
                  </a:lnTo>
                  <a:cubicBezTo>
                    <a:pt x="0" y="189101"/>
                    <a:pt x="1280" y="190426"/>
                    <a:pt x="2914" y="190426"/>
                  </a:cubicBezTo>
                  <a:lnTo>
                    <a:pt x="140182" y="190426"/>
                  </a:lnTo>
                  <a:cubicBezTo>
                    <a:pt x="141771" y="190426"/>
                    <a:pt x="143096" y="189101"/>
                    <a:pt x="143096" y="187512"/>
                  </a:cubicBezTo>
                  <a:lnTo>
                    <a:pt x="143096" y="2914"/>
                  </a:lnTo>
                  <a:cubicBezTo>
                    <a:pt x="143096" y="1281"/>
                    <a:pt x="141771" y="0"/>
                    <a:pt x="1401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9"/>
            <p:cNvSpPr/>
            <p:nvPr/>
          </p:nvSpPr>
          <p:spPr>
            <a:xfrm>
              <a:off x="1735300" y="886765"/>
              <a:ext cx="2350730" cy="3115776"/>
            </a:xfrm>
            <a:custGeom>
              <a:avLst/>
              <a:gdLst/>
              <a:ahLst/>
              <a:cxnLst/>
              <a:rect l="l" t="t" r="r" b="b"/>
              <a:pathLst>
                <a:path w="134002" h="173605" extrusionOk="0">
                  <a:moveTo>
                    <a:pt x="1" y="1"/>
                  </a:moveTo>
                  <a:lnTo>
                    <a:pt x="1" y="53821"/>
                  </a:lnTo>
                  <a:lnTo>
                    <a:pt x="1" y="127599"/>
                  </a:lnTo>
                  <a:lnTo>
                    <a:pt x="1" y="173605"/>
                  </a:lnTo>
                  <a:lnTo>
                    <a:pt x="134001" y="173605"/>
                  </a:lnTo>
                  <a:lnTo>
                    <a:pt x="134001" y="34615"/>
                  </a:lnTo>
                  <a:lnTo>
                    <a:pt x="1340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80" name="Google Shape;680;p59"/>
          <p:cNvPicPr preferRelativeResize="0"/>
          <p:nvPr/>
        </p:nvPicPr>
        <p:blipFill rotWithShape="1">
          <a:blip r:embed="rId3">
            <a:alphaModFix/>
          </a:blip>
          <a:srcRect l="7872" r="49913"/>
          <a:stretch/>
        </p:blipFill>
        <p:spPr>
          <a:xfrm>
            <a:off x="1829993" y="838567"/>
            <a:ext cx="2512490" cy="3347958"/>
          </a:xfrm>
          <a:prstGeom prst="rect">
            <a:avLst/>
          </a:prstGeom>
          <a:noFill/>
          <a:ln>
            <a:noFill/>
          </a:ln>
        </p:spPr>
      </p:pic>
      <p:sp>
        <p:nvSpPr>
          <p:cNvPr id="681" name="Google Shape;681;p59"/>
          <p:cNvSpPr txBox="1">
            <a:spLocks noGrp="1"/>
          </p:cNvSpPr>
          <p:nvPr>
            <p:ph type="title"/>
          </p:nvPr>
        </p:nvSpPr>
        <p:spPr>
          <a:xfrm>
            <a:off x="4992175" y="1327700"/>
            <a:ext cx="2943600" cy="1292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b="0">
                <a:solidFill>
                  <a:schemeClr val="accent1"/>
                </a:solidFill>
              </a:rPr>
              <a:t>Tablet </a:t>
            </a:r>
            <a:r>
              <a:rPr lang="en"/>
              <a:t>mockup</a:t>
            </a:r>
            <a:endParaRPr/>
          </a:p>
        </p:txBody>
      </p:sp>
      <p:sp>
        <p:nvSpPr>
          <p:cNvPr id="682" name="Google Shape;682;p59"/>
          <p:cNvSpPr txBox="1">
            <a:spLocks noGrp="1"/>
          </p:cNvSpPr>
          <p:nvPr>
            <p:ph type="subTitle" idx="1"/>
          </p:nvPr>
        </p:nvSpPr>
        <p:spPr>
          <a:xfrm>
            <a:off x="4992175" y="2523400"/>
            <a:ext cx="2943600" cy="1292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replace the image on the screen with your own work. Just right-click on it and select “Replace image”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61"/>
          <p:cNvSpPr txBox="1"/>
          <p:nvPr/>
        </p:nvSpPr>
        <p:spPr>
          <a:xfrm flipH="1">
            <a:off x="5332050" y="3662000"/>
            <a:ext cx="2143200" cy="4500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100" b="1">
                <a:solidFill>
                  <a:schemeClr val="dk1"/>
                </a:solidFill>
                <a:latin typeface="Song Myung"/>
                <a:ea typeface="Song Myung"/>
                <a:cs typeface="Song Myung"/>
                <a:sym typeface="Song Myung"/>
              </a:rPr>
              <a:t>Axis powers</a:t>
            </a:r>
            <a:endParaRPr sz="2100" b="1">
              <a:solidFill>
                <a:schemeClr val="dk1"/>
              </a:solidFill>
              <a:latin typeface="Song Myung"/>
              <a:ea typeface="Song Myung"/>
              <a:cs typeface="Song Myung"/>
              <a:sym typeface="Song Myung"/>
            </a:endParaRPr>
          </a:p>
        </p:txBody>
      </p:sp>
      <p:sp>
        <p:nvSpPr>
          <p:cNvPr id="698" name="Google Shape;698;p61"/>
          <p:cNvSpPr txBox="1"/>
          <p:nvPr/>
        </p:nvSpPr>
        <p:spPr>
          <a:xfrm flipH="1">
            <a:off x="1668750" y="3662000"/>
            <a:ext cx="2143200" cy="4500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2100" b="1">
                <a:solidFill>
                  <a:schemeClr val="lt2"/>
                </a:solidFill>
                <a:latin typeface="Song Myung"/>
                <a:ea typeface="Song Myung"/>
                <a:cs typeface="Song Myung"/>
                <a:sym typeface="Song Myung"/>
              </a:rPr>
              <a:t>Allied powers</a:t>
            </a:r>
            <a:endParaRPr sz="2100" b="1">
              <a:solidFill>
                <a:schemeClr val="lt2"/>
              </a:solidFill>
              <a:latin typeface="Song Myung"/>
              <a:ea typeface="Song Myung"/>
              <a:cs typeface="Song Myung"/>
              <a:sym typeface="Song Myung"/>
            </a:endParaRPr>
          </a:p>
        </p:txBody>
      </p:sp>
      <p:sp>
        <p:nvSpPr>
          <p:cNvPr id="699" name="Google Shape;699;p6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World War II </a:t>
            </a:r>
            <a:r>
              <a:rPr lang="en"/>
              <a:t>alliances</a:t>
            </a:r>
            <a:endParaRPr/>
          </a:p>
        </p:txBody>
      </p:sp>
      <p:sp>
        <p:nvSpPr>
          <p:cNvPr id="700" name="Google Shape;700;p61"/>
          <p:cNvSpPr txBox="1"/>
          <p:nvPr/>
        </p:nvSpPr>
        <p:spPr>
          <a:xfrm flipH="1">
            <a:off x="5335650" y="3936442"/>
            <a:ext cx="2139600" cy="671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600">
                <a:solidFill>
                  <a:schemeClr val="dk1"/>
                </a:solidFill>
                <a:latin typeface="Lato"/>
                <a:ea typeface="Lato"/>
                <a:cs typeface="Lato"/>
                <a:sym typeface="Lato"/>
              </a:rPr>
              <a:t>Venus is the second planet from the Sun</a:t>
            </a:r>
            <a:endParaRPr sz="1600">
              <a:solidFill>
                <a:schemeClr val="dk1"/>
              </a:solidFill>
              <a:latin typeface="Lato"/>
              <a:ea typeface="Lato"/>
              <a:cs typeface="Lato"/>
              <a:sym typeface="Lato"/>
            </a:endParaRPr>
          </a:p>
        </p:txBody>
      </p:sp>
      <p:sp>
        <p:nvSpPr>
          <p:cNvPr id="701" name="Google Shape;701;p61"/>
          <p:cNvSpPr txBox="1"/>
          <p:nvPr/>
        </p:nvSpPr>
        <p:spPr>
          <a:xfrm flipH="1">
            <a:off x="1668750" y="3932311"/>
            <a:ext cx="2143200" cy="671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600">
                <a:solidFill>
                  <a:schemeClr val="dk1"/>
                </a:solidFill>
                <a:latin typeface="Lato"/>
                <a:ea typeface="Lato"/>
                <a:cs typeface="Lato"/>
                <a:sym typeface="Lato"/>
              </a:rPr>
              <a:t>Mercury is the closest planet to the Sun</a:t>
            </a:r>
            <a:endParaRPr sz="1600">
              <a:solidFill>
                <a:schemeClr val="dk1"/>
              </a:solidFill>
              <a:latin typeface="Lato"/>
              <a:ea typeface="Lato"/>
              <a:cs typeface="Lato"/>
              <a:sym typeface="Lato"/>
            </a:endParaRPr>
          </a:p>
        </p:txBody>
      </p:sp>
      <p:grpSp>
        <p:nvGrpSpPr>
          <p:cNvPr id="702" name="Google Shape;702;p61"/>
          <p:cNvGrpSpPr/>
          <p:nvPr/>
        </p:nvGrpSpPr>
        <p:grpSpPr>
          <a:xfrm>
            <a:off x="2567109" y="1231883"/>
            <a:ext cx="4337337" cy="2310658"/>
            <a:chOff x="233350" y="949250"/>
            <a:chExt cx="7137300" cy="3802300"/>
          </a:xfrm>
        </p:grpSpPr>
        <p:sp>
          <p:nvSpPr>
            <p:cNvPr id="703" name="Google Shape;703;p61"/>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61"/>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61"/>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61"/>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61"/>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61"/>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61"/>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61"/>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61"/>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61"/>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61"/>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61"/>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61"/>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61"/>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61"/>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61"/>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61"/>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61"/>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61"/>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61"/>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61"/>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61"/>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61"/>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61"/>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61"/>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61"/>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61"/>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61"/>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61"/>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61"/>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61"/>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61"/>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61"/>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61"/>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61"/>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61"/>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61"/>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61"/>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61"/>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61"/>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61"/>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61"/>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61"/>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61"/>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61"/>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61"/>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61"/>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61"/>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61"/>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61"/>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61"/>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704526">
                <a:alpha val="23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4" name="Google Shape;754;p61"/>
          <p:cNvSpPr/>
          <p:nvPr/>
        </p:nvSpPr>
        <p:spPr>
          <a:xfrm>
            <a:off x="4543600" y="1672050"/>
            <a:ext cx="94500" cy="94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61"/>
          <p:cNvSpPr/>
          <p:nvPr/>
        </p:nvSpPr>
        <p:spPr>
          <a:xfrm>
            <a:off x="4628475" y="1813500"/>
            <a:ext cx="94500" cy="94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61"/>
          <p:cNvSpPr/>
          <p:nvPr/>
        </p:nvSpPr>
        <p:spPr>
          <a:xfrm>
            <a:off x="6420325" y="1917250"/>
            <a:ext cx="94500" cy="94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61"/>
          <p:cNvSpPr/>
          <p:nvPr/>
        </p:nvSpPr>
        <p:spPr>
          <a:xfrm>
            <a:off x="5995925" y="2020975"/>
            <a:ext cx="94500" cy="94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61"/>
          <p:cNvSpPr/>
          <p:nvPr/>
        </p:nvSpPr>
        <p:spPr>
          <a:xfrm>
            <a:off x="4392700" y="1596600"/>
            <a:ext cx="94500" cy="94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61"/>
          <p:cNvSpPr/>
          <p:nvPr/>
        </p:nvSpPr>
        <p:spPr>
          <a:xfrm>
            <a:off x="3166700" y="1719175"/>
            <a:ext cx="94500" cy="94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61"/>
          <p:cNvSpPr/>
          <p:nvPr/>
        </p:nvSpPr>
        <p:spPr>
          <a:xfrm>
            <a:off x="4432775" y="1726275"/>
            <a:ext cx="94500" cy="94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63"/>
          <p:cNvSpPr txBox="1"/>
          <p:nvPr/>
        </p:nvSpPr>
        <p:spPr>
          <a:xfrm>
            <a:off x="1671376" y="2548137"/>
            <a:ext cx="19386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100" b="1">
                <a:solidFill>
                  <a:schemeClr val="dk1"/>
                </a:solidFill>
                <a:latin typeface="Song Myung"/>
                <a:ea typeface="Song Myung"/>
                <a:cs typeface="Song Myung"/>
                <a:sym typeface="Song Myung"/>
              </a:rPr>
              <a:t>Pre-history</a:t>
            </a:r>
            <a:endParaRPr sz="2100" b="1">
              <a:solidFill>
                <a:schemeClr val="dk1"/>
              </a:solidFill>
              <a:latin typeface="Song Myung"/>
              <a:ea typeface="Song Myung"/>
              <a:cs typeface="Song Myung"/>
              <a:sym typeface="Song Myung"/>
            </a:endParaRPr>
          </a:p>
        </p:txBody>
      </p:sp>
      <p:sp>
        <p:nvSpPr>
          <p:cNvPr id="834" name="Google Shape;834;p6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One before </a:t>
            </a:r>
            <a:r>
              <a:rPr lang="en"/>
              <a:t>and one after</a:t>
            </a:r>
            <a:endParaRPr/>
          </a:p>
        </p:txBody>
      </p:sp>
      <p:sp>
        <p:nvSpPr>
          <p:cNvPr id="835" name="Google Shape;835;p63"/>
          <p:cNvSpPr txBox="1"/>
          <p:nvPr/>
        </p:nvSpPr>
        <p:spPr>
          <a:xfrm>
            <a:off x="2736926" y="1610175"/>
            <a:ext cx="36624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100" b="1">
                <a:solidFill>
                  <a:schemeClr val="dk1"/>
                </a:solidFill>
                <a:latin typeface="Song Myung"/>
                <a:ea typeface="Song Myung"/>
                <a:cs typeface="Song Myung"/>
                <a:sym typeface="Song Myung"/>
              </a:rPr>
              <a:t>Invention of writing</a:t>
            </a:r>
            <a:endParaRPr sz="2100" b="1">
              <a:solidFill>
                <a:schemeClr val="dk1"/>
              </a:solidFill>
              <a:latin typeface="Song Myung"/>
              <a:ea typeface="Song Myung"/>
              <a:cs typeface="Song Myung"/>
              <a:sym typeface="Song Myung"/>
            </a:endParaRPr>
          </a:p>
        </p:txBody>
      </p:sp>
      <p:sp>
        <p:nvSpPr>
          <p:cNvPr id="836" name="Google Shape;836;p63"/>
          <p:cNvSpPr txBox="1"/>
          <p:nvPr/>
        </p:nvSpPr>
        <p:spPr>
          <a:xfrm>
            <a:off x="709350" y="3486099"/>
            <a:ext cx="19386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100" b="1">
                <a:solidFill>
                  <a:schemeClr val="dk1"/>
                </a:solidFill>
                <a:latin typeface="Song Myung"/>
                <a:ea typeface="Song Myung"/>
                <a:cs typeface="Song Myung"/>
                <a:sym typeface="Song Myung"/>
              </a:rPr>
              <a:t>Paleolithic</a:t>
            </a:r>
            <a:endParaRPr sz="2100" b="1">
              <a:solidFill>
                <a:schemeClr val="dk1"/>
              </a:solidFill>
              <a:latin typeface="Song Myung"/>
              <a:ea typeface="Song Myung"/>
              <a:cs typeface="Song Myung"/>
              <a:sym typeface="Song Myung"/>
            </a:endParaRPr>
          </a:p>
        </p:txBody>
      </p:sp>
      <p:sp>
        <p:nvSpPr>
          <p:cNvPr id="837" name="Google Shape;837;p63"/>
          <p:cNvSpPr txBox="1"/>
          <p:nvPr/>
        </p:nvSpPr>
        <p:spPr>
          <a:xfrm>
            <a:off x="5534026" y="2548137"/>
            <a:ext cx="19386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100" b="1">
                <a:solidFill>
                  <a:schemeClr val="dk1"/>
                </a:solidFill>
                <a:latin typeface="Song Myung"/>
                <a:ea typeface="Song Myung"/>
                <a:cs typeface="Song Myung"/>
                <a:sym typeface="Song Myung"/>
              </a:rPr>
              <a:t>History</a:t>
            </a:r>
            <a:endParaRPr sz="2100" b="1">
              <a:solidFill>
                <a:schemeClr val="dk1"/>
              </a:solidFill>
              <a:latin typeface="Song Myung"/>
              <a:ea typeface="Song Myung"/>
              <a:cs typeface="Song Myung"/>
              <a:sym typeface="Song Myung"/>
            </a:endParaRPr>
          </a:p>
        </p:txBody>
      </p:sp>
      <p:sp>
        <p:nvSpPr>
          <p:cNvPr id="838" name="Google Shape;838;p63"/>
          <p:cNvSpPr txBox="1"/>
          <p:nvPr/>
        </p:nvSpPr>
        <p:spPr>
          <a:xfrm>
            <a:off x="4571992" y="3486099"/>
            <a:ext cx="19386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100" b="1">
                <a:solidFill>
                  <a:schemeClr val="dk1"/>
                </a:solidFill>
                <a:latin typeface="Song Myung"/>
                <a:ea typeface="Song Myung"/>
                <a:cs typeface="Song Myung"/>
                <a:sym typeface="Song Myung"/>
              </a:rPr>
              <a:t>Ancient</a:t>
            </a:r>
            <a:endParaRPr sz="2100" b="1">
              <a:solidFill>
                <a:schemeClr val="dk1"/>
              </a:solidFill>
              <a:latin typeface="Song Myung"/>
              <a:ea typeface="Song Myung"/>
              <a:cs typeface="Song Myung"/>
              <a:sym typeface="Song Myung"/>
            </a:endParaRPr>
          </a:p>
        </p:txBody>
      </p:sp>
      <p:sp>
        <p:nvSpPr>
          <p:cNvPr id="839" name="Google Shape;839;p63"/>
          <p:cNvSpPr txBox="1"/>
          <p:nvPr/>
        </p:nvSpPr>
        <p:spPr>
          <a:xfrm>
            <a:off x="2633408" y="3486099"/>
            <a:ext cx="19386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100" b="1">
                <a:solidFill>
                  <a:schemeClr val="dk1"/>
                </a:solidFill>
                <a:latin typeface="Song Myung"/>
                <a:ea typeface="Song Myung"/>
                <a:cs typeface="Song Myung"/>
                <a:sym typeface="Song Myung"/>
              </a:rPr>
              <a:t>Neolithic</a:t>
            </a:r>
            <a:endParaRPr sz="2100" b="1">
              <a:solidFill>
                <a:schemeClr val="dk1"/>
              </a:solidFill>
              <a:latin typeface="Song Myung"/>
              <a:ea typeface="Song Myung"/>
              <a:cs typeface="Song Myung"/>
              <a:sym typeface="Song Myung"/>
            </a:endParaRPr>
          </a:p>
        </p:txBody>
      </p:sp>
      <p:sp>
        <p:nvSpPr>
          <p:cNvPr id="840" name="Google Shape;840;p63"/>
          <p:cNvSpPr txBox="1"/>
          <p:nvPr/>
        </p:nvSpPr>
        <p:spPr>
          <a:xfrm>
            <a:off x="1671375" y="4045102"/>
            <a:ext cx="19386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100" b="1">
                <a:solidFill>
                  <a:schemeClr val="dk1"/>
                </a:solidFill>
                <a:latin typeface="Song Myung"/>
                <a:ea typeface="Song Myung"/>
                <a:cs typeface="Song Myung"/>
                <a:sym typeface="Song Myung"/>
              </a:rPr>
              <a:t>Metal ages</a:t>
            </a:r>
            <a:endParaRPr sz="2100" b="1">
              <a:solidFill>
                <a:schemeClr val="dk1"/>
              </a:solidFill>
              <a:latin typeface="Song Myung"/>
              <a:ea typeface="Song Myung"/>
              <a:cs typeface="Song Myung"/>
              <a:sym typeface="Song Myung"/>
            </a:endParaRPr>
          </a:p>
        </p:txBody>
      </p:sp>
      <p:sp>
        <p:nvSpPr>
          <p:cNvPr id="841" name="Google Shape;841;p63"/>
          <p:cNvSpPr txBox="1"/>
          <p:nvPr/>
        </p:nvSpPr>
        <p:spPr>
          <a:xfrm>
            <a:off x="5533726" y="4045102"/>
            <a:ext cx="19392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100" b="1">
                <a:solidFill>
                  <a:schemeClr val="dk1"/>
                </a:solidFill>
                <a:latin typeface="Song Myung"/>
                <a:ea typeface="Song Myung"/>
                <a:cs typeface="Song Myung"/>
                <a:sym typeface="Song Myung"/>
              </a:rPr>
              <a:t>Contemporary</a:t>
            </a:r>
            <a:endParaRPr sz="2100" b="1">
              <a:solidFill>
                <a:schemeClr val="dk1"/>
              </a:solidFill>
              <a:latin typeface="Song Myung"/>
              <a:ea typeface="Song Myung"/>
              <a:cs typeface="Song Myung"/>
              <a:sym typeface="Song Myung"/>
            </a:endParaRPr>
          </a:p>
        </p:txBody>
      </p:sp>
      <p:sp>
        <p:nvSpPr>
          <p:cNvPr id="842" name="Google Shape;842;p63"/>
          <p:cNvSpPr txBox="1"/>
          <p:nvPr/>
        </p:nvSpPr>
        <p:spPr>
          <a:xfrm>
            <a:off x="6496050" y="3486099"/>
            <a:ext cx="19386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100" b="1">
                <a:solidFill>
                  <a:schemeClr val="dk1"/>
                </a:solidFill>
                <a:latin typeface="Song Myung"/>
                <a:ea typeface="Song Myung"/>
                <a:cs typeface="Song Myung"/>
                <a:sym typeface="Song Myung"/>
              </a:rPr>
              <a:t>Modern</a:t>
            </a:r>
            <a:endParaRPr sz="2100" b="1">
              <a:solidFill>
                <a:schemeClr val="dk1"/>
              </a:solidFill>
              <a:latin typeface="Song Myung"/>
              <a:ea typeface="Song Myung"/>
              <a:cs typeface="Song Myung"/>
              <a:sym typeface="Song Myung"/>
            </a:endParaRPr>
          </a:p>
        </p:txBody>
      </p:sp>
      <p:cxnSp>
        <p:nvCxnSpPr>
          <p:cNvPr id="843" name="Google Shape;843;p63"/>
          <p:cNvCxnSpPr>
            <a:stCxn id="835" idx="2"/>
            <a:endCxn id="837" idx="0"/>
          </p:cNvCxnSpPr>
          <p:nvPr/>
        </p:nvCxnSpPr>
        <p:spPr>
          <a:xfrm rot="-5400000" flipH="1">
            <a:off x="5346176" y="1391025"/>
            <a:ext cx="379200" cy="1935300"/>
          </a:xfrm>
          <a:prstGeom prst="bentConnector3">
            <a:avLst>
              <a:gd name="adj1" fmla="val 49982"/>
            </a:avLst>
          </a:prstGeom>
          <a:noFill/>
          <a:ln w="19050" cap="flat" cmpd="sng">
            <a:solidFill>
              <a:schemeClr val="lt1"/>
            </a:solidFill>
            <a:prstDash val="solid"/>
            <a:round/>
            <a:headEnd type="none" w="med" len="med"/>
            <a:tailEnd type="none" w="med" len="med"/>
          </a:ln>
        </p:spPr>
      </p:cxnSp>
      <p:cxnSp>
        <p:nvCxnSpPr>
          <p:cNvPr id="844" name="Google Shape;844;p63"/>
          <p:cNvCxnSpPr>
            <a:stCxn id="835" idx="2"/>
            <a:endCxn id="833" idx="0"/>
          </p:cNvCxnSpPr>
          <p:nvPr/>
        </p:nvCxnSpPr>
        <p:spPr>
          <a:xfrm rot="5400000">
            <a:off x="3414776" y="1394925"/>
            <a:ext cx="379200" cy="1927500"/>
          </a:xfrm>
          <a:prstGeom prst="bentConnector3">
            <a:avLst>
              <a:gd name="adj1" fmla="val 49982"/>
            </a:avLst>
          </a:prstGeom>
          <a:noFill/>
          <a:ln w="19050" cap="flat" cmpd="sng">
            <a:solidFill>
              <a:schemeClr val="lt1"/>
            </a:solidFill>
            <a:prstDash val="solid"/>
            <a:round/>
            <a:headEnd type="none" w="med" len="med"/>
            <a:tailEnd type="none" w="med" len="med"/>
          </a:ln>
        </p:spPr>
      </p:cxnSp>
      <p:cxnSp>
        <p:nvCxnSpPr>
          <p:cNvPr id="845" name="Google Shape;845;p63"/>
          <p:cNvCxnSpPr>
            <a:stCxn id="833" idx="2"/>
            <a:endCxn id="836" idx="0"/>
          </p:cNvCxnSpPr>
          <p:nvPr/>
        </p:nvCxnSpPr>
        <p:spPr>
          <a:xfrm rot="5400000">
            <a:off x="1970026" y="2815587"/>
            <a:ext cx="379200" cy="962100"/>
          </a:xfrm>
          <a:prstGeom prst="bentConnector3">
            <a:avLst>
              <a:gd name="adj1" fmla="val 49982"/>
            </a:avLst>
          </a:prstGeom>
          <a:noFill/>
          <a:ln w="19050" cap="flat" cmpd="sng">
            <a:solidFill>
              <a:schemeClr val="lt1"/>
            </a:solidFill>
            <a:prstDash val="solid"/>
            <a:round/>
            <a:headEnd type="none" w="med" len="med"/>
            <a:tailEnd type="none" w="med" len="med"/>
          </a:ln>
        </p:spPr>
      </p:cxnSp>
      <p:cxnSp>
        <p:nvCxnSpPr>
          <p:cNvPr id="846" name="Google Shape;846;p63"/>
          <p:cNvCxnSpPr>
            <a:stCxn id="833" idx="2"/>
            <a:endCxn id="839" idx="0"/>
          </p:cNvCxnSpPr>
          <p:nvPr/>
        </p:nvCxnSpPr>
        <p:spPr>
          <a:xfrm rot="-5400000" flipH="1">
            <a:off x="2932126" y="2815587"/>
            <a:ext cx="379200" cy="962100"/>
          </a:xfrm>
          <a:prstGeom prst="bentConnector3">
            <a:avLst>
              <a:gd name="adj1" fmla="val 49982"/>
            </a:avLst>
          </a:prstGeom>
          <a:noFill/>
          <a:ln w="19050" cap="flat" cmpd="sng">
            <a:solidFill>
              <a:schemeClr val="lt1"/>
            </a:solidFill>
            <a:prstDash val="solid"/>
            <a:round/>
            <a:headEnd type="none" w="med" len="med"/>
            <a:tailEnd type="none" w="med" len="med"/>
          </a:ln>
        </p:spPr>
      </p:cxnSp>
      <p:cxnSp>
        <p:nvCxnSpPr>
          <p:cNvPr id="847" name="Google Shape;847;p63"/>
          <p:cNvCxnSpPr>
            <a:stCxn id="833" idx="2"/>
            <a:endCxn id="840" idx="0"/>
          </p:cNvCxnSpPr>
          <p:nvPr/>
        </p:nvCxnSpPr>
        <p:spPr>
          <a:xfrm rot="-5400000" flipH="1">
            <a:off x="2171926" y="3575787"/>
            <a:ext cx="938100" cy="600"/>
          </a:xfrm>
          <a:prstGeom prst="bentConnector3">
            <a:avLst>
              <a:gd name="adj1" fmla="val 49998"/>
            </a:avLst>
          </a:prstGeom>
          <a:noFill/>
          <a:ln w="19050" cap="flat" cmpd="sng">
            <a:solidFill>
              <a:schemeClr val="lt1"/>
            </a:solidFill>
            <a:prstDash val="solid"/>
            <a:round/>
            <a:headEnd type="none" w="med" len="med"/>
            <a:tailEnd type="none" w="med" len="med"/>
          </a:ln>
        </p:spPr>
      </p:cxnSp>
      <p:cxnSp>
        <p:nvCxnSpPr>
          <p:cNvPr id="848" name="Google Shape;848;p63"/>
          <p:cNvCxnSpPr>
            <a:stCxn id="837" idx="2"/>
            <a:endCxn id="841" idx="0"/>
          </p:cNvCxnSpPr>
          <p:nvPr/>
        </p:nvCxnSpPr>
        <p:spPr>
          <a:xfrm rot="-5400000" flipH="1">
            <a:off x="6034576" y="3575787"/>
            <a:ext cx="938100" cy="600"/>
          </a:xfrm>
          <a:prstGeom prst="bentConnector3">
            <a:avLst>
              <a:gd name="adj1" fmla="val 49998"/>
            </a:avLst>
          </a:prstGeom>
          <a:noFill/>
          <a:ln w="19050" cap="flat" cmpd="sng">
            <a:solidFill>
              <a:schemeClr val="lt1"/>
            </a:solidFill>
            <a:prstDash val="solid"/>
            <a:round/>
            <a:headEnd type="none" w="med" len="med"/>
            <a:tailEnd type="none" w="med" len="med"/>
          </a:ln>
        </p:spPr>
      </p:cxnSp>
      <p:cxnSp>
        <p:nvCxnSpPr>
          <p:cNvPr id="849" name="Google Shape;849;p63"/>
          <p:cNvCxnSpPr>
            <a:stCxn id="837" idx="2"/>
            <a:endCxn id="838" idx="0"/>
          </p:cNvCxnSpPr>
          <p:nvPr/>
        </p:nvCxnSpPr>
        <p:spPr>
          <a:xfrm rot="5400000">
            <a:off x="5832676" y="2815587"/>
            <a:ext cx="379200" cy="962100"/>
          </a:xfrm>
          <a:prstGeom prst="bentConnector3">
            <a:avLst>
              <a:gd name="adj1" fmla="val 49982"/>
            </a:avLst>
          </a:prstGeom>
          <a:noFill/>
          <a:ln w="19050" cap="flat" cmpd="sng">
            <a:solidFill>
              <a:schemeClr val="lt1"/>
            </a:solidFill>
            <a:prstDash val="solid"/>
            <a:round/>
            <a:headEnd type="none" w="med" len="med"/>
            <a:tailEnd type="none" w="med" len="med"/>
          </a:ln>
        </p:spPr>
      </p:cxnSp>
      <p:cxnSp>
        <p:nvCxnSpPr>
          <p:cNvPr id="850" name="Google Shape;850;p63"/>
          <p:cNvCxnSpPr>
            <a:stCxn id="837" idx="2"/>
            <a:endCxn id="842" idx="0"/>
          </p:cNvCxnSpPr>
          <p:nvPr/>
        </p:nvCxnSpPr>
        <p:spPr>
          <a:xfrm rot="-5400000" flipH="1">
            <a:off x="6794776" y="2815587"/>
            <a:ext cx="379200" cy="962100"/>
          </a:xfrm>
          <a:prstGeom prst="bentConnector3">
            <a:avLst>
              <a:gd name="adj1" fmla="val 49982"/>
            </a:avLst>
          </a:prstGeom>
          <a:noFill/>
          <a:ln w="19050" cap="flat" cmpd="sng">
            <a:solidFill>
              <a:schemeClr val="lt1"/>
            </a:solidFill>
            <a:prstDash val="solid"/>
            <a:round/>
            <a:headEnd type="none" w="med" len="med"/>
            <a:tailEnd type="none" w="med" len="med"/>
          </a:ln>
        </p:spPr>
      </p:cxnSp>
      <p:grpSp>
        <p:nvGrpSpPr>
          <p:cNvPr id="851" name="Google Shape;851;p63"/>
          <p:cNvGrpSpPr/>
          <p:nvPr/>
        </p:nvGrpSpPr>
        <p:grpSpPr>
          <a:xfrm>
            <a:off x="4400470" y="1237249"/>
            <a:ext cx="343060" cy="344645"/>
            <a:chOff x="2356416" y="4030430"/>
            <a:chExt cx="343060" cy="344645"/>
          </a:xfrm>
        </p:grpSpPr>
        <p:sp>
          <p:nvSpPr>
            <p:cNvPr id="852" name="Google Shape;852;p63"/>
            <p:cNvSpPr/>
            <p:nvPr/>
          </p:nvSpPr>
          <p:spPr>
            <a:xfrm>
              <a:off x="2356416" y="4030430"/>
              <a:ext cx="44223" cy="96441"/>
            </a:xfrm>
            <a:custGeom>
              <a:avLst/>
              <a:gdLst/>
              <a:ahLst/>
              <a:cxnLst/>
              <a:rect l="l" t="t" r="r" b="b"/>
              <a:pathLst>
                <a:path w="1311" h="2859" extrusionOk="0">
                  <a:moveTo>
                    <a:pt x="643" y="1"/>
                  </a:moveTo>
                  <a:cubicBezTo>
                    <a:pt x="286" y="1"/>
                    <a:pt x="0" y="310"/>
                    <a:pt x="0" y="667"/>
                  </a:cubicBezTo>
                  <a:lnTo>
                    <a:pt x="0" y="2572"/>
                  </a:lnTo>
                  <a:cubicBezTo>
                    <a:pt x="0" y="2739"/>
                    <a:pt x="119" y="2858"/>
                    <a:pt x="286" y="2858"/>
                  </a:cubicBezTo>
                  <a:lnTo>
                    <a:pt x="1310" y="2858"/>
                  </a:lnTo>
                  <a:lnTo>
                    <a:pt x="1310" y="667"/>
                  </a:lnTo>
                  <a:cubicBezTo>
                    <a:pt x="1310" y="310"/>
                    <a:pt x="1001" y="1"/>
                    <a:pt x="6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63"/>
            <p:cNvSpPr/>
            <p:nvPr/>
          </p:nvSpPr>
          <p:spPr>
            <a:xfrm>
              <a:off x="2491379" y="4297929"/>
              <a:ext cx="208096" cy="76370"/>
            </a:xfrm>
            <a:custGeom>
              <a:avLst/>
              <a:gdLst/>
              <a:ahLst/>
              <a:cxnLst/>
              <a:rect l="l" t="t" r="r" b="b"/>
              <a:pathLst>
                <a:path w="6169" h="2264" extrusionOk="0">
                  <a:moveTo>
                    <a:pt x="429" y="1"/>
                  </a:moveTo>
                  <a:lnTo>
                    <a:pt x="429" y="1453"/>
                  </a:lnTo>
                  <a:cubicBezTo>
                    <a:pt x="429" y="1787"/>
                    <a:pt x="286" y="2073"/>
                    <a:pt x="0" y="2263"/>
                  </a:cubicBezTo>
                  <a:lnTo>
                    <a:pt x="4930" y="2263"/>
                  </a:lnTo>
                  <a:cubicBezTo>
                    <a:pt x="5597" y="2263"/>
                    <a:pt x="6168" y="1692"/>
                    <a:pt x="6168" y="1001"/>
                  </a:cubicBezTo>
                  <a:lnTo>
                    <a:pt x="6168" y="334"/>
                  </a:lnTo>
                  <a:cubicBezTo>
                    <a:pt x="6168" y="144"/>
                    <a:pt x="6049" y="25"/>
                    <a:pt x="5882" y="25"/>
                  </a:cubicBezTo>
                  <a:lnTo>
                    <a:pt x="58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63"/>
            <p:cNvSpPr/>
            <p:nvPr/>
          </p:nvSpPr>
          <p:spPr>
            <a:xfrm>
              <a:off x="2412648" y="4030430"/>
              <a:ext cx="222533" cy="344645"/>
            </a:xfrm>
            <a:custGeom>
              <a:avLst/>
              <a:gdLst/>
              <a:ahLst/>
              <a:cxnLst/>
              <a:rect l="l" t="t" r="r" b="b"/>
              <a:pathLst>
                <a:path w="6597" h="10217" extrusionOk="0">
                  <a:moveTo>
                    <a:pt x="2787" y="953"/>
                  </a:moveTo>
                  <a:cubicBezTo>
                    <a:pt x="2977" y="953"/>
                    <a:pt x="3072" y="1072"/>
                    <a:pt x="3072" y="1263"/>
                  </a:cubicBezTo>
                  <a:lnTo>
                    <a:pt x="3072" y="1596"/>
                  </a:lnTo>
                  <a:cubicBezTo>
                    <a:pt x="3072" y="1763"/>
                    <a:pt x="2977" y="1882"/>
                    <a:pt x="2787" y="1882"/>
                  </a:cubicBezTo>
                  <a:cubicBezTo>
                    <a:pt x="2596" y="1882"/>
                    <a:pt x="2477" y="1763"/>
                    <a:pt x="2477" y="1596"/>
                  </a:cubicBezTo>
                  <a:lnTo>
                    <a:pt x="2477" y="1263"/>
                  </a:lnTo>
                  <a:cubicBezTo>
                    <a:pt x="2477" y="1072"/>
                    <a:pt x="2596" y="953"/>
                    <a:pt x="2787" y="953"/>
                  </a:cubicBezTo>
                  <a:close/>
                  <a:moveTo>
                    <a:pt x="5168" y="953"/>
                  </a:moveTo>
                  <a:cubicBezTo>
                    <a:pt x="5359" y="953"/>
                    <a:pt x="5454" y="1072"/>
                    <a:pt x="5454" y="1263"/>
                  </a:cubicBezTo>
                  <a:lnTo>
                    <a:pt x="5454" y="1596"/>
                  </a:lnTo>
                  <a:cubicBezTo>
                    <a:pt x="5454" y="1763"/>
                    <a:pt x="5359" y="1882"/>
                    <a:pt x="5168" y="1882"/>
                  </a:cubicBezTo>
                  <a:cubicBezTo>
                    <a:pt x="4978" y="1882"/>
                    <a:pt x="4859" y="1763"/>
                    <a:pt x="4859" y="1596"/>
                  </a:cubicBezTo>
                  <a:lnTo>
                    <a:pt x="4859" y="1263"/>
                  </a:lnTo>
                  <a:cubicBezTo>
                    <a:pt x="4859" y="1072"/>
                    <a:pt x="4978" y="953"/>
                    <a:pt x="5168" y="953"/>
                  </a:cubicBezTo>
                  <a:close/>
                  <a:moveTo>
                    <a:pt x="1667" y="1001"/>
                  </a:moveTo>
                  <a:cubicBezTo>
                    <a:pt x="1834" y="1001"/>
                    <a:pt x="1953" y="1120"/>
                    <a:pt x="1953" y="1286"/>
                  </a:cubicBezTo>
                  <a:lnTo>
                    <a:pt x="1953" y="1620"/>
                  </a:lnTo>
                  <a:cubicBezTo>
                    <a:pt x="1953" y="1787"/>
                    <a:pt x="1834" y="1906"/>
                    <a:pt x="1667" y="1906"/>
                  </a:cubicBezTo>
                  <a:cubicBezTo>
                    <a:pt x="1477" y="1906"/>
                    <a:pt x="1358" y="1787"/>
                    <a:pt x="1358" y="1620"/>
                  </a:cubicBezTo>
                  <a:lnTo>
                    <a:pt x="1358" y="1286"/>
                  </a:lnTo>
                  <a:cubicBezTo>
                    <a:pt x="1358" y="1120"/>
                    <a:pt x="1477" y="1001"/>
                    <a:pt x="1667" y="1001"/>
                  </a:cubicBezTo>
                  <a:close/>
                  <a:moveTo>
                    <a:pt x="4049" y="1001"/>
                  </a:moveTo>
                  <a:cubicBezTo>
                    <a:pt x="4216" y="1001"/>
                    <a:pt x="4335" y="1120"/>
                    <a:pt x="4335" y="1286"/>
                  </a:cubicBezTo>
                  <a:lnTo>
                    <a:pt x="4335" y="1620"/>
                  </a:lnTo>
                  <a:cubicBezTo>
                    <a:pt x="4335" y="1787"/>
                    <a:pt x="4192" y="1906"/>
                    <a:pt x="4049" y="1906"/>
                  </a:cubicBezTo>
                  <a:cubicBezTo>
                    <a:pt x="3858" y="1906"/>
                    <a:pt x="3739" y="1787"/>
                    <a:pt x="3739" y="1620"/>
                  </a:cubicBezTo>
                  <a:lnTo>
                    <a:pt x="3739" y="1286"/>
                  </a:lnTo>
                  <a:cubicBezTo>
                    <a:pt x="3739" y="1120"/>
                    <a:pt x="3882" y="1001"/>
                    <a:pt x="4049" y="1001"/>
                  </a:cubicBezTo>
                  <a:close/>
                  <a:moveTo>
                    <a:pt x="2787" y="2572"/>
                  </a:moveTo>
                  <a:cubicBezTo>
                    <a:pt x="2977" y="2572"/>
                    <a:pt x="3072" y="2692"/>
                    <a:pt x="3072" y="2858"/>
                  </a:cubicBezTo>
                  <a:cubicBezTo>
                    <a:pt x="3072" y="3049"/>
                    <a:pt x="2930" y="3168"/>
                    <a:pt x="2787" y="3168"/>
                  </a:cubicBezTo>
                  <a:lnTo>
                    <a:pt x="1644" y="3168"/>
                  </a:lnTo>
                  <a:cubicBezTo>
                    <a:pt x="1477" y="3168"/>
                    <a:pt x="1358" y="3049"/>
                    <a:pt x="1358" y="2858"/>
                  </a:cubicBezTo>
                  <a:cubicBezTo>
                    <a:pt x="1358" y="2692"/>
                    <a:pt x="1477" y="2572"/>
                    <a:pt x="1644" y="2572"/>
                  </a:cubicBezTo>
                  <a:close/>
                  <a:moveTo>
                    <a:pt x="5168" y="2572"/>
                  </a:moveTo>
                  <a:cubicBezTo>
                    <a:pt x="5359" y="2572"/>
                    <a:pt x="5454" y="2692"/>
                    <a:pt x="5454" y="2858"/>
                  </a:cubicBezTo>
                  <a:cubicBezTo>
                    <a:pt x="5454" y="3049"/>
                    <a:pt x="5359" y="3168"/>
                    <a:pt x="5168" y="3168"/>
                  </a:cubicBezTo>
                  <a:lnTo>
                    <a:pt x="4025" y="3168"/>
                  </a:lnTo>
                  <a:cubicBezTo>
                    <a:pt x="3858" y="3168"/>
                    <a:pt x="3739" y="3049"/>
                    <a:pt x="3739" y="2858"/>
                  </a:cubicBezTo>
                  <a:cubicBezTo>
                    <a:pt x="3739" y="2692"/>
                    <a:pt x="3882" y="2572"/>
                    <a:pt x="4025" y="2572"/>
                  </a:cubicBezTo>
                  <a:close/>
                  <a:moveTo>
                    <a:pt x="4573" y="3858"/>
                  </a:moveTo>
                  <a:cubicBezTo>
                    <a:pt x="5097" y="3858"/>
                    <a:pt x="5525" y="4263"/>
                    <a:pt x="5525" y="4811"/>
                  </a:cubicBezTo>
                  <a:cubicBezTo>
                    <a:pt x="5454" y="4954"/>
                    <a:pt x="5359" y="5097"/>
                    <a:pt x="5168" y="5097"/>
                  </a:cubicBezTo>
                  <a:cubicBezTo>
                    <a:pt x="4978" y="5097"/>
                    <a:pt x="4859" y="4954"/>
                    <a:pt x="4859" y="4811"/>
                  </a:cubicBezTo>
                  <a:cubicBezTo>
                    <a:pt x="4859" y="4620"/>
                    <a:pt x="4716" y="4478"/>
                    <a:pt x="4549" y="4478"/>
                  </a:cubicBezTo>
                  <a:cubicBezTo>
                    <a:pt x="4358" y="4478"/>
                    <a:pt x="4216" y="4620"/>
                    <a:pt x="4216" y="4811"/>
                  </a:cubicBezTo>
                  <a:cubicBezTo>
                    <a:pt x="4216" y="4978"/>
                    <a:pt x="4096" y="5097"/>
                    <a:pt x="3906" y="5097"/>
                  </a:cubicBezTo>
                  <a:cubicBezTo>
                    <a:pt x="3739" y="5097"/>
                    <a:pt x="3620" y="4954"/>
                    <a:pt x="3620" y="4811"/>
                  </a:cubicBezTo>
                  <a:cubicBezTo>
                    <a:pt x="3620" y="4287"/>
                    <a:pt x="4025" y="3858"/>
                    <a:pt x="4573" y="3858"/>
                  </a:cubicBezTo>
                  <a:close/>
                  <a:moveTo>
                    <a:pt x="2182" y="3855"/>
                  </a:moveTo>
                  <a:cubicBezTo>
                    <a:pt x="2237" y="3855"/>
                    <a:pt x="2291" y="3871"/>
                    <a:pt x="2334" y="3906"/>
                  </a:cubicBezTo>
                  <a:lnTo>
                    <a:pt x="2977" y="4382"/>
                  </a:lnTo>
                  <a:cubicBezTo>
                    <a:pt x="3120" y="4501"/>
                    <a:pt x="3120" y="4740"/>
                    <a:pt x="2977" y="4859"/>
                  </a:cubicBezTo>
                  <a:lnTo>
                    <a:pt x="2334" y="5335"/>
                  </a:lnTo>
                  <a:cubicBezTo>
                    <a:pt x="2285" y="5375"/>
                    <a:pt x="2218" y="5394"/>
                    <a:pt x="2153" y="5394"/>
                  </a:cubicBezTo>
                  <a:cubicBezTo>
                    <a:pt x="2061" y="5394"/>
                    <a:pt x="1971" y="5357"/>
                    <a:pt x="1929" y="5287"/>
                  </a:cubicBezTo>
                  <a:cubicBezTo>
                    <a:pt x="1834" y="5168"/>
                    <a:pt x="1858" y="4954"/>
                    <a:pt x="1977" y="4859"/>
                  </a:cubicBezTo>
                  <a:lnTo>
                    <a:pt x="2310" y="4620"/>
                  </a:lnTo>
                  <a:lnTo>
                    <a:pt x="1977" y="4382"/>
                  </a:lnTo>
                  <a:cubicBezTo>
                    <a:pt x="1858" y="4287"/>
                    <a:pt x="1834" y="4097"/>
                    <a:pt x="1929" y="3978"/>
                  </a:cubicBezTo>
                  <a:cubicBezTo>
                    <a:pt x="1990" y="3902"/>
                    <a:pt x="2088" y="3855"/>
                    <a:pt x="2182" y="3855"/>
                  </a:cubicBezTo>
                  <a:close/>
                  <a:moveTo>
                    <a:pt x="2787" y="5930"/>
                  </a:moveTo>
                  <a:cubicBezTo>
                    <a:pt x="2977" y="5930"/>
                    <a:pt x="3072" y="6049"/>
                    <a:pt x="3072" y="6240"/>
                  </a:cubicBezTo>
                  <a:cubicBezTo>
                    <a:pt x="3072" y="6407"/>
                    <a:pt x="2930" y="6526"/>
                    <a:pt x="2787" y="6526"/>
                  </a:cubicBezTo>
                  <a:lnTo>
                    <a:pt x="1644" y="6526"/>
                  </a:lnTo>
                  <a:cubicBezTo>
                    <a:pt x="1477" y="6526"/>
                    <a:pt x="1358" y="6407"/>
                    <a:pt x="1358" y="6240"/>
                  </a:cubicBezTo>
                  <a:cubicBezTo>
                    <a:pt x="1358" y="6049"/>
                    <a:pt x="1477" y="5930"/>
                    <a:pt x="1644" y="5930"/>
                  </a:cubicBezTo>
                  <a:close/>
                  <a:moveTo>
                    <a:pt x="5168" y="5930"/>
                  </a:moveTo>
                  <a:cubicBezTo>
                    <a:pt x="5359" y="5930"/>
                    <a:pt x="5454" y="6049"/>
                    <a:pt x="5454" y="6240"/>
                  </a:cubicBezTo>
                  <a:cubicBezTo>
                    <a:pt x="5454" y="6407"/>
                    <a:pt x="5359" y="6526"/>
                    <a:pt x="5168" y="6526"/>
                  </a:cubicBezTo>
                  <a:lnTo>
                    <a:pt x="4025" y="6526"/>
                  </a:lnTo>
                  <a:cubicBezTo>
                    <a:pt x="3858" y="6526"/>
                    <a:pt x="3739" y="6407"/>
                    <a:pt x="3739" y="6240"/>
                  </a:cubicBezTo>
                  <a:cubicBezTo>
                    <a:pt x="3739" y="6049"/>
                    <a:pt x="3882" y="5930"/>
                    <a:pt x="4025" y="5930"/>
                  </a:cubicBezTo>
                  <a:close/>
                  <a:moveTo>
                    <a:pt x="0" y="1"/>
                  </a:moveTo>
                  <a:cubicBezTo>
                    <a:pt x="167" y="120"/>
                    <a:pt x="239" y="334"/>
                    <a:pt x="239" y="524"/>
                  </a:cubicBezTo>
                  <a:lnTo>
                    <a:pt x="239" y="9264"/>
                  </a:lnTo>
                  <a:cubicBezTo>
                    <a:pt x="239" y="9812"/>
                    <a:pt x="643" y="10217"/>
                    <a:pt x="1191" y="10217"/>
                  </a:cubicBezTo>
                  <a:cubicBezTo>
                    <a:pt x="1715" y="10217"/>
                    <a:pt x="2144" y="9812"/>
                    <a:pt x="2144" y="9264"/>
                  </a:cubicBezTo>
                  <a:lnTo>
                    <a:pt x="2144" y="7669"/>
                  </a:lnTo>
                  <a:cubicBezTo>
                    <a:pt x="2144" y="7478"/>
                    <a:pt x="2287" y="7359"/>
                    <a:pt x="2429" y="7359"/>
                  </a:cubicBezTo>
                  <a:lnTo>
                    <a:pt x="6573" y="7359"/>
                  </a:lnTo>
                  <a:lnTo>
                    <a:pt x="6573" y="1263"/>
                  </a:lnTo>
                  <a:cubicBezTo>
                    <a:pt x="6597" y="572"/>
                    <a:pt x="6025" y="1"/>
                    <a:pt x="53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6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Human </a:t>
            </a:r>
            <a:r>
              <a:rPr lang="en"/>
              <a:t>evolution</a:t>
            </a:r>
            <a:endParaRPr/>
          </a:p>
        </p:txBody>
      </p:sp>
      <p:graphicFrame>
        <p:nvGraphicFramePr>
          <p:cNvPr id="860" name="Google Shape;860;p64"/>
          <p:cNvGraphicFramePr/>
          <p:nvPr/>
        </p:nvGraphicFramePr>
        <p:xfrm>
          <a:off x="719988" y="1528335"/>
          <a:ext cx="3000000" cy="3000000"/>
        </p:xfrm>
        <a:graphic>
          <a:graphicData uri="http://schemas.openxmlformats.org/drawingml/2006/table">
            <a:tbl>
              <a:tblPr>
                <a:noFill/>
                <a:tableStyleId>{C98F6D19-3D33-4157-A297-12C889E70FFB}</a:tableStyleId>
              </a:tblPr>
              <a:tblGrid>
                <a:gridCol w="2871675">
                  <a:extLst>
                    <a:ext uri="{9D8B030D-6E8A-4147-A177-3AD203B41FA5}">
                      <a16:colId xmlns:a16="http://schemas.microsoft.com/office/drawing/2014/main" val="20000"/>
                    </a:ext>
                  </a:extLst>
                </a:gridCol>
                <a:gridCol w="2845475">
                  <a:extLst>
                    <a:ext uri="{9D8B030D-6E8A-4147-A177-3AD203B41FA5}">
                      <a16:colId xmlns:a16="http://schemas.microsoft.com/office/drawing/2014/main" val="20001"/>
                    </a:ext>
                  </a:extLst>
                </a:gridCol>
                <a:gridCol w="1986850">
                  <a:extLst>
                    <a:ext uri="{9D8B030D-6E8A-4147-A177-3AD203B41FA5}">
                      <a16:colId xmlns:a16="http://schemas.microsoft.com/office/drawing/2014/main" val="20002"/>
                    </a:ext>
                  </a:extLst>
                </a:gridCol>
              </a:tblGrid>
              <a:tr h="496425">
                <a:tc>
                  <a:txBody>
                    <a:bodyPr/>
                    <a:lstStyle/>
                    <a:p>
                      <a:pPr marL="0" lvl="0" indent="0" algn="l" rtl="0">
                        <a:spcBef>
                          <a:spcPts val="0"/>
                        </a:spcBef>
                        <a:spcAft>
                          <a:spcPts val="0"/>
                        </a:spcAft>
                        <a:buNone/>
                      </a:pPr>
                      <a:endParaRPr sz="1800">
                        <a:solidFill>
                          <a:schemeClr val="dk1"/>
                        </a:solidFill>
                        <a:latin typeface="Bebas Neue"/>
                        <a:ea typeface="Bebas Neue"/>
                        <a:cs typeface="Bebas Neue"/>
                        <a:sym typeface="Bebas Neue"/>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2100" b="1">
                          <a:solidFill>
                            <a:schemeClr val="dk1"/>
                          </a:solidFill>
                          <a:latin typeface="Song Myung"/>
                          <a:ea typeface="Song Myung"/>
                          <a:cs typeface="Song Myung"/>
                          <a:sym typeface="Song Myung"/>
                        </a:rPr>
                        <a:t>Approx. age</a:t>
                      </a:r>
                      <a:endParaRPr sz="2100" b="1">
                        <a:solidFill>
                          <a:schemeClr val="dk1"/>
                        </a:solidFill>
                        <a:latin typeface="Song Myung"/>
                        <a:ea typeface="Song Myung"/>
                        <a:cs typeface="Song Myung"/>
                        <a:sym typeface="Song Myung"/>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2100" b="1">
                          <a:solidFill>
                            <a:schemeClr val="dk1"/>
                          </a:solidFill>
                          <a:latin typeface="Song Myung"/>
                          <a:ea typeface="Song Myung"/>
                          <a:cs typeface="Song Myung"/>
                          <a:sym typeface="Song Myung"/>
                        </a:rPr>
                        <a:t>Description</a:t>
                      </a:r>
                      <a:endParaRPr sz="2100" b="1">
                        <a:solidFill>
                          <a:schemeClr val="dk1"/>
                        </a:solidFill>
                        <a:latin typeface="Song Myung"/>
                        <a:ea typeface="Song Myung"/>
                        <a:cs typeface="Song Myung"/>
                        <a:sym typeface="Song Myung"/>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515850">
                <a:tc>
                  <a:txBody>
                    <a:bodyPr/>
                    <a:lstStyle/>
                    <a:p>
                      <a:pPr marL="0" lvl="0" indent="0" algn="l" rtl="0">
                        <a:spcBef>
                          <a:spcPts val="0"/>
                        </a:spcBef>
                        <a:spcAft>
                          <a:spcPts val="0"/>
                        </a:spcAft>
                        <a:buNone/>
                      </a:pPr>
                      <a:r>
                        <a:rPr lang="en" sz="2100" b="1">
                          <a:solidFill>
                            <a:schemeClr val="dk1"/>
                          </a:solidFill>
                          <a:latin typeface="Song Myung"/>
                          <a:ea typeface="Song Myung"/>
                          <a:cs typeface="Song Myung"/>
                          <a:sym typeface="Song Myung"/>
                        </a:rPr>
                        <a:t>Australopithecus</a:t>
                      </a:r>
                      <a:endParaRPr sz="2100" b="1">
                        <a:solidFill>
                          <a:schemeClr val="dk1"/>
                        </a:solidFill>
                        <a:latin typeface="Song Myung"/>
                        <a:ea typeface="Song Myung"/>
                        <a:cs typeface="Song Myung"/>
                        <a:sym typeface="Song Myung"/>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4,2-1,4 million years</a:t>
                      </a:r>
                      <a:endParaRPr>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Venus is very hot</a:t>
                      </a:r>
                      <a:endParaRPr>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515850">
                <a:tc>
                  <a:txBody>
                    <a:bodyPr/>
                    <a:lstStyle/>
                    <a:p>
                      <a:pPr marL="0" lvl="0" indent="0" algn="l" rtl="0">
                        <a:spcBef>
                          <a:spcPts val="0"/>
                        </a:spcBef>
                        <a:spcAft>
                          <a:spcPts val="0"/>
                        </a:spcAft>
                        <a:buNone/>
                      </a:pPr>
                      <a:r>
                        <a:rPr lang="en" sz="2100" b="1">
                          <a:solidFill>
                            <a:schemeClr val="dk1"/>
                          </a:solidFill>
                          <a:latin typeface="Song Myung"/>
                          <a:ea typeface="Song Myung"/>
                          <a:cs typeface="Song Myung"/>
                          <a:sym typeface="Song Myung"/>
                        </a:rPr>
                        <a:t>H. habilis</a:t>
                      </a:r>
                      <a:endParaRPr sz="2100" b="1">
                        <a:solidFill>
                          <a:schemeClr val="dk1"/>
                        </a:solidFill>
                        <a:latin typeface="Song Myung"/>
                        <a:ea typeface="Song Myung"/>
                        <a:cs typeface="Song Myung"/>
                        <a:sym typeface="Song Myung"/>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2,8-1,5 million years</a:t>
                      </a:r>
                      <a:endParaRPr>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Mercury is very small</a:t>
                      </a:r>
                      <a:endParaRPr>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515850">
                <a:tc>
                  <a:txBody>
                    <a:bodyPr/>
                    <a:lstStyle/>
                    <a:p>
                      <a:pPr marL="0" lvl="0" indent="0" algn="l" rtl="0">
                        <a:spcBef>
                          <a:spcPts val="0"/>
                        </a:spcBef>
                        <a:spcAft>
                          <a:spcPts val="0"/>
                        </a:spcAft>
                        <a:buNone/>
                      </a:pPr>
                      <a:r>
                        <a:rPr lang="en" sz="2100" b="1">
                          <a:solidFill>
                            <a:schemeClr val="dk1"/>
                          </a:solidFill>
                          <a:latin typeface="Song Myung"/>
                          <a:ea typeface="Song Myung"/>
                          <a:cs typeface="Song Myung"/>
                          <a:sym typeface="Song Myung"/>
                        </a:rPr>
                        <a:t>H. erectus</a:t>
                      </a:r>
                      <a:endParaRPr sz="2100" b="1">
                        <a:solidFill>
                          <a:schemeClr val="dk1"/>
                        </a:solidFill>
                        <a:latin typeface="Song Myung"/>
                        <a:ea typeface="Song Myung"/>
                        <a:cs typeface="Song Myung"/>
                        <a:sym typeface="Song Myung"/>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1,8 million years-300,000 years </a:t>
                      </a:r>
                      <a:endParaRPr>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Mars is a cold planet</a:t>
                      </a:r>
                      <a:endParaRPr>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515850">
                <a:tc>
                  <a:txBody>
                    <a:bodyPr/>
                    <a:lstStyle/>
                    <a:p>
                      <a:pPr marL="0" lvl="0" indent="0" algn="l" rtl="0">
                        <a:spcBef>
                          <a:spcPts val="0"/>
                        </a:spcBef>
                        <a:spcAft>
                          <a:spcPts val="0"/>
                        </a:spcAft>
                        <a:buNone/>
                      </a:pPr>
                      <a:r>
                        <a:rPr lang="en" sz="2100" b="1">
                          <a:solidFill>
                            <a:schemeClr val="dk1"/>
                          </a:solidFill>
                          <a:latin typeface="Song Myung"/>
                          <a:ea typeface="Song Myung"/>
                          <a:cs typeface="Song Myung"/>
                          <a:sym typeface="Song Myung"/>
                        </a:rPr>
                        <a:t>H. neanderthalensis</a:t>
                      </a:r>
                      <a:endParaRPr sz="2100" b="1">
                        <a:solidFill>
                          <a:schemeClr val="dk1"/>
                        </a:solidFill>
                        <a:latin typeface="Song Myung"/>
                        <a:ea typeface="Song Myung"/>
                        <a:cs typeface="Song Myung"/>
                        <a:sym typeface="Song Myung"/>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400.000-40,000 years</a:t>
                      </a:r>
                      <a:endParaRPr>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Jupiter is very big</a:t>
                      </a:r>
                      <a:endParaRPr>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515850">
                <a:tc>
                  <a:txBody>
                    <a:bodyPr/>
                    <a:lstStyle/>
                    <a:p>
                      <a:pPr marL="0" lvl="0" indent="0" algn="l" rtl="0">
                        <a:spcBef>
                          <a:spcPts val="0"/>
                        </a:spcBef>
                        <a:spcAft>
                          <a:spcPts val="0"/>
                        </a:spcAft>
                        <a:buNone/>
                      </a:pPr>
                      <a:r>
                        <a:rPr lang="en" sz="2100" b="1">
                          <a:solidFill>
                            <a:schemeClr val="dk1"/>
                          </a:solidFill>
                          <a:latin typeface="Song Myung"/>
                          <a:ea typeface="Song Myung"/>
                          <a:cs typeface="Song Myung"/>
                          <a:sym typeface="Song Myung"/>
                        </a:rPr>
                        <a:t>H. sapiens</a:t>
                      </a:r>
                      <a:endParaRPr sz="2100" b="1">
                        <a:solidFill>
                          <a:schemeClr val="dk1"/>
                        </a:solidFill>
                        <a:latin typeface="Song Myung"/>
                        <a:ea typeface="Song Myung"/>
                        <a:cs typeface="Song Myung"/>
                        <a:sym typeface="Song Myung"/>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300,000-present day</a:t>
                      </a:r>
                      <a:endParaRPr>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Lato"/>
                          <a:ea typeface="Lato"/>
                          <a:cs typeface="Lato"/>
                          <a:sym typeface="Lato"/>
                        </a:rPr>
                        <a:t>Saturn is a gas giant</a:t>
                      </a:r>
                      <a:endParaRPr>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pSp>
        <p:nvGrpSpPr>
          <p:cNvPr id="861" name="Google Shape;861;p64"/>
          <p:cNvGrpSpPr/>
          <p:nvPr/>
        </p:nvGrpSpPr>
        <p:grpSpPr>
          <a:xfrm>
            <a:off x="1966996" y="1604850"/>
            <a:ext cx="377602" cy="343869"/>
            <a:chOff x="8046346" y="1523262"/>
            <a:chExt cx="377602" cy="343869"/>
          </a:xfrm>
        </p:grpSpPr>
        <p:sp>
          <p:nvSpPr>
            <p:cNvPr id="862" name="Google Shape;862;p64"/>
            <p:cNvSpPr/>
            <p:nvPr/>
          </p:nvSpPr>
          <p:spPr>
            <a:xfrm>
              <a:off x="8144339" y="1597474"/>
              <a:ext cx="49047" cy="33496"/>
            </a:xfrm>
            <a:custGeom>
              <a:avLst/>
              <a:gdLst/>
              <a:ahLst/>
              <a:cxnLst/>
              <a:rect l="l" t="t" r="r" b="b"/>
              <a:pathLst>
                <a:path w="1454" h="993" extrusionOk="0">
                  <a:moveTo>
                    <a:pt x="336" y="0"/>
                  </a:moveTo>
                  <a:cubicBezTo>
                    <a:pt x="169" y="0"/>
                    <a:pt x="1" y="129"/>
                    <a:pt x="1" y="325"/>
                  </a:cubicBezTo>
                  <a:cubicBezTo>
                    <a:pt x="1" y="420"/>
                    <a:pt x="25" y="516"/>
                    <a:pt x="72" y="563"/>
                  </a:cubicBezTo>
                  <a:lnTo>
                    <a:pt x="501" y="992"/>
                  </a:lnTo>
                  <a:lnTo>
                    <a:pt x="1453" y="992"/>
                  </a:lnTo>
                  <a:lnTo>
                    <a:pt x="548" y="87"/>
                  </a:lnTo>
                  <a:cubicBezTo>
                    <a:pt x="489" y="27"/>
                    <a:pt x="412" y="0"/>
                    <a:pt x="3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64"/>
            <p:cNvSpPr/>
            <p:nvPr/>
          </p:nvSpPr>
          <p:spPr>
            <a:xfrm>
              <a:off x="8278493" y="1597980"/>
              <a:ext cx="53061" cy="32990"/>
            </a:xfrm>
            <a:custGeom>
              <a:avLst/>
              <a:gdLst/>
              <a:ahLst/>
              <a:cxnLst/>
              <a:rect l="l" t="t" r="r" b="b"/>
              <a:pathLst>
                <a:path w="1573" h="978" extrusionOk="0">
                  <a:moveTo>
                    <a:pt x="1144" y="1"/>
                  </a:moveTo>
                  <a:cubicBezTo>
                    <a:pt x="1049" y="1"/>
                    <a:pt x="953" y="24"/>
                    <a:pt x="906" y="72"/>
                  </a:cubicBezTo>
                  <a:lnTo>
                    <a:pt x="1" y="977"/>
                  </a:lnTo>
                  <a:lnTo>
                    <a:pt x="953" y="977"/>
                  </a:lnTo>
                  <a:lnTo>
                    <a:pt x="1382" y="548"/>
                  </a:lnTo>
                  <a:cubicBezTo>
                    <a:pt x="1573" y="358"/>
                    <a:pt x="1430" y="1"/>
                    <a:pt x="1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64"/>
            <p:cNvSpPr/>
            <p:nvPr/>
          </p:nvSpPr>
          <p:spPr>
            <a:xfrm>
              <a:off x="8213423" y="1586747"/>
              <a:ext cx="44223" cy="44223"/>
            </a:xfrm>
            <a:custGeom>
              <a:avLst/>
              <a:gdLst/>
              <a:ahLst/>
              <a:cxnLst/>
              <a:rect l="l" t="t" r="r" b="b"/>
              <a:pathLst>
                <a:path w="1311" h="1311" extrusionOk="0">
                  <a:moveTo>
                    <a:pt x="644" y="0"/>
                  </a:moveTo>
                  <a:cubicBezTo>
                    <a:pt x="287" y="0"/>
                    <a:pt x="1" y="286"/>
                    <a:pt x="1" y="643"/>
                  </a:cubicBezTo>
                  <a:cubicBezTo>
                    <a:pt x="1" y="1000"/>
                    <a:pt x="287" y="1310"/>
                    <a:pt x="644" y="1310"/>
                  </a:cubicBezTo>
                  <a:cubicBezTo>
                    <a:pt x="1001" y="1310"/>
                    <a:pt x="1311" y="1000"/>
                    <a:pt x="1311" y="643"/>
                  </a:cubicBezTo>
                  <a:cubicBezTo>
                    <a:pt x="1311" y="286"/>
                    <a:pt x="1001" y="0"/>
                    <a:pt x="6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64"/>
            <p:cNvSpPr/>
            <p:nvPr/>
          </p:nvSpPr>
          <p:spPr>
            <a:xfrm>
              <a:off x="8142754" y="1732134"/>
              <a:ext cx="44190" cy="60516"/>
            </a:xfrm>
            <a:custGeom>
              <a:avLst/>
              <a:gdLst/>
              <a:ahLst/>
              <a:cxnLst/>
              <a:rect l="l" t="t" r="r" b="b"/>
              <a:pathLst>
                <a:path w="1310" h="1794" extrusionOk="0">
                  <a:moveTo>
                    <a:pt x="1310" y="1"/>
                  </a:moveTo>
                  <a:lnTo>
                    <a:pt x="95" y="1215"/>
                  </a:lnTo>
                  <a:cubicBezTo>
                    <a:pt x="48" y="1287"/>
                    <a:pt x="0" y="1382"/>
                    <a:pt x="0" y="1453"/>
                  </a:cubicBezTo>
                  <a:cubicBezTo>
                    <a:pt x="0" y="1661"/>
                    <a:pt x="161" y="1794"/>
                    <a:pt x="332" y="1794"/>
                  </a:cubicBezTo>
                  <a:cubicBezTo>
                    <a:pt x="415" y="1794"/>
                    <a:pt x="501" y="1762"/>
                    <a:pt x="572" y="1691"/>
                  </a:cubicBezTo>
                  <a:lnTo>
                    <a:pt x="1310" y="953"/>
                  </a:lnTo>
                  <a:lnTo>
                    <a:pt x="1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64"/>
            <p:cNvSpPr/>
            <p:nvPr/>
          </p:nvSpPr>
          <p:spPr>
            <a:xfrm>
              <a:off x="8283317" y="1732134"/>
              <a:ext cx="44223" cy="60516"/>
            </a:xfrm>
            <a:custGeom>
              <a:avLst/>
              <a:gdLst/>
              <a:ahLst/>
              <a:cxnLst/>
              <a:rect l="l" t="t" r="r" b="b"/>
              <a:pathLst>
                <a:path w="1311" h="1794" extrusionOk="0">
                  <a:moveTo>
                    <a:pt x="1" y="1"/>
                  </a:moveTo>
                  <a:lnTo>
                    <a:pt x="1" y="953"/>
                  </a:lnTo>
                  <a:lnTo>
                    <a:pt x="763" y="1691"/>
                  </a:lnTo>
                  <a:cubicBezTo>
                    <a:pt x="825" y="1762"/>
                    <a:pt x="906" y="1794"/>
                    <a:pt x="986" y="1794"/>
                  </a:cubicBezTo>
                  <a:cubicBezTo>
                    <a:pt x="1150" y="1794"/>
                    <a:pt x="1310" y="1661"/>
                    <a:pt x="1310" y="1453"/>
                  </a:cubicBezTo>
                  <a:cubicBezTo>
                    <a:pt x="1310" y="1358"/>
                    <a:pt x="1287" y="1287"/>
                    <a:pt x="1239" y="1215"/>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64"/>
            <p:cNvSpPr/>
            <p:nvPr/>
          </p:nvSpPr>
          <p:spPr>
            <a:xfrm>
              <a:off x="8109797" y="1651817"/>
              <a:ext cx="249890" cy="172744"/>
            </a:xfrm>
            <a:custGeom>
              <a:avLst/>
              <a:gdLst/>
              <a:ahLst/>
              <a:cxnLst/>
              <a:rect l="l" t="t" r="r" b="b"/>
              <a:pathLst>
                <a:path w="7408" h="5121" extrusionOk="0">
                  <a:moveTo>
                    <a:pt x="334" y="0"/>
                  </a:moveTo>
                  <a:cubicBezTo>
                    <a:pt x="144" y="0"/>
                    <a:pt x="1" y="143"/>
                    <a:pt x="1" y="334"/>
                  </a:cubicBezTo>
                  <a:cubicBezTo>
                    <a:pt x="1" y="500"/>
                    <a:pt x="144" y="667"/>
                    <a:pt x="334" y="667"/>
                  </a:cubicBezTo>
                  <a:lnTo>
                    <a:pt x="2596" y="667"/>
                  </a:lnTo>
                  <a:cubicBezTo>
                    <a:pt x="2739" y="667"/>
                    <a:pt x="2882" y="786"/>
                    <a:pt x="2882" y="929"/>
                  </a:cubicBezTo>
                  <a:lnTo>
                    <a:pt x="2882" y="4858"/>
                  </a:lnTo>
                  <a:cubicBezTo>
                    <a:pt x="2882" y="5001"/>
                    <a:pt x="3001" y="5120"/>
                    <a:pt x="3168" y="5120"/>
                  </a:cubicBezTo>
                  <a:cubicBezTo>
                    <a:pt x="3311" y="5120"/>
                    <a:pt x="3430" y="5001"/>
                    <a:pt x="3430" y="4858"/>
                  </a:cubicBezTo>
                  <a:lnTo>
                    <a:pt x="3430" y="2715"/>
                  </a:lnTo>
                  <a:cubicBezTo>
                    <a:pt x="3430" y="2525"/>
                    <a:pt x="3573" y="2405"/>
                    <a:pt x="3716" y="2405"/>
                  </a:cubicBezTo>
                  <a:cubicBezTo>
                    <a:pt x="3906" y="2405"/>
                    <a:pt x="4025" y="2572"/>
                    <a:pt x="4025" y="2715"/>
                  </a:cubicBezTo>
                  <a:lnTo>
                    <a:pt x="4025" y="4858"/>
                  </a:lnTo>
                  <a:cubicBezTo>
                    <a:pt x="4025" y="5001"/>
                    <a:pt x="4144" y="5120"/>
                    <a:pt x="4287" y="5120"/>
                  </a:cubicBezTo>
                  <a:cubicBezTo>
                    <a:pt x="4430" y="5120"/>
                    <a:pt x="4549" y="5001"/>
                    <a:pt x="4549" y="4858"/>
                  </a:cubicBezTo>
                  <a:lnTo>
                    <a:pt x="4549" y="929"/>
                  </a:lnTo>
                  <a:cubicBezTo>
                    <a:pt x="4549" y="786"/>
                    <a:pt x="4716" y="667"/>
                    <a:pt x="4859" y="667"/>
                  </a:cubicBezTo>
                  <a:lnTo>
                    <a:pt x="7097" y="667"/>
                  </a:lnTo>
                  <a:cubicBezTo>
                    <a:pt x="7264" y="667"/>
                    <a:pt x="7407" y="500"/>
                    <a:pt x="7407" y="334"/>
                  </a:cubicBezTo>
                  <a:cubicBezTo>
                    <a:pt x="7407" y="143"/>
                    <a:pt x="7264" y="0"/>
                    <a:pt x="7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64"/>
            <p:cNvSpPr/>
            <p:nvPr/>
          </p:nvSpPr>
          <p:spPr>
            <a:xfrm>
              <a:off x="8046346" y="1523262"/>
              <a:ext cx="377602" cy="343869"/>
            </a:xfrm>
            <a:custGeom>
              <a:avLst/>
              <a:gdLst/>
              <a:ahLst/>
              <a:cxnLst/>
              <a:rect l="l" t="t" r="r" b="b"/>
              <a:pathLst>
                <a:path w="11194" h="10194" extrusionOk="0">
                  <a:moveTo>
                    <a:pt x="5525" y="1334"/>
                  </a:moveTo>
                  <a:cubicBezTo>
                    <a:pt x="6145" y="1334"/>
                    <a:pt x="6668" y="1811"/>
                    <a:pt x="6764" y="2406"/>
                  </a:cubicBezTo>
                  <a:lnTo>
                    <a:pt x="7240" y="1930"/>
                  </a:lnTo>
                  <a:cubicBezTo>
                    <a:pt x="7431" y="1763"/>
                    <a:pt x="7669" y="1668"/>
                    <a:pt x="7907" y="1668"/>
                  </a:cubicBezTo>
                  <a:cubicBezTo>
                    <a:pt x="8407" y="1668"/>
                    <a:pt x="8859" y="2097"/>
                    <a:pt x="8859" y="2597"/>
                  </a:cubicBezTo>
                  <a:cubicBezTo>
                    <a:pt x="8859" y="2835"/>
                    <a:pt x="8764" y="3073"/>
                    <a:pt x="8574" y="3240"/>
                  </a:cubicBezTo>
                  <a:lnTo>
                    <a:pt x="8883" y="3240"/>
                  </a:lnTo>
                  <a:cubicBezTo>
                    <a:pt x="9383" y="3240"/>
                    <a:pt x="9812" y="3668"/>
                    <a:pt x="9812" y="4168"/>
                  </a:cubicBezTo>
                  <a:cubicBezTo>
                    <a:pt x="9812" y="4669"/>
                    <a:pt x="9383" y="5097"/>
                    <a:pt x="8883" y="5097"/>
                  </a:cubicBezTo>
                  <a:lnTo>
                    <a:pt x="6907" y="5097"/>
                  </a:lnTo>
                  <a:lnTo>
                    <a:pt x="6907" y="5359"/>
                  </a:lnTo>
                  <a:lnTo>
                    <a:pt x="8550" y="7002"/>
                  </a:lnTo>
                  <a:cubicBezTo>
                    <a:pt x="8740" y="7169"/>
                    <a:pt x="8812" y="7407"/>
                    <a:pt x="8812" y="7645"/>
                  </a:cubicBezTo>
                  <a:cubicBezTo>
                    <a:pt x="8931" y="8169"/>
                    <a:pt x="8526" y="8574"/>
                    <a:pt x="7978" y="8574"/>
                  </a:cubicBezTo>
                  <a:cubicBezTo>
                    <a:pt x="7740" y="8574"/>
                    <a:pt x="7502" y="8479"/>
                    <a:pt x="7335" y="8312"/>
                  </a:cubicBezTo>
                  <a:lnTo>
                    <a:pt x="7002" y="7979"/>
                  </a:lnTo>
                  <a:lnTo>
                    <a:pt x="7002" y="8669"/>
                  </a:lnTo>
                  <a:cubicBezTo>
                    <a:pt x="7002" y="9146"/>
                    <a:pt x="6621" y="9527"/>
                    <a:pt x="6145" y="9527"/>
                  </a:cubicBezTo>
                  <a:cubicBezTo>
                    <a:pt x="5930" y="9527"/>
                    <a:pt x="5716" y="9431"/>
                    <a:pt x="5573" y="9312"/>
                  </a:cubicBezTo>
                  <a:cubicBezTo>
                    <a:pt x="5430" y="9431"/>
                    <a:pt x="5216" y="9527"/>
                    <a:pt x="5001" y="9527"/>
                  </a:cubicBezTo>
                  <a:cubicBezTo>
                    <a:pt x="4525" y="9527"/>
                    <a:pt x="4144" y="9146"/>
                    <a:pt x="4144" y="8669"/>
                  </a:cubicBezTo>
                  <a:lnTo>
                    <a:pt x="4144" y="7979"/>
                  </a:lnTo>
                  <a:lnTo>
                    <a:pt x="3811" y="8312"/>
                  </a:lnTo>
                  <a:cubicBezTo>
                    <a:pt x="3644" y="8479"/>
                    <a:pt x="3406" y="8574"/>
                    <a:pt x="3168" y="8574"/>
                  </a:cubicBezTo>
                  <a:cubicBezTo>
                    <a:pt x="2644" y="8574"/>
                    <a:pt x="2239" y="8169"/>
                    <a:pt x="2239" y="7645"/>
                  </a:cubicBezTo>
                  <a:cubicBezTo>
                    <a:pt x="2239" y="7407"/>
                    <a:pt x="2334" y="7169"/>
                    <a:pt x="2501" y="7002"/>
                  </a:cubicBezTo>
                  <a:lnTo>
                    <a:pt x="4144" y="5359"/>
                  </a:lnTo>
                  <a:lnTo>
                    <a:pt x="4144" y="5097"/>
                  </a:lnTo>
                  <a:lnTo>
                    <a:pt x="2167" y="5097"/>
                  </a:lnTo>
                  <a:cubicBezTo>
                    <a:pt x="1667" y="5097"/>
                    <a:pt x="1263" y="4669"/>
                    <a:pt x="1263" y="4168"/>
                  </a:cubicBezTo>
                  <a:cubicBezTo>
                    <a:pt x="1263" y="3668"/>
                    <a:pt x="1667" y="3240"/>
                    <a:pt x="2167" y="3240"/>
                  </a:cubicBezTo>
                  <a:lnTo>
                    <a:pt x="2477" y="3240"/>
                  </a:lnTo>
                  <a:cubicBezTo>
                    <a:pt x="2287" y="3073"/>
                    <a:pt x="2215" y="2835"/>
                    <a:pt x="2215" y="2597"/>
                  </a:cubicBezTo>
                  <a:cubicBezTo>
                    <a:pt x="2215" y="2097"/>
                    <a:pt x="2620" y="1668"/>
                    <a:pt x="3120" y="1668"/>
                  </a:cubicBezTo>
                  <a:cubicBezTo>
                    <a:pt x="3358" y="1668"/>
                    <a:pt x="3620" y="1763"/>
                    <a:pt x="3787" y="1930"/>
                  </a:cubicBezTo>
                  <a:lnTo>
                    <a:pt x="4263" y="2406"/>
                  </a:lnTo>
                  <a:cubicBezTo>
                    <a:pt x="4358" y="1811"/>
                    <a:pt x="4882" y="1334"/>
                    <a:pt x="5525" y="1334"/>
                  </a:cubicBezTo>
                  <a:close/>
                  <a:moveTo>
                    <a:pt x="5609" y="1"/>
                  </a:moveTo>
                  <a:cubicBezTo>
                    <a:pt x="4305" y="1"/>
                    <a:pt x="3001" y="501"/>
                    <a:pt x="2001" y="1501"/>
                  </a:cubicBezTo>
                  <a:cubicBezTo>
                    <a:pt x="0" y="3478"/>
                    <a:pt x="0" y="6693"/>
                    <a:pt x="2001" y="8693"/>
                  </a:cubicBezTo>
                  <a:cubicBezTo>
                    <a:pt x="3001" y="9693"/>
                    <a:pt x="4305" y="10193"/>
                    <a:pt x="5609" y="10193"/>
                  </a:cubicBezTo>
                  <a:cubicBezTo>
                    <a:pt x="6913" y="10193"/>
                    <a:pt x="8216" y="9693"/>
                    <a:pt x="9217" y="8693"/>
                  </a:cubicBezTo>
                  <a:cubicBezTo>
                    <a:pt x="11193" y="6693"/>
                    <a:pt x="11193" y="3478"/>
                    <a:pt x="9217" y="1501"/>
                  </a:cubicBezTo>
                  <a:cubicBezTo>
                    <a:pt x="8216" y="501"/>
                    <a:pt x="6913" y="1"/>
                    <a:pt x="56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6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You can use</a:t>
            </a:r>
            <a:r>
              <a:rPr lang="en"/>
              <a:t> this graph</a:t>
            </a:r>
            <a:endParaRPr/>
          </a:p>
        </p:txBody>
      </p:sp>
      <p:pic>
        <p:nvPicPr>
          <p:cNvPr id="893" name="Google Shape;893;p66">
            <a:hlinkClick r:id="rId3"/>
          </p:cNvPr>
          <p:cNvPicPr preferRelativeResize="0"/>
          <p:nvPr/>
        </p:nvPicPr>
        <p:blipFill>
          <a:blip r:embed="rId4">
            <a:alphaModFix/>
          </a:blip>
          <a:stretch>
            <a:fillRect/>
          </a:stretch>
        </p:blipFill>
        <p:spPr>
          <a:xfrm>
            <a:off x="753675" y="1469550"/>
            <a:ext cx="3553799" cy="2552450"/>
          </a:xfrm>
          <a:prstGeom prst="rect">
            <a:avLst/>
          </a:prstGeom>
          <a:noFill/>
          <a:ln>
            <a:noFill/>
          </a:ln>
        </p:spPr>
      </p:pic>
      <p:sp>
        <p:nvSpPr>
          <p:cNvPr id="894" name="Google Shape;894;p66"/>
          <p:cNvSpPr txBox="1">
            <a:spLocks noGrp="1"/>
          </p:cNvSpPr>
          <p:nvPr>
            <p:ph type="title" idx="4294967295"/>
          </p:nvPr>
        </p:nvSpPr>
        <p:spPr>
          <a:xfrm>
            <a:off x="4687663" y="1566771"/>
            <a:ext cx="1810500"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1"/>
                </a:solidFill>
              </a:rPr>
              <a:t>40%</a:t>
            </a:r>
            <a:endParaRPr sz="3000">
              <a:solidFill>
                <a:schemeClr val="lt1"/>
              </a:solidFill>
            </a:endParaRPr>
          </a:p>
        </p:txBody>
      </p:sp>
      <p:sp>
        <p:nvSpPr>
          <p:cNvPr id="895" name="Google Shape;895;p66"/>
          <p:cNvSpPr txBox="1">
            <a:spLocks noGrp="1"/>
          </p:cNvSpPr>
          <p:nvPr>
            <p:ph type="subTitle" idx="4294967295"/>
          </p:nvPr>
        </p:nvSpPr>
        <p:spPr>
          <a:xfrm>
            <a:off x="4686463" y="1982037"/>
            <a:ext cx="1812900" cy="654900"/>
          </a:xfrm>
          <a:prstGeom prst="rect">
            <a:avLst/>
          </a:prstGeom>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600"/>
              <a:t>Mercury is the smallest planet</a:t>
            </a:r>
            <a:endParaRPr sz="1600"/>
          </a:p>
        </p:txBody>
      </p:sp>
      <p:sp>
        <p:nvSpPr>
          <p:cNvPr id="896" name="Google Shape;896;p66"/>
          <p:cNvSpPr txBox="1">
            <a:spLocks noGrp="1"/>
          </p:cNvSpPr>
          <p:nvPr>
            <p:ph type="title" idx="4294967295"/>
          </p:nvPr>
        </p:nvSpPr>
        <p:spPr>
          <a:xfrm>
            <a:off x="4687663" y="2854623"/>
            <a:ext cx="1810500"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lt2"/>
                </a:solidFill>
              </a:rPr>
              <a:t>80%</a:t>
            </a:r>
            <a:endParaRPr sz="3000">
              <a:solidFill>
                <a:schemeClr val="lt2"/>
              </a:solidFill>
            </a:endParaRPr>
          </a:p>
        </p:txBody>
      </p:sp>
      <p:sp>
        <p:nvSpPr>
          <p:cNvPr id="897" name="Google Shape;897;p66"/>
          <p:cNvSpPr txBox="1">
            <a:spLocks noGrp="1"/>
          </p:cNvSpPr>
          <p:nvPr>
            <p:ph type="subTitle" idx="4294967295"/>
          </p:nvPr>
        </p:nvSpPr>
        <p:spPr>
          <a:xfrm>
            <a:off x="4686463" y="3269895"/>
            <a:ext cx="1812900" cy="6549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a:t>Saturn is a gas giant with rings</a:t>
            </a:r>
            <a:endParaRPr sz="1600"/>
          </a:p>
        </p:txBody>
      </p:sp>
      <p:sp>
        <p:nvSpPr>
          <p:cNvPr id="898" name="Google Shape;898;p66"/>
          <p:cNvSpPr txBox="1">
            <a:spLocks noGrp="1"/>
          </p:cNvSpPr>
          <p:nvPr>
            <p:ph type="title" idx="4294967295"/>
          </p:nvPr>
        </p:nvSpPr>
        <p:spPr>
          <a:xfrm>
            <a:off x="6579825" y="1566771"/>
            <a:ext cx="1810500"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t>60%</a:t>
            </a:r>
            <a:endParaRPr sz="3000"/>
          </a:p>
        </p:txBody>
      </p:sp>
      <p:sp>
        <p:nvSpPr>
          <p:cNvPr id="899" name="Google Shape;899;p66"/>
          <p:cNvSpPr txBox="1">
            <a:spLocks noGrp="1"/>
          </p:cNvSpPr>
          <p:nvPr>
            <p:ph type="subTitle" idx="4294967295"/>
          </p:nvPr>
        </p:nvSpPr>
        <p:spPr>
          <a:xfrm>
            <a:off x="6579825" y="1982037"/>
            <a:ext cx="1810500" cy="6549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a:t>Mars is actually a very cold place</a:t>
            </a:r>
            <a:endParaRPr sz="1600"/>
          </a:p>
        </p:txBody>
      </p:sp>
      <p:sp>
        <p:nvSpPr>
          <p:cNvPr id="900" name="Google Shape;900;p66"/>
          <p:cNvSpPr txBox="1">
            <a:spLocks noGrp="1"/>
          </p:cNvSpPr>
          <p:nvPr>
            <p:ph type="title" idx="4294967295"/>
          </p:nvPr>
        </p:nvSpPr>
        <p:spPr>
          <a:xfrm>
            <a:off x="6579825" y="2854621"/>
            <a:ext cx="1810500"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a:solidFill>
                  <a:schemeClr val="accent1"/>
                </a:solidFill>
              </a:rPr>
              <a:t>50%</a:t>
            </a:r>
            <a:endParaRPr sz="3000">
              <a:solidFill>
                <a:schemeClr val="accent1"/>
              </a:solidFill>
            </a:endParaRPr>
          </a:p>
        </p:txBody>
      </p:sp>
      <p:sp>
        <p:nvSpPr>
          <p:cNvPr id="901" name="Google Shape;901;p66"/>
          <p:cNvSpPr txBox="1">
            <a:spLocks noGrp="1"/>
          </p:cNvSpPr>
          <p:nvPr>
            <p:ph type="subTitle" idx="4294967295"/>
          </p:nvPr>
        </p:nvSpPr>
        <p:spPr>
          <a:xfrm>
            <a:off x="6579825" y="3269888"/>
            <a:ext cx="1810500" cy="6549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a:t>Jupiter is the biggest planet</a:t>
            </a:r>
            <a:endParaRPr sz="1600"/>
          </a:p>
        </p:txBody>
      </p:sp>
      <p:sp>
        <p:nvSpPr>
          <p:cNvPr id="902" name="Google Shape;902;p66"/>
          <p:cNvSpPr txBox="1"/>
          <p:nvPr/>
        </p:nvSpPr>
        <p:spPr>
          <a:xfrm>
            <a:off x="720000" y="4270575"/>
            <a:ext cx="7704000" cy="307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latin typeface="Lato"/>
                <a:ea typeface="Lato"/>
                <a:cs typeface="Lato"/>
                <a:sym typeface="Lato"/>
              </a:rPr>
              <a:t>Follow the link in the graph to modify its data and then paste the new one here. </a:t>
            </a:r>
            <a:r>
              <a:rPr lang="en" sz="1100" b="1">
                <a:solidFill>
                  <a:schemeClr val="dk1"/>
                </a:solidFill>
                <a:uFill>
                  <a:noFill/>
                </a:uFill>
                <a:latin typeface="Lato"/>
                <a:ea typeface="Lato"/>
                <a:cs typeface="Lato"/>
                <a:sym typeface="Lat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100" b="1">
              <a:solidFill>
                <a:schemeClr val="dk1"/>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6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The most</a:t>
            </a:r>
            <a:r>
              <a:rPr lang="en"/>
              <a:t> important inventions</a:t>
            </a:r>
            <a:endParaRPr/>
          </a:p>
        </p:txBody>
      </p:sp>
      <p:sp>
        <p:nvSpPr>
          <p:cNvPr id="908" name="Google Shape;908;p67"/>
          <p:cNvSpPr txBox="1">
            <a:spLocks noGrp="1"/>
          </p:cNvSpPr>
          <p:nvPr>
            <p:ph type="subTitle" idx="1"/>
          </p:nvPr>
        </p:nvSpPr>
        <p:spPr>
          <a:xfrm>
            <a:off x="829848" y="1997818"/>
            <a:ext cx="2176200" cy="66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Mars is actually a very cold place</a:t>
            </a:r>
            <a:endParaRPr/>
          </a:p>
        </p:txBody>
      </p:sp>
      <p:sp>
        <p:nvSpPr>
          <p:cNvPr id="909" name="Google Shape;909;p67"/>
          <p:cNvSpPr txBox="1">
            <a:spLocks noGrp="1"/>
          </p:cNvSpPr>
          <p:nvPr>
            <p:ph type="subTitle" idx="2"/>
          </p:nvPr>
        </p:nvSpPr>
        <p:spPr>
          <a:xfrm>
            <a:off x="3484950" y="1997818"/>
            <a:ext cx="2176200" cy="66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910" name="Google Shape;910;p67"/>
          <p:cNvSpPr txBox="1">
            <a:spLocks noGrp="1"/>
          </p:cNvSpPr>
          <p:nvPr>
            <p:ph type="subTitle" idx="3"/>
          </p:nvPr>
        </p:nvSpPr>
        <p:spPr>
          <a:xfrm>
            <a:off x="2157399" y="3458299"/>
            <a:ext cx="2176200" cy="66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with several rings</a:t>
            </a:r>
            <a:endParaRPr/>
          </a:p>
        </p:txBody>
      </p:sp>
      <p:sp>
        <p:nvSpPr>
          <p:cNvPr id="911" name="Google Shape;911;p67"/>
          <p:cNvSpPr txBox="1">
            <a:spLocks noGrp="1"/>
          </p:cNvSpPr>
          <p:nvPr>
            <p:ph type="subTitle" idx="4"/>
          </p:nvPr>
        </p:nvSpPr>
        <p:spPr>
          <a:xfrm>
            <a:off x="4812501" y="3458299"/>
            <a:ext cx="2174100" cy="66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912" name="Google Shape;912;p67"/>
          <p:cNvSpPr txBox="1">
            <a:spLocks noGrp="1"/>
          </p:cNvSpPr>
          <p:nvPr>
            <p:ph type="subTitle" idx="5"/>
          </p:nvPr>
        </p:nvSpPr>
        <p:spPr>
          <a:xfrm>
            <a:off x="829848" y="1672144"/>
            <a:ext cx="21762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t>Wheel</a:t>
            </a:r>
            <a:endParaRPr b="1"/>
          </a:p>
        </p:txBody>
      </p:sp>
      <p:sp>
        <p:nvSpPr>
          <p:cNvPr id="913" name="Google Shape;913;p67"/>
          <p:cNvSpPr txBox="1">
            <a:spLocks noGrp="1"/>
          </p:cNvSpPr>
          <p:nvPr>
            <p:ph type="subTitle" idx="6"/>
          </p:nvPr>
        </p:nvSpPr>
        <p:spPr>
          <a:xfrm>
            <a:off x="2159776" y="3132675"/>
            <a:ext cx="21762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t>Penicillin</a:t>
            </a:r>
            <a:endParaRPr b="1"/>
          </a:p>
        </p:txBody>
      </p:sp>
      <p:sp>
        <p:nvSpPr>
          <p:cNvPr id="914" name="Google Shape;914;p67"/>
          <p:cNvSpPr txBox="1">
            <a:spLocks noGrp="1"/>
          </p:cNvSpPr>
          <p:nvPr>
            <p:ph type="subTitle" idx="7"/>
          </p:nvPr>
        </p:nvSpPr>
        <p:spPr>
          <a:xfrm>
            <a:off x="3483898" y="1672144"/>
            <a:ext cx="21762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t>Printing press</a:t>
            </a:r>
            <a:endParaRPr b="1"/>
          </a:p>
        </p:txBody>
      </p:sp>
      <p:sp>
        <p:nvSpPr>
          <p:cNvPr id="915" name="Google Shape;915;p67"/>
          <p:cNvSpPr txBox="1">
            <a:spLocks noGrp="1"/>
          </p:cNvSpPr>
          <p:nvPr>
            <p:ph type="subTitle" idx="8"/>
          </p:nvPr>
        </p:nvSpPr>
        <p:spPr>
          <a:xfrm>
            <a:off x="4810124" y="3132675"/>
            <a:ext cx="21741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t>Internet</a:t>
            </a:r>
            <a:endParaRPr b="1"/>
          </a:p>
        </p:txBody>
      </p:sp>
      <p:sp>
        <p:nvSpPr>
          <p:cNvPr id="916" name="Google Shape;916;p67"/>
          <p:cNvSpPr txBox="1">
            <a:spLocks noGrp="1"/>
          </p:cNvSpPr>
          <p:nvPr>
            <p:ph type="subTitle" idx="9"/>
          </p:nvPr>
        </p:nvSpPr>
        <p:spPr>
          <a:xfrm>
            <a:off x="6137952" y="1997818"/>
            <a:ext cx="2176200" cy="66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outermost planet</a:t>
            </a:r>
            <a:endParaRPr/>
          </a:p>
        </p:txBody>
      </p:sp>
      <p:sp>
        <p:nvSpPr>
          <p:cNvPr id="917" name="Google Shape;917;p67"/>
          <p:cNvSpPr txBox="1">
            <a:spLocks noGrp="1"/>
          </p:cNvSpPr>
          <p:nvPr>
            <p:ph type="subTitle" idx="13"/>
          </p:nvPr>
        </p:nvSpPr>
        <p:spPr>
          <a:xfrm>
            <a:off x="6137948" y="1672144"/>
            <a:ext cx="2176200" cy="505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t>Light Bulb</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6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The 7 Wonders</a:t>
            </a:r>
            <a:r>
              <a:rPr lang="en"/>
              <a:t> of the World</a:t>
            </a:r>
            <a:endParaRPr/>
          </a:p>
        </p:txBody>
      </p:sp>
      <p:graphicFrame>
        <p:nvGraphicFramePr>
          <p:cNvPr id="923" name="Google Shape;923;p68"/>
          <p:cNvGraphicFramePr/>
          <p:nvPr/>
        </p:nvGraphicFramePr>
        <p:xfrm>
          <a:off x="1713425" y="1299735"/>
          <a:ext cx="3000000" cy="3000000"/>
        </p:xfrm>
        <a:graphic>
          <a:graphicData uri="http://schemas.openxmlformats.org/drawingml/2006/table">
            <a:tbl>
              <a:tblPr>
                <a:noFill/>
                <a:tableStyleId>{C98F6D19-3D33-4157-A297-12C889E70FFB}</a:tableStyleId>
              </a:tblPr>
              <a:tblGrid>
                <a:gridCol w="2871675">
                  <a:extLst>
                    <a:ext uri="{9D8B030D-6E8A-4147-A177-3AD203B41FA5}">
                      <a16:colId xmlns:a16="http://schemas.microsoft.com/office/drawing/2014/main" val="20000"/>
                    </a:ext>
                  </a:extLst>
                </a:gridCol>
                <a:gridCol w="2845475">
                  <a:extLst>
                    <a:ext uri="{9D8B030D-6E8A-4147-A177-3AD203B41FA5}">
                      <a16:colId xmlns:a16="http://schemas.microsoft.com/office/drawing/2014/main" val="20001"/>
                    </a:ext>
                  </a:extLst>
                </a:gridCol>
              </a:tblGrid>
              <a:tr h="482875">
                <a:tc>
                  <a:txBody>
                    <a:bodyPr/>
                    <a:lstStyle/>
                    <a:p>
                      <a:pPr marL="0" lvl="0" indent="0" algn="ctr" rtl="0">
                        <a:spcBef>
                          <a:spcPts val="0"/>
                        </a:spcBef>
                        <a:spcAft>
                          <a:spcPts val="0"/>
                        </a:spcAft>
                        <a:buNone/>
                      </a:pPr>
                      <a:r>
                        <a:rPr lang="en" sz="2100" b="1">
                          <a:solidFill>
                            <a:schemeClr val="dk1"/>
                          </a:solidFill>
                          <a:latin typeface="Song Myung"/>
                          <a:ea typeface="Song Myung"/>
                          <a:cs typeface="Song Myung"/>
                          <a:sym typeface="Song Myung"/>
                        </a:rPr>
                        <a:t>Monument</a:t>
                      </a:r>
                      <a:endParaRPr sz="2100" b="1">
                        <a:solidFill>
                          <a:schemeClr val="dk1"/>
                        </a:solidFill>
                        <a:latin typeface="Song Myung"/>
                        <a:ea typeface="Song Myung"/>
                        <a:cs typeface="Song Myung"/>
                        <a:sym typeface="Song Myung"/>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2100" b="1">
                          <a:solidFill>
                            <a:schemeClr val="dk1"/>
                          </a:solidFill>
                          <a:latin typeface="Song Myung"/>
                          <a:ea typeface="Song Myung"/>
                          <a:cs typeface="Song Myung"/>
                          <a:sym typeface="Song Myung"/>
                        </a:rPr>
                        <a:t>Location</a:t>
                      </a:r>
                      <a:endParaRPr sz="2100" b="1">
                        <a:solidFill>
                          <a:schemeClr val="dk1"/>
                        </a:solidFill>
                        <a:latin typeface="Song Myung"/>
                        <a:ea typeface="Song Myung"/>
                        <a:cs typeface="Song Myung"/>
                        <a:sym typeface="Song Myung"/>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403050">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The Colosseum</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Rome, Italy</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403050">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The great wall of China</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China</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403050">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The Taj Mahal</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India</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403050">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Christ the Redeemer</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Brazil</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403050">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Machu Picchu</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Peru</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403050">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Chichén Itzá</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Mexico</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r h="403050">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Petra</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Lato"/>
                          <a:ea typeface="Lato"/>
                          <a:cs typeface="Lato"/>
                          <a:sym typeface="Lato"/>
                        </a:rPr>
                        <a:t>Jordan</a:t>
                      </a:r>
                      <a:endParaRPr sz="1600">
                        <a:solidFill>
                          <a:schemeClr val="dk1"/>
                        </a:solidFill>
                        <a:latin typeface="Lato"/>
                        <a:ea typeface="Lato"/>
                        <a:cs typeface="Lato"/>
                        <a:sym typeface="Lato"/>
                      </a:endParaRPr>
                    </a:p>
                  </a:txBody>
                  <a:tcPr marL="91425" marR="91425" marT="68575" marB="6857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p6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Consequences of</a:t>
            </a:r>
            <a:r>
              <a:rPr lang="en"/>
              <a:t> sedentarization</a:t>
            </a:r>
            <a:endParaRPr/>
          </a:p>
        </p:txBody>
      </p:sp>
      <p:sp>
        <p:nvSpPr>
          <p:cNvPr id="929" name="Google Shape;929;p69"/>
          <p:cNvSpPr txBox="1">
            <a:spLocks noGrp="1"/>
          </p:cNvSpPr>
          <p:nvPr>
            <p:ph type="subTitle" idx="4294967295"/>
          </p:nvPr>
        </p:nvSpPr>
        <p:spPr>
          <a:xfrm>
            <a:off x="5509835" y="1512064"/>
            <a:ext cx="2485500" cy="68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t>Venus is the second planet from the Sun</a:t>
            </a:r>
            <a:endParaRPr sz="1600"/>
          </a:p>
        </p:txBody>
      </p:sp>
      <p:sp>
        <p:nvSpPr>
          <p:cNvPr id="930" name="Google Shape;930;p69"/>
          <p:cNvSpPr txBox="1">
            <a:spLocks noGrp="1"/>
          </p:cNvSpPr>
          <p:nvPr>
            <p:ph type="title" idx="4294967295"/>
          </p:nvPr>
        </p:nvSpPr>
        <p:spPr>
          <a:xfrm>
            <a:off x="2298939" y="1511025"/>
            <a:ext cx="6300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rPr>
              <a:t>01</a:t>
            </a:r>
            <a:endParaRPr>
              <a:solidFill>
                <a:schemeClr val="lt2"/>
              </a:solidFill>
            </a:endParaRPr>
          </a:p>
        </p:txBody>
      </p:sp>
      <p:sp>
        <p:nvSpPr>
          <p:cNvPr id="931" name="Google Shape;931;p69"/>
          <p:cNvSpPr txBox="1">
            <a:spLocks noGrp="1"/>
          </p:cNvSpPr>
          <p:nvPr>
            <p:ph type="subTitle" idx="4294967295"/>
          </p:nvPr>
        </p:nvSpPr>
        <p:spPr>
          <a:xfrm>
            <a:off x="3389248" y="1511014"/>
            <a:ext cx="20619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latin typeface="Song Myung"/>
                <a:ea typeface="Song Myung"/>
                <a:cs typeface="Song Myung"/>
                <a:sym typeface="Song Myung"/>
              </a:rPr>
              <a:t>Agriculture</a:t>
            </a:r>
            <a:endParaRPr sz="2100">
              <a:latin typeface="Song Myung"/>
              <a:ea typeface="Song Myung"/>
              <a:cs typeface="Song Myung"/>
              <a:sym typeface="Song Myung"/>
            </a:endParaRPr>
          </a:p>
        </p:txBody>
      </p:sp>
      <p:sp>
        <p:nvSpPr>
          <p:cNvPr id="932" name="Google Shape;932;p69"/>
          <p:cNvSpPr txBox="1">
            <a:spLocks noGrp="1"/>
          </p:cNvSpPr>
          <p:nvPr>
            <p:ph type="subTitle" idx="4294967295"/>
          </p:nvPr>
        </p:nvSpPr>
        <p:spPr>
          <a:xfrm>
            <a:off x="5509835" y="2493096"/>
            <a:ext cx="2485500" cy="68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t>Mercury is the closest planet to the Sun</a:t>
            </a:r>
            <a:endParaRPr sz="1600"/>
          </a:p>
        </p:txBody>
      </p:sp>
      <p:sp>
        <p:nvSpPr>
          <p:cNvPr id="933" name="Google Shape;933;p69"/>
          <p:cNvSpPr txBox="1">
            <a:spLocks noGrp="1"/>
          </p:cNvSpPr>
          <p:nvPr>
            <p:ph type="title" idx="4294967295"/>
          </p:nvPr>
        </p:nvSpPr>
        <p:spPr>
          <a:xfrm>
            <a:off x="2298939" y="2501245"/>
            <a:ext cx="6300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rPr>
              <a:t>02</a:t>
            </a:r>
            <a:endParaRPr>
              <a:solidFill>
                <a:schemeClr val="lt2"/>
              </a:solidFill>
            </a:endParaRPr>
          </a:p>
        </p:txBody>
      </p:sp>
      <p:sp>
        <p:nvSpPr>
          <p:cNvPr id="934" name="Google Shape;934;p69"/>
          <p:cNvSpPr txBox="1">
            <a:spLocks noGrp="1"/>
          </p:cNvSpPr>
          <p:nvPr>
            <p:ph type="subTitle" idx="4294967295"/>
          </p:nvPr>
        </p:nvSpPr>
        <p:spPr>
          <a:xfrm>
            <a:off x="3389248" y="2501239"/>
            <a:ext cx="20619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latin typeface="Song Myung"/>
                <a:ea typeface="Song Myung"/>
                <a:cs typeface="Song Myung"/>
                <a:sym typeface="Song Myung"/>
              </a:rPr>
              <a:t>Cattle raising</a:t>
            </a:r>
            <a:endParaRPr sz="2100">
              <a:latin typeface="Song Myung"/>
              <a:ea typeface="Song Myung"/>
              <a:cs typeface="Song Myung"/>
              <a:sym typeface="Song Myung"/>
            </a:endParaRPr>
          </a:p>
        </p:txBody>
      </p:sp>
      <p:sp>
        <p:nvSpPr>
          <p:cNvPr id="935" name="Google Shape;935;p69"/>
          <p:cNvSpPr txBox="1">
            <a:spLocks noGrp="1"/>
          </p:cNvSpPr>
          <p:nvPr>
            <p:ph type="subTitle" idx="4294967295"/>
          </p:nvPr>
        </p:nvSpPr>
        <p:spPr>
          <a:xfrm>
            <a:off x="5509835" y="3474128"/>
            <a:ext cx="2485500" cy="68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t>Despite being red, Mars is a very cold place</a:t>
            </a:r>
            <a:endParaRPr sz="1600"/>
          </a:p>
        </p:txBody>
      </p:sp>
      <p:sp>
        <p:nvSpPr>
          <p:cNvPr id="936" name="Google Shape;936;p69"/>
          <p:cNvSpPr txBox="1">
            <a:spLocks noGrp="1"/>
          </p:cNvSpPr>
          <p:nvPr>
            <p:ph type="title" idx="4294967295"/>
          </p:nvPr>
        </p:nvSpPr>
        <p:spPr>
          <a:xfrm>
            <a:off x="2298939" y="3473079"/>
            <a:ext cx="6300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rPr>
              <a:t>03</a:t>
            </a:r>
            <a:endParaRPr>
              <a:solidFill>
                <a:schemeClr val="lt2"/>
              </a:solidFill>
            </a:endParaRPr>
          </a:p>
        </p:txBody>
      </p:sp>
      <p:sp>
        <p:nvSpPr>
          <p:cNvPr id="937" name="Google Shape;937;p69"/>
          <p:cNvSpPr txBox="1">
            <a:spLocks noGrp="1"/>
          </p:cNvSpPr>
          <p:nvPr>
            <p:ph type="subTitle" idx="4294967295"/>
          </p:nvPr>
        </p:nvSpPr>
        <p:spPr>
          <a:xfrm>
            <a:off x="3389248" y="3473078"/>
            <a:ext cx="20619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a:latin typeface="Song Myung"/>
                <a:ea typeface="Song Myung"/>
                <a:cs typeface="Song Myung"/>
                <a:sym typeface="Song Myung"/>
              </a:rPr>
              <a:t>Villages</a:t>
            </a:r>
            <a:endParaRPr sz="2100">
              <a:latin typeface="Song Myung"/>
              <a:ea typeface="Song Myung"/>
              <a:cs typeface="Song Myung"/>
              <a:sym typeface="Song Myung"/>
            </a:endParaRPr>
          </a:p>
        </p:txBody>
      </p:sp>
      <p:grpSp>
        <p:nvGrpSpPr>
          <p:cNvPr id="938" name="Google Shape;938;p69"/>
          <p:cNvGrpSpPr/>
          <p:nvPr/>
        </p:nvGrpSpPr>
        <p:grpSpPr>
          <a:xfrm>
            <a:off x="1148665" y="2529450"/>
            <a:ext cx="630000" cy="630000"/>
            <a:chOff x="1148665" y="2529450"/>
            <a:chExt cx="630000" cy="630000"/>
          </a:xfrm>
        </p:grpSpPr>
        <p:sp>
          <p:nvSpPr>
            <p:cNvPr id="939" name="Google Shape;939;p69"/>
            <p:cNvSpPr/>
            <p:nvPr/>
          </p:nvSpPr>
          <p:spPr>
            <a:xfrm>
              <a:off x="1148665" y="2529450"/>
              <a:ext cx="630000" cy="630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0" name="Google Shape;940;p69"/>
            <p:cNvGrpSpPr/>
            <p:nvPr/>
          </p:nvGrpSpPr>
          <p:grpSpPr>
            <a:xfrm>
              <a:off x="1290919" y="2672140"/>
              <a:ext cx="345488" cy="344004"/>
              <a:chOff x="4800909" y="3404490"/>
              <a:chExt cx="345488" cy="344004"/>
            </a:xfrm>
          </p:grpSpPr>
          <p:sp>
            <p:nvSpPr>
              <p:cNvPr id="941" name="Google Shape;941;p69"/>
              <p:cNvSpPr/>
              <p:nvPr/>
            </p:nvSpPr>
            <p:spPr>
              <a:xfrm>
                <a:off x="4867598" y="3640010"/>
                <a:ext cx="81160" cy="23343"/>
              </a:xfrm>
              <a:custGeom>
                <a:avLst/>
                <a:gdLst/>
                <a:ahLst/>
                <a:cxnLst/>
                <a:rect l="l" t="t" r="r" b="b"/>
                <a:pathLst>
                  <a:path w="2406" h="692" extrusionOk="0">
                    <a:moveTo>
                      <a:pt x="405" y="1"/>
                    </a:moveTo>
                    <a:lnTo>
                      <a:pt x="0" y="691"/>
                    </a:lnTo>
                    <a:lnTo>
                      <a:pt x="2120" y="691"/>
                    </a:lnTo>
                    <a:lnTo>
                      <a:pt x="24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69"/>
              <p:cNvSpPr/>
              <p:nvPr/>
            </p:nvSpPr>
            <p:spPr>
              <a:xfrm>
                <a:off x="4984886" y="3533180"/>
                <a:ext cx="69118" cy="85984"/>
              </a:xfrm>
              <a:custGeom>
                <a:avLst/>
                <a:gdLst/>
                <a:ahLst/>
                <a:cxnLst/>
                <a:rect l="l" t="t" r="r" b="b"/>
                <a:pathLst>
                  <a:path w="2049" h="2549" extrusionOk="0">
                    <a:moveTo>
                      <a:pt x="572" y="0"/>
                    </a:moveTo>
                    <a:lnTo>
                      <a:pt x="96" y="501"/>
                    </a:lnTo>
                    <a:lnTo>
                      <a:pt x="667" y="1048"/>
                    </a:lnTo>
                    <a:cubicBezTo>
                      <a:pt x="762" y="1167"/>
                      <a:pt x="762" y="1358"/>
                      <a:pt x="667" y="1477"/>
                    </a:cubicBezTo>
                    <a:lnTo>
                      <a:pt x="0" y="2120"/>
                    </a:lnTo>
                    <a:lnTo>
                      <a:pt x="167" y="2549"/>
                    </a:lnTo>
                    <a:lnTo>
                      <a:pt x="2048" y="2549"/>
                    </a:lnTo>
                    <a:lnTo>
                      <a:pt x="5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69"/>
              <p:cNvSpPr/>
              <p:nvPr/>
            </p:nvSpPr>
            <p:spPr>
              <a:xfrm>
                <a:off x="4998547" y="3640010"/>
                <a:ext cx="80351" cy="23343"/>
              </a:xfrm>
              <a:custGeom>
                <a:avLst/>
                <a:gdLst/>
                <a:ahLst/>
                <a:cxnLst/>
                <a:rect l="l" t="t" r="r" b="b"/>
                <a:pathLst>
                  <a:path w="2382" h="692" extrusionOk="0">
                    <a:moveTo>
                      <a:pt x="0" y="1"/>
                    </a:moveTo>
                    <a:lnTo>
                      <a:pt x="286" y="691"/>
                    </a:lnTo>
                    <a:lnTo>
                      <a:pt x="2382" y="691"/>
                    </a:lnTo>
                    <a:lnTo>
                      <a:pt x="2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69"/>
              <p:cNvSpPr/>
              <p:nvPr/>
            </p:nvSpPr>
            <p:spPr>
              <a:xfrm>
                <a:off x="4816190" y="3683390"/>
                <a:ext cx="114893" cy="65104"/>
              </a:xfrm>
              <a:custGeom>
                <a:avLst/>
                <a:gdLst/>
                <a:ahLst/>
                <a:cxnLst/>
                <a:rect l="l" t="t" r="r" b="b"/>
                <a:pathLst>
                  <a:path w="3406" h="1930" extrusionOk="0">
                    <a:moveTo>
                      <a:pt x="1167" y="1"/>
                    </a:moveTo>
                    <a:lnTo>
                      <a:pt x="0" y="1930"/>
                    </a:lnTo>
                    <a:lnTo>
                      <a:pt x="2620" y="1930"/>
                    </a:lnTo>
                    <a:lnTo>
                      <a:pt x="34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69"/>
              <p:cNvSpPr/>
              <p:nvPr/>
            </p:nvSpPr>
            <p:spPr>
              <a:xfrm>
                <a:off x="5016999" y="3683390"/>
                <a:ext cx="114117" cy="65104"/>
              </a:xfrm>
              <a:custGeom>
                <a:avLst/>
                <a:gdLst/>
                <a:ahLst/>
                <a:cxnLst/>
                <a:rect l="l" t="t" r="r" b="b"/>
                <a:pathLst>
                  <a:path w="3383" h="1930" extrusionOk="0">
                    <a:moveTo>
                      <a:pt x="1" y="1"/>
                    </a:moveTo>
                    <a:lnTo>
                      <a:pt x="787" y="1930"/>
                    </a:lnTo>
                    <a:lnTo>
                      <a:pt x="3383" y="1930"/>
                    </a:lnTo>
                    <a:lnTo>
                      <a:pt x="2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69"/>
              <p:cNvSpPr/>
              <p:nvPr/>
            </p:nvSpPr>
            <p:spPr>
              <a:xfrm>
                <a:off x="4960767" y="3562898"/>
                <a:ext cx="25738" cy="25738"/>
              </a:xfrm>
              <a:custGeom>
                <a:avLst/>
                <a:gdLst/>
                <a:ahLst/>
                <a:cxnLst/>
                <a:rect l="l" t="t" r="r" b="b"/>
                <a:pathLst>
                  <a:path w="763" h="763" extrusionOk="0">
                    <a:moveTo>
                      <a:pt x="382" y="1"/>
                    </a:moveTo>
                    <a:lnTo>
                      <a:pt x="1" y="382"/>
                    </a:lnTo>
                    <a:lnTo>
                      <a:pt x="382" y="763"/>
                    </a:lnTo>
                    <a:lnTo>
                      <a:pt x="763" y="382"/>
                    </a:lnTo>
                    <a:lnTo>
                      <a:pt x="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69"/>
              <p:cNvSpPr/>
              <p:nvPr/>
            </p:nvSpPr>
            <p:spPr>
              <a:xfrm>
                <a:off x="5019428" y="3485785"/>
                <a:ext cx="126969" cy="249047"/>
              </a:xfrm>
              <a:custGeom>
                <a:avLst/>
                <a:gdLst/>
                <a:ahLst/>
                <a:cxnLst/>
                <a:rect l="l" t="t" r="r" b="b"/>
                <a:pathLst>
                  <a:path w="3764" h="7383" extrusionOk="0">
                    <a:moveTo>
                      <a:pt x="1096" y="0"/>
                    </a:moveTo>
                    <a:lnTo>
                      <a:pt x="0" y="1024"/>
                    </a:lnTo>
                    <a:lnTo>
                      <a:pt x="3763" y="7383"/>
                    </a:lnTo>
                    <a:cubicBezTo>
                      <a:pt x="3739" y="5883"/>
                      <a:pt x="3382" y="4406"/>
                      <a:pt x="2691" y="3096"/>
                    </a:cubicBezTo>
                    <a:lnTo>
                      <a:pt x="10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69"/>
              <p:cNvSpPr/>
              <p:nvPr/>
            </p:nvSpPr>
            <p:spPr>
              <a:xfrm>
                <a:off x="4984076" y="3483357"/>
                <a:ext cx="45033" cy="42638"/>
              </a:xfrm>
              <a:custGeom>
                <a:avLst/>
                <a:gdLst/>
                <a:ahLst/>
                <a:cxnLst/>
                <a:rect l="l" t="t" r="r" b="b"/>
                <a:pathLst>
                  <a:path w="1335" h="1264" extrusionOk="0">
                    <a:moveTo>
                      <a:pt x="1" y="1"/>
                    </a:moveTo>
                    <a:lnTo>
                      <a:pt x="1" y="1263"/>
                    </a:lnTo>
                    <a:cubicBezTo>
                      <a:pt x="477" y="811"/>
                      <a:pt x="334" y="954"/>
                      <a:pt x="13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69"/>
              <p:cNvSpPr/>
              <p:nvPr/>
            </p:nvSpPr>
            <p:spPr>
              <a:xfrm>
                <a:off x="4927035" y="3630363"/>
                <a:ext cx="93237" cy="117322"/>
              </a:xfrm>
              <a:custGeom>
                <a:avLst/>
                <a:gdLst/>
                <a:ahLst/>
                <a:cxnLst/>
                <a:rect l="l" t="t" r="r" b="b"/>
                <a:pathLst>
                  <a:path w="2764" h="3478" extrusionOk="0">
                    <a:moveTo>
                      <a:pt x="1382" y="1"/>
                    </a:moveTo>
                    <a:cubicBezTo>
                      <a:pt x="1358" y="25"/>
                      <a:pt x="144" y="3168"/>
                      <a:pt x="1" y="3478"/>
                    </a:cubicBezTo>
                    <a:lnTo>
                      <a:pt x="2763" y="3478"/>
                    </a:lnTo>
                    <a:cubicBezTo>
                      <a:pt x="2644" y="3168"/>
                      <a:pt x="1430" y="25"/>
                      <a:pt x="1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69"/>
              <p:cNvSpPr/>
              <p:nvPr/>
            </p:nvSpPr>
            <p:spPr>
              <a:xfrm>
                <a:off x="4800909" y="3485785"/>
                <a:ext cx="127779" cy="249047"/>
              </a:xfrm>
              <a:custGeom>
                <a:avLst/>
                <a:gdLst/>
                <a:ahLst/>
                <a:cxnLst/>
                <a:rect l="l" t="t" r="r" b="b"/>
                <a:pathLst>
                  <a:path w="3788" h="7383" extrusionOk="0">
                    <a:moveTo>
                      <a:pt x="2692" y="0"/>
                    </a:moveTo>
                    <a:lnTo>
                      <a:pt x="1073" y="3096"/>
                    </a:lnTo>
                    <a:cubicBezTo>
                      <a:pt x="406" y="4406"/>
                      <a:pt x="48" y="5883"/>
                      <a:pt x="1" y="7383"/>
                    </a:cubicBezTo>
                    <a:cubicBezTo>
                      <a:pt x="668" y="6311"/>
                      <a:pt x="3097" y="2191"/>
                      <a:pt x="3787" y="1024"/>
                    </a:cubicBezTo>
                    <a:lnTo>
                      <a:pt x="26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69"/>
              <p:cNvSpPr/>
              <p:nvPr/>
            </p:nvSpPr>
            <p:spPr>
              <a:xfrm>
                <a:off x="4908549" y="3404490"/>
                <a:ext cx="130174" cy="58829"/>
              </a:xfrm>
              <a:custGeom>
                <a:avLst/>
                <a:gdLst/>
                <a:ahLst/>
                <a:cxnLst/>
                <a:rect l="l" t="t" r="r" b="b"/>
                <a:pathLst>
                  <a:path w="3859" h="1744" extrusionOk="0">
                    <a:moveTo>
                      <a:pt x="1313" y="1"/>
                    </a:moveTo>
                    <a:cubicBezTo>
                      <a:pt x="1272" y="1"/>
                      <a:pt x="1230" y="10"/>
                      <a:pt x="1192" y="29"/>
                    </a:cubicBezTo>
                    <a:cubicBezTo>
                      <a:pt x="1049" y="77"/>
                      <a:pt x="977" y="267"/>
                      <a:pt x="1049" y="410"/>
                    </a:cubicBezTo>
                    <a:lnTo>
                      <a:pt x="1335" y="1101"/>
                    </a:lnTo>
                    <a:lnTo>
                      <a:pt x="477" y="672"/>
                    </a:lnTo>
                    <a:cubicBezTo>
                      <a:pt x="440" y="660"/>
                      <a:pt x="400" y="654"/>
                      <a:pt x="360" y="654"/>
                    </a:cubicBezTo>
                    <a:cubicBezTo>
                      <a:pt x="246" y="654"/>
                      <a:pt x="132" y="703"/>
                      <a:pt x="96" y="791"/>
                    </a:cubicBezTo>
                    <a:cubicBezTo>
                      <a:pt x="1" y="934"/>
                      <a:pt x="49" y="1124"/>
                      <a:pt x="215" y="1220"/>
                    </a:cubicBezTo>
                    <a:lnTo>
                      <a:pt x="1239" y="1720"/>
                    </a:lnTo>
                    <a:cubicBezTo>
                      <a:pt x="1287" y="1744"/>
                      <a:pt x="1335" y="1744"/>
                      <a:pt x="1358" y="1744"/>
                    </a:cubicBezTo>
                    <a:lnTo>
                      <a:pt x="2502" y="1744"/>
                    </a:lnTo>
                    <a:cubicBezTo>
                      <a:pt x="2549" y="1744"/>
                      <a:pt x="2597" y="1744"/>
                      <a:pt x="2621" y="1720"/>
                    </a:cubicBezTo>
                    <a:lnTo>
                      <a:pt x="3668" y="1220"/>
                    </a:lnTo>
                    <a:cubicBezTo>
                      <a:pt x="3811" y="1148"/>
                      <a:pt x="3859" y="982"/>
                      <a:pt x="3811" y="815"/>
                    </a:cubicBezTo>
                    <a:cubicBezTo>
                      <a:pt x="3758" y="708"/>
                      <a:pt x="3637" y="654"/>
                      <a:pt x="3510" y="654"/>
                    </a:cubicBezTo>
                    <a:cubicBezTo>
                      <a:pt x="3467" y="654"/>
                      <a:pt x="3424" y="660"/>
                      <a:pt x="3383" y="672"/>
                    </a:cubicBezTo>
                    <a:lnTo>
                      <a:pt x="2525" y="1101"/>
                    </a:lnTo>
                    <a:lnTo>
                      <a:pt x="2835" y="410"/>
                    </a:lnTo>
                    <a:cubicBezTo>
                      <a:pt x="2883" y="267"/>
                      <a:pt x="2835" y="77"/>
                      <a:pt x="2668" y="29"/>
                    </a:cubicBezTo>
                    <a:cubicBezTo>
                      <a:pt x="2630" y="10"/>
                      <a:pt x="2590" y="1"/>
                      <a:pt x="2551" y="1"/>
                    </a:cubicBezTo>
                    <a:cubicBezTo>
                      <a:pt x="2443" y="1"/>
                      <a:pt x="2339" y="67"/>
                      <a:pt x="2287" y="172"/>
                    </a:cubicBezTo>
                    <a:lnTo>
                      <a:pt x="1930" y="1005"/>
                    </a:lnTo>
                    <a:lnTo>
                      <a:pt x="1573" y="172"/>
                    </a:lnTo>
                    <a:cubicBezTo>
                      <a:pt x="1538" y="67"/>
                      <a:pt x="1426" y="1"/>
                      <a:pt x="13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69"/>
              <p:cNvSpPr/>
              <p:nvPr/>
            </p:nvSpPr>
            <p:spPr>
              <a:xfrm>
                <a:off x="4919006" y="3483357"/>
                <a:ext cx="45033" cy="42638"/>
              </a:xfrm>
              <a:custGeom>
                <a:avLst/>
                <a:gdLst/>
                <a:ahLst/>
                <a:cxnLst/>
                <a:rect l="l" t="t" r="r" b="b"/>
                <a:pathLst>
                  <a:path w="1335" h="1264" extrusionOk="0">
                    <a:moveTo>
                      <a:pt x="1" y="1"/>
                    </a:moveTo>
                    <a:cubicBezTo>
                      <a:pt x="1096" y="1025"/>
                      <a:pt x="667" y="668"/>
                      <a:pt x="1334" y="1263"/>
                    </a:cubicBezTo>
                    <a:lnTo>
                      <a:pt x="13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69"/>
              <p:cNvSpPr/>
              <p:nvPr/>
            </p:nvSpPr>
            <p:spPr>
              <a:xfrm>
                <a:off x="4894112" y="3536384"/>
                <a:ext cx="69118" cy="85984"/>
              </a:xfrm>
              <a:custGeom>
                <a:avLst/>
                <a:gdLst/>
                <a:ahLst/>
                <a:cxnLst/>
                <a:rect l="l" t="t" r="r" b="b"/>
                <a:pathLst>
                  <a:path w="2049" h="2549" extrusionOk="0">
                    <a:moveTo>
                      <a:pt x="1501" y="1"/>
                    </a:moveTo>
                    <a:lnTo>
                      <a:pt x="0" y="2549"/>
                    </a:lnTo>
                    <a:lnTo>
                      <a:pt x="1858" y="2549"/>
                    </a:lnTo>
                    <a:lnTo>
                      <a:pt x="1858" y="2477"/>
                    </a:lnTo>
                    <a:lnTo>
                      <a:pt x="2048" y="2073"/>
                    </a:lnTo>
                    <a:lnTo>
                      <a:pt x="1382" y="1406"/>
                    </a:lnTo>
                    <a:cubicBezTo>
                      <a:pt x="1263" y="1287"/>
                      <a:pt x="1263" y="1120"/>
                      <a:pt x="1382" y="1001"/>
                    </a:cubicBezTo>
                    <a:lnTo>
                      <a:pt x="1953" y="429"/>
                    </a:lnTo>
                    <a:lnTo>
                      <a:pt x="15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954" name="Google Shape;954;p69"/>
          <p:cNvCxnSpPr>
            <a:stCxn id="930" idx="3"/>
            <a:endCxn id="931" idx="1"/>
          </p:cNvCxnSpPr>
          <p:nvPr/>
        </p:nvCxnSpPr>
        <p:spPr>
          <a:xfrm>
            <a:off x="2928939" y="1853925"/>
            <a:ext cx="460200" cy="600"/>
          </a:xfrm>
          <a:prstGeom prst="bentConnector3">
            <a:avLst>
              <a:gd name="adj1" fmla="val 50012"/>
            </a:avLst>
          </a:prstGeom>
          <a:noFill/>
          <a:ln w="19050" cap="flat" cmpd="sng">
            <a:solidFill>
              <a:schemeClr val="lt1"/>
            </a:solidFill>
            <a:prstDash val="solid"/>
            <a:round/>
            <a:headEnd type="none" w="med" len="med"/>
            <a:tailEnd type="none" w="med" len="med"/>
          </a:ln>
        </p:spPr>
      </p:cxnSp>
      <p:cxnSp>
        <p:nvCxnSpPr>
          <p:cNvPr id="955" name="Google Shape;955;p69"/>
          <p:cNvCxnSpPr>
            <a:stCxn id="933" idx="3"/>
            <a:endCxn id="934" idx="1"/>
          </p:cNvCxnSpPr>
          <p:nvPr/>
        </p:nvCxnSpPr>
        <p:spPr>
          <a:xfrm>
            <a:off x="2928939" y="2844145"/>
            <a:ext cx="460200" cy="600"/>
          </a:xfrm>
          <a:prstGeom prst="bentConnector3">
            <a:avLst>
              <a:gd name="adj1" fmla="val 50012"/>
            </a:avLst>
          </a:prstGeom>
          <a:noFill/>
          <a:ln w="19050" cap="flat" cmpd="sng">
            <a:solidFill>
              <a:schemeClr val="lt1"/>
            </a:solidFill>
            <a:prstDash val="solid"/>
            <a:round/>
            <a:headEnd type="none" w="med" len="med"/>
            <a:tailEnd type="none" w="med" len="med"/>
          </a:ln>
        </p:spPr>
      </p:cxnSp>
      <p:cxnSp>
        <p:nvCxnSpPr>
          <p:cNvPr id="956" name="Google Shape;956;p69"/>
          <p:cNvCxnSpPr>
            <a:stCxn id="936" idx="3"/>
            <a:endCxn id="937" idx="1"/>
          </p:cNvCxnSpPr>
          <p:nvPr/>
        </p:nvCxnSpPr>
        <p:spPr>
          <a:xfrm>
            <a:off x="2928939" y="3815979"/>
            <a:ext cx="460200" cy="600"/>
          </a:xfrm>
          <a:prstGeom prst="bentConnector3">
            <a:avLst>
              <a:gd name="adj1" fmla="val 50012"/>
            </a:avLst>
          </a:prstGeom>
          <a:noFill/>
          <a:ln w="19050" cap="flat" cmpd="sng">
            <a:solidFill>
              <a:schemeClr val="lt1"/>
            </a:solidFill>
            <a:prstDash val="solid"/>
            <a:round/>
            <a:headEnd type="none" w="med" len="med"/>
            <a:tailEnd type="none" w="med" len="med"/>
          </a:ln>
        </p:spPr>
      </p:cxnSp>
      <p:cxnSp>
        <p:nvCxnSpPr>
          <p:cNvPr id="957" name="Google Shape;957;p69"/>
          <p:cNvCxnSpPr>
            <a:stCxn id="939" idx="6"/>
            <a:endCxn id="930" idx="1"/>
          </p:cNvCxnSpPr>
          <p:nvPr/>
        </p:nvCxnSpPr>
        <p:spPr>
          <a:xfrm rot="10800000" flipH="1">
            <a:off x="1778665" y="1853850"/>
            <a:ext cx="520200" cy="990600"/>
          </a:xfrm>
          <a:prstGeom prst="bentConnector3">
            <a:avLst>
              <a:gd name="adj1" fmla="val 50007"/>
            </a:avLst>
          </a:prstGeom>
          <a:noFill/>
          <a:ln w="19050" cap="flat" cmpd="sng">
            <a:solidFill>
              <a:schemeClr val="lt1"/>
            </a:solidFill>
            <a:prstDash val="solid"/>
            <a:round/>
            <a:headEnd type="none" w="med" len="med"/>
            <a:tailEnd type="none" w="med" len="med"/>
          </a:ln>
        </p:spPr>
      </p:cxnSp>
      <p:cxnSp>
        <p:nvCxnSpPr>
          <p:cNvPr id="958" name="Google Shape;958;p69"/>
          <p:cNvCxnSpPr>
            <a:stCxn id="939" idx="6"/>
            <a:endCxn id="933" idx="1"/>
          </p:cNvCxnSpPr>
          <p:nvPr/>
        </p:nvCxnSpPr>
        <p:spPr>
          <a:xfrm>
            <a:off x="1778665" y="2844450"/>
            <a:ext cx="520200" cy="600"/>
          </a:xfrm>
          <a:prstGeom prst="bentConnector3">
            <a:avLst>
              <a:gd name="adj1" fmla="val 50007"/>
            </a:avLst>
          </a:prstGeom>
          <a:noFill/>
          <a:ln w="19050" cap="flat" cmpd="sng">
            <a:solidFill>
              <a:schemeClr val="lt1"/>
            </a:solidFill>
            <a:prstDash val="solid"/>
            <a:round/>
            <a:headEnd type="none" w="med" len="med"/>
            <a:tailEnd type="none" w="med" len="med"/>
          </a:ln>
        </p:spPr>
      </p:cxnSp>
      <p:cxnSp>
        <p:nvCxnSpPr>
          <p:cNvPr id="959" name="Google Shape;959;p69"/>
          <p:cNvCxnSpPr>
            <a:stCxn id="939" idx="6"/>
            <a:endCxn id="936" idx="1"/>
          </p:cNvCxnSpPr>
          <p:nvPr/>
        </p:nvCxnSpPr>
        <p:spPr>
          <a:xfrm>
            <a:off x="1778665" y="2844450"/>
            <a:ext cx="520200" cy="971400"/>
          </a:xfrm>
          <a:prstGeom prst="bentConnector3">
            <a:avLst>
              <a:gd name="adj1" fmla="val 50007"/>
            </a:avLst>
          </a:prstGeom>
          <a:noFill/>
          <a:ln w="19050" cap="flat" cmpd="sng">
            <a:solidFill>
              <a:schemeClr val="lt1"/>
            </a:solidFill>
            <a:prstDash val="solid"/>
            <a:round/>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graphicFrame>
        <p:nvGraphicFramePr>
          <p:cNvPr id="964" name="Google Shape;964;p70"/>
          <p:cNvGraphicFramePr/>
          <p:nvPr/>
        </p:nvGraphicFramePr>
        <p:xfrm>
          <a:off x="720000" y="1200150"/>
          <a:ext cx="3000000" cy="3000000"/>
        </p:xfrm>
        <a:graphic>
          <a:graphicData uri="http://schemas.openxmlformats.org/drawingml/2006/table">
            <a:tbl>
              <a:tblPr>
                <a:noFill/>
                <a:tableStyleId>{9EDC9CC7-FDE7-4CBE-B351-FA6A02B92062}</a:tableStyleId>
              </a:tblPr>
              <a:tblGrid>
                <a:gridCol w="4238000">
                  <a:extLst>
                    <a:ext uri="{9D8B030D-6E8A-4147-A177-3AD203B41FA5}">
                      <a16:colId xmlns:a16="http://schemas.microsoft.com/office/drawing/2014/main" val="20000"/>
                    </a:ext>
                  </a:extLst>
                </a:gridCol>
                <a:gridCol w="1616750">
                  <a:extLst>
                    <a:ext uri="{9D8B030D-6E8A-4147-A177-3AD203B41FA5}">
                      <a16:colId xmlns:a16="http://schemas.microsoft.com/office/drawing/2014/main" val="20001"/>
                    </a:ext>
                  </a:extLst>
                </a:gridCol>
                <a:gridCol w="1616750">
                  <a:extLst>
                    <a:ext uri="{9D8B030D-6E8A-4147-A177-3AD203B41FA5}">
                      <a16:colId xmlns:a16="http://schemas.microsoft.com/office/drawing/2014/main" val="20002"/>
                    </a:ext>
                  </a:extLst>
                </a:gridCol>
              </a:tblGrid>
              <a:tr h="524225">
                <a:tc>
                  <a:txBody>
                    <a:bodyPr/>
                    <a:lstStyle/>
                    <a:p>
                      <a:pPr marL="0" lvl="0" indent="0" algn="l" rtl="0">
                        <a:lnSpc>
                          <a:spcPct val="115000"/>
                        </a:lnSpc>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2100" b="1">
                          <a:solidFill>
                            <a:schemeClr val="dk1"/>
                          </a:solidFill>
                          <a:latin typeface="Song Myung"/>
                          <a:ea typeface="Song Myung"/>
                          <a:cs typeface="Song Myung"/>
                          <a:sym typeface="Song Myung"/>
                        </a:rPr>
                        <a:t>True</a:t>
                      </a:r>
                      <a:endParaRPr sz="2100" b="1">
                        <a:solidFill>
                          <a:schemeClr val="dk1"/>
                        </a:solidFill>
                        <a:latin typeface="Song Myung"/>
                        <a:ea typeface="Song Myung"/>
                        <a:cs typeface="Song Myung"/>
                        <a:sym typeface="Song Myung"/>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2100" b="1">
                          <a:solidFill>
                            <a:schemeClr val="dk1"/>
                          </a:solidFill>
                          <a:latin typeface="Song Myung"/>
                          <a:ea typeface="Song Myung"/>
                          <a:cs typeface="Song Myung"/>
                          <a:sym typeface="Song Myung"/>
                        </a:rPr>
                        <a:t>False</a:t>
                      </a:r>
                      <a:endParaRPr sz="2100" b="1">
                        <a:solidFill>
                          <a:schemeClr val="dk1"/>
                        </a:solidFill>
                        <a:latin typeface="Song Myung"/>
                        <a:ea typeface="Song Myung"/>
                        <a:cs typeface="Song Myung"/>
                        <a:sym typeface="Song Myung"/>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524225">
                <a:tc>
                  <a:txBody>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There are only 3 pyramids in Egypt</a:t>
                      </a:r>
                      <a:endParaRPr>
                        <a:solidFill>
                          <a:schemeClr val="dk1"/>
                        </a:solidFill>
                        <a:latin typeface="Lato"/>
                        <a:ea typeface="Lato"/>
                        <a:cs typeface="Lato"/>
                        <a:sym typeface="Lato"/>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1"/>
                  </a:ext>
                </a:extLst>
              </a:tr>
              <a:tr h="524225">
                <a:tc>
                  <a:txBody>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Alexander Graham Bell invented the telephone</a:t>
                      </a:r>
                      <a:endParaRPr>
                        <a:solidFill>
                          <a:schemeClr val="dk1"/>
                        </a:solidFill>
                        <a:latin typeface="Lato"/>
                        <a:ea typeface="Lato"/>
                        <a:cs typeface="Lato"/>
                        <a:sym typeface="Lato"/>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lt2"/>
                    </a:solidFill>
                  </a:tcPr>
                </a:tc>
                <a:tc>
                  <a:txBody>
                    <a:bodyPr/>
                    <a:lstStyle/>
                    <a:p>
                      <a:pPr marL="0" lvl="0" indent="0" algn="ctr" rtl="0">
                        <a:lnSpc>
                          <a:spcPct val="115000"/>
                        </a:lnSpc>
                        <a:spcBef>
                          <a:spcPts val="0"/>
                        </a:spcBef>
                        <a:spcAft>
                          <a:spcPts val="0"/>
                        </a:spcAft>
                        <a:buNone/>
                      </a:pPr>
                      <a:endParaRPr>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524225">
                <a:tc>
                  <a:txBody>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Buddha is the prophet of Islam</a:t>
                      </a:r>
                      <a:endParaRPr>
                        <a:solidFill>
                          <a:schemeClr val="dk1"/>
                        </a:solidFill>
                        <a:latin typeface="Lato"/>
                        <a:ea typeface="Lato"/>
                        <a:cs typeface="Lato"/>
                        <a:sym typeface="Lato"/>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524225">
                <a:tc>
                  <a:txBody>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World War I ended in 1918</a:t>
                      </a:r>
                      <a:endParaRPr>
                        <a:solidFill>
                          <a:schemeClr val="dk1"/>
                        </a:solidFill>
                        <a:latin typeface="Lato"/>
                        <a:ea typeface="Lato"/>
                        <a:cs typeface="Lato"/>
                        <a:sym typeface="Lato"/>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524225">
                <a:tc>
                  <a:txBody>
                    <a:bodyPr/>
                    <a:lstStyle/>
                    <a:p>
                      <a:pPr marL="0" lvl="0" indent="0" algn="l" rtl="0">
                        <a:lnSpc>
                          <a:spcPct val="115000"/>
                        </a:lnSpc>
                        <a:spcBef>
                          <a:spcPts val="0"/>
                        </a:spcBef>
                        <a:spcAft>
                          <a:spcPts val="0"/>
                        </a:spcAft>
                        <a:buNone/>
                      </a:pPr>
                      <a:r>
                        <a:rPr lang="en">
                          <a:solidFill>
                            <a:schemeClr val="dk1"/>
                          </a:solidFill>
                          <a:latin typeface="Lato"/>
                          <a:ea typeface="Lato"/>
                          <a:cs typeface="Lato"/>
                          <a:sym typeface="Lato"/>
                        </a:rPr>
                        <a:t>Delacroix painted “The Starry Sky”</a:t>
                      </a:r>
                      <a:endParaRPr>
                        <a:solidFill>
                          <a:schemeClr val="dk1"/>
                        </a:solidFill>
                        <a:latin typeface="Lato"/>
                        <a:ea typeface="Lato"/>
                        <a:cs typeface="Lato"/>
                        <a:sym typeface="Lato"/>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solidFill>
                          <a:schemeClr val="dk1"/>
                        </a:solidFill>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65" name="Google Shape;965;p7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True or</a:t>
            </a:r>
            <a:r>
              <a:rPr lang="en"/>
              <a:t> false?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71"/>
          <p:cNvSpPr txBox="1">
            <a:spLocks noGrp="1"/>
          </p:cNvSpPr>
          <p:nvPr>
            <p:ph type="title"/>
          </p:nvPr>
        </p:nvSpPr>
        <p:spPr>
          <a:xfrm>
            <a:off x="720000" y="445025"/>
            <a:ext cx="5397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a:solidFill>
                  <a:schemeClr val="accent1"/>
                </a:solidFill>
              </a:rPr>
              <a:t>Broaden</a:t>
            </a:r>
            <a:r>
              <a:rPr lang="en"/>
              <a:t> your knowledge</a:t>
            </a:r>
            <a:endParaRPr/>
          </a:p>
        </p:txBody>
      </p:sp>
      <p:sp>
        <p:nvSpPr>
          <p:cNvPr id="971" name="Google Shape;971;p71"/>
          <p:cNvSpPr txBox="1">
            <a:spLocks noGrp="1"/>
          </p:cNvSpPr>
          <p:nvPr>
            <p:ph type="subTitle" idx="1"/>
          </p:nvPr>
        </p:nvSpPr>
        <p:spPr>
          <a:xfrm>
            <a:off x="713225" y="1291375"/>
            <a:ext cx="5397900" cy="32292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AUTHOR (YEAR). Title of the publication. Publisher</a:t>
            </a:r>
            <a:endParaRPr/>
          </a:p>
          <a:p>
            <a:pPr marL="457200" lvl="0" indent="-317500" algn="l" rtl="0">
              <a:spcBef>
                <a:spcPts val="0"/>
              </a:spcBef>
              <a:spcAft>
                <a:spcPts val="0"/>
              </a:spcAft>
              <a:buSzPts val="1400"/>
              <a:buChar char="■"/>
            </a:pPr>
            <a:r>
              <a:rPr lang="en"/>
              <a:t>AUTHOR (YEAR). Title of the publication. Publisher</a:t>
            </a:r>
            <a:endParaRPr/>
          </a:p>
          <a:p>
            <a:pPr marL="457200" lvl="0" indent="-317500" algn="l" rtl="0">
              <a:spcBef>
                <a:spcPts val="0"/>
              </a:spcBef>
              <a:spcAft>
                <a:spcPts val="0"/>
              </a:spcAft>
              <a:buSzPts val="1400"/>
              <a:buChar char="■"/>
            </a:pPr>
            <a:r>
              <a:rPr lang="en"/>
              <a:t>AUTHOR (YEAR). Title of the publication. Publisher</a:t>
            </a:r>
            <a:endParaRPr/>
          </a:p>
          <a:p>
            <a:pPr marL="457200" lvl="0" indent="-317500" algn="l" rtl="0">
              <a:spcBef>
                <a:spcPts val="0"/>
              </a:spcBef>
              <a:spcAft>
                <a:spcPts val="0"/>
              </a:spcAft>
              <a:buSzPts val="1400"/>
              <a:buChar char="■"/>
            </a:pPr>
            <a:r>
              <a:rPr lang="en"/>
              <a:t>AUTHOR (YEAR). Title of the publication. Publisher</a:t>
            </a:r>
            <a:endParaRPr/>
          </a:p>
          <a:p>
            <a:pPr marL="457200" lvl="0" indent="-317500" algn="l" rtl="0">
              <a:spcBef>
                <a:spcPts val="0"/>
              </a:spcBef>
              <a:spcAft>
                <a:spcPts val="0"/>
              </a:spcAft>
              <a:buSzPts val="1400"/>
              <a:buChar char="■"/>
            </a:pPr>
            <a:r>
              <a:rPr lang="en"/>
              <a:t>AUTHOR (YEAR). Title of the publication. Publisher</a:t>
            </a:r>
            <a:endParaRPr/>
          </a:p>
          <a:p>
            <a:pPr marL="457200" lvl="0" indent="-317500" algn="l" rtl="0">
              <a:spcBef>
                <a:spcPts val="0"/>
              </a:spcBef>
              <a:spcAft>
                <a:spcPts val="0"/>
              </a:spcAft>
              <a:buSzPts val="1400"/>
              <a:buChar char="■"/>
            </a:pPr>
            <a:r>
              <a:rPr lang="en"/>
              <a:t>AUTHOR (YEAR). Title of the publication. Publisher</a:t>
            </a:r>
            <a:endParaRPr/>
          </a:p>
          <a:p>
            <a:pPr marL="457200" lvl="0" indent="-317500" algn="l" rtl="0">
              <a:spcBef>
                <a:spcPts val="0"/>
              </a:spcBef>
              <a:spcAft>
                <a:spcPts val="0"/>
              </a:spcAft>
              <a:buSzPts val="1400"/>
              <a:buChar char="■"/>
            </a:pPr>
            <a:r>
              <a:rPr lang="en"/>
              <a:t>AUTHOR (YEAR). Title of the publication. Publisher</a:t>
            </a:r>
            <a:endParaRPr/>
          </a:p>
          <a:p>
            <a:pPr marL="457200" lvl="0" indent="-317500" algn="l" rtl="0">
              <a:spcBef>
                <a:spcPts val="0"/>
              </a:spcBef>
              <a:spcAft>
                <a:spcPts val="0"/>
              </a:spcAft>
              <a:buSzPts val="1400"/>
              <a:buChar char="■"/>
            </a:pPr>
            <a:r>
              <a:rPr lang="en"/>
              <a:t>AUTHOR (YEAR). Title of the publication. Publisher</a:t>
            </a:r>
            <a:endParaRPr/>
          </a:p>
          <a:p>
            <a:pPr marL="457200" lvl="0" indent="-317500" algn="l" rtl="0">
              <a:spcBef>
                <a:spcPts val="0"/>
              </a:spcBef>
              <a:spcAft>
                <a:spcPts val="0"/>
              </a:spcAft>
              <a:buSzPts val="1400"/>
              <a:buChar char="■"/>
            </a:pPr>
            <a:r>
              <a:rPr lang="en"/>
              <a:t>AUTHOR (YEAR). Title of the publication. Publisher</a:t>
            </a:r>
            <a:endParaRPr/>
          </a:p>
          <a:p>
            <a:pPr marL="457200" lvl="0" indent="-317500" algn="l" rtl="0">
              <a:spcBef>
                <a:spcPts val="0"/>
              </a:spcBef>
              <a:spcAft>
                <a:spcPts val="0"/>
              </a:spcAft>
              <a:buSzPts val="1400"/>
              <a:buChar char="■"/>
            </a:pPr>
            <a:r>
              <a:rPr lang="en"/>
              <a:t>AUTHOR (YEAR). Title of the publication. Publisher</a:t>
            </a:r>
            <a:endParaRPr/>
          </a:p>
          <a:p>
            <a:pPr marL="457200" lvl="0" indent="-317500" algn="l" rtl="0">
              <a:spcBef>
                <a:spcPts val="0"/>
              </a:spcBef>
              <a:spcAft>
                <a:spcPts val="0"/>
              </a:spcAft>
              <a:buSzPts val="1400"/>
              <a:buChar char="■"/>
            </a:pPr>
            <a:r>
              <a:rPr lang="en"/>
              <a:t>AUTHOR (YEAR). Title of the publication. Publisher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73"/>
          <p:cNvSpPr txBox="1">
            <a:spLocks noGrp="1"/>
          </p:cNvSpPr>
          <p:nvPr>
            <p:ph type="title"/>
          </p:nvPr>
        </p:nvSpPr>
        <p:spPr>
          <a:xfrm>
            <a:off x="3354000" y="677525"/>
            <a:ext cx="52065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0">
                <a:solidFill>
                  <a:schemeClr val="accent1"/>
                </a:solidFill>
              </a:rPr>
              <a:t>Thanks</a:t>
            </a:r>
            <a:r>
              <a:rPr lang="en"/>
              <a:t>!</a:t>
            </a:r>
            <a:endParaRPr/>
          </a:p>
        </p:txBody>
      </p:sp>
      <p:sp>
        <p:nvSpPr>
          <p:cNvPr id="988" name="Google Shape;988;p73"/>
          <p:cNvSpPr txBox="1">
            <a:spLocks noGrp="1"/>
          </p:cNvSpPr>
          <p:nvPr>
            <p:ph type="subTitle" idx="1"/>
          </p:nvPr>
        </p:nvSpPr>
        <p:spPr>
          <a:xfrm>
            <a:off x="3354000" y="1841450"/>
            <a:ext cx="5206500" cy="116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b="1">
                <a:latin typeface="Song Myung"/>
                <a:ea typeface="Song Myung"/>
                <a:cs typeface="Song Myung"/>
                <a:sym typeface="Song Myung"/>
              </a:rPr>
              <a:t>Do you have any questions?</a:t>
            </a:r>
            <a:endParaRPr sz="2100" b="1">
              <a:latin typeface="Song Myung"/>
              <a:ea typeface="Song Myung"/>
              <a:cs typeface="Song Myung"/>
              <a:sym typeface="Song Myung"/>
            </a:endParaRPr>
          </a:p>
          <a:p>
            <a:pPr marL="0" lvl="0" indent="0" algn="ctr" rtl="0">
              <a:spcBef>
                <a:spcPts val="0"/>
              </a:spcBef>
              <a:spcAft>
                <a:spcPts val="0"/>
              </a:spcAft>
              <a:buNone/>
            </a:pPr>
            <a:r>
              <a:rPr lang="en" sz="1600"/>
              <a:t>youremail@freepik.com</a:t>
            </a:r>
            <a:endParaRPr sz="1600"/>
          </a:p>
          <a:p>
            <a:pPr marL="0" lvl="0" indent="0" algn="ctr" rtl="0">
              <a:spcBef>
                <a:spcPts val="0"/>
              </a:spcBef>
              <a:spcAft>
                <a:spcPts val="0"/>
              </a:spcAft>
              <a:buNone/>
            </a:pPr>
            <a:r>
              <a:rPr lang="en" sz="1600"/>
              <a:t>+00 000 000 000</a:t>
            </a:r>
            <a:endParaRPr sz="1600"/>
          </a:p>
          <a:p>
            <a:pPr marL="0" lvl="0" indent="0" algn="ctr" rtl="0">
              <a:spcBef>
                <a:spcPts val="0"/>
              </a:spcBef>
              <a:spcAft>
                <a:spcPts val="0"/>
              </a:spcAft>
              <a:buNone/>
            </a:pPr>
            <a:r>
              <a:rPr lang="en" sz="1600"/>
              <a:t>yourwebsite.com</a:t>
            </a:r>
            <a:endParaRPr sz="1600"/>
          </a:p>
        </p:txBody>
      </p:sp>
      <p:sp>
        <p:nvSpPr>
          <p:cNvPr id="989" name="Google Shape;989;p73"/>
          <p:cNvSpPr txBox="1"/>
          <p:nvPr/>
        </p:nvSpPr>
        <p:spPr>
          <a:xfrm>
            <a:off x="3483775" y="4052581"/>
            <a:ext cx="4947000" cy="260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dk1"/>
                </a:solidFill>
                <a:latin typeface="Lato"/>
                <a:ea typeface="Lato"/>
                <a:cs typeface="Lato"/>
                <a:sym typeface="Lato"/>
              </a:rPr>
              <a:t>Please keep this slide for attribution</a:t>
            </a:r>
            <a:endParaRPr sz="1200">
              <a:solidFill>
                <a:schemeClr val="dk1"/>
              </a:solidFill>
              <a:latin typeface="Lato"/>
              <a:ea typeface="Lato"/>
              <a:cs typeface="Lato"/>
              <a:sym typeface="Lato"/>
            </a:endParaRPr>
          </a:p>
        </p:txBody>
      </p:sp>
      <p:grpSp>
        <p:nvGrpSpPr>
          <p:cNvPr id="990" name="Google Shape;990;p73"/>
          <p:cNvGrpSpPr/>
          <p:nvPr/>
        </p:nvGrpSpPr>
        <p:grpSpPr>
          <a:xfrm>
            <a:off x="5177333" y="3209142"/>
            <a:ext cx="387681" cy="272572"/>
            <a:chOff x="3386036" y="1746339"/>
            <a:chExt cx="397907" cy="279762"/>
          </a:xfrm>
        </p:grpSpPr>
        <p:sp>
          <p:nvSpPr>
            <p:cNvPr id="991" name="Google Shape;991;p73"/>
            <p:cNvSpPr/>
            <p:nvPr/>
          </p:nvSpPr>
          <p:spPr>
            <a:xfrm>
              <a:off x="3561652" y="1848954"/>
              <a:ext cx="59646" cy="74506"/>
            </a:xfrm>
            <a:custGeom>
              <a:avLst/>
              <a:gdLst/>
              <a:ahLst/>
              <a:cxnLst/>
              <a:rect l="l" t="t" r="r" b="b"/>
              <a:pathLst>
                <a:path w="2858" h="3570" extrusionOk="0">
                  <a:moveTo>
                    <a:pt x="1" y="0"/>
                  </a:moveTo>
                  <a:lnTo>
                    <a:pt x="1" y="3570"/>
                  </a:lnTo>
                  <a:lnTo>
                    <a:pt x="2858" y="1785"/>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73"/>
            <p:cNvSpPr/>
            <p:nvPr/>
          </p:nvSpPr>
          <p:spPr>
            <a:xfrm>
              <a:off x="3386036" y="1746339"/>
              <a:ext cx="397907" cy="279762"/>
            </a:xfrm>
            <a:custGeom>
              <a:avLst/>
              <a:gdLst/>
              <a:ahLst/>
              <a:cxnLst/>
              <a:rect l="l" t="t" r="r" b="b"/>
              <a:pathLst>
                <a:path w="19066" h="13405" extrusionOk="0">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3" name="Google Shape;993;p73"/>
          <p:cNvGrpSpPr/>
          <p:nvPr/>
        </p:nvGrpSpPr>
        <p:grpSpPr>
          <a:xfrm>
            <a:off x="5763455" y="3151594"/>
            <a:ext cx="387681" cy="387681"/>
            <a:chOff x="4933458" y="1687279"/>
            <a:chExt cx="397907" cy="397907"/>
          </a:xfrm>
        </p:grpSpPr>
        <p:sp>
          <p:nvSpPr>
            <p:cNvPr id="994" name="Google Shape;994;p73"/>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73"/>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73"/>
          <p:cNvGrpSpPr/>
          <p:nvPr/>
        </p:nvGrpSpPr>
        <p:grpSpPr>
          <a:xfrm>
            <a:off x="6349577" y="3151612"/>
            <a:ext cx="387641" cy="387661"/>
            <a:chOff x="864491" y="1723250"/>
            <a:chExt cx="397866" cy="397887"/>
          </a:xfrm>
        </p:grpSpPr>
        <p:sp>
          <p:nvSpPr>
            <p:cNvPr id="997" name="Google Shape;997;p73"/>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73"/>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73"/>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Vintage Paper History Lesson by Slidesgo">
  <a:themeElements>
    <a:clrScheme name="Simple Light">
      <a:dk1>
        <a:srgbClr val="492B16"/>
      </a:dk1>
      <a:lt1>
        <a:srgbClr val="FFB055"/>
      </a:lt1>
      <a:dk2>
        <a:srgbClr val="EEE9D9"/>
      </a:dk2>
      <a:lt2>
        <a:srgbClr val="A87148"/>
      </a:lt2>
      <a:accent1>
        <a:srgbClr val="704526"/>
      </a:accent1>
      <a:accent2>
        <a:srgbClr val="FFFFFF"/>
      </a:accent2>
      <a:accent3>
        <a:srgbClr val="FFFFFF"/>
      </a:accent3>
      <a:accent4>
        <a:srgbClr val="FFFFFF"/>
      </a:accent4>
      <a:accent5>
        <a:srgbClr val="FFFFFF"/>
      </a:accent5>
      <a:accent6>
        <a:srgbClr val="FFFFFF"/>
      </a:accent6>
      <a:hlink>
        <a:srgbClr val="492B1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1174</Words>
  <Application>Microsoft Office PowerPoint</Application>
  <PresentationFormat>Экран (16:9)</PresentationFormat>
  <Paragraphs>215</Paragraphs>
  <Slides>26</Slides>
  <Notes>26</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26</vt:i4>
      </vt:variant>
    </vt:vector>
  </HeadingPairs>
  <TitlesOfParts>
    <vt:vector size="35" baseType="lpstr">
      <vt:lpstr>Bree Serif</vt:lpstr>
      <vt:lpstr>Lato</vt:lpstr>
      <vt:lpstr>Nunito Light</vt:lpstr>
      <vt:lpstr>Song Myung</vt:lpstr>
      <vt:lpstr>Anaheim</vt:lpstr>
      <vt:lpstr>PT Sans</vt:lpstr>
      <vt:lpstr>Bebas Neue</vt:lpstr>
      <vt:lpstr>Arial</vt:lpstr>
      <vt:lpstr>Vintage Paper History Lesson by Slidesgo</vt:lpstr>
      <vt:lpstr>Vintage Paper History Lesson</vt:lpstr>
      <vt:lpstr>Contents of this template</vt:lpstr>
      <vt:lpstr>Table of contents</vt:lpstr>
      <vt:lpstr>A journey through global history</vt:lpstr>
      <vt:lpstr>Empires and civilizations</vt:lpstr>
      <vt:lpstr>Technology and its impact on society</vt:lpstr>
      <vt:lpstr>Stories of war and peace</vt:lpstr>
      <vt:lpstr>Religion through time</vt:lpstr>
      <vt:lpstr>Important historical figures</vt:lpstr>
      <vt:lpstr>—Someone Famous</vt:lpstr>
      <vt:lpstr>A picture always reinforces the concept</vt:lpstr>
      <vt:lpstr>Explaining  history</vt:lpstr>
      <vt:lpstr>1969</vt:lpstr>
      <vt:lpstr>French revolution</vt:lpstr>
      <vt:lpstr>Computer mockup</vt:lpstr>
      <vt:lpstr>Tablet mockup</vt:lpstr>
      <vt:lpstr>World War II alliances</vt:lpstr>
      <vt:lpstr>One before and one after</vt:lpstr>
      <vt:lpstr>Human evolution</vt:lpstr>
      <vt:lpstr>You can use this graph</vt:lpstr>
      <vt:lpstr>The most important inventions</vt:lpstr>
      <vt:lpstr>The 7 Wonders of the World</vt:lpstr>
      <vt:lpstr>Consequences of sedentarization</vt:lpstr>
      <vt:lpstr>True or false?</vt:lpstr>
      <vt:lpstr>Broaden your knowledge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Vintage Paper History Lesson</dc:title>
  <cp:lastModifiedBy>я</cp:lastModifiedBy>
  <cp:revision>1</cp:revision>
  <dcterms:modified xsi:type="dcterms:W3CDTF">2026-02-19T09:00:11Z</dcterms:modified>
</cp:coreProperties>
</file>
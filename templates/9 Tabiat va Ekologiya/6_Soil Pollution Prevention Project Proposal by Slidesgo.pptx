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8" r:id="rId22"/>
    <p:sldId id="279" r:id="rId23"/>
    <p:sldId id="280" r:id="rId24"/>
    <p:sldId id="281" r:id="rId25"/>
    <p:sldId id="282" r:id="rId26"/>
    <p:sldId id="283" r:id="rId27"/>
  </p:sldIdLst>
  <p:sldSz cx="9144000" cy="5143500" type="screen16x9"/>
  <p:notesSz cx="6858000" cy="9144000"/>
  <p:embeddedFontLst>
    <p:embeddedFont>
      <p:font typeface="Karla" panose="020B0604020202020204" charset="0"/>
      <p:regular r:id="rId29"/>
      <p:bold r:id="rId30"/>
      <p:italic r:id="rId31"/>
      <p:boldItalic r:id="rId32"/>
    </p:embeddedFont>
    <p:embeddedFont>
      <p:font typeface="Open Sans" panose="020B0604020202020204" charset="0"/>
      <p:regular r:id="rId33"/>
      <p:bold r:id="rId34"/>
      <p:italic r:id="rId35"/>
      <p:boldItalic r:id="rId36"/>
    </p:embeddedFont>
    <p:embeddedFont>
      <p:font typeface="PT Sans" panose="020B0604020202020204" charset="-52"/>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5">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1AA7E4-4F42-4598-ABBD-6A2AE4D499DA}">
  <a:tblStyle styleId="{C61AA7E4-4F42-4598-ABBD-6A2AE4D499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379" y="106"/>
      </p:cViewPr>
      <p:guideLst>
        <p:guide orient="horz" pos="60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99f2f57a71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99f2f57a71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15509f3aa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15509f3aaa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5509f3aaa_2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15509f3aaa_2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15509f3aaa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15509f3aaa_2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115509f3aaa_2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115509f3aaa_2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15509f3aaa_2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115509f3aaa_2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4575dbb4b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14575dbb4b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14575dbb4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114575dbb4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14575dbb4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14575dbb4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14575dbb4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14575dbb4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14575dbb4b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114575dbb4b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14575dbb4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14575dbb4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114575dbb4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114575dbb4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114575dbb4b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114575dbb4b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14575dbb4b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14575dbb4b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114575dbb4b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114575dbb4b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114575dbb4b_0_6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114575dbb4b_0_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114575dbb4b_0_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114575dbb4b_0_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114575dbb4b_0_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114575dbb4b_0_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114575dbb4b_0_7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114575dbb4b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114575dbb4b_0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114575dbb4b_0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100" y="1138250"/>
            <a:ext cx="4255200" cy="18348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5200"/>
              <a:buNone/>
              <a:defRPr sz="4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100" y="3266313"/>
            <a:ext cx="2701200" cy="7389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8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p:nvPr/>
        </p:nvSpPr>
        <p:spPr>
          <a:xfrm>
            <a:off x="371475" y="321000"/>
            <a:ext cx="8400900" cy="4501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3"/>
          <p:cNvSpPr txBox="1">
            <a:spLocks noGrp="1"/>
          </p:cNvSpPr>
          <p:nvPr>
            <p:ph type="title"/>
          </p:nvPr>
        </p:nvSpPr>
        <p:spPr>
          <a:xfrm>
            <a:off x="1271100" y="1430950"/>
            <a:ext cx="3723000" cy="1723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100" y="937175"/>
            <a:ext cx="819300" cy="776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3"/>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1271100" y="3467425"/>
            <a:ext cx="2709000" cy="73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 name="Google Shape;1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298450" rtl="0">
              <a:lnSpc>
                <a:spcPct val="100000"/>
              </a:lnSpc>
              <a:spcBef>
                <a:spcPts val="0"/>
              </a:spcBef>
              <a:spcAft>
                <a:spcPts val="0"/>
              </a:spcAft>
              <a:buClr>
                <a:srgbClr val="434343"/>
              </a:buClr>
              <a:buSzPts val="1100"/>
              <a:buAutoNum type="arabicPeriod"/>
              <a:defRPr sz="1100">
                <a:solidFill>
                  <a:srgbClr val="434343"/>
                </a:solidFill>
              </a:defRPr>
            </a:lvl1pPr>
            <a:lvl2pPr marL="914400" lvl="1" indent="-298450" rtl="0">
              <a:lnSpc>
                <a:spcPct val="100000"/>
              </a:lnSpc>
              <a:spcBef>
                <a:spcPts val="0"/>
              </a:spcBef>
              <a:spcAft>
                <a:spcPts val="0"/>
              </a:spcAft>
              <a:buClr>
                <a:srgbClr val="434343"/>
              </a:buClr>
              <a:buSzPts val="1100"/>
              <a:buFont typeface="Roboto Condensed Light"/>
              <a:buAutoNum type="alphaLcPeriod"/>
              <a:defRPr sz="1100">
                <a:solidFill>
                  <a:srgbClr val="434343"/>
                </a:solidFill>
              </a:defRPr>
            </a:lvl2pPr>
            <a:lvl3pPr marL="1371600" lvl="2" indent="-298450" rtl="0">
              <a:lnSpc>
                <a:spcPct val="100000"/>
              </a:lnSpc>
              <a:spcBef>
                <a:spcPts val="0"/>
              </a:spcBef>
              <a:spcAft>
                <a:spcPts val="0"/>
              </a:spcAft>
              <a:buClr>
                <a:srgbClr val="434343"/>
              </a:buClr>
              <a:buSzPts val="1100"/>
              <a:buFont typeface="Roboto Condensed Light"/>
              <a:buAutoNum type="romanLcPeriod"/>
              <a:defRPr sz="1100">
                <a:solidFill>
                  <a:srgbClr val="434343"/>
                </a:solidFill>
              </a:defRPr>
            </a:lvl3pPr>
            <a:lvl4pPr marL="1828800" lvl="3" indent="-298450" rtl="0">
              <a:lnSpc>
                <a:spcPct val="100000"/>
              </a:lnSpc>
              <a:spcBef>
                <a:spcPts val="0"/>
              </a:spcBef>
              <a:spcAft>
                <a:spcPts val="0"/>
              </a:spcAft>
              <a:buClr>
                <a:srgbClr val="434343"/>
              </a:buClr>
              <a:buSzPts val="1100"/>
              <a:buFont typeface="Roboto Condensed Light"/>
              <a:buAutoNum type="arabicPeriod"/>
              <a:defRPr sz="1100">
                <a:solidFill>
                  <a:srgbClr val="434343"/>
                </a:solidFill>
              </a:defRPr>
            </a:lvl4pPr>
            <a:lvl5pPr marL="2286000" lvl="4" indent="-298450" rtl="0">
              <a:lnSpc>
                <a:spcPct val="100000"/>
              </a:lnSpc>
              <a:spcBef>
                <a:spcPts val="0"/>
              </a:spcBef>
              <a:spcAft>
                <a:spcPts val="0"/>
              </a:spcAft>
              <a:buClr>
                <a:srgbClr val="434343"/>
              </a:buClr>
              <a:buSzPts val="1100"/>
              <a:buFont typeface="Roboto Condensed Light"/>
              <a:buAutoNum type="alphaLcPeriod"/>
              <a:defRPr sz="1100">
                <a:solidFill>
                  <a:srgbClr val="434343"/>
                </a:solidFill>
              </a:defRPr>
            </a:lvl5pPr>
            <a:lvl6pPr marL="2743200" lvl="5" indent="-298450" rtl="0">
              <a:lnSpc>
                <a:spcPct val="100000"/>
              </a:lnSpc>
              <a:spcBef>
                <a:spcPts val="0"/>
              </a:spcBef>
              <a:spcAft>
                <a:spcPts val="0"/>
              </a:spcAft>
              <a:buClr>
                <a:srgbClr val="434343"/>
              </a:buClr>
              <a:buSzPts val="1100"/>
              <a:buFont typeface="Roboto Condensed Light"/>
              <a:buAutoNum type="romanLcPeriod"/>
              <a:defRPr sz="1100">
                <a:solidFill>
                  <a:srgbClr val="434343"/>
                </a:solidFill>
              </a:defRPr>
            </a:lvl6pPr>
            <a:lvl7pPr marL="3200400" lvl="6" indent="-298450" rtl="0">
              <a:lnSpc>
                <a:spcPct val="100000"/>
              </a:lnSpc>
              <a:spcBef>
                <a:spcPts val="0"/>
              </a:spcBef>
              <a:spcAft>
                <a:spcPts val="0"/>
              </a:spcAft>
              <a:buClr>
                <a:srgbClr val="434343"/>
              </a:buClr>
              <a:buSzPts val="1100"/>
              <a:buFont typeface="Roboto Condensed Light"/>
              <a:buAutoNum type="arabicPeriod"/>
              <a:defRPr sz="1100">
                <a:solidFill>
                  <a:srgbClr val="434343"/>
                </a:solidFill>
              </a:defRPr>
            </a:lvl7pPr>
            <a:lvl8pPr marL="3657600" lvl="7" indent="-298450" rtl="0">
              <a:lnSpc>
                <a:spcPct val="100000"/>
              </a:lnSpc>
              <a:spcBef>
                <a:spcPts val="0"/>
              </a:spcBef>
              <a:spcAft>
                <a:spcPts val="0"/>
              </a:spcAft>
              <a:buClr>
                <a:srgbClr val="434343"/>
              </a:buClr>
              <a:buSzPts val="1100"/>
              <a:buFont typeface="Roboto Condensed Light"/>
              <a:buAutoNum type="alphaLcPeriod"/>
              <a:defRPr sz="1100">
                <a:solidFill>
                  <a:srgbClr val="434343"/>
                </a:solidFill>
              </a:defRPr>
            </a:lvl8pPr>
            <a:lvl9pPr marL="4114800" lvl="8" indent="-298450" rtl="0">
              <a:lnSpc>
                <a:spcPct val="100000"/>
              </a:lnSpc>
              <a:spcBef>
                <a:spcPts val="0"/>
              </a:spcBef>
              <a:spcAft>
                <a:spcPts val="0"/>
              </a:spcAft>
              <a:buClr>
                <a:srgbClr val="434343"/>
              </a:buClr>
              <a:buSzPts val="1100"/>
              <a:buFont typeface="Roboto Condensed Light"/>
              <a:buAutoNum type="romanLcPeriod"/>
              <a:defRPr sz="1100">
                <a:solidFill>
                  <a:srgbClr val="434343"/>
                </a:solidFill>
              </a:defRPr>
            </a:lvl9pPr>
          </a:lstStyle>
          <a:p>
            <a:endParaRPr/>
          </a:p>
        </p:txBody>
      </p:sp>
      <p:sp>
        <p:nvSpPr>
          <p:cNvPr id="19" name="Google Shape;19;p4"/>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5"/>
          <p:cNvSpPr/>
          <p:nvPr/>
        </p:nvSpPr>
        <p:spPr>
          <a:xfrm>
            <a:off x="333375" y="364775"/>
            <a:ext cx="8477400" cy="4457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 name="Google Shape;23;p5"/>
          <p:cNvSpPr txBox="1">
            <a:spLocks noGrp="1"/>
          </p:cNvSpPr>
          <p:nvPr>
            <p:ph type="title" idx="2"/>
          </p:nvPr>
        </p:nvSpPr>
        <p:spPr>
          <a:xfrm>
            <a:off x="4415454" y="1346150"/>
            <a:ext cx="3767400" cy="558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 name="Google Shape;24;p5"/>
          <p:cNvSpPr txBox="1">
            <a:spLocks noGrp="1"/>
          </p:cNvSpPr>
          <p:nvPr>
            <p:ph type="title" idx="3"/>
          </p:nvPr>
        </p:nvSpPr>
        <p:spPr>
          <a:xfrm>
            <a:off x="4415980" y="3062003"/>
            <a:ext cx="3766500" cy="558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 name="Google Shape;25;p5"/>
          <p:cNvSpPr txBox="1">
            <a:spLocks noGrp="1"/>
          </p:cNvSpPr>
          <p:nvPr>
            <p:ph type="subTitle" idx="1"/>
          </p:nvPr>
        </p:nvSpPr>
        <p:spPr>
          <a:xfrm>
            <a:off x="4415980" y="3629873"/>
            <a:ext cx="37665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6" name="Google Shape;26;p5"/>
          <p:cNvSpPr txBox="1">
            <a:spLocks noGrp="1"/>
          </p:cNvSpPr>
          <p:nvPr>
            <p:ph type="subTitle" idx="4"/>
          </p:nvPr>
        </p:nvSpPr>
        <p:spPr>
          <a:xfrm>
            <a:off x="4415980" y="1914020"/>
            <a:ext cx="37665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7" name="Google Shape;27;p5"/>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 name="Google Shape;30;p6"/>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3631150" y="1933700"/>
            <a:ext cx="4386900" cy="21036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00000"/>
              </a:lnSpc>
              <a:spcBef>
                <a:spcPts val="0"/>
              </a:spcBef>
              <a:spcAft>
                <a:spcPts val="0"/>
              </a:spcAft>
              <a:buSzPts val="1400"/>
              <a:buChar char="○"/>
              <a:defRPr>
                <a:solidFill>
                  <a:srgbClr val="434343"/>
                </a:solidFill>
              </a:defRPr>
            </a:lvl2pPr>
            <a:lvl3pPr marL="1371600" lvl="2" indent="-317500" rtl="0">
              <a:lnSpc>
                <a:spcPct val="100000"/>
              </a:lnSpc>
              <a:spcBef>
                <a:spcPts val="0"/>
              </a:spcBef>
              <a:spcAft>
                <a:spcPts val="0"/>
              </a:spcAft>
              <a:buSzPts val="1400"/>
              <a:buChar char="■"/>
              <a:defRPr>
                <a:solidFill>
                  <a:srgbClr val="434343"/>
                </a:solidFill>
              </a:defRPr>
            </a:lvl3pPr>
            <a:lvl4pPr marL="1828800" lvl="3" indent="-317500" rtl="0">
              <a:lnSpc>
                <a:spcPct val="100000"/>
              </a:lnSpc>
              <a:spcBef>
                <a:spcPts val="0"/>
              </a:spcBef>
              <a:spcAft>
                <a:spcPts val="0"/>
              </a:spcAft>
              <a:buSzPts val="1400"/>
              <a:buChar char="●"/>
              <a:defRPr>
                <a:solidFill>
                  <a:srgbClr val="434343"/>
                </a:solidFill>
              </a:defRPr>
            </a:lvl4pPr>
            <a:lvl5pPr marL="2286000" lvl="4" indent="-317500" rtl="0">
              <a:lnSpc>
                <a:spcPct val="100000"/>
              </a:lnSpc>
              <a:spcBef>
                <a:spcPts val="0"/>
              </a:spcBef>
              <a:spcAft>
                <a:spcPts val="0"/>
              </a:spcAft>
              <a:buSzPts val="1400"/>
              <a:buChar char="○"/>
              <a:defRPr>
                <a:solidFill>
                  <a:srgbClr val="434343"/>
                </a:solidFill>
              </a:defRPr>
            </a:lvl5pPr>
            <a:lvl6pPr marL="2743200" lvl="5" indent="-317500" rtl="0">
              <a:lnSpc>
                <a:spcPct val="100000"/>
              </a:lnSpc>
              <a:spcBef>
                <a:spcPts val="0"/>
              </a:spcBef>
              <a:spcAft>
                <a:spcPts val="0"/>
              </a:spcAft>
              <a:buSzPts val="1400"/>
              <a:buChar char="■"/>
              <a:defRPr>
                <a:solidFill>
                  <a:srgbClr val="434343"/>
                </a:solidFill>
              </a:defRPr>
            </a:lvl6pPr>
            <a:lvl7pPr marL="3200400" lvl="6" indent="-317500" rtl="0">
              <a:lnSpc>
                <a:spcPct val="100000"/>
              </a:lnSpc>
              <a:spcBef>
                <a:spcPts val="0"/>
              </a:spcBef>
              <a:spcAft>
                <a:spcPts val="0"/>
              </a:spcAft>
              <a:buSzPts val="1400"/>
              <a:buChar char="●"/>
              <a:defRPr>
                <a:solidFill>
                  <a:srgbClr val="434343"/>
                </a:solidFill>
              </a:defRPr>
            </a:lvl7pPr>
            <a:lvl8pPr marL="3657600" lvl="7" indent="-317500" rtl="0">
              <a:lnSpc>
                <a:spcPct val="100000"/>
              </a:lnSpc>
              <a:spcBef>
                <a:spcPts val="0"/>
              </a:spcBef>
              <a:spcAft>
                <a:spcPts val="0"/>
              </a:spcAft>
              <a:buSzPts val="1400"/>
              <a:buChar char="○"/>
              <a:defRPr>
                <a:solidFill>
                  <a:srgbClr val="434343"/>
                </a:solidFill>
              </a:defRPr>
            </a:lvl8pPr>
            <a:lvl9pPr marL="4114800" lvl="8" indent="-317500" rtl="0">
              <a:lnSpc>
                <a:spcPct val="100000"/>
              </a:lnSpc>
              <a:spcBef>
                <a:spcPts val="0"/>
              </a:spcBef>
              <a:spcAft>
                <a:spcPts val="0"/>
              </a:spcAft>
              <a:buSzPts val="1400"/>
              <a:buChar char="■"/>
              <a:defRPr>
                <a:solidFill>
                  <a:srgbClr val="434343"/>
                </a:solidFill>
              </a:defRPr>
            </a:lvl9pPr>
          </a:lstStyle>
          <a:p>
            <a:endParaRPr/>
          </a:p>
        </p:txBody>
      </p:sp>
      <p:sp>
        <p:nvSpPr>
          <p:cNvPr id="33" name="Google Shape;33;p7"/>
          <p:cNvSpPr txBox="1">
            <a:spLocks noGrp="1"/>
          </p:cNvSpPr>
          <p:nvPr>
            <p:ph type="title"/>
          </p:nvPr>
        </p:nvSpPr>
        <p:spPr>
          <a:xfrm>
            <a:off x="3631150" y="916525"/>
            <a:ext cx="4386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 name="Google Shape;34;p7"/>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1413100" y="1504413"/>
            <a:ext cx="41826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 name="Google Shape;41;p9"/>
          <p:cNvSpPr txBox="1">
            <a:spLocks noGrp="1"/>
          </p:cNvSpPr>
          <p:nvPr>
            <p:ph type="subTitle" idx="1"/>
          </p:nvPr>
        </p:nvSpPr>
        <p:spPr>
          <a:xfrm>
            <a:off x="1413100" y="2485738"/>
            <a:ext cx="4182600" cy="14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2" name="Google Shape;42;p9"/>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1488725" y="1396800"/>
            <a:ext cx="6166500" cy="1662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7" name="Google Shape;47;p11"/>
          <p:cNvSpPr txBox="1">
            <a:spLocks noGrp="1"/>
          </p:cNvSpPr>
          <p:nvPr>
            <p:ph type="subTitle" idx="1"/>
          </p:nvPr>
        </p:nvSpPr>
        <p:spPr>
          <a:xfrm>
            <a:off x="1488775" y="3249600"/>
            <a:ext cx="61665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3"/>
          <p:cNvSpPr/>
          <p:nvPr/>
        </p:nvSpPr>
        <p:spPr>
          <a:xfrm>
            <a:off x="0" y="321000"/>
            <a:ext cx="486600" cy="450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3"/>
          <p:cNvSpPr/>
          <p:nvPr/>
        </p:nvSpPr>
        <p:spPr>
          <a:xfrm>
            <a:off x="486450" y="321000"/>
            <a:ext cx="8171100" cy="4501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13"/>
          <p:cNvSpPr txBox="1">
            <a:spLocks noGrp="1"/>
          </p:cNvSpPr>
          <p:nvPr>
            <p:ph type="title" idx="2"/>
          </p:nvPr>
        </p:nvSpPr>
        <p:spPr>
          <a:xfrm>
            <a:off x="720000" y="1843325"/>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4" name="Google Shape;54;p13"/>
          <p:cNvSpPr txBox="1">
            <a:spLocks noGrp="1"/>
          </p:cNvSpPr>
          <p:nvPr>
            <p:ph type="subTitle" idx="1"/>
          </p:nvPr>
        </p:nvSpPr>
        <p:spPr>
          <a:xfrm>
            <a:off x="720000" y="2262046"/>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 name="Google Shape;55;p13"/>
          <p:cNvSpPr txBox="1">
            <a:spLocks noGrp="1"/>
          </p:cNvSpPr>
          <p:nvPr>
            <p:ph type="title" idx="3"/>
          </p:nvPr>
        </p:nvSpPr>
        <p:spPr>
          <a:xfrm>
            <a:off x="3419269" y="1843325"/>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6" name="Google Shape;56;p13"/>
          <p:cNvSpPr txBox="1">
            <a:spLocks noGrp="1"/>
          </p:cNvSpPr>
          <p:nvPr>
            <p:ph type="subTitle" idx="4"/>
          </p:nvPr>
        </p:nvSpPr>
        <p:spPr>
          <a:xfrm>
            <a:off x="3419275" y="2262046"/>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 name="Google Shape;57;p13"/>
          <p:cNvSpPr txBox="1">
            <a:spLocks noGrp="1"/>
          </p:cNvSpPr>
          <p:nvPr>
            <p:ph type="title" idx="5"/>
          </p:nvPr>
        </p:nvSpPr>
        <p:spPr>
          <a:xfrm>
            <a:off x="720000" y="334240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8" name="Google Shape;58;p13"/>
          <p:cNvSpPr txBox="1">
            <a:spLocks noGrp="1"/>
          </p:cNvSpPr>
          <p:nvPr>
            <p:ph type="subTitle" idx="6"/>
          </p:nvPr>
        </p:nvSpPr>
        <p:spPr>
          <a:xfrm>
            <a:off x="720000" y="3761121"/>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13"/>
          <p:cNvSpPr txBox="1">
            <a:spLocks noGrp="1"/>
          </p:cNvSpPr>
          <p:nvPr>
            <p:ph type="title" idx="7"/>
          </p:nvPr>
        </p:nvSpPr>
        <p:spPr>
          <a:xfrm>
            <a:off x="3419269" y="334240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0" name="Google Shape;60;p13"/>
          <p:cNvSpPr txBox="1">
            <a:spLocks noGrp="1"/>
          </p:cNvSpPr>
          <p:nvPr>
            <p:ph type="subTitle" idx="8"/>
          </p:nvPr>
        </p:nvSpPr>
        <p:spPr>
          <a:xfrm>
            <a:off x="3419275" y="3761121"/>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 name="Google Shape;61;p13"/>
          <p:cNvSpPr txBox="1">
            <a:spLocks noGrp="1"/>
          </p:cNvSpPr>
          <p:nvPr>
            <p:ph type="title" idx="9"/>
          </p:nvPr>
        </p:nvSpPr>
        <p:spPr>
          <a:xfrm>
            <a:off x="6118545" y="1843325"/>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2" name="Google Shape;62;p13"/>
          <p:cNvSpPr txBox="1">
            <a:spLocks noGrp="1"/>
          </p:cNvSpPr>
          <p:nvPr>
            <p:ph type="subTitle" idx="13"/>
          </p:nvPr>
        </p:nvSpPr>
        <p:spPr>
          <a:xfrm>
            <a:off x="6118551" y="2262046"/>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14"/>
          </p:nvPr>
        </p:nvSpPr>
        <p:spPr>
          <a:xfrm>
            <a:off x="6118545" y="3342400"/>
            <a:ext cx="2305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 name="Google Shape;64;p13"/>
          <p:cNvSpPr txBox="1">
            <a:spLocks noGrp="1"/>
          </p:cNvSpPr>
          <p:nvPr>
            <p:ph type="subTitle" idx="15"/>
          </p:nvPr>
        </p:nvSpPr>
        <p:spPr>
          <a:xfrm>
            <a:off x="6118551" y="3761121"/>
            <a:ext cx="23055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 name="Google Shape;65;p13"/>
          <p:cNvSpPr txBox="1">
            <a:spLocks noGrp="1"/>
          </p:cNvSpPr>
          <p:nvPr>
            <p:ph type="title" idx="16" hasCustomPrompt="1"/>
          </p:nvPr>
        </p:nvSpPr>
        <p:spPr>
          <a:xfrm>
            <a:off x="720000" y="1541325"/>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
        <p:nvSpPr>
          <p:cNvPr id="66" name="Google Shape;66;p13"/>
          <p:cNvSpPr txBox="1">
            <a:spLocks noGrp="1"/>
          </p:cNvSpPr>
          <p:nvPr>
            <p:ph type="title" idx="17" hasCustomPrompt="1"/>
          </p:nvPr>
        </p:nvSpPr>
        <p:spPr>
          <a:xfrm>
            <a:off x="3419269" y="1541325"/>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
        <p:nvSpPr>
          <p:cNvPr id="67" name="Google Shape;67;p13"/>
          <p:cNvSpPr txBox="1">
            <a:spLocks noGrp="1"/>
          </p:cNvSpPr>
          <p:nvPr>
            <p:ph type="title" idx="18" hasCustomPrompt="1"/>
          </p:nvPr>
        </p:nvSpPr>
        <p:spPr>
          <a:xfrm>
            <a:off x="6118550" y="1541325"/>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
        <p:nvSpPr>
          <p:cNvPr id="68" name="Google Shape;68;p13"/>
          <p:cNvSpPr txBox="1">
            <a:spLocks noGrp="1"/>
          </p:cNvSpPr>
          <p:nvPr>
            <p:ph type="title" idx="19" hasCustomPrompt="1"/>
          </p:nvPr>
        </p:nvSpPr>
        <p:spPr>
          <a:xfrm>
            <a:off x="720000" y="3040400"/>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
        <p:nvSpPr>
          <p:cNvPr id="69" name="Google Shape;69;p13"/>
          <p:cNvSpPr txBox="1">
            <a:spLocks noGrp="1"/>
          </p:cNvSpPr>
          <p:nvPr>
            <p:ph type="title" idx="20" hasCustomPrompt="1"/>
          </p:nvPr>
        </p:nvSpPr>
        <p:spPr>
          <a:xfrm>
            <a:off x="3419269" y="3040400"/>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
        <p:nvSpPr>
          <p:cNvPr id="70" name="Google Shape;70;p13"/>
          <p:cNvSpPr txBox="1">
            <a:spLocks noGrp="1"/>
          </p:cNvSpPr>
          <p:nvPr>
            <p:ph type="title" idx="21" hasCustomPrompt="1"/>
          </p:nvPr>
        </p:nvSpPr>
        <p:spPr>
          <a:xfrm>
            <a:off x="6118550" y="3040400"/>
            <a:ext cx="802500" cy="461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solidFill>
                  <a:schemeClr val="accent3"/>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1">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713100" y="1102625"/>
            <a:ext cx="3788400" cy="16623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5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3" name="Google Shape;73;p14"/>
          <p:cNvSpPr txBox="1">
            <a:spLocks noGrp="1"/>
          </p:cNvSpPr>
          <p:nvPr>
            <p:ph type="subTitle" idx="1"/>
          </p:nvPr>
        </p:nvSpPr>
        <p:spPr>
          <a:xfrm>
            <a:off x="713100" y="2895000"/>
            <a:ext cx="3788400" cy="10158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dk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BLANK_1_1">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1297638" y="2882650"/>
            <a:ext cx="43983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6" name="Google Shape;76;p15"/>
          <p:cNvSpPr txBox="1">
            <a:spLocks noGrp="1"/>
          </p:cNvSpPr>
          <p:nvPr>
            <p:ph type="subTitle" idx="1"/>
          </p:nvPr>
        </p:nvSpPr>
        <p:spPr>
          <a:xfrm>
            <a:off x="1297625" y="905150"/>
            <a:ext cx="4398300" cy="166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77" name="Google Shape;77;p15"/>
          <p:cNvSpPr/>
          <p:nvPr/>
        </p:nvSpPr>
        <p:spPr>
          <a:xfrm>
            <a:off x="-50" y="4310950"/>
            <a:ext cx="9144000" cy="83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1192350" y="1404388"/>
            <a:ext cx="281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0" name="Google Shape;80;p16"/>
          <p:cNvSpPr txBox="1">
            <a:spLocks noGrp="1"/>
          </p:cNvSpPr>
          <p:nvPr>
            <p:ph type="subTitle" idx="1"/>
          </p:nvPr>
        </p:nvSpPr>
        <p:spPr>
          <a:xfrm>
            <a:off x="1192350" y="2261613"/>
            <a:ext cx="2818500" cy="147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4">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5063400" y="1404388"/>
            <a:ext cx="28185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 name="Google Shape;83;p17"/>
          <p:cNvSpPr txBox="1">
            <a:spLocks noGrp="1"/>
          </p:cNvSpPr>
          <p:nvPr>
            <p:ph type="subTitle" idx="1"/>
          </p:nvPr>
        </p:nvSpPr>
        <p:spPr>
          <a:xfrm>
            <a:off x="5063400" y="2261613"/>
            <a:ext cx="2818500" cy="1477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CUSTOM_4_1">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2332050" y="1018400"/>
            <a:ext cx="2818500" cy="2339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 name="Google Shape;86;p18"/>
          <p:cNvSpPr txBox="1">
            <a:spLocks noGrp="1"/>
          </p:cNvSpPr>
          <p:nvPr>
            <p:ph type="subTitle" idx="1"/>
          </p:nvPr>
        </p:nvSpPr>
        <p:spPr>
          <a:xfrm>
            <a:off x="2332050" y="3557400"/>
            <a:ext cx="28185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8"/>
          <p:cNvSpPr/>
          <p:nvPr/>
        </p:nvSpPr>
        <p:spPr>
          <a:xfrm>
            <a:off x="0" y="0"/>
            <a:ext cx="2886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4">
  <p:cSld name="CUSTOM_4_1_1">
    <p:bg>
      <p:bgPr>
        <a:blipFill>
          <a:blip r:embed="rId2">
            <a:alphaModFix/>
          </a:blip>
          <a:stretch>
            <a:fillRect/>
          </a:stretch>
        </a:blipFill>
        <a:effectLst/>
      </p:bgPr>
    </p:bg>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1022250" y="2236863"/>
            <a:ext cx="2818500" cy="7233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 name="Google Shape;90;p19"/>
          <p:cNvSpPr txBox="1">
            <a:spLocks noGrp="1"/>
          </p:cNvSpPr>
          <p:nvPr>
            <p:ph type="subTitle" idx="1"/>
          </p:nvPr>
        </p:nvSpPr>
        <p:spPr>
          <a:xfrm>
            <a:off x="1022250" y="2996788"/>
            <a:ext cx="28185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CUSTOM_10">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0"/>
          <p:cNvSpPr/>
          <p:nvPr/>
        </p:nvSpPr>
        <p:spPr>
          <a:xfrm>
            <a:off x="-50" y="4028725"/>
            <a:ext cx="9144000" cy="1114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4" name="Google Shape;94;p20"/>
          <p:cNvSpPr txBox="1">
            <a:spLocks noGrp="1"/>
          </p:cNvSpPr>
          <p:nvPr>
            <p:ph type="title" idx="2"/>
          </p:nvPr>
        </p:nvSpPr>
        <p:spPr>
          <a:xfrm>
            <a:off x="1999312" y="3170994"/>
            <a:ext cx="2175300" cy="9234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5" name="Google Shape;95;p20"/>
          <p:cNvSpPr txBox="1">
            <a:spLocks noGrp="1"/>
          </p:cNvSpPr>
          <p:nvPr>
            <p:ph type="subTitle" idx="1"/>
          </p:nvPr>
        </p:nvSpPr>
        <p:spPr>
          <a:xfrm>
            <a:off x="1999313" y="3988500"/>
            <a:ext cx="21753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 name="Google Shape;96;p20"/>
          <p:cNvSpPr txBox="1">
            <a:spLocks noGrp="1"/>
          </p:cNvSpPr>
          <p:nvPr>
            <p:ph type="title" idx="3"/>
          </p:nvPr>
        </p:nvSpPr>
        <p:spPr>
          <a:xfrm>
            <a:off x="4969382" y="3170994"/>
            <a:ext cx="2175300" cy="9234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7" name="Google Shape;97;p20"/>
          <p:cNvSpPr txBox="1">
            <a:spLocks noGrp="1"/>
          </p:cNvSpPr>
          <p:nvPr>
            <p:ph type="subTitle" idx="4"/>
          </p:nvPr>
        </p:nvSpPr>
        <p:spPr>
          <a:xfrm>
            <a:off x="4969388" y="3988500"/>
            <a:ext cx="21753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20"/>
          <p:cNvSpPr/>
          <p:nvPr/>
        </p:nvSpPr>
        <p:spPr>
          <a:xfrm>
            <a:off x="-50" y="0"/>
            <a:ext cx="9144000" cy="26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blipFill>
          <a:blip r:embed="rId2">
            <a:alphaModFix/>
          </a:blip>
          <a:stretch>
            <a:fillRect/>
          </a:stretch>
        </a:blipFill>
        <a:effectLst/>
      </p:bgPr>
    </p:bg>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 name="Google Shape;101;p21"/>
          <p:cNvSpPr txBox="1">
            <a:spLocks noGrp="1"/>
          </p:cNvSpPr>
          <p:nvPr>
            <p:ph type="title" idx="2"/>
          </p:nvPr>
        </p:nvSpPr>
        <p:spPr>
          <a:xfrm>
            <a:off x="937700" y="3102725"/>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21"/>
          <p:cNvSpPr txBox="1">
            <a:spLocks noGrp="1"/>
          </p:cNvSpPr>
          <p:nvPr>
            <p:ph type="subTitle" idx="1"/>
          </p:nvPr>
        </p:nvSpPr>
        <p:spPr>
          <a:xfrm>
            <a:off x="937700" y="3496900"/>
            <a:ext cx="21753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21"/>
          <p:cNvSpPr txBox="1">
            <a:spLocks noGrp="1"/>
          </p:cNvSpPr>
          <p:nvPr>
            <p:ph type="title" idx="3"/>
          </p:nvPr>
        </p:nvSpPr>
        <p:spPr>
          <a:xfrm>
            <a:off x="3484419" y="3102725"/>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21"/>
          <p:cNvSpPr txBox="1">
            <a:spLocks noGrp="1"/>
          </p:cNvSpPr>
          <p:nvPr>
            <p:ph type="subTitle" idx="4"/>
          </p:nvPr>
        </p:nvSpPr>
        <p:spPr>
          <a:xfrm>
            <a:off x="3484425" y="3496900"/>
            <a:ext cx="21753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21"/>
          <p:cNvSpPr txBox="1">
            <a:spLocks noGrp="1"/>
          </p:cNvSpPr>
          <p:nvPr>
            <p:ph type="title" idx="5"/>
          </p:nvPr>
        </p:nvSpPr>
        <p:spPr>
          <a:xfrm>
            <a:off x="6031146" y="3102725"/>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21"/>
          <p:cNvSpPr txBox="1">
            <a:spLocks noGrp="1"/>
          </p:cNvSpPr>
          <p:nvPr>
            <p:ph type="subTitle" idx="6"/>
          </p:nvPr>
        </p:nvSpPr>
        <p:spPr>
          <a:xfrm>
            <a:off x="6031151" y="3496900"/>
            <a:ext cx="21753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21"/>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2570049" y="445025"/>
            <a:ext cx="3342600" cy="12621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22"/>
          <p:cNvSpPr txBox="1">
            <a:spLocks noGrp="1"/>
          </p:cNvSpPr>
          <p:nvPr>
            <p:ph type="title" idx="2"/>
          </p:nvPr>
        </p:nvSpPr>
        <p:spPr>
          <a:xfrm>
            <a:off x="3459038" y="2283937"/>
            <a:ext cx="197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1" name="Google Shape;111;p22"/>
          <p:cNvSpPr txBox="1">
            <a:spLocks noGrp="1"/>
          </p:cNvSpPr>
          <p:nvPr>
            <p:ph type="subTitle" idx="1"/>
          </p:nvPr>
        </p:nvSpPr>
        <p:spPr>
          <a:xfrm>
            <a:off x="3459038" y="2696175"/>
            <a:ext cx="19782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 name="Google Shape;112;p22"/>
          <p:cNvSpPr txBox="1">
            <a:spLocks noGrp="1"/>
          </p:cNvSpPr>
          <p:nvPr>
            <p:ph type="title" idx="3"/>
          </p:nvPr>
        </p:nvSpPr>
        <p:spPr>
          <a:xfrm>
            <a:off x="6452700" y="2283937"/>
            <a:ext cx="197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3" name="Google Shape;113;p22"/>
          <p:cNvSpPr txBox="1">
            <a:spLocks noGrp="1"/>
          </p:cNvSpPr>
          <p:nvPr>
            <p:ph type="subTitle" idx="4"/>
          </p:nvPr>
        </p:nvSpPr>
        <p:spPr>
          <a:xfrm>
            <a:off x="6452700" y="2696175"/>
            <a:ext cx="19782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22"/>
          <p:cNvSpPr txBox="1">
            <a:spLocks noGrp="1"/>
          </p:cNvSpPr>
          <p:nvPr>
            <p:ph type="title" idx="5"/>
          </p:nvPr>
        </p:nvSpPr>
        <p:spPr>
          <a:xfrm>
            <a:off x="3459038" y="3576262"/>
            <a:ext cx="197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5" name="Google Shape;115;p22"/>
          <p:cNvSpPr txBox="1">
            <a:spLocks noGrp="1"/>
          </p:cNvSpPr>
          <p:nvPr>
            <p:ph type="subTitle" idx="6"/>
          </p:nvPr>
        </p:nvSpPr>
        <p:spPr>
          <a:xfrm>
            <a:off x="3459038" y="3988500"/>
            <a:ext cx="19782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22"/>
          <p:cNvSpPr txBox="1">
            <a:spLocks noGrp="1"/>
          </p:cNvSpPr>
          <p:nvPr>
            <p:ph type="title" idx="7"/>
          </p:nvPr>
        </p:nvSpPr>
        <p:spPr>
          <a:xfrm>
            <a:off x="6452700" y="3576262"/>
            <a:ext cx="197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7" name="Google Shape;117;p22"/>
          <p:cNvSpPr txBox="1">
            <a:spLocks noGrp="1"/>
          </p:cNvSpPr>
          <p:nvPr>
            <p:ph type="subTitle" idx="8"/>
          </p:nvPr>
        </p:nvSpPr>
        <p:spPr>
          <a:xfrm>
            <a:off x="6452700" y="3988500"/>
            <a:ext cx="19782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22"/>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50" y="503400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bg>
      <p:bgPr>
        <a:blipFill>
          <a:blip r:embed="rId2">
            <a:alphaModFix/>
          </a:blip>
          <a:stretch>
            <a:fillRect/>
          </a:stretch>
        </a:blipFill>
        <a:effectLst/>
      </p:bgPr>
    </p:bg>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2" name="Google Shape;122;p23"/>
          <p:cNvSpPr txBox="1">
            <a:spLocks noGrp="1"/>
          </p:cNvSpPr>
          <p:nvPr>
            <p:ph type="title" idx="2"/>
          </p:nvPr>
        </p:nvSpPr>
        <p:spPr>
          <a:xfrm>
            <a:off x="1185600" y="1767525"/>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3" name="Google Shape;123;p23"/>
          <p:cNvSpPr txBox="1">
            <a:spLocks noGrp="1"/>
          </p:cNvSpPr>
          <p:nvPr>
            <p:ph type="subTitle" idx="1"/>
          </p:nvPr>
        </p:nvSpPr>
        <p:spPr>
          <a:xfrm>
            <a:off x="1185600" y="2191769"/>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4" name="Google Shape;124;p23"/>
          <p:cNvSpPr txBox="1">
            <a:spLocks noGrp="1"/>
          </p:cNvSpPr>
          <p:nvPr>
            <p:ph type="title" idx="3"/>
          </p:nvPr>
        </p:nvSpPr>
        <p:spPr>
          <a:xfrm>
            <a:off x="3610904" y="1767525"/>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5" name="Google Shape;125;p23"/>
          <p:cNvSpPr txBox="1">
            <a:spLocks noGrp="1"/>
          </p:cNvSpPr>
          <p:nvPr>
            <p:ph type="subTitle" idx="4"/>
          </p:nvPr>
        </p:nvSpPr>
        <p:spPr>
          <a:xfrm>
            <a:off x="3610900" y="2191769"/>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 name="Google Shape;126;p23"/>
          <p:cNvSpPr txBox="1">
            <a:spLocks noGrp="1"/>
          </p:cNvSpPr>
          <p:nvPr>
            <p:ph type="title" idx="5"/>
          </p:nvPr>
        </p:nvSpPr>
        <p:spPr>
          <a:xfrm>
            <a:off x="1185600" y="3377300"/>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7" name="Google Shape;127;p23"/>
          <p:cNvSpPr txBox="1">
            <a:spLocks noGrp="1"/>
          </p:cNvSpPr>
          <p:nvPr>
            <p:ph type="subTitle" idx="6"/>
          </p:nvPr>
        </p:nvSpPr>
        <p:spPr>
          <a:xfrm>
            <a:off x="1185600" y="3801544"/>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23"/>
          <p:cNvSpPr txBox="1">
            <a:spLocks noGrp="1"/>
          </p:cNvSpPr>
          <p:nvPr>
            <p:ph type="title" idx="7"/>
          </p:nvPr>
        </p:nvSpPr>
        <p:spPr>
          <a:xfrm>
            <a:off x="3610904" y="3377300"/>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29" name="Google Shape;129;p23"/>
          <p:cNvSpPr txBox="1">
            <a:spLocks noGrp="1"/>
          </p:cNvSpPr>
          <p:nvPr>
            <p:ph type="subTitle" idx="8"/>
          </p:nvPr>
        </p:nvSpPr>
        <p:spPr>
          <a:xfrm>
            <a:off x="3610900" y="3801551"/>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23"/>
          <p:cNvSpPr txBox="1">
            <a:spLocks noGrp="1"/>
          </p:cNvSpPr>
          <p:nvPr>
            <p:ph type="title" idx="9"/>
          </p:nvPr>
        </p:nvSpPr>
        <p:spPr>
          <a:xfrm>
            <a:off x="6036190" y="1767525"/>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1" name="Google Shape;131;p23"/>
          <p:cNvSpPr txBox="1">
            <a:spLocks noGrp="1"/>
          </p:cNvSpPr>
          <p:nvPr>
            <p:ph type="subTitle" idx="13"/>
          </p:nvPr>
        </p:nvSpPr>
        <p:spPr>
          <a:xfrm>
            <a:off x="6036194" y="2191769"/>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23"/>
          <p:cNvSpPr txBox="1">
            <a:spLocks noGrp="1"/>
          </p:cNvSpPr>
          <p:nvPr>
            <p:ph type="title" idx="14"/>
          </p:nvPr>
        </p:nvSpPr>
        <p:spPr>
          <a:xfrm>
            <a:off x="6036190" y="3377300"/>
            <a:ext cx="2204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3" name="Google Shape;133;p23"/>
          <p:cNvSpPr txBox="1">
            <a:spLocks noGrp="1"/>
          </p:cNvSpPr>
          <p:nvPr>
            <p:ph type="subTitle" idx="15"/>
          </p:nvPr>
        </p:nvSpPr>
        <p:spPr>
          <a:xfrm>
            <a:off x="6036197" y="3801551"/>
            <a:ext cx="22044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4" name="Google Shape;134;p23"/>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24"/>
          <p:cNvSpPr txBox="1">
            <a:spLocks noGrp="1"/>
          </p:cNvSpPr>
          <p:nvPr>
            <p:ph type="title" hasCustomPrompt="1"/>
          </p:nvPr>
        </p:nvSpPr>
        <p:spPr>
          <a:xfrm>
            <a:off x="1284300" y="745125"/>
            <a:ext cx="3047400" cy="8418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7" name="Google Shape;137;p24"/>
          <p:cNvSpPr txBox="1">
            <a:spLocks noGrp="1"/>
          </p:cNvSpPr>
          <p:nvPr>
            <p:ph type="subTitle" idx="1"/>
          </p:nvPr>
        </p:nvSpPr>
        <p:spPr>
          <a:xfrm>
            <a:off x="4572000" y="782075"/>
            <a:ext cx="3047400" cy="7680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18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8" name="Google Shape;138;p24"/>
          <p:cNvSpPr txBox="1">
            <a:spLocks noGrp="1"/>
          </p:cNvSpPr>
          <p:nvPr>
            <p:ph type="title" idx="2" hasCustomPrompt="1"/>
          </p:nvPr>
        </p:nvSpPr>
        <p:spPr>
          <a:xfrm>
            <a:off x="1284300" y="2150867"/>
            <a:ext cx="3047400" cy="8418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9" name="Google Shape;139;p24"/>
          <p:cNvSpPr txBox="1">
            <a:spLocks noGrp="1"/>
          </p:cNvSpPr>
          <p:nvPr>
            <p:ph type="subTitle" idx="3"/>
          </p:nvPr>
        </p:nvSpPr>
        <p:spPr>
          <a:xfrm>
            <a:off x="4572000" y="2187765"/>
            <a:ext cx="3047400" cy="7680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18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40" name="Google Shape;140;p24"/>
          <p:cNvSpPr txBox="1">
            <a:spLocks noGrp="1"/>
          </p:cNvSpPr>
          <p:nvPr>
            <p:ph type="title" idx="4" hasCustomPrompt="1"/>
          </p:nvPr>
        </p:nvSpPr>
        <p:spPr>
          <a:xfrm>
            <a:off x="1284300" y="3556582"/>
            <a:ext cx="3047400" cy="8418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1" name="Google Shape;141;p24"/>
          <p:cNvSpPr txBox="1">
            <a:spLocks noGrp="1"/>
          </p:cNvSpPr>
          <p:nvPr>
            <p:ph type="subTitle" idx="5"/>
          </p:nvPr>
        </p:nvSpPr>
        <p:spPr>
          <a:xfrm>
            <a:off x="4572000" y="3593477"/>
            <a:ext cx="3047400" cy="7680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18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42" name="Google Shape;142;p24"/>
          <p:cNvSpPr/>
          <p:nvPr/>
        </p:nvSpPr>
        <p:spPr>
          <a:xfrm>
            <a:off x="-50" y="4875350"/>
            <a:ext cx="9144000" cy="26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4"/>
          <p:cNvSpPr/>
          <p:nvPr/>
        </p:nvSpPr>
        <p:spPr>
          <a:xfrm>
            <a:off x="-50" y="0"/>
            <a:ext cx="9144000" cy="26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CUSTOM_11">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6" name="Google Shape;146;p25"/>
          <p:cNvSpPr/>
          <p:nvPr/>
        </p:nvSpPr>
        <p:spPr>
          <a:xfrm>
            <a:off x="0" y="0"/>
            <a:ext cx="12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CUSTOM_3">
    <p:bg>
      <p:bgPr>
        <a:blipFill>
          <a:blip r:embed="rId2">
            <a:alphaModFix/>
          </a:blip>
          <a:stretch>
            <a:fillRect/>
          </a:stretch>
        </a:blipFill>
        <a:effectLst/>
      </p:bgPr>
    </p:bg>
    <p:spTree>
      <p:nvGrpSpPr>
        <p:cNvPr id="1" name="Shape 147"/>
        <p:cNvGrpSpPr/>
        <p:nvPr/>
      </p:nvGrpSpPr>
      <p:grpSpPr>
        <a:xfrm>
          <a:off x="0" y="0"/>
          <a:ext cx="0" cy="0"/>
          <a:chOff x="0" y="0"/>
          <a:chExt cx="0" cy="0"/>
        </a:xfrm>
      </p:grpSpPr>
      <p:sp>
        <p:nvSpPr>
          <p:cNvPr id="148" name="Google Shape;148;p26"/>
          <p:cNvSpPr txBox="1">
            <a:spLocks noGrp="1"/>
          </p:cNvSpPr>
          <p:nvPr>
            <p:ph type="title"/>
          </p:nvPr>
        </p:nvSpPr>
        <p:spPr>
          <a:xfrm>
            <a:off x="4136100" y="375275"/>
            <a:ext cx="3773100" cy="8730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9" name="Google Shape;149;p26"/>
          <p:cNvSpPr txBox="1">
            <a:spLocks noGrp="1"/>
          </p:cNvSpPr>
          <p:nvPr>
            <p:ph type="subTitle" idx="1"/>
          </p:nvPr>
        </p:nvSpPr>
        <p:spPr>
          <a:xfrm>
            <a:off x="4136100" y="1170675"/>
            <a:ext cx="3576600" cy="156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6"/>
          <p:cNvSpPr txBox="1"/>
          <p:nvPr/>
        </p:nvSpPr>
        <p:spPr>
          <a:xfrm>
            <a:off x="4129200" y="3586425"/>
            <a:ext cx="3576600" cy="738900"/>
          </a:xfrm>
          <a:prstGeom prst="rect">
            <a:avLst/>
          </a:prstGeom>
          <a:noFill/>
          <a:ln>
            <a:noFill/>
          </a:ln>
        </p:spPr>
        <p:txBody>
          <a:bodyPr spcFirstLastPara="1" wrap="square" lIns="91425" tIns="91425" rIns="91425" bIns="91425" anchor="t" anchorCtr="0">
            <a:spAutoFit/>
          </a:bodyPr>
          <a:lstStyle/>
          <a:p>
            <a:pPr marL="0" lvl="0" indent="0" algn="l" rtl="0">
              <a:spcBef>
                <a:spcPts val="300"/>
              </a:spcBef>
              <a:spcAft>
                <a:spcPts val="0"/>
              </a:spcAft>
              <a:buNone/>
            </a:pPr>
            <a:r>
              <a:rPr lang="en" sz="1200">
                <a:solidFill>
                  <a:schemeClr val="dk2"/>
                </a:solidFill>
                <a:latin typeface="Karla"/>
                <a:ea typeface="Karla"/>
                <a:cs typeface="Karla"/>
                <a:sym typeface="Karla"/>
              </a:rPr>
              <a:t>CREDITS: This presentation template was created by </a:t>
            </a:r>
            <a:r>
              <a:rPr lang="en" sz="1200" b="1">
                <a:solidFill>
                  <a:schemeClr val="dk2"/>
                </a:solidFill>
                <a:uFill>
                  <a:noFill/>
                </a:uFill>
                <a:latin typeface="Karla"/>
                <a:ea typeface="Karla"/>
                <a:cs typeface="Karla"/>
                <a:sym typeface="Karl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2"/>
                </a:solidFill>
                <a:latin typeface="Karla"/>
                <a:ea typeface="Karla"/>
                <a:cs typeface="Karla"/>
                <a:sym typeface="Karla"/>
              </a:rPr>
              <a:t>, and includes icons by </a:t>
            </a:r>
            <a:r>
              <a:rPr lang="en" sz="1200" b="1">
                <a:solidFill>
                  <a:schemeClr val="dk2"/>
                </a:solidFill>
                <a:uFill>
                  <a:noFill/>
                </a:uFill>
                <a:latin typeface="Karla"/>
                <a:ea typeface="Karla"/>
                <a:cs typeface="Karla"/>
                <a:sym typeface="Karl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2"/>
                </a:solidFill>
                <a:latin typeface="Karla"/>
                <a:ea typeface="Karla"/>
                <a:cs typeface="Karla"/>
                <a:sym typeface="Karla"/>
              </a:rPr>
              <a:t>, and infographics &amp; images by </a:t>
            </a:r>
            <a:r>
              <a:rPr lang="en" sz="1200" b="1">
                <a:solidFill>
                  <a:schemeClr val="dk2"/>
                </a:solidFill>
                <a:uFill>
                  <a:noFill/>
                </a:uFill>
                <a:latin typeface="Karla"/>
                <a:ea typeface="Karla"/>
                <a:cs typeface="Karla"/>
                <a:sym typeface="Karl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b="1">
                <a:solidFill>
                  <a:schemeClr val="dk2"/>
                </a:solidFill>
                <a:latin typeface="Karla"/>
                <a:ea typeface="Karla"/>
                <a:cs typeface="Karla"/>
                <a:sym typeface="Karla"/>
              </a:rPr>
              <a:t> </a:t>
            </a:r>
            <a:endParaRPr sz="1200" b="1">
              <a:solidFill>
                <a:schemeClr val="dk2"/>
              </a:solidFill>
              <a:latin typeface="Karla"/>
              <a:ea typeface="Karla"/>
              <a:cs typeface="Karla"/>
              <a:sym typeface="Karl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51"/>
        <p:cNvGrpSpPr/>
        <p:nvPr/>
      </p:nvGrpSpPr>
      <p:grpSpPr>
        <a:xfrm>
          <a:off x="0" y="0"/>
          <a:ext cx="0" cy="0"/>
          <a:chOff x="0" y="0"/>
          <a:chExt cx="0" cy="0"/>
        </a:xfrm>
      </p:grpSpPr>
      <p:sp>
        <p:nvSpPr>
          <p:cNvPr id="152" name="Google Shape;152;p27"/>
          <p:cNvSpPr/>
          <p:nvPr/>
        </p:nvSpPr>
        <p:spPr>
          <a:xfrm>
            <a:off x="-50" y="4875350"/>
            <a:ext cx="9144000" cy="26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p:cNvSpPr/>
          <p:nvPr/>
        </p:nvSpPr>
        <p:spPr>
          <a:xfrm>
            <a:off x="-50" y="0"/>
            <a:ext cx="9144000" cy="26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54"/>
        <p:cNvGrpSpPr/>
        <p:nvPr/>
      </p:nvGrpSpPr>
      <p:grpSpPr>
        <a:xfrm>
          <a:off x="0" y="0"/>
          <a:ext cx="0" cy="0"/>
          <a:chOff x="0" y="0"/>
          <a:chExt cx="0" cy="0"/>
        </a:xfrm>
      </p:grpSpPr>
      <p:sp>
        <p:nvSpPr>
          <p:cNvPr id="155" name="Google Shape;155;p28"/>
          <p:cNvSpPr/>
          <p:nvPr/>
        </p:nvSpPr>
        <p:spPr>
          <a:xfrm>
            <a:off x="-50" y="0"/>
            <a:ext cx="9144000" cy="10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1pPr>
            <a:lvl2pPr lvl="1"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2pPr>
            <a:lvl3pPr lvl="2"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3pPr>
            <a:lvl4pPr lvl="3"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4pPr>
            <a:lvl5pPr lvl="4"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5pPr>
            <a:lvl6pPr lvl="5"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6pPr>
            <a:lvl7pPr lvl="6"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7pPr>
            <a:lvl8pPr lvl="7"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8pPr>
            <a:lvl9pPr lvl="8" rtl="0">
              <a:spcBef>
                <a:spcPts val="0"/>
              </a:spcBef>
              <a:spcAft>
                <a:spcPts val="0"/>
              </a:spcAft>
              <a:buClr>
                <a:schemeClr val="dk1"/>
              </a:buClr>
              <a:buSzPts val="3500"/>
              <a:buFont typeface="Open Sans"/>
              <a:buNone/>
              <a:defRPr sz="3500" b="1">
                <a:solidFill>
                  <a:schemeClr val="dk1"/>
                </a:solidFill>
                <a:latin typeface="Open Sans"/>
                <a:ea typeface="Open Sans"/>
                <a:cs typeface="Open Sans"/>
                <a:sym typeface="Open Sans"/>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1pPr>
            <a:lvl2pPr marL="914400" lvl="1"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2pPr>
            <a:lvl3pPr marL="1371600" lvl="2"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3pPr>
            <a:lvl4pPr marL="1828800" lvl="3"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4pPr>
            <a:lvl5pPr marL="2286000" lvl="4"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5pPr>
            <a:lvl6pPr marL="2743200" lvl="5"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6pPr>
            <a:lvl7pPr marL="3200400" lvl="6"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7pPr>
            <a:lvl8pPr marL="3657600" lvl="7"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8pPr>
            <a:lvl9pPr marL="4114800" lvl="8" indent="-317500">
              <a:lnSpc>
                <a:spcPct val="100000"/>
              </a:lnSpc>
              <a:spcBef>
                <a:spcPts val="0"/>
              </a:spcBef>
              <a:spcAft>
                <a:spcPts val="0"/>
              </a:spcAft>
              <a:buClr>
                <a:schemeClr val="dk2"/>
              </a:buClr>
              <a:buSzPts val="1400"/>
              <a:buFont typeface="Karla"/>
              <a:buChar char="■"/>
              <a:defRPr>
                <a:solidFill>
                  <a:schemeClr val="dk2"/>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orient="horz" pos="2900">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slidesgo_contents_of_this_template&amp;utm_term=storyset&amp;utm_content=storyset" TargetMode="External"/><Relationship Id="rId3" Type="http://schemas.openxmlformats.org/officeDocument/2006/relationships/hyperlink" Target="http://bit.ly/2Tynxth" TargetMode="External"/><Relationship Id="rId7" Type="http://schemas.openxmlformats.org/officeDocument/2006/relationships/slide" Target="slide26.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slidesgo.com/slidesgo-school/powerpoint-tutorials/how-to-download-the-fonts-for-our-powerpoint-templates?utm_source=slidesgo_template&amp;utm_medium=referral-link&amp;utm_campaign=sg_credits&amp;utm_content=slidesgo-school" TargetMode="Externa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spreadsheets/d/1ASqikQcuDArmSurMU6DJt97l_3hlMVE-qybD3pjlsNI/copy#gid=273647773"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7.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docs.google.com/spreadsheets/d/1ASqikQcuDArmSurMU6DJt97l_3hlMVE-qybD3pjlsNI/copy#gid=37771927" TargetMode="External"/><Relationship Id="rId2" Type="http://schemas.openxmlformats.org/officeDocument/2006/relationships/notesSlide" Target="../notesSlides/notesSlide19.xml"/><Relationship Id="rId1" Type="http://schemas.openxmlformats.org/officeDocument/2006/relationships/slideLayout" Target="../slideLayouts/slideLayout22.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2"/>
          <p:cNvSpPr txBox="1">
            <a:spLocks noGrp="1"/>
          </p:cNvSpPr>
          <p:nvPr>
            <p:ph type="ctrTitle"/>
          </p:nvPr>
        </p:nvSpPr>
        <p:spPr>
          <a:xfrm>
            <a:off x="713100" y="1138250"/>
            <a:ext cx="4255200" cy="183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a:solidFill>
                  <a:schemeClr val="dk1"/>
                </a:solidFill>
              </a:rPr>
              <a:t>Soil Pollution Prevention </a:t>
            </a:r>
            <a:r>
              <a:rPr lang="en" sz="3800" b="0">
                <a:solidFill>
                  <a:schemeClr val="dk1"/>
                </a:solidFill>
              </a:rPr>
              <a:t>Project Proposal</a:t>
            </a:r>
            <a:endParaRPr sz="3800" b="0">
              <a:solidFill>
                <a:schemeClr val="dk1"/>
              </a:solidFill>
            </a:endParaRPr>
          </a:p>
        </p:txBody>
      </p:sp>
      <p:sp>
        <p:nvSpPr>
          <p:cNvPr id="167" name="Google Shape;167;p32"/>
          <p:cNvSpPr txBox="1">
            <a:spLocks noGrp="1"/>
          </p:cNvSpPr>
          <p:nvPr>
            <p:ph type="subTitle" idx="1"/>
          </p:nvPr>
        </p:nvSpPr>
        <p:spPr>
          <a:xfrm>
            <a:off x="713100" y="3266313"/>
            <a:ext cx="27012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cxnSp>
        <p:nvCxnSpPr>
          <p:cNvPr id="168" name="Google Shape;168;p32"/>
          <p:cNvCxnSpPr/>
          <p:nvPr/>
        </p:nvCxnSpPr>
        <p:spPr>
          <a:xfrm>
            <a:off x="0" y="3119688"/>
            <a:ext cx="5574000" cy="0"/>
          </a:xfrm>
          <a:prstGeom prst="straightConnector1">
            <a:avLst/>
          </a:prstGeom>
          <a:noFill/>
          <a:ln w="19050" cap="flat" cmpd="sng">
            <a:solidFill>
              <a:schemeClr val="accent3"/>
            </a:solidFill>
            <a:prstDash val="solid"/>
            <a:round/>
            <a:headEnd type="none" w="med" len="med"/>
            <a:tailEnd type="none" w="med" len="med"/>
          </a:ln>
        </p:spPr>
      </p:cxnSp>
      <p:pic>
        <p:nvPicPr>
          <p:cNvPr id="169" name="Google Shape;169;p32"/>
          <p:cNvPicPr preferRelativeResize="0"/>
          <p:nvPr/>
        </p:nvPicPr>
        <p:blipFill>
          <a:blip r:embed="rId3">
            <a:alphaModFix/>
          </a:blip>
          <a:stretch>
            <a:fillRect/>
          </a:stretch>
        </p:blipFill>
        <p:spPr>
          <a:xfrm>
            <a:off x="4734851" y="207475"/>
            <a:ext cx="5858574" cy="4728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175" name="Google Shape;175;p33"/>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rPr>
              <a:t>Here’s what you’ll find in this </a:t>
            </a:r>
            <a:r>
              <a:rPr lang="en" b="1">
                <a:solidFill>
                  <a:schemeClr val="dk2"/>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a:solidFill>
                  <a:schemeClr val="dk2"/>
                </a:solidFill>
              </a:rPr>
              <a:t> template: </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A slide structure based on a project proposal presentation, which you can easily adapt to your needs. For more info on how to edit the template, please visit </a:t>
            </a:r>
            <a:r>
              <a:rPr lang="en" b="1">
                <a:solidFill>
                  <a:schemeClr val="dk2"/>
                </a:solidFill>
                <a:uFill>
                  <a:noFill/>
                </a:uFil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a:solidFill>
                  <a:schemeClr val="dk2"/>
                </a:solidFill>
              </a:rPr>
              <a:t> or read our </a:t>
            </a:r>
            <a:r>
              <a:rPr lang="en" b="1">
                <a:solidFill>
                  <a:schemeClr val="dk2"/>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a:solidFill>
                  <a:schemeClr val="dk2"/>
                </a:solidFill>
              </a:rPr>
              <a:t>.</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To view this template in PowerPoint with the correct fonts, download and install on your computer the </a:t>
            </a:r>
            <a:r>
              <a:rPr lang="en" b="1">
                <a:solidFill>
                  <a:schemeClr val="hlink"/>
                </a:solidFill>
                <a:uFill>
                  <a:noFill/>
                </a:uFill>
                <a:hlinkClick r:id="" action="ppaction://noaction"/>
              </a:rPr>
              <a:t>fonts that we have used</a:t>
            </a:r>
            <a:r>
              <a:rPr lang="en">
                <a:solidFill>
                  <a:schemeClr val="dk2"/>
                </a:solidFill>
              </a:rPr>
              <a:t>. You can learn how to download and install fonts </a:t>
            </a:r>
            <a:r>
              <a:rPr lang="en" b="1">
                <a:solidFill>
                  <a:schemeClr val="dk2"/>
                </a:solidFill>
                <a:uFill>
                  <a:noFill/>
                </a:uFill>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r>
              <a:rPr lang="en">
                <a:solidFill>
                  <a:schemeClr val="dk2"/>
                </a:solidFill>
              </a:rPr>
              <a:t>.</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An assortment of graphic resources that are suitable for use in the presentation can be found in the </a:t>
            </a:r>
            <a:r>
              <a:rPr lang="en" b="1">
                <a:solidFill>
                  <a:schemeClr val="hlink"/>
                </a:solidFill>
                <a:uFill>
                  <a:noFill/>
                </a:uFill>
                <a:hlinkClick r:id="" action="ppaction://noaction"/>
              </a:rPr>
              <a:t>alternative resources slide</a:t>
            </a:r>
            <a:r>
              <a:rPr lang="en">
                <a:solidFill>
                  <a:schemeClr val="dk2"/>
                </a:solidFill>
              </a:rPr>
              <a:t>.</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A </a:t>
            </a:r>
            <a:r>
              <a:rPr lang="en" b="1">
                <a:solidFill>
                  <a:schemeClr val="hlink"/>
                </a:solidFill>
                <a:uFill>
                  <a:noFill/>
                </a:uFill>
                <a:hlinkClick r:id="rId7" action="ppaction://hlinksldjump"/>
              </a:rPr>
              <a:t>thanks slide</a:t>
            </a:r>
            <a:r>
              <a:rPr lang="en">
                <a:solidFill>
                  <a:schemeClr val="dk2"/>
                </a:solidFill>
              </a:rPr>
              <a:t>, which you must keep so that proper credits for our design are given.</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A </a:t>
            </a:r>
            <a:r>
              <a:rPr lang="en" b="1">
                <a:solidFill>
                  <a:schemeClr val="hlink"/>
                </a:solidFill>
                <a:uFill>
                  <a:noFill/>
                </a:uFill>
                <a:hlinkClick r:id="" action="ppaction://noaction"/>
              </a:rPr>
              <a:t>resources slide</a:t>
            </a:r>
            <a:r>
              <a:rPr lang="en">
                <a:solidFill>
                  <a:schemeClr val="dk2"/>
                </a:solidFill>
              </a:rPr>
              <a:t>, where you’ll find links to all the elements used in the template.</a:t>
            </a:r>
            <a:endParaRPr>
              <a:solidFill>
                <a:schemeClr val="dk2"/>
              </a:solidFill>
            </a:endParaRPr>
          </a:p>
          <a:p>
            <a:pPr marL="457200" lvl="0" indent="-298450" algn="l" rtl="0">
              <a:spcBef>
                <a:spcPts val="0"/>
              </a:spcBef>
              <a:spcAft>
                <a:spcPts val="0"/>
              </a:spcAft>
              <a:buClr>
                <a:schemeClr val="dk2"/>
              </a:buClr>
              <a:buSzPts val="1100"/>
              <a:buAutoNum type="arabicPeriod"/>
            </a:pPr>
            <a:r>
              <a:rPr lang="en" b="1">
                <a:solidFill>
                  <a:schemeClr val="hlink"/>
                </a:solidFill>
                <a:uFill>
                  <a:noFill/>
                </a:uFill>
                <a:hlinkClick r:id="" action="ppaction://noaction"/>
              </a:rPr>
              <a:t>Instructions for use</a:t>
            </a:r>
            <a:r>
              <a:rPr lang="en">
                <a:solidFill>
                  <a:schemeClr val="dk2"/>
                </a:solidFill>
              </a:rPr>
              <a:t>.</a:t>
            </a:r>
            <a:endParaRPr>
              <a:solidFill>
                <a:schemeClr val="dk2"/>
              </a:solidFill>
            </a:endParaRPr>
          </a:p>
          <a:p>
            <a:pPr marL="457200" lvl="0" indent="-298450" algn="l" rtl="0">
              <a:spcBef>
                <a:spcPts val="0"/>
              </a:spcBef>
              <a:spcAft>
                <a:spcPts val="0"/>
              </a:spcAft>
              <a:buClr>
                <a:schemeClr val="dk2"/>
              </a:buClr>
              <a:buSzPts val="1100"/>
              <a:buAutoNum type="arabicPeriod"/>
            </a:pPr>
            <a:r>
              <a:rPr lang="en">
                <a:solidFill>
                  <a:schemeClr val="dk2"/>
                </a:solidFill>
              </a:rPr>
              <a:t>Final slides with:</a:t>
            </a:r>
            <a:endParaRPr>
              <a:solidFill>
                <a:schemeClr val="dk2"/>
              </a:solidFill>
            </a:endParaRPr>
          </a:p>
          <a:p>
            <a:pPr marL="914400" lvl="0" indent="-298450" algn="l" rtl="0">
              <a:spcBef>
                <a:spcPts val="0"/>
              </a:spcBef>
              <a:spcAft>
                <a:spcPts val="0"/>
              </a:spcAft>
              <a:buClr>
                <a:schemeClr val="dk2"/>
              </a:buClr>
              <a:buSzPts val="1100"/>
              <a:buChar char="●"/>
            </a:pPr>
            <a:r>
              <a:rPr lang="en">
                <a:solidFill>
                  <a:schemeClr val="dk2"/>
                </a:solidFill>
              </a:rPr>
              <a:t>The</a:t>
            </a:r>
            <a:r>
              <a:rPr lang="en">
                <a:solidFill>
                  <a:schemeClr val="hlink"/>
                </a:solidFill>
                <a:uFill>
                  <a:noFill/>
                </a:uFill>
                <a:hlinkClick r:id="" action="ppaction://noaction"/>
              </a:rPr>
              <a:t> </a:t>
            </a:r>
            <a:r>
              <a:rPr lang="en" b="1">
                <a:solidFill>
                  <a:schemeClr val="hlink"/>
                </a:solidFill>
                <a:uFill>
                  <a:noFill/>
                </a:uFill>
                <a:hlinkClick r:id="" action="ppaction://noaction"/>
              </a:rPr>
              <a:t>fonts and colors</a:t>
            </a:r>
            <a:r>
              <a:rPr lang="en">
                <a:solidFill>
                  <a:schemeClr val="dk2"/>
                </a:solidFill>
              </a:rPr>
              <a:t> used in the template.</a:t>
            </a:r>
            <a:endParaRPr>
              <a:solidFill>
                <a:schemeClr val="dk2"/>
              </a:solidFill>
            </a:endParaRPr>
          </a:p>
          <a:p>
            <a:pPr marL="914400" lvl="0" indent="-298450" algn="l" rtl="0">
              <a:spcBef>
                <a:spcPts val="0"/>
              </a:spcBef>
              <a:spcAft>
                <a:spcPts val="0"/>
              </a:spcAft>
              <a:buClr>
                <a:schemeClr val="dk2"/>
              </a:buClr>
              <a:buSzPts val="1100"/>
              <a:buChar char="●"/>
            </a:pPr>
            <a:r>
              <a:rPr lang="en">
                <a:solidFill>
                  <a:schemeClr val="dk2"/>
                </a:solidFill>
              </a:rPr>
              <a:t>A </a:t>
            </a:r>
            <a:r>
              <a:rPr lang="en" b="1">
                <a:solidFill>
                  <a:schemeClr val="dk2"/>
                </a:solidFill>
              </a:rPr>
              <a:t>selection of </a:t>
            </a:r>
            <a:r>
              <a:rPr lang="en" b="1">
                <a:solidFill>
                  <a:schemeClr val="hlink"/>
                </a:solidFill>
                <a:uFill>
                  <a:noFill/>
                </a:uFill>
                <a:hlinkClick r:id="" action="ppaction://noaction"/>
              </a:rPr>
              <a:t>illustrations</a:t>
            </a:r>
            <a:r>
              <a:rPr lang="en" b="1">
                <a:solidFill>
                  <a:schemeClr val="dk2"/>
                </a:solidFill>
              </a:rPr>
              <a:t>.</a:t>
            </a:r>
            <a:r>
              <a:rPr lang="en">
                <a:solidFill>
                  <a:schemeClr val="dk2"/>
                </a:solidFill>
              </a:rPr>
              <a:t> You can also customize and animate them as you wish with the online editor. Visit</a:t>
            </a:r>
            <a:r>
              <a:rPr lang="en" b="1">
                <a:solidFill>
                  <a:schemeClr val="dk2"/>
                </a:solidFill>
              </a:rPr>
              <a:t> </a:t>
            </a:r>
            <a:r>
              <a:rPr lang="en" b="1">
                <a:solidFill>
                  <a:schemeClr val="dk2"/>
                </a:solidFill>
                <a:uFill>
                  <a:noFill/>
                </a:uFill>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a:solidFill>
                  <a:schemeClr val="dk2"/>
                </a:solidFill>
              </a:rPr>
              <a:t> to find more. </a:t>
            </a:r>
            <a:endParaRPr>
              <a:solidFill>
                <a:schemeClr val="dk2"/>
              </a:solidFill>
            </a:endParaRPr>
          </a:p>
          <a:p>
            <a:pPr marL="914400" lvl="0" indent="-298450" algn="l" rtl="0">
              <a:spcBef>
                <a:spcPts val="0"/>
              </a:spcBef>
              <a:spcAft>
                <a:spcPts val="0"/>
              </a:spcAft>
              <a:buClr>
                <a:schemeClr val="dk2"/>
              </a:buClr>
              <a:buSzPts val="1100"/>
              <a:buChar char="●"/>
            </a:pPr>
            <a:r>
              <a:rPr lang="en">
                <a:solidFill>
                  <a:schemeClr val="dk2"/>
                </a:solidFill>
              </a:rPr>
              <a:t>More</a:t>
            </a:r>
            <a:r>
              <a:rPr lang="en">
                <a:solidFill>
                  <a:schemeClr val="hlink"/>
                </a:solidFill>
                <a:uFill>
                  <a:noFill/>
                </a:uFill>
                <a:hlinkClick r:id="" action="ppaction://noaction"/>
              </a:rPr>
              <a:t> </a:t>
            </a:r>
            <a:r>
              <a:rPr lang="en" b="1">
                <a:solidFill>
                  <a:schemeClr val="hlink"/>
                </a:solidFill>
                <a:uFill>
                  <a:noFill/>
                </a:uFill>
                <a:hlinkClick r:id="" action="ppaction://noaction"/>
              </a:rPr>
              <a:t>infographic resources</a:t>
            </a:r>
            <a:r>
              <a:rPr lang="en">
                <a:solidFill>
                  <a:schemeClr val="dk2"/>
                </a:solidFill>
              </a:rPr>
              <a:t>, whose size and color can be edited. </a:t>
            </a:r>
            <a:endParaRPr>
              <a:solidFill>
                <a:schemeClr val="dk2"/>
              </a:solidFill>
            </a:endParaRPr>
          </a:p>
          <a:p>
            <a:pPr marL="914400" lvl="0" indent="-298450" algn="l" rtl="0">
              <a:spcBef>
                <a:spcPts val="0"/>
              </a:spcBef>
              <a:spcAft>
                <a:spcPts val="0"/>
              </a:spcAft>
              <a:buClr>
                <a:schemeClr val="dk2"/>
              </a:buClr>
              <a:buSzPts val="1100"/>
              <a:buChar char="●"/>
            </a:pPr>
            <a:r>
              <a:rPr lang="en">
                <a:solidFill>
                  <a:schemeClr val="dk2"/>
                </a:solidFill>
              </a:rPr>
              <a:t>Sets of </a:t>
            </a:r>
            <a:r>
              <a:rPr lang="en" b="1">
                <a:solidFill>
                  <a:schemeClr val="hlink"/>
                </a:solidFill>
                <a:uFill>
                  <a:noFill/>
                </a:uFill>
                <a:hlinkClick r:id="" action="ppaction://noaction"/>
              </a:rPr>
              <a:t>customizable icons</a:t>
            </a:r>
            <a:r>
              <a:rPr lang="en">
                <a:solidFill>
                  <a:schemeClr val="dk2"/>
                </a:solidFill>
              </a:rPr>
              <a:t> of the following themes: general, business, avatar, creative process, education, help &amp; support, medical, nature, performing arts, SEO &amp; marketing, and teamwork.</a:t>
            </a:r>
            <a:endParaRPr>
              <a:solidFill>
                <a:schemeClr val="dk2"/>
              </a:solidFill>
            </a:endParaRPr>
          </a:p>
          <a:p>
            <a:pPr marL="1371600" lvl="0" indent="0" algn="l" rtl="0">
              <a:spcBef>
                <a:spcPts val="0"/>
              </a:spcBef>
              <a:spcAft>
                <a:spcPts val="0"/>
              </a:spcAft>
              <a:buNone/>
            </a:pPr>
            <a:endParaRPr>
              <a:solidFill>
                <a:schemeClr val="dk2"/>
              </a:solidFill>
            </a:endParaRPr>
          </a:p>
          <a:p>
            <a:pPr marL="0" lvl="0" indent="0" algn="l" rtl="0">
              <a:spcBef>
                <a:spcPts val="0"/>
              </a:spcBef>
              <a:spcAft>
                <a:spcPts val="0"/>
              </a:spcAft>
              <a:buNone/>
            </a:pPr>
            <a:r>
              <a:rPr lang="en">
                <a:solidFill>
                  <a:schemeClr val="dk2"/>
                </a:solidFill>
              </a:rPr>
              <a:t>You can delete this slide when you’re done editing the presentation.</a:t>
            </a:r>
            <a:endParaRPr>
              <a:solidFill>
                <a:schemeClr val="dk2"/>
              </a:solidFill>
            </a:endParaRPr>
          </a:p>
        </p:txBody>
      </p:sp>
      <p:cxnSp>
        <p:nvCxnSpPr>
          <p:cNvPr id="176" name="Google Shape;176;p33"/>
          <p:cNvCxnSpPr/>
          <p:nvPr/>
        </p:nvCxnSpPr>
        <p:spPr>
          <a:xfrm>
            <a:off x="815275" y="1156091"/>
            <a:ext cx="9192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82" name="Google Shape;182;p34"/>
          <p:cNvSpPr txBox="1">
            <a:spLocks noGrp="1"/>
          </p:cNvSpPr>
          <p:nvPr>
            <p:ph type="title" idx="2"/>
          </p:nvPr>
        </p:nvSpPr>
        <p:spPr>
          <a:xfrm>
            <a:off x="720000" y="1843325"/>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About</a:t>
            </a:r>
            <a:endParaRPr/>
          </a:p>
        </p:txBody>
      </p:sp>
      <p:sp>
        <p:nvSpPr>
          <p:cNvPr id="183" name="Google Shape;183;p34"/>
          <p:cNvSpPr txBox="1">
            <a:spLocks noGrp="1"/>
          </p:cNvSpPr>
          <p:nvPr>
            <p:ph type="subTitle" idx="1"/>
          </p:nvPr>
        </p:nvSpPr>
        <p:spPr>
          <a:xfrm>
            <a:off x="720000" y="2262046"/>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84" name="Google Shape;184;p34"/>
          <p:cNvSpPr txBox="1">
            <a:spLocks noGrp="1"/>
          </p:cNvSpPr>
          <p:nvPr>
            <p:ph type="title" idx="3"/>
          </p:nvPr>
        </p:nvSpPr>
        <p:spPr>
          <a:xfrm>
            <a:off x="3419269" y="1843325"/>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Requirements</a:t>
            </a:r>
            <a:endParaRPr/>
          </a:p>
        </p:txBody>
      </p:sp>
      <p:sp>
        <p:nvSpPr>
          <p:cNvPr id="185" name="Google Shape;185;p34"/>
          <p:cNvSpPr txBox="1">
            <a:spLocks noGrp="1"/>
          </p:cNvSpPr>
          <p:nvPr>
            <p:ph type="subTitle" idx="4"/>
          </p:nvPr>
        </p:nvSpPr>
        <p:spPr>
          <a:xfrm>
            <a:off x="3419275" y="2262046"/>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86" name="Google Shape;186;p34"/>
          <p:cNvSpPr txBox="1">
            <a:spLocks noGrp="1"/>
          </p:cNvSpPr>
          <p:nvPr>
            <p:ph type="title" idx="5"/>
          </p:nvPr>
        </p:nvSpPr>
        <p:spPr>
          <a:xfrm>
            <a:off x="720000" y="3342400"/>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Sneak peek</a:t>
            </a:r>
            <a:endParaRPr/>
          </a:p>
        </p:txBody>
      </p:sp>
      <p:sp>
        <p:nvSpPr>
          <p:cNvPr id="187" name="Google Shape;187;p34"/>
          <p:cNvSpPr txBox="1">
            <a:spLocks noGrp="1"/>
          </p:cNvSpPr>
          <p:nvPr>
            <p:ph type="subTitle" idx="6"/>
          </p:nvPr>
        </p:nvSpPr>
        <p:spPr>
          <a:xfrm>
            <a:off x="720000" y="3761121"/>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88" name="Google Shape;188;p34"/>
          <p:cNvSpPr txBox="1">
            <a:spLocks noGrp="1"/>
          </p:cNvSpPr>
          <p:nvPr>
            <p:ph type="title" idx="7"/>
          </p:nvPr>
        </p:nvSpPr>
        <p:spPr>
          <a:xfrm>
            <a:off x="3419269" y="3342400"/>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stages</a:t>
            </a:r>
            <a:endParaRPr/>
          </a:p>
        </p:txBody>
      </p:sp>
      <p:sp>
        <p:nvSpPr>
          <p:cNvPr id="189" name="Google Shape;189;p34"/>
          <p:cNvSpPr txBox="1">
            <a:spLocks noGrp="1"/>
          </p:cNvSpPr>
          <p:nvPr>
            <p:ph type="subTitle" idx="8"/>
          </p:nvPr>
        </p:nvSpPr>
        <p:spPr>
          <a:xfrm>
            <a:off x="3419275" y="3761121"/>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90" name="Google Shape;190;p34"/>
          <p:cNvSpPr txBox="1">
            <a:spLocks noGrp="1"/>
          </p:cNvSpPr>
          <p:nvPr>
            <p:ph type="title" idx="9"/>
          </p:nvPr>
        </p:nvSpPr>
        <p:spPr>
          <a:xfrm>
            <a:off x="6118545" y="1843325"/>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Goals</a:t>
            </a:r>
            <a:endParaRPr/>
          </a:p>
        </p:txBody>
      </p:sp>
      <p:sp>
        <p:nvSpPr>
          <p:cNvPr id="191" name="Google Shape;191;p34"/>
          <p:cNvSpPr txBox="1">
            <a:spLocks noGrp="1"/>
          </p:cNvSpPr>
          <p:nvPr>
            <p:ph type="subTitle" idx="13"/>
          </p:nvPr>
        </p:nvSpPr>
        <p:spPr>
          <a:xfrm>
            <a:off x="6118551" y="2262046"/>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92" name="Google Shape;192;p34"/>
          <p:cNvSpPr txBox="1">
            <a:spLocks noGrp="1"/>
          </p:cNvSpPr>
          <p:nvPr>
            <p:ph type="title" idx="14"/>
          </p:nvPr>
        </p:nvSpPr>
        <p:spPr>
          <a:xfrm>
            <a:off x="6118545" y="3342400"/>
            <a:ext cx="23055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Our team</a:t>
            </a:r>
            <a:endParaRPr/>
          </a:p>
        </p:txBody>
      </p:sp>
      <p:sp>
        <p:nvSpPr>
          <p:cNvPr id="193" name="Google Shape;193;p34"/>
          <p:cNvSpPr txBox="1">
            <a:spLocks noGrp="1"/>
          </p:cNvSpPr>
          <p:nvPr>
            <p:ph type="subTitle" idx="15"/>
          </p:nvPr>
        </p:nvSpPr>
        <p:spPr>
          <a:xfrm>
            <a:off x="6118551" y="3761121"/>
            <a:ext cx="23055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94" name="Google Shape;194;p34"/>
          <p:cNvSpPr txBox="1">
            <a:spLocks noGrp="1"/>
          </p:cNvSpPr>
          <p:nvPr>
            <p:ph type="title" idx="16"/>
          </p:nvPr>
        </p:nvSpPr>
        <p:spPr>
          <a:xfrm>
            <a:off x="720000" y="1541325"/>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95" name="Google Shape;195;p34"/>
          <p:cNvSpPr txBox="1">
            <a:spLocks noGrp="1"/>
          </p:cNvSpPr>
          <p:nvPr>
            <p:ph type="title" idx="17"/>
          </p:nvPr>
        </p:nvSpPr>
        <p:spPr>
          <a:xfrm>
            <a:off x="3419269" y="1541325"/>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96" name="Google Shape;196;p34"/>
          <p:cNvSpPr txBox="1">
            <a:spLocks noGrp="1"/>
          </p:cNvSpPr>
          <p:nvPr>
            <p:ph type="title" idx="18"/>
          </p:nvPr>
        </p:nvSpPr>
        <p:spPr>
          <a:xfrm>
            <a:off x="6118550" y="1541325"/>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97" name="Google Shape;197;p34"/>
          <p:cNvSpPr txBox="1">
            <a:spLocks noGrp="1"/>
          </p:cNvSpPr>
          <p:nvPr>
            <p:ph type="title" idx="19"/>
          </p:nvPr>
        </p:nvSpPr>
        <p:spPr>
          <a:xfrm>
            <a:off x="720000" y="3040400"/>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98" name="Google Shape;198;p34"/>
          <p:cNvSpPr txBox="1">
            <a:spLocks noGrp="1"/>
          </p:cNvSpPr>
          <p:nvPr>
            <p:ph type="title" idx="20"/>
          </p:nvPr>
        </p:nvSpPr>
        <p:spPr>
          <a:xfrm>
            <a:off x="3419269" y="3040400"/>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199" name="Google Shape;199;p34"/>
          <p:cNvSpPr txBox="1">
            <a:spLocks noGrp="1"/>
          </p:cNvSpPr>
          <p:nvPr>
            <p:ph type="title" idx="21"/>
          </p:nvPr>
        </p:nvSpPr>
        <p:spPr>
          <a:xfrm>
            <a:off x="6118550" y="3040400"/>
            <a:ext cx="802500" cy="4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cxnSp>
        <p:nvCxnSpPr>
          <p:cNvPr id="200" name="Google Shape;200;p34"/>
          <p:cNvCxnSpPr/>
          <p:nvPr/>
        </p:nvCxnSpPr>
        <p:spPr>
          <a:xfrm>
            <a:off x="1413125" y="1772175"/>
            <a:ext cx="1366500" cy="0"/>
          </a:xfrm>
          <a:prstGeom prst="straightConnector1">
            <a:avLst/>
          </a:prstGeom>
          <a:noFill/>
          <a:ln w="19050" cap="flat" cmpd="sng">
            <a:solidFill>
              <a:schemeClr val="accent3"/>
            </a:solidFill>
            <a:prstDash val="solid"/>
            <a:round/>
            <a:headEnd type="none" w="med" len="med"/>
            <a:tailEnd type="none" w="med" len="med"/>
          </a:ln>
        </p:spPr>
      </p:cxnSp>
      <p:cxnSp>
        <p:nvCxnSpPr>
          <p:cNvPr id="201" name="Google Shape;201;p34"/>
          <p:cNvCxnSpPr/>
          <p:nvPr/>
        </p:nvCxnSpPr>
        <p:spPr>
          <a:xfrm>
            <a:off x="1413125" y="3271250"/>
            <a:ext cx="1366500" cy="0"/>
          </a:xfrm>
          <a:prstGeom prst="straightConnector1">
            <a:avLst/>
          </a:prstGeom>
          <a:noFill/>
          <a:ln w="19050" cap="flat" cmpd="sng">
            <a:solidFill>
              <a:schemeClr val="accent3"/>
            </a:solidFill>
            <a:prstDash val="solid"/>
            <a:round/>
            <a:headEnd type="none" w="med" len="med"/>
            <a:tailEnd type="none" w="med" len="med"/>
          </a:ln>
        </p:spPr>
      </p:cxnSp>
      <p:cxnSp>
        <p:nvCxnSpPr>
          <p:cNvPr id="202" name="Google Shape;202;p34"/>
          <p:cNvCxnSpPr/>
          <p:nvPr/>
        </p:nvCxnSpPr>
        <p:spPr>
          <a:xfrm>
            <a:off x="4112403" y="1772175"/>
            <a:ext cx="1366500" cy="0"/>
          </a:xfrm>
          <a:prstGeom prst="straightConnector1">
            <a:avLst/>
          </a:prstGeom>
          <a:noFill/>
          <a:ln w="19050" cap="flat" cmpd="sng">
            <a:solidFill>
              <a:schemeClr val="accent3"/>
            </a:solidFill>
            <a:prstDash val="solid"/>
            <a:round/>
            <a:headEnd type="none" w="med" len="med"/>
            <a:tailEnd type="none" w="med" len="med"/>
          </a:ln>
        </p:spPr>
      </p:cxnSp>
      <p:cxnSp>
        <p:nvCxnSpPr>
          <p:cNvPr id="203" name="Google Shape;203;p34"/>
          <p:cNvCxnSpPr/>
          <p:nvPr/>
        </p:nvCxnSpPr>
        <p:spPr>
          <a:xfrm>
            <a:off x="4112403" y="3271250"/>
            <a:ext cx="1366500" cy="0"/>
          </a:xfrm>
          <a:prstGeom prst="straightConnector1">
            <a:avLst/>
          </a:prstGeom>
          <a:noFill/>
          <a:ln w="19050" cap="flat" cmpd="sng">
            <a:solidFill>
              <a:schemeClr val="accent3"/>
            </a:solidFill>
            <a:prstDash val="solid"/>
            <a:round/>
            <a:headEnd type="none" w="med" len="med"/>
            <a:tailEnd type="none" w="med" len="med"/>
          </a:ln>
        </p:spPr>
      </p:cxnSp>
      <p:cxnSp>
        <p:nvCxnSpPr>
          <p:cNvPr id="204" name="Google Shape;204;p34"/>
          <p:cNvCxnSpPr/>
          <p:nvPr/>
        </p:nvCxnSpPr>
        <p:spPr>
          <a:xfrm>
            <a:off x="6811675" y="1772175"/>
            <a:ext cx="1366500" cy="0"/>
          </a:xfrm>
          <a:prstGeom prst="straightConnector1">
            <a:avLst/>
          </a:prstGeom>
          <a:noFill/>
          <a:ln w="19050" cap="flat" cmpd="sng">
            <a:solidFill>
              <a:schemeClr val="accent3"/>
            </a:solidFill>
            <a:prstDash val="solid"/>
            <a:round/>
            <a:headEnd type="none" w="med" len="med"/>
            <a:tailEnd type="none" w="med" len="med"/>
          </a:ln>
        </p:spPr>
      </p:cxnSp>
      <p:cxnSp>
        <p:nvCxnSpPr>
          <p:cNvPr id="205" name="Google Shape;205;p34"/>
          <p:cNvCxnSpPr/>
          <p:nvPr/>
        </p:nvCxnSpPr>
        <p:spPr>
          <a:xfrm>
            <a:off x="6811675" y="3271250"/>
            <a:ext cx="13665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cxnSp>
        <p:nvCxnSpPr>
          <p:cNvPr id="210" name="Google Shape;210;p35"/>
          <p:cNvCxnSpPr/>
          <p:nvPr/>
        </p:nvCxnSpPr>
        <p:spPr>
          <a:xfrm>
            <a:off x="0" y="2764925"/>
            <a:ext cx="5260200" cy="0"/>
          </a:xfrm>
          <a:prstGeom prst="straightConnector1">
            <a:avLst/>
          </a:prstGeom>
          <a:noFill/>
          <a:ln w="19050" cap="flat" cmpd="sng">
            <a:solidFill>
              <a:schemeClr val="accent3"/>
            </a:solidFill>
            <a:prstDash val="solid"/>
            <a:round/>
            <a:headEnd type="none" w="med" len="med"/>
            <a:tailEnd type="none" w="med" len="med"/>
          </a:ln>
        </p:spPr>
      </p:cxnSp>
      <p:sp>
        <p:nvSpPr>
          <p:cNvPr id="211" name="Google Shape;211;p35"/>
          <p:cNvSpPr txBox="1">
            <a:spLocks noGrp="1"/>
          </p:cNvSpPr>
          <p:nvPr>
            <p:ph type="title"/>
          </p:nvPr>
        </p:nvSpPr>
        <p:spPr>
          <a:xfrm>
            <a:off x="713100" y="1102625"/>
            <a:ext cx="3788400" cy="166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Whoa</a:t>
            </a:r>
            <a:endParaRPr/>
          </a:p>
        </p:txBody>
      </p:sp>
      <p:sp>
        <p:nvSpPr>
          <p:cNvPr id="212" name="Google Shape;212;p35"/>
          <p:cNvSpPr txBox="1">
            <a:spLocks noGrp="1"/>
          </p:cNvSpPr>
          <p:nvPr>
            <p:ph type="subTitle" idx="1"/>
          </p:nvPr>
        </p:nvSpPr>
        <p:spPr>
          <a:xfrm>
            <a:off x="713100" y="2895000"/>
            <a:ext cx="3788400" cy="101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This can be the part of the presentation where you introduce yourself, write your email…</a:t>
            </a:r>
            <a:endParaRPr/>
          </a:p>
        </p:txBody>
      </p:sp>
      <p:grpSp>
        <p:nvGrpSpPr>
          <p:cNvPr id="213" name="Google Shape;213;p35"/>
          <p:cNvGrpSpPr/>
          <p:nvPr/>
        </p:nvGrpSpPr>
        <p:grpSpPr>
          <a:xfrm>
            <a:off x="5125925" y="-230154"/>
            <a:ext cx="4825051" cy="5990155"/>
            <a:chOff x="5125925" y="-230154"/>
            <a:chExt cx="4825051" cy="5990155"/>
          </a:xfrm>
        </p:grpSpPr>
        <p:pic>
          <p:nvPicPr>
            <p:cNvPr id="214" name="Google Shape;214;p35"/>
            <p:cNvPicPr preferRelativeResize="0"/>
            <p:nvPr/>
          </p:nvPicPr>
          <p:blipFill>
            <a:blip r:embed="rId3">
              <a:alphaModFix/>
            </a:blip>
            <a:stretch>
              <a:fillRect/>
            </a:stretch>
          </p:blipFill>
          <p:spPr>
            <a:xfrm>
              <a:off x="7261301" y="3691650"/>
              <a:ext cx="2689675" cy="2068350"/>
            </a:xfrm>
            <a:prstGeom prst="rect">
              <a:avLst/>
            </a:prstGeom>
            <a:noFill/>
            <a:ln>
              <a:noFill/>
            </a:ln>
          </p:spPr>
        </p:pic>
        <p:pic>
          <p:nvPicPr>
            <p:cNvPr id="215" name="Google Shape;215;p35"/>
            <p:cNvPicPr preferRelativeResize="0"/>
            <p:nvPr/>
          </p:nvPicPr>
          <p:blipFill rotWithShape="1">
            <a:blip r:embed="rId4">
              <a:alphaModFix/>
            </a:blip>
            <a:srcRect b="60339"/>
            <a:stretch/>
          </p:blipFill>
          <p:spPr>
            <a:xfrm rot="2">
              <a:off x="6927975" y="1331139"/>
              <a:ext cx="2216025" cy="1961785"/>
            </a:xfrm>
            <a:prstGeom prst="rect">
              <a:avLst/>
            </a:prstGeom>
            <a:noFill/>
            <a:ln>
              <a:noFill/>
            </a:ln>
          </p:spPr>
        </p:pic>
        <p:pic>
          <p:nvPicPr>
            <p:cNvPr id="216" name="Google Shape;216;p35"/>
            <p:cNvPicPr preferRelativeResize="0"/>
            <p:nvPr/>
          </p:nvPicPr>
          <p:blipFill>
            <a:blip r:embed="rId5">
              <a:alphaModFix/>
            </a:blip>
            <a:stretch>
              <a:fillRect/>
            </a:stretch>
          </p:blipFill>
          <p:spPr>
            <a:xfrm flipH="1">
              <a:off x="5910145" y="1207400"/>
              <a:ext cx="2216031" cy="3936100"/>
            </a:xfrm>
            <a:prstGeom prst="rect">
              <a:avLst/>
            </a:prstGeom>
            <a:noFill/>
            <a:ln>
              <a:noFill/>
            </a:ln>
          </p:spPr>
        </p:pic>
        <p:pic>
          <p:nvPicPr>
            <p:cNvPr id="217" name="Google Shape;217;p35"/>
            <p:cNvPicPr preferRelativeResize="0"/>
            <p:nvPr/>
          </p:nvPicPr>
          <p:blipFill rotWithShape="1">
            <a:blip r:embed="rId4">
              <a:alphaModFix/>
            </a:blip>
            <a:srcRect b="60339"/>
            <a:stretch/>
          </p:blipFill>
          <p:spPr>
            <a:xfrm rot="3">
              <a:off x="6453750" y="-230154"/>
              <a:ext cx="1380800" cy="1222375"/>
            </a:xfrm>
            <a:prstGeom prst="rect">
              <a:avLst/>
            </a:prstGeom>
            <a:noFill/>
            <a:ln>
              <a:noFill/>
            </a:ln>
          </p:spPr>
        </p:pic>
        <p:pic>
          <p:nvPicPr>
            <p:cNvPr id="218" name="Google Shape;218;p35"/>
            <p:cNvPicPr preferRelativeResize="0"/>
            <p:nvPr/>
          </p:nvPicPr>
          <p:blipFill rotWithShape="1">
            <a:blip r:embed="rId4">
              <a:alphaModFix/>
            </a:blip>
            <a:srcRect b="60339"/>
            <a:stretch/>
          </p:blipFill>
          <p:spPr>
            <a:xfrm rot="3">
              <a:off x="8496550" y="32496"/>
              <a:ext cx="1380800" cy="1222375"/>
            </a:xfrm>
            <a:prstGeom prst="rect">
              <a:avLst/>
            </a:prstGeom>
            <a:noFill/>
            <a:ln>
              <a:noFill/>
            </a:ln>
          </p:spPr>
        </p:pic>
        <p:pic>
          <p:nvPicPr>
            <p:cNvPr id="219" name="Google Shape;219;p35"/>
            <p:cNvPicPr preferRelativeResize="0"/>
            <p:nvPr/>
          </p:nvPicPr>
          <p:blipFill rotWithShape="1">
            <a:blip r:embed="rId4">
              <a:alphaModFix/>
            </a:blip>
            <a:srcRect b="60339"/>
            <a:stretch/>
          </p:blipFill>
          <p:spPr>
            <a:xfrm rot="4">
              <a:off x="5125925" y="2153837"/>
              <a:ext cx="944150" cy="835825"/>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cxnSp>
        <p:nvCxnSpPr>
          <p:cNvPr id="224" name="Google Shape;224;p36"/>
          <p:cNvCxnSpPr/>
          <p:nvPr/>
        </p:nvCxnSpPr>
        <p:spPr>
          <a:xfrm>
            <a:off x="0" y="3285925"/>
            <a:ext cx="6471300" cy="0"/>
          </a:xfrm>
          <a:prstGeom prst="straightConnector1">
            <a:avLst/>
          </a:prstGeom>
          <a:noFill/>
          <a:ln w="19050" cap="flat" cmpd="sng">
            <a:solidFill>
              <a:schemeClr val="accent3"/>
            </a:solidFill>
            <a:prstDash val="solid"/>
            <a:round/>
            <a:headEnd type="none" w="med" len="med"/>
            <a:tailEnd type="none" w="med" len="med"/>
          </a:ln>
        </p:spPr>
      </p:cxnSp>
      <p:sp>
        <p:nvSpPr>
          <p:cNvPr id="225" name="Google Shape;225;p36"/>
          <p:cNvSpPr txBox="1">
            <a:spLocks noGrp="1"/>
          </p:cNvSpPr>
          <p:nvPr>
            <p:ph type="title"/>
          </p:nvPr>
        </p:nvSpPr>
        <p:spPr>
          <a:xfrm>
            <a:off x="1271100" y="1430950"/>
            <a:ext cx="3723000" cy="172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About</a:t>
            </a:r>
            <a:endParaRPr/>
          </a:p>
          <a:p>
            <a:pPr marL="0" lvl="0" indent="0" algn="l" rtl="0">
              <a:spcBef>
                <a:spcPts val="0"/>
              </a:spcBef>
              <a:spcAft>
                <a:spcPts val="0"/>
              </a:spcAft>
              <a:buNone/>
            </a:pPr>
            <a:r>
              <a:rPr lang="en"/>
              <a:t>the project</a:t>
            </a:r>
            <a:endParaRPr/>
          </a:p>
        </p:txBody>
      </p:sp>
      <p:sp>
        <p:nvSpPr>
          <p:cNvPr id="226" name="Google Shape;226;p36"/>
          <p:cNvSpPr txBox="1">
            <a:spLocks noGrp="1"/>
          </p:cNvSpPr>
          <p:nvPr>
            <p:ph type="title" idx="2"/>
          </p:nvPr>
        </p:nvSpPr>
        <p:spPr>
          <a:xfrm>
            <a:off x="713100" y="937175"/>
            <a:ext cx="819300" cy="77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27" name="Google Shape;227;p36"/>
          <p:cNvSpPr txBox="1">
            <a:spLocks noGrp="1"/>
          </p:cNvSpPr>
          <p:nvPr>
            <p:ph type="subTitle" idx="1"/>
          </p:nvPr>
        </p:nvSpPr>
        <p:spPr>
          <a:xfrm>
            <a:off x="1271100" y="3467425"/>
            <a:ext cx="27090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pic>
        <p:nvPicPr>
          <p:cNvPr id="229" name="Google Shape;229;p36"/>
          <p:cNvPicPr preferRelativeResize="0"/>
          <p:nvPr/>
        </p:nvPicPr>
        <p:blipFill>
          <a:blip r:embed="rId3">
            <a:alphaModFix/>
          </a:blip>
          <a:stretch>
            <a:fillRect/>
          </a:stretch>
        </p:blipFill>
        <p:spPr>
          <a:xfrm>
            <a:off x="4773975" y="2524325"/>
            <a:ext cx="3552900" cy="25083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7"/>
          <p:cNvSpPr txBox="1">
            <a:spLocks noGrp="1"/>
          </p:cNvSpPr>
          <p:nvPr>
            <p:ph type="title"/>
          </p:nvPr>
        </p:nvSpPr>
        <p:spPr>
          <a:xfrm>
            <a:off x="3631150" y="916525"/>
            <a:ext cx="438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the project</a:t>
            </a:r>
            <a:endParaRPr/>
          </a:p>
        </p:txBody>
      </p:sp>
      <p:sp>
        <p:nvSpPr>
          <p:cNvPr id="235" name="Google Shape;235;p37"/>
          <p:cNvSpPr txBox="1">
            <a:spLocks noGrp="1"/>
          </p:cNvSpPr>
          <p:nvPr>
            <p:ph type="body" idx="1"/>
          </p:nvPr>
        </p:nvSpPr>
        <p:spPr>
          <a:xfrm>
            <a:off x="3631150" y="1933700"/>
            <a:ext cx="4386900" cy="210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Do you know what helps you make your point clear?</a:t>
            </a:r>
            <a:endParaRPr>
              <a:solidFill>
                <a:schemeClr val="lt1"/>
              </a:solidFill>
            </a:endParaRPr>
          </a:p>
          <a:p>
            <a:pPr marL="0" lvl="0" indent="0" algn="l" rtl="0">
              <a:spcBef>
                <a:spcPts val="0"/>
              </a:spcBef>
              <a:spcAft>
                <a:spcPts val="0"/>
              </a:spcAft>
              <a:buNone/>
            </a:pPr>
            <a:r>
              <a:rPr lang="en">
                <a:solidFill>
                  <a:schemeClr val="lt1"/>
                </a:solidFill>
              </a:rPr>
              <a:t>Lists like this one:</a:t>
            </a:r>
            <a:endParaRPr>
              <a:solidFill>
                <a:schemeClr val="lt1"/>
              </a:solidFill>
            </a:endParaRPr>
          </a:p>
          <a:p>
            <a:pPr marL="457200" lvl="0" indent="-292100" algn="l" rtl="0">
              <a:spcBef>
                <a:spcPts val="1600"/>
              </a:spcBef>
              <a:spcAft>
                <a:spcPts val="0"/>
              </a:spcAft>
              <a:buSzPts val="1000"/>
              <a:buChar char="●"/>
            </a:pPr>
            <a:r>
              <a:rPr lang="en">
                <a:solidFill>
                  <a:schemeClr val="lt1"/>
                </a:solidFill>
              </a:rPr>
              <a:t>They’re simple </a:t>
            </a:r>
            <a:endParaRPr>
              <a:solidFill>
                <a:schemeClr val="lt1"/>
              </a:solidFill>
            </a:endParaRPr>
          </a:p>
          <a:p>
            <a:pPr marL="457200" lvl="0" indent="-292100" algn="l" rtl="0">
              <a:spcBef>
                <a:spcPts val="0"/>
              </a:spcBef>
              <a:spcAft>
                <a:spcPts val="0"/>
              </a:spcAft>
              <a:buSzPts val="1000"/>
              <a:buChar char="●"/>
            </a:pPr>
            <a:r>
              <a:rPr lang="en">
                <a:solidFill>
                  <a:schemeClr val="lt1"/>
                </a:solidFill>
              </a:rPr>
              <a:t>You can organize your ideas clearly</a:t>
            </a:r>
            <a:endParaRPr>
              <a:solidFill>
                <a:schemeClr val="lt1"/>
              </a:solidFill>
            </a:endParaRPr>
          </a:p>
          <a:p>
            <a:pPr marL="457200" lvl="0" indent="-292100" algn="l" rtl="0">
              <a:spcBef>
                <a:spcPts val="0"/>
              </a:spcBef>
              <a:spcAft>
                <a:spcPts val="0"/>
              </a:spcAft>
              <a:buSzPts val="1000"/>
              <a:buChar char="●"/>
            </a:pPr>
            <a:r>
              <a:rPr lang="en">
                <a:solidFill>
                  <a:schemeClr val="lt1"/>
                </a:solidFill>
              </a:rPr>
              <a:t>You’ll never forget to buy milk!</a:t>
            </a:r>
            <a:endParaRPr>
              <a:solidFill>
                <a:schemeClr val="lt1"/>
              </a:solidFill>
            </a:endParaRPr>
          </a:p>
          <a:p>
            <a:pPr marL="0" lvl="0" indent="0" algn="l" rtl="0">
              <a:spcBef>
                <a:spcPts val="1600"/>
              </a:spcBef>
              <a:spcAft>
                <a:spcPts val="0"/>
              </a:spcAft>
              <a:buNone/>
            </a:pPr>
            <a:r>
              <a:rPr lang="en">
                <a:solidFill>
                  <a:schemeClr val="lt1"/>
                </a:solidFill>
              </a:rPr>
              <a:t>And the most important thing: the audience won’t miss the point of your presentation</a:t>
            </a:r>
            <a:endParaRPr>
              <a:solidFill>
                <a:schemeClr val="lt1"/>
              </a:solidFill>
            </a:endParaRPr>
          </a:p>
        </p:txBody>
      </p:sp>
      <p:pic>
        <p:nvPicPr>
          <p:cNvPr id="236" name="Google Shape;236;p37"/>
          <p:cNvPicPr preferRelativeResize="0"/>
          <p:nvPr/>
        </p:nvPicPr>
        <p:blipFill>
          <a:blip r:embed="rId3">
            <a:alphaModFix/>
          </a:blip>
          <a:stretch>
            <a:fillRect/>
          </a:stretch>
        </p:blipFill>
        <p:spPr>
          <a:xfrm>
            <a:off x="452225" y="1073396"/>
            <a:ext cx="2693151" cy="3300430"/>
          </a:xfrm>
          <a:prstGeom prst="rect">
            <a:avLst/>
          </a:prstGeom>
          <a:noFill/>
          <a:ln>
            <a:noFill/>
          </a:ln>
        </p:spPr>
      </p:pic>
      <p:cxnSp>
        <p:nvCxnSpPr>
          <p:cNvPr id="237" name="Google Shape;237;p37"/>
          <p:cNvCxnSpPr/>
          <p:nvPr/>
        </p:nvCxnSpPr>
        <p:spPr>
          <a:xfrm>
            <a:off x="3714975" y="1787300"/>
            <a:ext cx="4303200" cy="0"/>
          </a:xfrm>
          <a:prstGeom prst="straightConnector1">
            <a:avLst/>
          </a:prstGeom>
          <a:noFill/>
          <a:ln w="19050" cap="flat" cmpd="sng">
            <a:solidFill>
              <a:schemeClr val="accent3"/>
            </a:solidFill>
            <a:prstDash val="solid"/>
            <a:round/>
            <a:headEnd type="none" w="med" len="med"/>
            <a:tailEnd type="none" w="med" len="med"/>
          </a:ln>
        </p:spPr>
      </p:cxnSp>
      <p:cxnSp>
        <p:nvCxnSpPr>
          <p:cNvPr id="238" name="Google Shape;238;p37"/>
          <p:cNvCxnSpPr/>
          <p:nvPr/>
        </p:nvCxnSpPr>
        <p:spPr>
          <a:xfrm>
            <a:off x="3714975" y="4194900"/>
            <a:ext cx="43032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8"/>
          <p:cNvSpPr/>
          <p:nvPr/>
        </p:nvSpPr>
        <p:spPr>
          <a:xfrm>
            <a:off x="486450" y="2254375"/>
            <a:ext cx="8171100" cy="25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we are working on</a:t>
            </a:r>
            <a:endParaRPr/>
          </a:p>
        </p:txBody>
      </p:sp>
      <p:sp>
        <p:nvSpPr>
          <p:cNvPr id="245" name="Google Shape;245;p38"/>
          <p:cNvSpPr txBox="1">
            <a:spLocks noGrp="1"/>
          </p:cNvSpPr>
          <p:nvPr>
            <p:ph type="title" idx="2"/>
          </p:nvPr>
        </p:nvSpPr>
        <p:spPr>
          <a:xfrm>
            <a:off x="937700" y="3102725"/>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246" name="Google Shape;246;p38"/>
          <p:cNvSpPr txBox="1">
            <a:spLocks noGrp="1"/>
          </p:cNvSpPr>
          <p:nvPr>
            <p:ph type="subTitle" idx="1"/>
          </p:nvPr>
        </p:nvSpPr>
        <p:spPr>
          <a:xfrm>
            <a:off x="937700" y="3496900"/>
            <a:ext cx="21753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 and the smallest of them all</a:t>
            </a:r>
            <a:endParaRPr/>
          </a:p>
        </p:txBody>
      </p:sp>
      <p:sp>
        <p:nvSpPr>
          <p:cNvPr id="247" name="Google Shape;247;p38"/>
          <p:cNvSpPr txBox="1">
            <a:spLocks noGrp="1"/>
          </p:cNvSpPr>
          <p:nvPr>
            <p:ph type="title" idx="3"/>
          </p:nvPr>
        </p:nvSpPr>
        <p:spPr>
          <a:xfrm>
            <a:off x="3484419" y="3102725"/>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248" name="Google Shape;248;p38"/>
          <p:cNvSpPr txBox="1">
            <a:spLocks noGrp="1"/>
          </p:cNvSpPr>
          <p:nvPr>
            <p:ph type="subTitle" idx="4"/>
          </p:nvPr>
        </p:nvSpPr>
        <p:spPr>
          <a:xfrm>
            <a:off x="3484425" y="3496900"/>
            <a:ext cx="21753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249" name="Google Shape;249;p38"/>
          <p:cNvSpPr txBox="1">
            <a:spLocks noGrp="1"/>
          </p:cNvSpPr>
          <p:nvPr>
            <p:ph type="title" idx="5"/>
          </p:nvPr>
        </p:nvSpPr>
        <p:spPr>
          <a:xfrm>
            <a:off x="6031146" y="3102725"/>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250" name="Google Shape;250;p38"/>
          <p:cNvSpPr txBox="1">
            <a:spLocks noGrp="1"/>
          </p:cNvSpPr>
          <p:nvPr>
            <p:ph type="subTitle" idx="6"/>
          </p:nvPr>
        </p:nvSpPr>
        <p:spPr>
          <a:xfrm>
            <a:off x="6031151" y="3496900"/>
            <a:ext cx="21753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 It’s full of iron oxide dust</a:t>
            </a:r>
            <a:endParaRPr/>
          </a:p>
        </p:txBody>
      </p:sp>
      <p:sp>
        <p:nvSpPr>
          <p:cNvPr id="251" name="Google Shape;251;p38"/>
          <p:cNvSpPr/>
          <p:nvPr/>
        </p:nvSpPr>
        <p:spPr>
          <a:xfrm>
            <a:off x="1387750" y="1605875"/>
            <a:ext cx="1275300" cy="1275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8"/>
          <p:cNvSpPr/>
          <p:nvPr/>
        </p:nvSpPr>
        <p:spPr>
          <a:xfrm>
            <a:off x="3934350" y="1605875"/>
            <a:ext cx="1275300" cy="1275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8"/>
          <p:cNvSpPr/>
          <p:nvPr/>
        </p:nvSpPr>
        <p:spPr>
          <a:xfrm>
            <a:off x="6480950" y="1605875"/>
            <a:ext cx="1275300" cy="1275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38"/>
          <p:cNvGrpSpPr/>
          <p:nvPr/>
        </p:nvGrpSpPr>
        <p:grpSpPr>
          <a:xfrm>
            <a:off x="1794541" y="1916792"/>
            <a:ext cx="457958" cy="653709"/>
            <a:chOff x="-48216525" y="3936125"/>
            <a:chExt cx="211900" cy="302475"/>
          </a:xfrm>
        </p:grpSpPr>
        <p:sp>
          <p:nvSpPr>
            <p:cNvPr id="255" name="Google Shape;255;p38"/>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8"/>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8"/>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8"/>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38"/>
          <p:cNvGrpSpPr/>
          <p:nvPr/>
        </p:nvGrpSpPr>
        <p:grpSpPr>
          <a:xfrm>
            <a:off x="4285312" y="1957140"/>
            <a:ext cx="571183" cy="572688"/>
            <a:chOff x="-33645475" y="3944800"/>
            <a:chExt cx="292225" cy="293025"/>
          </a:xfrm>
        </p:grpSpPr>
        <p:sp>
          <p:nvSpPr>
            <p:cNvPr id="260" name="Google Shape;260;p38"/>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8"/>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8"/>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8"/>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8"/>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8"/>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8"/>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8"/>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8"/>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8"/>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38"/>
          <p:cNvGrpSpPr/>
          <p:nvPr/>
        </p:nvGrpSpPr>
        <p:grpSpPr>
          <a:xfrm>
            <a:off x="6833916" y="1959254"/>
            <a:ext cx="571194" cy="568094"/>
            <a:chOff x="-32927950" y="3586425"/>
            <a:chExt cx="293025" cy="291450"/>
          </a:xfrm>
        </p:grpSpPr>
        <p:sp>
          <p:nvSpPr>
            <p:cNvPr id="271" name="Google Shape;271;p38"/>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8"/>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8"/>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8"/>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8"/>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38"/>
          <p:cNvSpPr/>
          <p:nvPr/>
        </p:nvSpPr>
        <p:spPr>
          <a:xfrm>
            <a:off x="1468975" y="4454350"/>
            <a:ext cx="1109100" cy="5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8"/>
          <p:cNvSpPr/>
          <p:nvPr/>
        </p:nvSpPr>
        <p:spPr>
          <a:xfrm>
            <a:off x="4017525" y="4454350"/>
            <a:ext cx="1109100" cy="5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8"/>
          <p:cNvSpPr/>
          <p:nvPr/>
        </p:nvSpPr>
        <p:spPr>
          <a:xfrm>
            <a:off x="6564250" y="4454350"/>
            <a:ext cx="1109100" cy="5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p39"/>
          <p:cNvGrpSpPr/>
          <p:nvPr/>
        </p:nvGrpSpPr>
        <p:grpSpPr>
          <a:xfrm>
            <a:off x="486450" y="1262175"/>
            <a:ext cx="6502800" cy="2881800"/>
            <a:chOff x="486450" y="1262175"/>
            <a:chExt cx="6502800" cy="2881800"/>
          </a:xfrm>
        </p:grpSpPr>
        <p:sp>
          <p:nvSpPr>
            <p:cNvPr id="284" name="Google Shape;284;p39"/>
            <p:cNvSpPr/>
            <p:nvPr/>
          </p:nvSpPr>
          <p:spPr>
            <a:xfrm>
              <a:off x="973050" y="1262175"/>
              <a:ext cx="6016200" cy="288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9"/>
            <p:cNvSpPr/>
            <p:nvPr/>
          </p:nvSpPr>
          <p:spPr>
            <a:xfrm>
              <a:off x="486450" y="1262175"/>
              <a:ext cx="486600" cy="288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39"/>
          <p:cNvSpPr txBox="1">
            <a:spLocks noGrp="1"/>
          </p:cNvSpPr>
          <p:nvPr>
            <p:ph type="title"/>
          </p:nvPr>
        </p:nvSpPr>
        <p:spPr>
          <a:xfrm>
            <a:off x="1413100" y="1504413"/>
            <a:ext cx="4182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Our company</a:t>
            </a:r>
            <a:endParaRPr/>
          </a:p>
        </p:txBody>
      </p:sp>
      <p:sp>
        <p:nvSpPr>
          <p:cNvPr id="287" name="Google Shape;287;p39"/>
          <p:cNvSpPr txBox="1">
            <a:spLocks noGrp="1"/>
          </p:cNvSpPr>
          <p:nvPr>
            <p:ph type="subTitle" idx="1"/>
          </p:nvPr>
        </p:nvSpPr>
        <p:spPr>
          <a:xfrm>
            <a:off x="1413100" y="2485738"/>
            <a:ext cx="4182600" cy="141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give a brief description of the topic you want to talk about here. For example, if you choose to talk about Mercury, you can say that it’s the smallest planet in the entire Solar System</a:t>
            </a:r>
            <a:endParaRPr/>
          </a:p>
        </p:txBody>
      </p:sp>
      <p:cxnSp>
        <p:nvCxnSpPr>
          <p:cNvPr id="288" name="Google Shape;288;p39"/>
          <p:cNvCxnSpPr/>
          <p:nvPr/>
        </p:nvCxnSpPr>
        <p:spPr>
          <a:xfrm>
            <a:off x="1522559" y="2397295"/>
            <a:ext cx="76335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p:nvPr/>
        </p:nvSpPr>
        <p:spPr>
          <a:xfrm>
            <a:off x="6361800" y="1018350"/>
            <a:ext cx="2782200" cy="310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0"/>
          <p:cNvSpPr/>
          <p:nvPr/>
        </p:nvSpPr>
        <p:spPr>
          <a:xfrm>
            <a:off x="486600" y="1018350"/>
            <a:ext cx="5875200" cy="3106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0"/>
          <p:cNvSpPr txBox="1">
            <a:spLocks noGrp="1"/>
          </p:cNvSpPr>
          <p:nvPr>
            <p:ph type="title"/>
          </p:nvPr>
        </p:nvSpPr>
        <p:spPr>
          <a:xfrm>
            <a:off x="1192350" y="1404388"/>
            <a:ext cx="281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a:t>
            </a:r>
            <a:endParaRPr/>
          </a:p>
        </p:txBody>
      </p:sp>
      <p:sp>
        <p:nvSpPr>
          <p:cNvPr id="297" name="Google Shape;297;p40"/>
          <p:cNvSpPr txBox="1">
            <a:spLocks noGrp="1"/>
          </p:cNvSpPr>
          <p:nvPr>
            <p:ph type="subTitle" idx="1"/>
          </p:nvPr>
        </p:nvSpPr>
        <p:spPr>
          <a:xfrm>
            <a:off x="1192350" y="2261613"/>
            <a:ext cx="2818500"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cxnSp>
        <p:nvCxnSpPr>
          <p:cNvPr id="298" name="Google Shape;298;p40"/>
          <p:cNvCxnSpPr/>
          <p:nvPr/>
        </p:nvCxnSpPr>
        <p:spPr>
          <a:xfrm>
            <a:off x="1262175" y="2159550"/>
            <a:ext cx="3827400" cy="0"/>
          </a:xfrm>
          <a:prstGeom prst="straightConnector1">
            <a:avLst/>
          </a:prstGeom>
          <a:noFill/>
          <a:ln w="9525" cap="flat" cmpd="sng">
            <a:solidFill>
              <a:schemeClr val="accent3"/>
            </a:solidFill>
            <a:prstDash val="solid"/>
            <a:round/>
            <a:headEnd type="none" w="med" len="med"/>
            <a:tailEnd type="none" w="med" len="med"/>
          </a:ln>
        </p:spPr>
      </p:cxnSp>
      <p:sp>
        <p:nvSpPr>
          <p:cNvPr id="299" name="Google Shape;299;p40"/>
          <p:cNvSpPr/>
          <p:nvPr/>
        </p:nvSpPr>
        <p:spPr>
          <a:xfrm>
            <a:off x="0" y="1018350"/>
            <a:ext cx="486600" cy="310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1"/>
          <p:cNvSpPr/>
          <p:nvPr/>
        </p:nvSpPr>
        <p:spPr>
          <a:xfrm>
            <a:off x="2782200" y="1018350"/>
            <a:ext cx="5875200" cy="3106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1"/>
          <p:cNvSpPr txBox="1">
            <a:spLocks noGrp="1"/>
          </p:cNvSpPr>
          <p:nvPr>
            <p:ph type="title"/>
          </p:nvPr>
        </p:nvSpPr>
        <p:spPr>
          <a:xfrm>
            <a:off x="5063400" y="1404388"/>
            <a:ext cx="28185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Future</a:t>
            </a:r>
            <a:endParaRPr/>
          </a:p>
        </p:txBody>
      </p:sp>
      <p:sp>
        <p:nvSpPr>
          <p:cNvPr id="307" name="Google Shape;307;p41"/>
          <p:cNvSpPr txBox="1">
            <a:spLocks noGrp="1"/>
          </p:cNvSpPr>
          <p:nvPr>
            <p:ph type="subTitle" idx="1"/>
          </p:nvPr>
        </p:nvSpPr>
        <p:spPr>
          <a:xfrm>
            <a:off x="5063400" y="2261613"/>
            <a:ext cx="2818500" cy="14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Saturn is a gas giant and has several rings around it. It's composed mostly of hydrogen and helium. This planet was named after the Roman god of wealth and agriculture</a:t>
            </a:r>
            <a:endParaRPr/>
          </a:p>
        </p:txBody>
      </p:sp>
      <p:cxnSp>
        <p:nvCxnSpPr>
          <p:cNvPr id="308" name="Google Shape;308;p41"/>
          <p:cNvCxnSpPr/>
          <p:nvPr/>
        </p:nvCxnSpPr>
        <p:spPr>
          <a:xfrm>
            <a:off x="3596800" y="2159550"/>
            <a:ext cx="4233900" cy="0"/>
          </a:xfrm>
          <a:prstGeom prst="straightConnector1">
            <a:avLst/>
          </a:prstGeom>
          <a:noFill/>
          <a:ln w="9525" cap="flat" cmpd="sng">
            <a:solidFill>
              <a:schemeClr val="accent3"/>
            </a:solidFill>
            <a:prstDash val="solid"/>
            <a:round/>
            <a:headEnd type="none" w="med" len="med"/>
            <a:tailEnd type="none" w="med" len="med"/>
          </a:ln>
        </p:spPr>
      </p:cxnSp>
      <p:sp>
        <p:nvSpPr>
          <p:cNvPr id="309" name="Google Shape;309;p41"/>
          <p:cNvSpPr/>
          <p:nvPr/>
        </p:nvSpPr>
        <p:spPr>
          <a:xfrm>
            <a:off x="8657400" y="1018350"/>
            <a:ext cx="486600" cy="310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1"/>
          <p:cNvSpPr/>
          <p:nvPr/>
        </p:nvSpPr>
        <p:spPr>
          <a:xfrm>
            <a:off x="0" y="1018350"/>
            <a:ext cx="2782200" cy="310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1" name="Google Shape;311;p41"/>
          <p:cNvPicPr preferRelativeResize="0"/>
          <p:nvPr/>
        </p:nvPicPr>
        <p:blipFill rotWithShape="1">
          <a:blip r:embed="rId3">
            <a:alphaModFix/>
          </a:blip>
          <a:srcRect l="58737" b="2486"/>
          <a:stretch/>
        </p:blipFill>
        <p:spPr>
          <a:xfrm>
            <a:off x="983250" y="766050"/>
            <a:ext cx="1847500" cy="3414400"/>
          </a:xfrm>
          <a:prstGeom prst="rect">
            <a:avLst/>
          </a:prstGeom>
          <a:noFill/>
          <a:ln>
            <a:noFill/>
          </a:ln>
        </p:spPr>
      </p:pic>
      <p:pic>
        <p:nvPicPr>
          <p:cNvPr id="312" name="Google Shape;312;p41"/>
          <p:cNvPicPr preferRelativeResize="0"/>
          <p:nvPr/>
        </p:nvPicPr>
        <p:blipFill rotWithShape="1">
          <a:blip r:embed="rId3">
            <a:alphaModFix/>
          </a:blip>
          <a:srcRect l="58737" b="2486"/>
          <a:stretch/>
        </p:blipFill>
        <p:spPr>
          <a:xfrm>
            <a:off x="1825100" y="1072450"/>
            <a:ext cx="1954100" cy="3611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Major requirements</a:t>
            </a:r>
            <a:endParaRPr/>
          </a:p>
        </p:txBody>
      </p:sp>
      <p:sp>
        <p:nvSpPr>
          <p:cNvPr id="318" name="Google Shape;318;p42"/>
          <p:cNvSpPr txBox="1">
            <a:spLocks noGrp="1"/>
          </p:cNvSpPr>
          <p:nvPr>
            <p:ph type="title" idx="2"/>
          </p:nvPr>
        </p:nvSpPr>
        <p:spPr>
          <a:xfrm>
            <a:off x="4415454" y="1346150"/>
            <a:ext cx="3767400" cy="55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Pollution control</a:t>
            </a:r>
            <a:endParaRPr/>
          </a:p>
        </p:txBody>
      </p:sp>
      <p:sp>
        <p:nvSpPr>
          <p:cNvPr id="319" name="Google Shape;319;p42"/>
          <p:cNvSpPr txBox="1">
            <a:spLocks noGrp="1"/>
          </p:cNvSpPr>
          <p:nvPr>
            <p:ph type="title" idx="3"/>
          </p:nvPr>
        </p:nvSpPr>
        <p:spPr>
          <a:xfrm>
            <a:off x="4415980" y="3062003"/>
            <a:ext cx="3766500" cy="55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Recycling center</a:t>
            </a:r>
            <a:endParaRPr/>
          </a:p>
        </p:txBody>
      </p:sp>
      <p:sp>
        <p:nvSpPr>
          <p:cNvPr id="320" name="Google Shape;320;p42"/>
          <p:cNvSpPr txBox="1">
            <a:spLocks noGrp="1"/>
          </p:cNvSpPr>
          <p:nvPr>
            <p:ph type="subTitle" idx="1"/>
          </p:nvPr>
        </p:nvSpPr>
        <p:spPr>
          <a:xfrm>
            <a:off x="4415980" y="3629873"/>
            <a:ext cx="37665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actually the second planet from the Sun. It’s hot and has a poisonous atmosphere</a:t>
            </a:r>
            <a:endParaRPr/>
          </a:p>
        </p:txBody>
      </p:sp>
      <p:sp>
        <p:nvSpPr>
          <p:cNvPr id="321" name="Google Shape;321;p42"/>
          <p:cNvSpPr txBox="1">
            <a:spLocks noGrp="1"/>
          </p:cNvSpPr>
          <p:nvPr>
            <p:ph type="subTitle" idx="4"/>
          </p:nvPr>
        </p:nvSpPr>
        <p:spPr>
          <a:xfrm>
            <a:off x="4415980" y="1914020"/>
            <a:ext cx="37665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cxnSp>
        <p:nvCxnSpPr>
          <p:cNvPr id="322" name="Google Shape;322;p42"/>
          <p:cNvCxnSpPr/>
          <p:nvPr/>
        </p:nvCxnSpPr>
        <p:spPr>
          <a:xfrm>
            <a:off x="2830750" y="1906725"/>
            <a:ext cx="5253000" cy="0"/>
          </a:xfrm>
          <a:prstGeom prst="straightConnector1">
            <a:avLst/>
          </a:prstGeom>
          <a:noFill/>
          <a:ln w="19050" cap="flat" cmpd="sng">
            <a:solidFill>
              <a:schemeClr val="accent3"/>
            </a:solidFill>
            <a:prstDash val="solid"/>
            <a:round/>
            <a:headEnd type="none" w="med" len="med"/>
            <a:tailEnd type="none" w="med" len="med"/>
          </a:ln>
        </p:spPr>
      </p:cxnSp>
      <p:cxnSp>
        <p:nvCxnSpPr>
          <p:cNvPr id="323" name="Google Shape;323;p42"/>
          <p:cNvCxnSpPr/>
          <p:nvPr/>
        </p:nvCxnSpPr>
        <p:spPr>
          <a:xfrm>
            <a:off x="2830750" y="3628200"/>
            <a:ext cx="5253000" cy="0"/>
          </a:xfrm>
          <a:prstGeom prst="straightConnector1">
            <a:avLst/>
          </a:prstGeom>
          <a:noFill/>
          <a:ln w="19050" cap="flat" cmpd="sng">
            <a:solidFill>
              <a:schemeClr val="accent3"/>
            </a:solidFill>
            <a:prstDash val="solid"/>
            <a:round/>
            <a:headEnd type="none" w="med" len="med"/>
            <a:tailEnd type="none" w="med" len="med"/>
          </a:ln>
        </p:spPr>
      </p:cxnSp>
      <p:pic>
        <p:nvPicPr>
          <p:cNvPr id="324" name="Google Shape;324;p42"/>
          <p:cNvPicPr preferRelativeResize="0"/>
          <p:nvPr/>
        </p:nvPicPr>
        <p:blipFill>
          <a:blip r:embed="rId3">
            <a:alphaModFix/>
          </a:blip>
          <a:stretch>
            <a:fillRect/>
          </a:stretch>
        </p:blipFill>
        <p:spPr>
          <a:xfrm>
            <a:off x="814837" y="1389925"/>
            <a:ext cx="3508930" cy="3214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p:nvPr/>
        </p:nvSpPr>
        <p:spPr>
          <a:xfrm>
            <a:off x="713100" y="1510950"/>
            <a:ext cx="7717800" cy="2121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0" name="Google Shape;330;p43" title="Chart">
            <a:hlinkClick r:id="rId3"/>
          </p:cNvPr>
          <p:cNvPicPr preferRelativeResize="0"/>
          <p:nvPr/>
        </p:nvPicPr>
        <p:blipFill>
          <a:blip r:embed="rId4">
            <a:alphaModFix/>
          </a:blip>
          <a:stretch>
            <a:fillRect/>
          </a:stretch>
        </p:blipFill>
        <p:spPr>
          <a:xfrm>
            <a:off x="3039800" y="1181913"/>
            <a:ext cx="3064400" cy="2779675"/>
          </a:xfrm>
          <a:prstGeom prst="rect">
            <a:avLst/>
          </a:prstGeom>
          <a:noFill/>
          <a:ln>
            <a:noFill/>
          </a:ln>
        </p:spPr>
      </p:pic>
      <p:sp>
        <p:nvSpPr>
          <p:cNvPr id="331" name="Google Shape;331;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Budget</a:t>
            </a:r>
            <a:endParaRPr/>
          </a:p>
        </p:txBody>
      </p:sp>
      <p:sp>
        <p:nvSpPr>
          <p:cNvPr id="332" name="Google Shape;332;p43"/>
          <p:cNvSpPr txBox="1"/>
          <p:nvPr/>
        </p:nvSpPr>
        <p:spPr>
          <a:xfrm>
            <a:off x="720401" y="1863054"/>
            <a:ext cx="2239800" cy="92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400" b="1">
                <a:solidFill>
                  <a:schemeClr val="dk1"/>
                </a:solidFill>
                <a:latin typeface="Open Sans"/>
                <a:ea typeface="Open Sans"/>
                <a:cs typeface="Open Sans"/>
                <a:sym typeface="Open Sans"/>
              </a:rPr>
              <a:t>$20.000</a:t>
            </a:r>
            <a:endParaRPr sz="2400" b="1">
              <a:solidFill>
                <a:schemeClr val="dk1"/>
              </a:solidFill>
              <a:latin typeface="Open Sans"/>
              <a:ea typeface="Open Sans"/>
              <a:cs typeface="Open Sans"/>
              <a:sym typeface="Open Sans"/>
            </a:endParaRPr>
          </a:p>
          <a:p>
            <a:pPr marL="0" lvl="0" indent="0" algn="r" rtl="0">
              <a:spcBef>
                <a:spcPts val="0"/>
              </a:spcBef>
              <a:spcAft>
                <a:spcPts val="0"/>
              </a:spcAft>
              <a:buNone/>
            </a:pPr>
            <a:r>
              <a:rPr lang="en" sz="2400" b="1">
                <a:solidFill>
                  <a:schemeClr val="dk1"/>
                </a:solidFill>
                <a:latin typeface="Open Sans"/>
                <a:ea typeface="Open Sans"/>
                <a:cs typeface="Open Sans"/>
                <a:sym typeface="Open Sans"/>
              </a:rPr>
              <a:t>Neptune</a:t>
            </a:r>
            <a:endParaRPr sz="2400" b="1">
              <a:solidFill>
                <a:schemeClr val="dk1"/>
              </a:solidFill>
              <a:latin typeface="Open Sans"/>
              <a:ea typeface="Open Sans"/>
              <a:cs typeface="Open Sans"/>
              <a:sym typeface="Open Sans"/>
            </a:endParaRPr>
          </a:p>
        </p:txBody>
      </p:sp>
      <p:sp>
        <p:nvSpPr>
          <p:cNvPr id="333" name="Google Shape;333;p43"/>
          <p:cNvSpPr txBox="1"/>
          <p:nvPr/>
        </p:nvSpPr>
        <p:spPr>
          <a:xfrm>
            <a:off x="720401" y="2664842"/>
            <a:ext cx="2239800" cy="615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2"/>
                </a:solidFill>
                <a:latin typeface="Karla"/>
                <a:ea typeface="Karla"/>
                <a:cs typeface="Karla"/>
                <a:sym typeface="Karla"/>
              </a:rPr>
              <a:t>Neptune is the farthest planet from the Sun</a:t>
            </a:r>
            <a:endParaRPr>
              <a:solidFill>
                <a:schemeClr val="dk2"/>
              </a:solidFill>
              <a:latin typeface="Karla"/>
              <a:ea typeface="Karla"/>
              <a:cs typeface="Karla"/>
              <a:sym typeface="Karla"/>
            </a:endParaRPr>
          </a:p>
        </p:txBody>
      </p:sp>
      <p:sp>
        <p:nvSpPr>
          <p:cNvPr id="334" name="Google Shape;334;p43"/>
          <p:cNvSpPr txBox="1"/>
          <p:nvPr/>
        </p:nvSpPr>
        <p:spPr>
          <a:xfrm>
            <a:off x="6183801" y="1863054"/>
            <a:ext cx="2239800" cy="9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$80.000</a:t>
            </a:r>
            <a:endParaRPr sz="2400" b="1">
              <a:solidFill>
                <a:schemeClr val="dk1"/>
              </a:solidFill>
              <a:latin typeface="Open Sans"/>
              <a:ea typeface="Open Sans"/>
              <a:cs typeface="Open Sans"/>
              <a:sym typeface="Open Sans"/>
            </a:endParaRPr>
          </a:p>
          <a:p>
            <a:pPr marL="0" lvl="0" indent="0" algn="l" rtl="0">
              <a:spcBef>
                <a:spcPts val="0"/>
              </a:spcBef>
              <a:spcAft>
                <a:spcPts val="0"/>
              </a:spcAft>
              <a:buNone/>
            </a:pPr>
            <a:r>
              <a:rPr lang="en" sz="2400" b="1">
                <a:solidFill>
                  <a:schemeClr val="dk1"/>
                </a:solidFill>
                <a:latin typeface="Open Sans"/>
                <a:ea typeface="Open Sans"/>
                <a:cs typeface="Open Sans"/>
                <a:sym typeface="Open Sans"/>
              </a:rPr>
              <a:t>Mercury</a:t>
            </a:r>
            <a:endParaRPr sz="2400" b="1">
              <a:solidFill>
                <a:schemeClr val="dk1"/>
              </a:solidFill>
              <a:latin typeface="Open Sans"/>
              <a:ea typeface="Open Sans"/>
              <a:cs typeface="Open Sans"/>
              <a:sym typeface="Open Sans"/>
            </a:endParaRPr>
          </a:p>
        </p:txBody>
      </p:sp>
      <p:sp>
        <p:nvSpPr>
          <p:cNvPr id="335" name="Google Shape;335;p43"/>
          <p:cNvSpPr txBox="1"/>
          <p:nvPr/>
        </p:nvSpPr>
        <p:spPr>
          <a:xfrm>
            <a:off x="6183801" y="2664846"/>
            <a:ext cx="22398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Mercury is the closest planet to the Sun</a:t>
            </a:r>
            <a:endParaRPr>
              <a:solidFill>
                <a:schemeClr val="dk2"/>
              </a:solidFill>
              <a:latin typeface="Karla"/>
              <a:ea typeface="Karla"/>
              <a:cs typeface="Karla"/>
              <a:sym typeface="Karla"/>
            </a:endParaRPr>
          </a:p>
        </p:txBody>
      </p:sp>
      <p:sp>
        <p:nvSpPr>
          <p:cNvPr id="336" name="Google Shape;336;p43"/>
          <p:cNvSpPr txBox="1"/>
          <p:nvPr/>
        </p:nvSpPr>
        <p:spPr>
          <a:xfrm>
            <a:off x="2072250" y="4016713"/>
            <a:ext cx="4999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2"/>
                </a:solidFill>
                <a:latin typeface="Karla"/>
                <a:ea typeface="Karla"/>
                <a:cs typeface="Karla"/>
                <a:sym typeface="Karla"/>
              </a:rPr>
              <a:t>Follow the link in the graph to modify its data and then paste the new one here. </a:t>
            </a:r>
            <a:r>
              <a:rPr lang="en" sz="1200" b="1">
                <a:solidFill>
                  <a:schemeClr val="dk2"/>
                </a:solidFill>
                <a:latin typeface="Karla"/>
                <a:ea typeface="Karla"/>
                <a:cs typeface="Karla"/>
                <a:sym typeface="Karla"/>
              </a:rPr>
              <a:t>For more info, </a:t>
            </a:r>
            <a:r>
              <a:rPr lang="en" sz="1200" b="1">
                <a:solidFill>
                  <a:schemeClr val="dk2"/>
                </a:solidFill>
                <a:uFill>
                  <a:noFill/>
                </a:uFill>
                <a:latin typeface="Karla"/>
                <a:ea typeface="Karla"/>
                <a:cs typeface="Karla"/>
                <a:sym typeface="Karl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a:solidFill>
                <a:schemeClr val="dk2"/>
              </a:solidFill>
              <a:latin typeface="Karla"/>
              <a:ea typeface="Karla"/>
              <a:cs typeface="Karla"/>
              <a:sym typeface="Karla"/>
            </a:endParaRPr>
          </a:p>
        </p:txBody>
      </p:sp>
      <p:sp>
        <p:nvSpPr>
          <p:cNvPr id="337" name="Google Shape;337;p43"/>
          <p:cNvSpPr/>
          <p:nvPr/>
        </p:nvSpPr>
        <p:spPr>
          <a:xfrm>
            <a:off x="3709745" y="1709500"/>
            <a:ext cx="1724400" cy="172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3"/>
          <p:cNvSpPr txBox="1"/>
          <p:nvPr/>
        </p:nvSpPr>
        <p:spPr>
          <a:xfrm>
            <a:off x="3760820" y="2076825"/>
            <a:ext cx="1622400" cy="92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Total</a:t>
            </a:r>
            <a:endParaRPr sz="2400" b="1">
              <a:solidFill>
                <a:schemeClr val="dk1"/>
              </a:solidFill>
              <a:latin typeface="Open Sans"/>
              <a:ea typeface="Open Sans"/>
              <a:cs typeface="Open Sans"/>
              <a:sym typeface="Open Sans"/>
            </a:endParaRPr>
          </a:p>
          <a:p>
            <a:pPr marL="0" lvl="0" indent="0" algn="ctr" rtl="0">
              <a:spcBef>
                <a:spcPts val="0"/>
              </a:spcBef>
              <a:spcAft>
                <a:spcPts val="0"/>
              </a:spcAft>
              <a:buNone/>
            </a:pPr>
            <a:r>
              <a:rPr lang="en" sz="2400" b="1">
                <a:solidFill>
                  <a:schemeClr val="dk1"/>
                </a:solidFill>
                <a:latin typeface="Open Sans"/>
                <a:ea typeface="Open Sans"/>
                <a:cs typeface="Open Sans"/>
                <a:sym typeface="Open Sans"/>
              </a:rPr>
              <a:t>$100.000</a:t>
            </a:r>
            <a:endParaRPr sz="2400" b="1">
              <a:solidFill>
                <a:schemeClr val="dk1"/>
              </a:solidFill>
              <a:latin typeface="Open Sans"/>
              <a:ea typeface="Open Sans"/>
              <a:cs typeface="Open Sans"/>
              <a:sym typeface="Open Sans"/>
            </a:endParaRPr>
          </a:p>
        </p:txBody>
      </p:sp>
      <p:sp>
        <p:nvSpPr>
          <p:cNvPr id="339" name="Google Shape;339;p43"/>
          <p:cNvSpPr/>
          <p:nvPr/>
        </p:nvSpPr>
        <p:spPr>
          <a:xfrm>
            <a:off x="2914275" y="1686042"/>
            <a:ext cx="310500" cy="310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3"/>
          <p:cNvSpPr/>
          <p:nvPr/>
        </p:nvSpPr>
        <p:spPr>
          <a:xfrm>
            <a:off x="5919225" y="1686042"/>
            <a:ext cx="310500" cy="310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1" name="Google Shape;341;p43"/>
          <p:cNvCxnSpPr/>
          <p:nvPr/>
        </p:nvCxnSpPr>
        <p:spPr>
          <a:xfrm>
            <a:off x="-50" y="3402350"/>
            <a:ext cx="2896500" cy="0"/>
          </a:xfrm>
          <a:prstGeom prst="straightConnector1">
            <a:avLst/>
          </a:prstGeom>
          <a:noFill/>
          <a:ln w="19050" cap="flat" cmpd="sng">
            <a:solidFill>
              <a:schemeClr val="accent3"/>
            </a:solidFill>
            <a:prstDash val="solid"/>
            <a:round/>
            <a:headEnd type="none" w="med" len="med"/>
            <a:tailEnd type="none" w="med" len="med"/>
          </a:ln>
        </p:spPr>
      </p:cxnSp>
      <p:cxnSp>
        <p:nvCxnSpPr>
          <p:cNvPr id="342" name="Google Shape;342;p43"/>
          <p:cNvCxnSpPr/>
          <p:nvPr/>
        </p:nvCxnSpPr>
        <p:spPr>
          <a:xfrm>
            <a:off x="6247550" y="3402350"/>
            <a:ext cx="28965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4"/>
          <p:cNvSpPr/>
          <p:nvPr/>
        </p:nvSpPr>
        <p:spPr>
          <a:xfrm>
            <a:off x="3258771" y="1534488"/>
            <a:ext cx="2585100" cy="2585100"/>
          </a:xfrm>
          <a:prstGeom prst="ellipse">
            <a:avLst/>
          </a:prstGeom>
          <a:solidFill>
            <a:srgbClr val="A1A299">
              <a:alpha val="4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4"/>
          <p:cNvSpPr/>
          <p:nvPr/>
        </p:nvSpPr>
        <p:spPr>
          <a:xfrm>
            <a:off x="3262488" y="1534488"/>
            <a:ext cx="2581500" cy="2581500"/>
          </a:xfrm>
          <a:prstGeom prst="chord">
            <a:avLst>
              <a:gd name="adj1" fmla="val 37734"/>
              <a:gd name="adj2" fmla="val 10760304"/>
            </a:avLst>
          </a:prstGeom>
          <a:solidFill>
            <a:srgbClr val="A1A299">
              <a:alpha val="4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goals</a:t>
            </a:r>
            <a:endParaRPr/>
          </a:p>
        </p:txBody>
      </p:sp>
      <p:pic>
        <p:nvPicPr>
          <p:cNvPr id="350" name="Google Shape;350;p44"/>
          <p:cNvPicPr preferRelativeResize="0"/>
          <p:nvPr/>
        </p:nvPicPr>
        <p:blipFill>
          <a:blip r:embed="rId3">
            <a:alphaModFix/>
          </a:blip>
          <a:stretch>
            <a:fillRect/>
          </a:stretch>
        </p:blipFill>
        <p:spPr>
          <a:xfrm>
            <a:off x="3012750" y="1416475"/>
            <a:ext cx="2315715" cy="1759945"/>
          </a:xfrm>
          <a:prstGeom prst="rect">
            <a:avLst/>
          </a:prstGeom>
          <a:noFill/>
          <a:ln>
            <a:noFill/>
          </a:ln>
        </p:spPr>
      </p:pic>
      <p:pic>
        <p:nvPicPr>
          <p:cNvPr id="351" name="Google Shape;351;p44"/>
          <p:cNvPicPr preferRelativeResize="0"/>
          <p:nvPr/>
        </p:nvPicPr>
        <p:blipFill>
          <a:blip r:embed="rId4">
            <a:alphaModFix/>
          </a:blip>
          <a:stretch>
            <a:fillRect/>
          </a:stretch>
        </p:blipFill>
        <p:spPr>
          <a:xfrm>
            <a:off x="4388696" y="3207635"/>
            <a:ext cx="1599378" cy="559787"/>
          </a:xfrm>
          <a:prstGeom prst="rect">
            <a:avLst/>
          </a:prstGeom>
          <a:noFill/>
          <a:ln>
            <a:noFill/>
          </a:ln>
        </p:spPr>
      </p:pic>
      <p:pic>
        <p:nvPicPr>
          <p:cNvPr id="352" name="Google Shape;352;p44"/>
          <p:cNvPicPr preferRelativeResize="0"/>
          <p:nvPr/>
        </p:nvPicPr>
        <p:blipFill>
          <a:blip r:embed="rId5">
            <a:alphaModFix/>
          </a:blip>
          <a:stretch>
            <a:fillRect/>
          </a:stretch>
        </p:blipFill>
        <p:spPr>
          <a:xfrm>
            <a:off x="3368684" y="2742356"/>
            <a:ext cx="989039" cy="1212077"/>
          </a:xfrm>
          <a:prstGeom prst="rect">
            <a:avLst/>
          </a:prstGeom>
          <a:noFill/>
          <a:ln>
            <a:noFill/>
          </a:ln>
        </p:spPr>
      </p:pic>
      <p:sp>
        <p:nvSpPr>
          <p:cNvPr id="353" name="Google Shape;353;p44"/>
          <p:cNvSpPr txBox="1"/>
          <p:nvPr/>
        </p:nvSpPr>
        <p:spPr>
          <a:xfrm>
            <a:off x="6239400" y="1289215"/>
            <a:ext cx="21846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Saturn</a:t>
            </a:r>
            <a:endParaRPr sz="2400" b="1">
              <a:solidFill>
                <a:schemeClr val="dk1"/>
              </a:solidFill>
              <a:latin typeface="Open Sans"/>
              <a:ea typeface="Open Sans"/>
              <a:cs typeface="Open Sans"/>
              <a:sym typeface="Open Sans"/>
            </a:endParaRPr>
          </a:p>
        </p:txBody>
      </p:sp>
      <p:sp>
        <p:nvSpPr>
          <p:cNvPr id="354" name="Google Shape;354;p44"/>
          <p:cNvSpPr txBox="1"/>
          <p:nvPr/>
        </p:nvSpPr>
        <p:spPr>
          <a:xfrm>
            <a:off x="6239400" y="1725835"/>
            <a:ext cx="21846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Saturn is a gas giant and has rings</a:t>
            </a:r>
            <a:endParaRPr>
              <a:solidFill>
                <a:schemeClr val="dk2"/>
              </a:solidFill>
              <a:latin typeface="Karla"/>
              <a:ea typeface="Karla"/>
              <a:cs typeface="Karla"/>
              <a:sym typeface="Karla"/>
            </a:endParaRPr>
          </a:p>
        </p:txBody>
      </p:sp>
      <p:sp>
        <p:nvSpPr>
          <p:cNvPr id="355" name="Google Shape;355;p44"/>
          <p:cNvSpPr txBox="1"/>
          <p:nvPr/>
        </p:nvSpPr>
        <p:spPr>
          <a:xfrm>
            <a:off x="742525" y="1545333"/>
            <a:ext cx="2184600" cy="554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400" b="1">
                <a:solidFill>
                  <a:schemeClr val="dk1"/>
                </a:solidFill>
                <a:latin typeface="Open Sans"/>
                <a:ea typeface="Open Sans"/>
                <a:cs typeface="Open Sans"/>
                <a:sym typeface="Open Sans"/>
              </a:rPr>
              <a:t>Mercury</a:t>
            </a:r>
            <a:endParaRPr sz="2400" b="1">
              <a:solidFill>
                <a:schemeClr val="dk1"/>
              </a:solidFill>
              <a:latin typeface="Open Sans"/>
              <a:ea typeface="Open Sans"/>
              <a:cs typeface="Open Sans"/>
              <a:sym typeface="Open Sans"/>
            </a:endParaRPr>
          </a:p>
        </p:txBody>
      </p:sp>
      <p:sp>
        <p:nvSpPr>
          <p:cNvPr id="356" name="Google Shape;356;p44"/>
          <p:cNvSpPr txBox="1"/>
          <p:nvPr/>
        </p:nvSpPr>
        <p:spPr>
          <a:xfrm>
            <a:off x="742525" y="3387601"/>
            <a:ext cx="2184600" cy="104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2"/>
                </a:solidFill>
                <a:latin typeface="Karla"/>
                <a:ea typeface="Karla"/>
                <a:cs typeface="Karla"/>
                <a:sym typeface="Karla"/>
              </a:rPr>
              <a:t>Mercury is the closest planet to the Sun and the smallest one in the Solar System</a:t>
            </a:r>
            <a:endParaRPr>
              <a:solidFill>
                <a:schemeClr val="dk2"/>
              </a:solidFill>
              <a:latin typeface="Karla"/>
              <a:ea typeface="Karla"/>
              <a:cs typeface="Karla"/>
              <a:sym typeface="Karla"/>
            </a:endParaRPr>
          </a:p>
        </p:txBody>
      </p:sp>
      <p:sp>
        <p:nvSpPr>
          <p:cNvPr id="357" name="Google Shape;357;p44"/>
          <p:cNvSpPr txBox="1"/>
          <p:nvPr/>
        </p:nvSpPr>
        <p:spPr>
          <a:xfrm>
            <a:off x="6239400" y="2407528"/>
            <a:ext cx="21846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Venus</a:t>
            </a:r>
            <a:endParaRPr sz="2400" b="1">
              <a:solidFill>
                <a:schemeClr val="dk1"/>
              </a:solidFill>
              <a:latin typeface="Open Sans"/>
              <a:ea typeface="Open Sans"/>
              <a:cs typeface="Open Sans"/>
              <a:sym typeface="Open Sans"/>
            </a:endParaRPr>
          </a:p>
        </p:txBody>
      </p:sp>
      <p:sp>
        <p:nvSpPr>
          <p:cNvPr id="358" name="Google Shape;358;p44"/>
          <p:cNvSpPr txBox="1"/>
          <p:nvPr/>
        </p:nvSpPr>
        <p:spPr>
          <a:xfrm>
            <a:off x="6239400" y="2845075"/>
            <a:ext cx="21846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Venus is the second planet from the Sun</a:t>
            </a:r>
            <a:endParaRPr>
              <a:solidFill>
                <a:schemeClr val="dk2"/>
              </a:solidFill>
              <a:latin typeface="Karla"/>
              <a:ea typeface="Karla"/>
              <a:cs typeface="Karla"/>
              <a:sym typeface="Karla"/>
            </a:endParaRPr>
          </a:p>
        </p:txBody>
      </p:sp>
      <p:sp>
        <p:nvSpPr>
          <p:cNvPr id="359" name="Google Shape;359;p44"/>
          <p:cNvSpPr/>
          <p:nvPr/>
        </p:nvSpPr>
        <p:spPr>
          <a:xfrm>
            <a:off x="4642550" y="2208375"/>
            <a:ext cx="232800" cy="232800"/>
          </a:xfrm>
          <a:prstGeom prst="ellipse">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0" name="Google Shape;360;p44"/>
          <p:cNvCxnSpPr>
            <a:stCxn id="359" idx="6"/>
            <a:endCxn id="353" idx="1"/>
          </p:cNvCxnSpPr>
          <p:nvPr/>
        </p:nvCxnSpPr>
        <p:spPr>
          <a:xfrm rot="10800000" flipH="1">
            <a:off x="4875350" y="1566375"/>
            <a:ext cx="1364100" cy="758400"/>
          </a:xfrm>
          <a:prstGeom prst="bentConnector3">
            <a:avLst>
              <a:gd name="adj1" fmla="val 78621"/>
            </a:avLst>
          </a:prstGeom>
          <a:noFill/>
          <a:ln w="19050" cap="flat" cmpd="sng">
            <a:solidFill>
              <a:schemeClr val="accent3"/>
            </a:solidFill>
            <a:prstDash val="solid"/>
            <a:round/>
            <a:headEnd type="none" w="med" len="med"/>
            <a:tailEnd type="none" w="med" len="med"/>
          </a:ln>
        </p:spPr>
      </p:cxnSp>
      <p:sp>
        <p:nvSpPr>
          <p:cNvPr id="361" name="Google Shape;361;p44"/>
          <p:cNvSpPr/>
          <p:nvPr/>
        </p:nvSpPr>
        <p:spPr>
          <a:xfrm>
            <a:off x="5095675" y="3231988"/>
            <a:ext cx="232800" cy="232800"/>
          </a:xfrm>
          <a:prstGeom prst="ellipse">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2" name="Google Shape;362;p44"/>
          <p:cNvCxnSpPr>
            <a:stCxn id="361" idx="6"/>
            <a:endCxn id="357" idx="1"/>
          </p:cNvCxnSpPr>
          <p:nvPr/>
        </p:nvCxnSpPr>
        <p:spPr>
          <a:xfrm rot="10800000" flipH="1">
            <a:off x="5328475" y="2684488"/>
            <a:ext cx="910800" cy="663900"/>
          </a:xfrm>
          <a:prstGeom prst="bentConnector3">
            <a:avLst>
              <a:gd name="adj1" fmla="val 68777"/>
            </a:avLst>
          </a:prstGeom>
          <a:noFill/>
          <a:ln w="19050" cap="flat" cmpd="sng">
            <a:solidFill>
              <a:schemeClr val="accent3"/>
            </a:solidFill>
            <a:prstDash val="solid"/>
            <a:round/>
            <a:headEnd type="none" w="med" len="med"/>
            <a:tailEnd type="none" w="med" len="med"/>
          </a:ln>
        </p:spPr>
      </p:cxnSp>
      <p:grpSp>
        <p:nvGrpSpPr>
          <p:cNvPr id="363" name="Google Shape;363;p44"/>
          <p:cNvGrpSpPr/>
          <p:nvPr/>
        </p:nvGrpSpPr>
        <p:grpSpPr>
          <a:xfrm>
            <a:off x="1689108" y="2146947"/>
            <a:ext cx="1171633" cy="1171633"/>
            <a:chOff x="5681300" y="2527788"/>
            <a:chExt cx="805800" cy="805800"/>
          </a:xfrm>
        </p:grpSpPr>
        <p:sp>
          <p:nvSpPr>
            <p:cNvPr id="364" name="Google Shape;364;p44"/>
            <p:cNvSpPr/>
            <p:nvPr/>
          </p:nvSpPr>
          <p:spPr>
            <a:xfrm>
              <a:off x="5681300" y="2527788"/>
              <a:ext cx="805800" cy="80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4"/>
            <p:cNvSpPr/>
            <p:nvPr/>
          </p:nvSpPr>
          <p:spPr>
            <a:xfrm>
              <a:off x="5681300" y="2527788"/>
              <a:ext cx="805800" cy="805800"/>
            </a:xfrm>
            <a:prstGeom prst="pie">
              <a:avLst>
                <a:gd name="adj1" fmla="val 0"/>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44"/>
          <p:cNvSpPr txBox="1"/>
          <p:nvPr/>
        </p:nvSpPr>
        <p:spPr>
          <a:xfrm>
            <a:off x="742525" y="2369263"/>
            <a:ext cx="618300" cy="369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2"/>
                </a:solidFill>
                <a:latin typeface="Karla"/>
                <a:ea typeface="Karla"/>
                <a:cs typeface="Karla"/>
                <a:sym typeface="Karla"/>
              </a:rPr>
              <a:t>Part 1</a:t>
            </a:r>
            <a:endParaRPr sz="1200">
              <a:solidFill>
                <a:schemeClr val="dk2"/>
              </a:solidFill>
              <a:latin typeface="Karla"/>
              <a:ea typeface="Karla"/>
              <a:cs typeface="Karla"/>
              <a:sym typeface="Karla"/>
            </a:endParaRPr>
          </a:p>
        </p:txBody>
      </p:sp>
      <p:sp>
        <p:nvSpPr>
          <p:cNvPr id="367" name="Google Shape;367;p44"/>
          <p:cNvSpPr/>
          <p:nvPr/>
        </p:nvSpPr>
        <p:spPr>
          <a:xfrm>
            <a:off x="1390975" y="2477563"/>
            <a:ext cx="152700" cy="152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4"/>
          <p:cNvSpPr txBox="1"/>
          <p:nvPr/>
        </p:nvSpPr>
        <p:spPr>
          <a:xfrm>
            <a:off x="742525" y="2727113"/>
            <a:ext cx="618300" cy="369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2"/>
                </a:solidFill>
                <a:latin typeface="Karla"/>
                <a:ea typeface="Karla"/>
                <a:cs typeface="Karla"/>
                <a:sym typeface="Karla"/>
              </a:rPr>
              <a:t>Part 2</a:t>
            </a:r>
            <a:endParaRPr sz="1200">
              <a:solidFill>
                <a:schemeClr val="dk2"/>
              </a:solidFill>
              <a:latin typeface="Karla"/>
              <a:ea typeface="Karla"/>
              <a:cs typeface="Karla"/>
              <a:sym typeface="Karla"/>
            </a:endParaRPr>
          </a:p>
        </p:txBody>
      </p:sp>
      <p:sp>
        <p:nvSpPr>
          <p:cNvPr id="369" name="Google Shape;369;p44"/>
          <p:cNvSpPr/>
          <p:nvPr/>
        </p:nvSpPr>
        <p:spPr>
          <a:xfrm>
            <a:off x="1390975" y="2835413"/>
            <a:ext cx="152700" cy="152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4"/>
          <p:cNvSpPr/>
          <p:nvPr/>
        </p:nvSpPr>
        <p:spPr>
          <a:xfrm>
            <a:off x="2452775" y="2147025"/>
            <a:ext cx="516600" cy="516600"/>
          </a:xfrm>
          <a:prstGeom prst="ellipse">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2"/>
                </a:solidFill>
                <a:latin typeface="Open Sans"/>
                <a:ea typeface="Open Sans"/>
                <a:cs typeface="Open Sans"/>
                <a:sym typeface="Open Sans"/>
              </a:rPr>
              <a:t>25%</a:t>
            </a:r>
            <a:endParaRPr sz="1200">
              <a:solidFill>
                <a:schemeClr val="dk2"/>
              </a:solidFill>
              <a:latin typeface="Open Sans"/>
              <a:ea typeface="Open Sans"/>
              <a:cs typeface="Open Sans"/>
              <a:sym typeface="Open Sans"/>
            </a:endParaRPr>
          </a:p>
        </p:txBody>
      </p:sp>
      <p:sp>
        <p:nvSpPr>
          <p:cNvPr id="371" name="Google Shape;371;p44"/>
          <p:cNvSpPr/>
          <p:nvPr/>
        </p:nvSpPr>
        <p:spPr>
          <a:xfrm>
            <a:off x="1654850" y="2823500"/>
            <a:ext cx="516600" cy="516600"/>
          </a:xfrm>
          <a:prstGeom prst="ellipse">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2"/>
                </a:solidFill>
                <a:latin typeface="Open Sans"/>
                <a:ea typeface="Open Sans"/>
                <a:cs typeface="Open Sans"/>
                <a:sym typeface="Open Sans"/>
              </a:rPr>
              <a:t>75%</a:t>
            </a:r>
            <a:endParaRPr sz="1200">
              <a:solidFill>
                <a:schemeClr val="dk2"/>
              </a:solidFill>
              <a:latin typeface="Open Sans"/>
              <a:ea typeface="Open Sans"/>
              <a:cs typeface="Open Sans"/>
              <a:sym typeface="Open Sans"/>
            </a:endParaRPr>
          </a:p>
        </p:txBody>
      </p:sp>
      <p:sp>
        <p:nvSpPr>
          <p:cNvPr id="372" name="Google Shape;372;p44"/>
          <p:cNvSpPr txBox="1"/>
          <p:nvPr/>
        </p:nvSpPr>
        <p:spPr>
          <a:xfrm>
            <a:off x="6239400" y="3583625"/>
            <a:ext cx="2184600" cy="1046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Karla"/>
              <a:buChar char="●"/>
            </a:pPr>
            <a:r>
              <a:rPr lang="en">
                <a:solidFill>
                  <a:schemeClr val="dk2"/>
                </a:solidFill>
                <a:latin typeface="Karla"/>
                <a:ea typeface="Karla"/>
                <a:cs typeface="Karla"/>
                <a:sym typeface="Karla"/>
              </a:rPr>
              <a:t>Earth is the planet that has life</a:t>
            </a:r>
            <a:endParaRPr>
              <a:solidFill>
                <a:schemeClr val="dk2"/>
              </a:solidFill>
              <a:latin typeface="Karla"/>
              <a:ea typeface="Karla"/>
              <a:cs typeface="Karla"/>
              <a:sym typeface="Karla"/>
            </a:endParaRPr>
          </a:p>
          <a:p>
            <a:pPr marL="457200" lvl="0" indent="-317500" algn="l" rtl="0">
              <a:spcBef>
                <a:spcPts val="0"/>
              </a:spcBef>
              <a:spcAft>
                <a:spcPts val="0"/>
              </a:spcAft>
              <a:buClr>
                <a:schemeClr val="dk2"/>
              </a:buClr>
              <a:buSzPts val="1400"/>
              <a:buFont typeface="Karla"/>
              <a:buChar char="●"/>
            </a:pPr>
            <a:r>
              <a:rPr lang="en">
                <a:solidFill>
                  <a:schemeClr val="dk2"/>
                </a:solidFill>
                <a:latin typeface="Karla"/>
                <a:ea typeface="Karla"/>
                <a:cs typeface="Karla"/>
                <a:sym typeface="Karla"/>
              </a:rPr>
              <a:t>Pluto is now a dwarf planet</a:t>
            </a:r>
            <a:endParaRPr>
              <a:solidFill>
                <a:schemeClr val="dk2"/>
              </a:solidFill>
              <a:latin typeface="Karla"/>
              <a:ea typeface="Karla"/>
              <a:cs typeface="Karla"/>
              <a:sym typeface="Karla"/>
            </a:endParaRPr>
          </a:p>
        </p:txBody>
      </p:sp>
      <p:cxnSp>
        <p:nvCxnSpPr>
          <p:cNvPr id="373" name="Google Shape;373;p44"/>
          <p:cNvCxnSpPr/>
          <p:nvPr/>
        </p:nvCxnSpPr>
        <p:spPr>
          <a:xfrm>
            <a:off x="6349897" y="3522150"/>
            <a:ext cx="2074500" cy="0"/>
          </a:xfrm>
          <a:prstGeom prst="straightConnector1">
            <a:avLst/>
          </a:prstGeom>
          <a:noFill/>
          <a:ln w="19050" cap="flat" cmpd="sng">
            <a:solidFill>
              <a:schemeClr val="lt2"/>
            </a:solidFill>
            <a:prstDash val="solid"/>
            <a:round/>
            <a:headEnd type="none" w="med" len="med"/>
            <a:tailEnd type="none" w="med" len="med"/>
          </a:ln>
        </p:spPr>
      </p:cxnSp>
      <p:sp>
        <p:nvSpPr>
          <p:cNvPr id="374" name="Google Shape;374;p44"/>
          <p:cNvSpPr/>
          <p:nvPr/>
        </p:nvSpPr>
        <p:spPr>
          <a:xfrm>
            <a:off x="3775138" y="2663625"/>
            <a:ext cx="232800" cy="232800"/>
          </a:xfrm>
          <a:prstGeom prst="ellipse">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5" name="Google Shape;375;p44"/>
          <p:cNvCxnSpPr>
            <a:stCxn id="374" idx="0"/>
            <a:endCxn id="355" idx="3"/>
          </p:cNvCxnSpPr>
          <p:nvPr/>
        </p:nvCxnSpPr>
        <p:spPr>
          <a:xfrm rot="5400000" flipH="1">
            <a:off x="2988688" y="1760775"/>
            <a:ext cx="841200" cy="964500"/>
          </a:xfrm>
          <a:prstGeom prst="bentConnector2">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grpSp>
        <p:nvGrpSpPr>
          <p:cNvPr id="380" name="Google Shape;380;p45"/>
          <p:cNvGrpSpPr/>
          <p:nvPr/>
        </p:nvGrpSpPr>
        <p:grpSpPr>
          <a:xfrm>
            <a:off x="713150" y="951300"/>
            <a:ext cx="7717650" cy="3240900"/>
            <a:chOff x="713150" y="951300"/>
            <a:chExt cx="7717650" cy="3240900"/>
          </a:xfrm>
        </p:grpSpPr>
        <p:sp>
          <p:nvSpPr>
            <p:cNvPr id="381" name="Google Shape;381;p45"/>
            <p:cNvSpPr/>
            <p:nvPr/>
          </p:nvSpPr>
          <p:spPr>
            <a:xfrm>
              <a:off x="1001900" y="951300"/>
              <a:ext cx="7140300" cy="324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5"/>
            <p:cNvSpPr/>
            <p:nvPr/>
          </p:nvSpPr>
          <p:spPr>
            <a:xfrm>
              <a:off x="8142200" y="951300"/>
              <a:ext cx="288600" cy="324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5"/>
            <p:cNvSpPr/>
            <p:nvPr/>
          </p:nvSpPr>
          <p:spPr>
            <a:xfrm>
              <a:off x="713150" y="951300"/>
              <a:ext cx="288600" cy="324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 name="Google Shape;384;p45"/>
          <p:cNvSpPr txBox="1">
            <a:spLocks noGrp="1"/>
          </p:cNvSpPr>
          <p:nvPr>
            <p:ph type="title"/>
          </p:nvPr>
        </p:nvSpPr>
        <p:spPr>
          <a:xfrm>
            <a:off x="1488725" y="1396800"/>
            <a:ext cx="6166500" cy="166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7,498,300</a:t>
            </a:r>
            <a:endParaRPr/>
          </a:p>
        </p:txBody>
      </p:sp>
      <p:sp>
        <p:nvSpPr>
          <p:cNvPr id="385" name="Google Shape;385;p45"/>
          <p:cNvSpPr txBox="1">
            <a:spLocks noGrp="1"/>
          </p:cNvSpPr>
          <p:nvPr>
            <p:ph type="subTitle" idx="1"/>
          </p:nvPr>
        </p:nvSpPr>
        <p:spPr>
          <a:xfrm>
            <a:off x="1488775" y="3249600"/>
            <a:ext cx="61665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cxnSp>
        <p:nvCxnSpPr>
          <p:cNvPr id="386" name="Google Shape;386;p45"/>
          <p:cNvCxnSpPr/>
          <p:nvPr/>
        </p:nvCxnSpPr>
        <p:spPr>
          <a:xfrm>
            <a:off x="3123750" y="3115550"/>
            <a:ext cx="28965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a:t>
            </a:r>
            <a:endParaRPr/>
          </a:p>
        </p:txBody>
      </p:sp>
      <p:sp>
        <p:nvSpPr>
          <p:cNvPr id="392" name="Google Shape;392;p46"/>
          <p:cNvSpPr/>
          <p:nvPr/>
        </p:nvSpPr>
        <p:spPr>
          <a:xfrm>
            <a:off x="4979837" y="1617821"/>
            <a:ext cx="1185600" cy="1113600"/>
          </a:xfrm>
          <a:prstGeom prst="snip2Diag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6"/>
          <p:cNvSpPr/>
          <p:nvPr/>
        </p:nvSpPr>
        <p:spPr>
          <a:xfrm>
            <a:off x="2976563" y="1617821"/>
            <a:ext cx="1185600" cy="1113600"/>
          </a:xfrm>
          <a:prstGeom prst="snip2Diag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6"/>
          <p:cNvSpPr/>
          <p:nvPr/>
        </p:nvSpPr>
        <p:spPr>
          <a:xfrm>
            <a:off x="6983100" y="1617821"/>
            <a:ext cx="1185600" cy="1113600"/>
          </a:xfrm>
          <a:prstGeom prst="snip2Diag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6"/>
          <p:cNvSpPr/>
          <p:nvPr/>
        </p:nvSpPr>
        <p:spPr>
          <a:xfrm>
            <a:off x="973300" y="1617821"/>
            <a:ext cx="1185600" cy="1113600"/>
          </a:xfrm>
          <a:prstGeom prst="snip2Diag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6"/>
          <p:cNvSpPr txBox="1"/>
          <p:nvPr/>
        </p:nvSpPr>
        <p:spPr>
          <a:xfrm>
            <a:off x="716850" y="3040925"/>
            <a:ext cx="16983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Mars</a:t>
            </a:r>
            <a:endParaRPr sz="2400" b="1">
              <a:solidFill>
                <a:schemeClr val="dk1"/>
              </a:solidFill>
              <a:latin typeface="Open Sans"/>
              <a:ea typeface="Open Sans"/>
              <a:cs typeface="Open Sans"/>
              <a:sym typeface="Open Sans"/>
            </a:endParaRPr>
          </a:p>
        </p:txBody>
      </p:sp>
      <p:sp>
        <p:nvSpPr>
          <p:cNvPr id="397" name="Google Shape;397;p46"/>
          <p:cNvSpPr txBox="1"/>
          <p:nvPr/>
        </p:nvSpPr>
        <p:spPr>
          <a:xfrm>
            <a:off x="716850" y="3479505"/>
            <a:ext cx="16983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2"/>
                </a:solidFill>
                <a:latin typeface="Karla"/>
                <a:ea typeface="Karla"/>
                <a:cs typeface="Karla"/>
                <a:sym typeface="Karla"/>
              </a:rPr>
              <a:t>Despite being red, Mars is actually a cold place</a:t>
            </a:r>
            <a:endParaRPr>
              <a:solidFill>
                <a:schemeClr val="dk2"/>
              </a:solidFill>
              <a:latin typeface="Karla"/>
              <a:ea typeface="Karla"/>
              <a:cs typeface="Karla"/>
              <a:sym typeface="Karla"/>
            </a:endParaRPr>
          </a:p>
        </p:txBody>
      </p:sp>
      <p:sp>
        <p:nvSpPr>
          <p:cNvPr id="398" name="Google Shape;398;p46"/>
          <p:cNvSpPr txBox="1"/>
          <p:nvPr/>
        </p:nvSpPr>
        <p:spPr>
          <a:xfrm>
            <a:off x="2720150" y="3040925"/>
            <a:ext cx="16983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Mercury</a:t>
            </a:r>
            <a:endParaRPr sz="2400" b="1">
              <a:solidFill>
                <a:schemeClr val="dk1"/>
              </a:solidFill>
              <a:latin typeface="Open Sans"/>
              <a:ea typeface="Open Sans"/>
              <a:cs typeface="Open Sans"/>
              <a:sym typeface="Open Sans"/>
            </a:endParaRPr>
          </a:p>
        </p:txBody>
      </p:sp>
      <p:sp>
        <p:nvSpPr>
          <p:cNvPr id="399" name="Google Shape;399;p46"/>
          <p:cNvSpPr txBox="1"/>
          <p:nvPr/>
        </p:nvSpPr>
        <p:spPr>
          <a:xfrm>
            <a:off x="2720150" y="3479505"/>
            <a:ext cx="16983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2"/>
                </a:solidFill>
                <a:latin typeface="Karla"/>
                <a:ea typeface="Karla"/>
                <a:cs typeface="Karla"/>
                <a:sym typeface="Karla"/>
              </a:rPr>
              <a:t>Mercury is the closest planet to the Sun</a:t>
            </a:r>
            <a:endParaRPr>
              <a:solidFill>
                <a:schemeClr val="dk2"/>
              </a:solidFill>
              <a:latin typeface="Karla"/>
              <a:ea typeface="Karla"/>
              <a:cs typeface="Karla"/>
              <a:sym typeface="Karla"/>
            </a:endParaRPr>
          </a:p>
        </p:txBody>
      </p:sp>
      <p:sp>
        <p:nvSpPr>
          <p:cNvPr id="400" name="Google Shape;400;p46"/>
          <p:cNvSpPr txBox="1"/>
          <p:nvPr/>
        </p:nvSpPr>
        <p:spPr>
          <a:xfrm>
            <a:off x="4723450" y="3040925"/>
            <a:ext cx="16983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Saturn</a:t>
            </a:r>
            <a:endParaRPr sz="2400" b="1">
              <a:solidFill>
                <a:schemeClr val="dk1"/>
              </a:solidFill>
              <a:latin typeface="Open Sans"/>
              <a:ea typeface="Open Sans"/>
              <a:cs typeface="Open Sans"/>
              <a:sym typeface="Open Sans"/>
            </a:endParaRPr>
          </a:p>
        </p:txBody>
      </p:sp>
      <p:sp>
        <p:nvSpPr>
          <p:cNvPr id="401" name="Google Shape;401;p46"/>
          <p:cNvSpPr txBox="1"/>
          <p:nvPr/>
        </p:nvSpPr>
        <p:spPr>
          <a:xfrm>
            <a:off x="4723450" y="3479505"/>
            <a:ext cx="16983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2"/>
                </a:solidFill>
                <a:latin typeface="Karla"/>
                <a:ea typeface="Karla"/>
                <a:cs typeface="Karla"/>
                <a:sym typeface="Karla"/>
              </a:rPr>
              <a:t>Saturn is a gas giant and has several rings</a:t>
            </a:r>
            <a:endParaRPr>
              <a:solidFill>
                <a:schemeClr val="dk2"/>
              </a:solidFill>
              <a:latin typeface="Karla"/>
              <a:ea typeface="Karla"/>
              <a:cs typeface="Karla"/>
              <a:sym typeface="Karla"/>
            </a:endParaRPr>
          </a:p>
        </p:txBody>
      </p:sp>
      <p:sp>
        <p:nvSpPr>
          <p:cNvPr id="402" name="Google Shape;402;p46"/>
          <p:cNvSpPr txBox="1"/>
          <p:nvPr/>
        </p:nvSpPr>
        <p:spPr>
          <a:xfrm>
            <a:off x="6726750" y="3040925"/>
            <a:ext cx="16983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Venus</a:t>
            </a:r>
            <a:endParaRPr sz="2400" b="1">
              <a:solidFill>
                <a:schemeClr val="dk1"/>
              </a:solidFill>
              <a:latin typeface="Open Sans"/>
              <a:ea typeface="Open Sans"/>
              <a:cs typeface="Open Sans"/>
              <a:sym typeface="Open Sans"/>
            </a:endParaRPr>
          </a:p>
        </p:txBody>
      </p:sp>
      <p:sp>
        <p:nvSpPr>
          <p:cNvPr id="403" name="Google Shape;403;p46"/>
          <p:cNvSpPr txBox="1"/>
          <p:nvPr/>
        </p:nvSpPr>
        <p:spPr>
          <a:xfrm>
            <a:off x="6726750" y="3479505"/>
            <a:ext cx="16983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2"/>
                </a:solidFill>
                <a:latin typeface="Karla"/>
                <a:ea typeface="Karla"/>
                <a:cs typeface="Karla"/>
                <a:sym typeface="Karla"/>
              </a:rPr>
              <a:t>Venus is the second planet from the Sun</a:t>
            </a:r>
            <a:endParaRPr>
              <a:solidFill>
                <a:schemeClr val="dk2"/>
              </a:solidFill>
              <a:latin typeface="Karla"/>
              <a:ea typeface="Karla"/>
              <a:cs typeface="Karla"/>
              <a:sym typeface="Karla"/>
            </a:endParaRPr>
          </a:p>
        </p:txBody>
      </p:sp>
      <p:sp>
        <p:nvSpPr>
          <p:cNvPr id="404" name="Google Shape;404;p46"/>
          <p:cNvSpPr txBox="1"/>
          <p:nvPr/>
        </p:nvSpPr>
        <p:spPr>
          <a:xfrm>
            <a:off x="6983100" y="1973400"/>
            <a:ext cx="1185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2023</a:t>
            </a:r>
            <a:endParaRPr sz="2400" b="1">
              <a:solidFill>
                <a:schemeClr val="dk1"/>
              </a:solidFill>
              <a:latin typeface="Open Sans"/>
              <a:ea typeface="Open Sans"/>
              <a:cs typeface="Open Sans"/>
              <a:sym typeface="Open Sans"/>
            </a:endParaRPr>
          </a:p>
        </p:txBody>
      </p:sp>
      <p:sp>
        <p:nvSpPr>
          <p:cNvPr id="405" name="Google Shape;405;p46"/>
          <p:cNvSpPr txBox="1"/>
          <p:nvPr/>
        </p:nvSpPr>
        <p:spPr>
          <a:xfrm>
            <a:off x="973300" y="1973400"/>
            <a:ext cx="1185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2015</a:t>
            </a:r>
            <a:endParaRPr sz="2400" b="1">
              <a:solidFill>
                <a:schemeClr val="dk1"/>
              </a:solidFill>
              <a:latin typeface="Open Sans"/>
              <a:ea typeface="Open Sans"/>
              <a:cs typeface="Open Sans"/>
              <a:sym typeface="Open Sans"/>
            </a:endParaRPr>
          </a:p>
        </p:txBody>
      </p:sp>
      <p:sp>
        <p:nvSpPr>
          <p:cNvPr id="406" name="Google Shape;406;p46"/>
          <p:cNvSpPr txBox="1"/>
          <p:nvPr/>
        </p:nvSpPr>
        <p:spPr>
          <a:xfrm>
            <a:off x="2976525" y="1973400"/>
            <a:ext cx="1185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2017</a:t>
            </a:r>
            <a:endParaRPr sz="2400" b="1">
              <a:solidFill>
                <a:schemeClr val="dk1"/>
              </a:solidFill>
              <a:latin typeface="Open Sans"/>
              <a:ea typeface="Open Sans"/>
              <a:cs typeface="Open Sans"/>
              <a:sym typeface="Open Sans"/>
            </a:endParaRPr>
          </a:p>
        </p:txBody>
      </p:sp>
      <p:sp>
        <p:nvSpPr>
          <p:cNvPr id="407" name="Google Shape;407;p46"/>
          <p:cNvSpPr txBox="1"/>
          <p:nvPr/>
        </p:nvSpPr>
        <p:spPr>
          <a:xfrm>
            <a:off x="4979800" y="1973400"/>
            <a:ext cx="1185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Open Sans"/>
                <a:ea typeface="Open Sans"/>
                <a:cs typeface="Open Sans"/>
                <a:sym typeface="Open Sans"/>
              </a:rPr>
              <a:t>2020</a:t>
            </a:r>
            <a:endParaRPr sz="2400" b="1">
              <a:solidFill>
                <a:schemeClr val="dk1"/>
              </a:solidFill>
              <a:latin typeface="Open Sans"/>
              <a:ea typeface="Open Sans"/>
              <a:cs typeface="Open Sans"/>
              <a:sym typeface="Open Sans"/>
            </a:endParaRPr>
          </a:p>
        </p:txBody>
      </p:sp>
      <p:cxnSp>
        <p:nvCxnSpPr>
          <p:cNvPr id="408" name="Google Shape;408;p46"/>
          <p:cNvCxnSpPr>
            <a:stCxn id="405" idx="3"/>
            <a:endCxn id="406" idx="1"/>
          </p:cNvCxnSpPr>
          <p:nvPr/>
        </p:nvCxnSpPr>
        <p:spPr>
          <a:xfrm>
            <a:off x="2158900" y="2174550"/>
            <a:ext cx="817500" cy="0"/>
          </a:xfrm>
          <a:prstGeom prst="straightConnector1">
            <a:avLst/>
          </a:prstGeom>
          <a:noFill/>
          <a:ln w="19050" cap="flat" cmpd="sng">
            <a:solidFill>
              <a:schemeClr val="lt2"/>
            </a:solidFill>
            <a:prstDash val="solid"/>
            <a:round/>
            <a:headEnd type="none" w="med" len="med"/>
            <a:tailEnd type="none" w="med" len="med"/>
          </a:ln>
        </p:spPr>
      </p:cxnSp>
      <p:cxnSp>
        <p:nvCxnSpPr>
          <p:cNvPr id="409" name="Google Shape;409;p46"/>
          <p:cNvCxnSpPr>
            <a:stCxn id="406" idx="3"/>
            <a:endCxn id="407" idx="1"/>
          </p:cNvCxnSpPr>
          <p:nvPr/>
        </p:nvCxnSpPr>
        <p:spPr>
          <a:xfrm>
            <a:off x="4162125" y="2174550"/>
            <a:ext cx="817800" cy="0"/>
          </a:xfrm>
          <a:prstGeom prst="straightConnector1">
            <a:avLst/>
          </a:prstGeom>
          <a:noFill/>
          <a:ln w="19050" cap="flat" cmpd="sng">
            <a:solidFill>
              <a:schemeClr val="lt2"/>
            </a:solidFill>
            <a:prstDash val="solid"/>
            <a:round/>
            <a:headEnd type="none" w="med" len="med"/>
            <a:tailEnd type="none" w="med" len="med"/>
          </a:ln>
        </p:spPr>
      </p:cxnSp>
      <p:cxnSp>
        <p:nvCxnSpPr>
          <p:cNvPr id="410" name="Google Shape;410;p46"/>
          <p:cNvCxnSpPr>
            <a:stCxn id="407" idx="3"/>
            <a:endCxn id="404" idx="1"/>
          </p:cNvCxnSpPr>
          <p:nvPr/>
        </p:nvCxnSpPr>
        <p:spPr>
          <a:xfrm>
            <a:off x="6165400" y="2174550"/>
            <a:ext cx="817800" cy="0"/>
          </a:xfrm>
          <a:prstGeom prst="straightConnector1">
            <a:avLst/>
          </a:prstGeom>
          <a:noFill/>
          <a:ln w="19050" cap="flat" cmpd="sng">
            <a:solidFill>
              <a:schemeClr val="lt2"/>
            </a:solidFill>
            <a:prstDash val="solid"/>
            <a:round/>
            <a:headEnd type="none" w="med" len="med"/>
            <a:tailEnd type="none" w="med" len="med"/>
          </a:ln>
        </p:spPr>
      </p:cxnSp>
      <p:grpSp>
        <p:nvGrpSpPr>
          <p:cNvPr id="411" name="Google Shape;411;p46"/>
          <p:cNvGrpSpPr/>
          <p:nvPr/>
        </p:nvGrpSpPr>
        <p:grpSpPr>
          <a:xfrm>
            <a:off x="2366562" y="1973379"/>
            <a:ext cx="402310" cy="402310"/>
            <a:chOff x="2327363" y="1934188"/>
            <a:chExt cx="480600" cy="480600"/>
          </a:xfrm>
        </p:grpSpPr>
        <p:sp>
          <p:nvSpPr>
            <p:cNvPr id="412" name="Google Shape;412;p46"/>
            <p:cNvSpPr/>
            <p:nvPr/>
          </p:nvSpPr>
          <p:spPr>
            <a:xfrm>
              <a:off x="2327363" y="1934188"/>
              <a:ext cx="480600" cy="4806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6"/>
            <p:cNvSpPr/>
            <p:nvPr/>
          </p:nvSpPr>
          <p:spPr>
            <a:xfrm>
              <a:off x="2507725" y="2084422"/>
              <a:ext cx="120000" cy="180401"/>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46"/>
          <p:cNvGrpSpPr/>
          <p:nvPr/>
        </p:nvGrpSpPr>
        <p:grpSpPr>
          <a:xfrm>
            <a:off x="4369850" y="1973379"/>
            <a:ext cx="402310" cy="402310"/>
            <a:chOff x="2327363" y="1934188"/>
            <a:chExt cx="480600" cy="480600"/>
          </a:xfrm>
        </p:grpSpPr>
        <p:sp>
          <p:nvSpPr>
            <p:cNvPr id="415" name="Google Shape;415;p46"/>
            <p:cNvSpPr/>
            <p:nvPr/>
          </p:nvSpPr>
          <p:spPr>
            <a:xfrm>
              <a:off x="2327363" y="1934188"/>
              <a:ext cx="480600" cy="4806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6"/>
            <p:cNvSpPr/>
            <p:nvPr/>
          </p:nvSpPr>
          <p:spPr>
            <a:xfrm>
              <a:off x="2507725" y="2084422"/>
              <a:ext cx="120000" cy="180401"/>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46"/>
          <p:cNvGrpSpPr/>
          <p:nvPr/>
        </p:nvGrpSpPr>
        <p:grpSpPr>
          <a:xfrm>
            <a:off x="6373100" y="1973379"/>
            <a:ext cx="402310" cy="402310"/>
            <a:chOff x="2327363" y="1934188"/>
            <a:chExt cx="480600" cy="480600"/>
          </a:xfrm>
        </p:grpSpPr>
        <p:sp>
          <p:nvSpPr>
            <p:cNvPr id="418" name="Google Shape;418;p46"/>
            <p:cNvSpPr/>
            <p:nvPr/>
          </p:nvSpPr>
          <p:spPr>
            <a:xfrm>
              <a:off x="2327363" y="1934188"/>
              <a:ext cx="480600" cy="4806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6"/>
            <p:cNvSpPr/>
            <p:nvPr/>
          </p:nvSpPr>
          <p:spPr>
            <a:xfrm>
              <a:off x="2507725" y="2084422"/>
              <a:ext cx="120000" cy="180401"/>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8"/>
          <p:cNvSpPr txBox="1">
            <a:spLocks noGrp="1"/>
          </p:cNvSpPr>
          <p:nvPr>
            <p:ph type="title" idx="4"/>
          </p:nvPr>
        </p:nvSpPr>
        <p:spPr>
          <a:xfrm>
            <a:off x="1284300" y="3556582"/>
            <a:ext cx="3047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9h 55m 23s</a:t>
            </a:r>
            <a:endParaRPr/>
          </a:p>
        </p:txBody>
      </p:sp>
      <p:sp>
        <p:nvSpPr>
          <p:cNvPr id="434" name="Google Shape;434;p48"/>
          <p:cNvSpPr/>
          <p:nvPr/>
        </p:nvSpPr>
        <p:spPr>
          <a:xfrm>
            <a:off x="4331700" y="745175"/>
            <a:ext cx="3528000" cy="84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8"/>
          <p:cNvSpPr/>
          <p:nvPr/>
        </p:nvSpPr>
        <p:spPr>
          <a:xfrm>
            <a:off x="4331700" y="2150865"/>
            <a:ext cx="3528000" cy="84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8"/>
          <p:cNvSpPr/>
          <p:nvPr/>
        </p:nvSpPr>
        <p:spPr>
          <a:xfrm>
            <a:off x="4331700" y="3556577"/>
            <a:ext cx="3528000" cy="84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8"/>
          <p:cNvSpPr txBox="1">
            <a:spLocks noGrp="1"/>
          </p:cNvSpPr>
          <p:nvPr>
            <p:ph type="title"/>
          </p:nvPr>
        </p:nvSpPr>
        <p:spPr>
          <a:xfrm>
            <a:off x="1284300" y="745125"/>
            <a:ext cx="3047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438" name="Google Shape;438;p48"/>
          <p:cNvSpPr txBox="1">
            <a:spLocks noGrp="1"/>
          </p:cNvSpPr>
          <p:nvPr>
            <p:ph type="title" idx="2"/>
          </p:nvPr>
        </p:nvSpPr>
        <p:spPr>
          <a:xfrm>
            <a:off x="1284300" y="2150867"/>
            <a:ext cx="3047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333,000,000</a:t>
            </a:r>
            <a:endParaRPr/>
          </a:p>
        </p:txBody>
      </p:sp>
      <p:sp>
        <p:nvSpPr>
          <p:cNvPr id="439" name="Google Shape;439;p48"/>
          <p:cNvSpPr txBox="1">
            <a:spLocks noGrp="1"/>
          </p:cNvSpPr>
          <p:nvPr>
            <p:ph type="subTitle" idx="5"/>
          </p:nvPr>
        </p:nvSpPr>
        <p:spPr>
          <a:xfrm>
            <a:off x="4572000" y="3593477"/>
            <a:ext cx="3047400" cy="7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Exact duration of Jupiter’s rotation period</a:t>
            </a:r>
            <a:endParaRPr/>
          </a:p>
        </p:txBody>
      </p:sp>
      <p:sp>
        <p:nvSpPr>
          <p:cNvPr id="440" name="Google Shape;440;p48"/>
          <p:cNvSpPr txBox="1">
            <a:spLocks noGrp="1"/>
          </p:cNvSpPr>
          <p:nvPr>
            <p:ph type="subTitle" idx="1"/>
          </p:nvPr>
        </p:nvSpPr>
        <p:spPr>
          <a:xfrm>
            <a:off x="4572000" y="782075"/>
            <a:ext cx="3047400" cy="7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rPr>
              <a:t>Distance between Earth</a:t>
            </a:r>
            <a:endParaRPr>
              <a:solidFill>
                <a:schemeClr val="dk2"/>
              </a:solidFill>
            </a:endParaRPr>
          </a:p>
          <a:p>
            <a:pPr marL="0" lvl="0" indent="0" algn="l" rtl="0">
              <a:spcBef>
                <a:spcPts val="0"/>
              </a:spcBef>
              <a:spcAft>
                <a:spcPts val="0"/>
              </a:spcAft>
              <a:buNone/>
            </a:pPr>
            <a:r>
              <a:rPr lang="en">
                <a:solidFill>
                  <a:schemeClr val="dk2"/>
                </a:solidFill>
              </a:rPr>
              <a:t>and the Moon</a:t>
            </a:r>
            <a:endParaRPr>
              <a:solidFill>
                <a:schemeClr val="dk2"/>
              </a:solidFill>
            </a:endParaRPr>
          </a:p>
        </p:txBody>
      </p:sp>
      <p:sp>
        <p:nvSpPr>
          <p:cNvPr id="441" name="Google Shape;441;p48"/>
          <p:cNvSpPr txBox="1">
            <a:spLocks noGrp="1"/>
          </p:cNvSpPr>
          <p:nvPr>
            <p:ph type="subTitle" idx="3"/>
          </p:nvPr>
        </p:nvSpPr>
        <p:spPr>
          <a:xfrm>
            <a:off x="4572000" y="2187765"/>
            <a:ext cx="3047400" cy="7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rPr>
              <a:t>The Sun’s mass compared to Earth’s</a:t>
            </a:r>
            <a:endParaRPr>
              <a:solidFill>
                <a:schemeClr val="dk2"/>
              </a:solidFill>
            </a:endParaRPr>
          </a:p>
        </p:txBody>
      </p:sp>
      <p:cxnSp>
        <p:nvCxnSpPr>
          <p:cNvPr id="442" name="Google Shape;442;p48"/>
          <p:cNvCxnSpPr/>
          <p:nvPr/>
        </p:nvCxnSpPr>
        <p:spPr>
          <a:xfrm>
            <a:off x="-7050" y="1166063"/>
            <a:ext cx="1418100" cy="0"/>
          </a:xfrm>
          <a:prstGeom prst="straightConnector1">
            <a:avLst/>
          </a:prstGeom>
          <a:noFill/>
          <a:ln w="19050" cap="flat" cmpd="sng">
            <a:solidFill>
              <a:schemeClr val="accent3"/>
            </a:solidFill>
            <a:prstDash val="solid"/>
            <a:round/>
            <a:headEnd type="none" w="med" len="med"/>
            <a:tailEnd type="none" w="med" len="med"/>
          </a:ln>
        </p:spPr>
      </p:cxnSp>
      <p:cxnSp>
        <p:nvCxnSpPr>
          <p:cNvPr id="443" name="Google Shape;443;p48"/>
          <p:cNvCxnSpPr/>
          <p:nvPr/>
        </p:nvCxnSpPr>
        <p:spPr>
          <a:xfrm>
            <a:off x="7739950" y="1166063"/>
            <a:ext cx="1418100" cy="0"/>
          </a:xfrm>
          <a:prstGeom prst="straightConnector1">
            <a:avLst/>
          </a:prstGeom>
          <a:noFill/>
          <a:ln w="19050" cap="flat" cmpd="sng">
            <a:solidFill>
              <a:schemeClr val="accent3"/>
            </a:solidFill>
            <a:prstDash val="solid"/>
            <a:round/>
            <a:headEnd type="none" w="med" len="med"/>
            <a:tailEnd type="none" w="med" len="med"/>
          </a:ln>
        </p:spPr>
      </p:cxnSp>
      <p:cxnSp>
        <p:nvCxnSpPr>
          <p:cNvPr id="444" name="Google Shape;444;p48"/>
          <p:cNvCxnSpPr/>
          <p:nvPr/>
        </p:nvCxnSpPr>
        <p:spPr>
          <a:xfrm>
            <a:off x="-7050" y="2571765"/>
            <a:ext cx="1418100" cy="0"/>
          </a:xfrm>
          <a:prstGeom prst="straightConnector1">
            <a:avLst/>
          </a:prstGeom>
          <a:noFill/>
          <a:ln w="19050" cap="flat" cmpd="sng">
            <a:solidFill>
              <a:schemeClr val="accent3"/>
            </a:solidFill>
            <a:prstDash val="solid"/>
            <a:round/>
            <a:headEnd type="none" w="med" len="med"/>
            <a:tailEnd type="none" w="med" len="med"/>
          </a:ln>
        </p:spPr>
      </p:cxnSp>
      <p:cxnSp>
        <p:nvCxnSpPr>
          <p:cNvPr id="445" name="Google Shape;445;p48"/>
          <p:cNvCxnSpPr/>
          <p:nvPr/>
        </p:nvCxnSpPr>
        <p:spPr>
          <a:xfrm>
            <a:off x="7739950" y="2571765"/>
            <a:ext cx="1418100" cy="0"/>
          </a:xfrm>
          <a:prstGeom prst="straightConnector1">
            <a:avLst/>
          </a:prstGeom>
          <a:noFill/>
          <a:ln w="19050" cap="flat" cmpd="sng">
            <a:solidFill>
              <a:schemeClr val="accent3"/>
            </a:solidFill>
            <a:prstDash val="solid"/>
            <a:round/>
            <a:headEnd type="none" w="med" len="med"/>
            <a:tailEnd type="none" w="med" len="med"/>
          </a:ln>
        </p:spPr>
      </p:cxnSp>
      <p:cxnSp>
        <p:nvCxnSpPr>
          <p:cNvPr id="446" name="Google Shape;446;p48"/>
          <p:cNvCxnSpPr/>
          <p:nvPr/>
        </p:nvCxnSpPr>
        <p:spPr>
          <a:xfrm>
            <a:off x="-7050" y="3977477"/>
            <a:ext cx="1418100" cy="0"/>
          </a:xfrm>
          <a:prstGeom prst="straightConnector1">
            <a:avLst/>
          </a:prstGeom>
          <a:noFill/>
          <a:ln w="19050" cap="flat" cmpd="sng">
            <a:solidFill>
              <a:schemeClr val="accent3"/>
            </a:solidFill>
            <a:prstDash val="solid"/>
            <a:round/>
            <a:headEnd type="none" w="med" len="med"/>
            <a:tailEnd type="none" w="med" len="med"/>
          </a:ln>
        </p:spPr>
      </p:cxnSp>
      <p:cxnSp>
        <p:nvCxnSpPr>
          <p:cNvPr id="447" name="Google Shape;447;p48"/>
          <p:cNvCxnSpPr/>
          <p:nvPr/>
        </p:nvCxnSpPr>
        <p:spPr>
          <a:xfrm>
            <a:off x="7739950" y="3977477"/>
            <a:ext cx="1418100" cy="0"/>
          </a:xfrm>
          <a:prstGeom prst="straightConnector1">
            <a:avLst/>
          </a:prstGeom>
          <a:noFill/>
          <a:ln w="19050" cap="flat" cmpd="sng">
            <a:solidFill>
              <a:schemeClr val="accent3"/>
            </a:solidFill>
            <a:prstDash val="solid"/>
            <a:round/>
            <a:headEnd type="none" w="med" len="med"/>
            <a:tailEnd type="none" w="med" len="med"/>
          </a:ln>
        </p:spPr>
      </p:cxnSp>
      <p:sp>
        <p:nvSpPr>
          <p:cNvPr id="448" name="Google Shape;448;p48"/>
          <p:cNvSpPr/>
          <p:nvPr/>
        </p:nvSpPr>
        <p:spPr>
          <a:xfrm>
            <a:off x="4331700" y="745175"/>
            <a:ext cx="56700" cy="84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8"/>
          <p:cNvSpPr/>
          <p:nvPr/>
        </p:nvSpPr>
        <p:spPr>
          <a:xfrm>
            <a:off x="4331700" y="2150865"/>
            <a:ext cx="56700" cy="84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8"/>
          <p:cNvSpPr/>
          <p:nvPr/>
        </p:nvSpPr>
        <p:spPr>
          <a:xfrm>
            <a:off x="4331700" y="3556577"/>
            <a:ext cx="56700" cy="84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9"/>
          <p:cNvSpPr txBox="1">
            <a:spLocks noGrp="1"/>
          </p:cNvSpPr>
          <p:nvPr>
            <p:ph type="title"/>
          </p:nvPr>
        </p:nvSpPr>
        <p:spPr>
          <a:xfrm>
            <a:off x="2570049" y="445025"/>
            <a:ext cx="3342600" cy="12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a:t>
            </a:r>
            <a:endParaRPr/>
          </a:p>
          <a:p>
            <a:pPr marL="0" lvl="0" indent="0" algn="l" rtl="0">
              <a:spcBef>
                <a:spcPts val="0"/>
              </a:spcBef>
              <a:spcAft>
                <a:spcPts val="0"/>
              </a:spcAft>
              <a:buNone/>
            </a:pPr>
            <a:r>
              <a:rPr lang="en"/>
              <a:t>our partners</a:t>
            </a:r>
            <a:endParaRPr/>
          </a:p>
        </p:txBody>
      </p:sp>
      <p:sp>
        <p:nvSpPr>
          <p:cNvPr id="456" name="Google Shape;456;p49"/>
          <p:cNvSpPr txBox="1">
            <a:spLocks noGrp="1"/>
          </p:cNvSpPr>
          <p:nvPr>
            <p:ph type="title" idx="2"/>
          </p:nvPr>
        </p:nvSpPr>
        <p:spPr>
          <a:xfrm>
            <a:off x="3459038" y="2283937"/>
            <a:ext cx="197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Partner 1</a:t>
            </a:r>
            <a:endParaRPr/>
          </a:p>
        </p:txBody>
      </p:sp>
      <p:sp>
        <p:nvSpPr>
          <p:cNvPr id="457" name="Google Shape;457;p49"/>
          <p:cNvSpPr txBox="1">
            <a:spLocks noGrp="1"/>
          </p:cNvSpPr>
          <p:nvPr>
            <p:ph type="subTitle" idx="1"/>
          </p:nvPr>
        </p:nvSpPr>
        <p:spPr>
          <a:xfrm>
            <a:off x="3459038" y="2696175"/>
            <a:ext cx="19782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458" name="Google Shape;458;p49"/>
          <p:cNvSpPr txBox="1">
            <a:spLocks noGrp="1"/>
          </p:cNvSpPr>
          <p:nvPr>
            <p:ph type="title" idx="3"/>
          </p:nvPr>
        </p:nvSpPr>
        <p:spPr>
          <a:xfrm>
            <a:off x="6452700" y="2283937"/>
            <a:ext cx="197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Partner 3</a:t>
            </a:r>
            <a:endParaRPr/>
          </a:p>
        </p:txBody>
      </p:sp>
      <p:sp>
        <p:nvSpPr>
          <p:cNvPr id="459" name="Google Shape;459;p49"/>
          <p:cNvSpPr txBox="1">
            <a:spLocks noGrp="1"/>
          </p:cNvSpPr>
          <p:nvPr>
            <p:ph type="subTitle" idx="4"/>
          </p:nvPr>
        </p:nvSpPr>
        <p:spPr>
          <a:xfrm>
            <a:off x="6452700" y="2696175"/>
            <a:ext cx="19782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460" name="Google Shape;460;p49"/>
          <p:cNvSpPr txBox="1">
            <a:spLocks noGrp="1"/>
          </p:cNvSpPr>
          <p:nvPr>
            <p:ph type="title" idx="5"/>
          </p:nvPr>
        </p:nvSpPr>
        <p:spPr>
          <a:xfrm>
            <a:off x="3459038" y="3576262"/>
            <a:ext cx="197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Partner 2</a:t>
            </a:r>
            <a:endParaRPr/>
          </a:p>
        </p:txBody>
      </p:sp>
      <p:sp>
        <p:nvSpPr>
          <p:cNvPr id="461" name="Google Shape;461;p49"/>
          <p:cNvSpPr txBox="1">
            <a:spLocks noGrp="1"/>
          </p:cNvSpPr>
          <p:nvPr>
            <p:ph type="subTitle" idx="6"/>
          </p:nvPr>
        </p:nvSpPr>
        <p:spPr>
          <a:xfrm>
            <a:off x="3459038" y="3988500"/>
            <a:ext cx="19782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462" name="Google Shape;462;p49"/>
          <p:cNvSpPr txBox="1">
            <a:spLocks noGrp="1"/>
          </p:cNvSpPr>
          <p:nvPr>
            <p:ph type="title" idx="7"/>
          </p:nvPr>
        </p:nvSpPr>
        <p:spPr>
          <a:xfrm>
            <a:off x="6452700" y="3576262"/>
            <a:ext cx="197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Partner 4</a:t>
            </a:r>
            <a:endParaRPr/>
          </a:p>
        </p:txBody>
      </p:sp>
      <p:sp>
        <p:nvSpPr>
          <p:cNvPr id="463" name="Google Shape;463;p49"/>
          <p:cNvSpPr txBox="1">
            <a:spLocks noGrp="1"/>
          </p:cNvSpPr>
          <p:nvPr>
            <p:ph type="subTitle" idx="8"/>
          </p:nvPr>
        </p:nvSpPr>
        <p:spPr>
          <a:xfrm>
            <a:off x="6452700" y="3988500"/>
            <a:ext cx="19782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rings</a:t>
            </a:r>
            <a:endParaRPr/>
          </a:p>
        </p:txBody>
      </p:sp>
      <p:sp>
        <p:nvSpPr>
          <p:cNvPr id="464" name="Google Shape;464;p49"/>
          <p:cNvSpPr/>
          <p:nvPr/>
        </p:nvSpPr>
        <p:spPr>
          <a:xfrm>
            <a:off x="2570038" y="2409322"/>
            <a:ext cx="750300" cy="750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9"/>
          <p:cNvSpPr/>
          <p:nvPr/>
        </p:nvSpPr>
        <p:spPr>
          <a:xfrm>
            <a:off x="2570038" y="3707547"/>
            <a:ext cx="750300" cy="750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9"/>
          <p:cNvSpPr/>
          <p:nvPr/>
        </p:nvSpPr>
        <p:spPr>
          <a:xfrm>
            <a:off x="5563700" y="2409322"/>
            <a:ext cx="750300" cy="750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9"/>
          <p:cNvSpPr/>
          <p:nvPr/>
        </p:nvSpPr>
        <p:spPr>
          <a:xfrm>
            <a:off x="5563700" y="3707547"/>
            <a:ext cx="750300" cy="7503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49"/>
          <p:cNvGrpSpPr/>
          <p:nvPr/>
        </p:nvGrpSpPr>
        <p:grpSpPr>
          <a:xfrm>
            <a:off x="2798411" y="3930688"/>
            <a:ext cx="293394" cy="304037"/>
            <a:chOff x="3357325" y="2093500"/>
            <a:chExt cx="311525" cy="322825"/>
          </a:xfrm>
        </p:grpSpPr>
        <p:sp>
          <p:nvSpPr>
            <p:cNvPr id="469" name="Google Shape;469;p49"/>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 name="Google Shape;470;p49"/>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 name="Google Shape;471;p49"/>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2" name="Google Shape;472;p49"/>
          <p:cNvGrpSpPr/>
          <p:nvPr/>
        </p:nvGrpSpPr>
        <p:grpSpPr>
          <a:xfrm>
            <a:off x="2775561" y="2614839"/>
            <a:ext cx="339253" cy="339253"/>
            <a:chOff x="1492675" y="2027925"/>
            <a:chExt cx="481825" cy="481825"/>
          </a:xfrm>
        </p:grpSpPr>
        <p:sp>
          <p:nvSpPr>
            <p:cNvPr id="473" name="Google Shape;473;p49"/>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 name="Google Shape;474;p49"/>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 name="Google Shape;475;p49"/>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 name="Google Shape;476;p49"/>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 name="Google Shape;477;p49"/>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8" name="Google Shape;478;p49"/>
          <p:cNvGrpSpPr/>
          <p:nvPr/>
        </p:nvGrpSpPr>
        <p:grpSpPr>
          <a:xfrm>
            <a:off x="5782896" y="2614845"/>
            <a:ext cx="311899" cy="339253"/>
            <a:chOff x="2104275" y="3806450"/>
            <a:chExt cx="442975" cy="481825"/>
          </a:xfrm>
        </p:grpSpPr>
        <p:sp>
          <p:nvSpPr>
            <p:cNvPr id="479" name="Google Shape;479;p49"/>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 name="Google Shape;480;p49"/>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1" name="Google Shape;481;p49"/>
          <p:cNvGrpSpPr/>
          <p:nvPr/>
        </p:nvGrpSpPr>
        <p:grpSpPr>
          <a:xfrm>
            <a:off x="5792138" y="3913070"/>
            <a:ext cx="293416" cy="339253"/>
            <a:chOff x="2710875" y="3806450"/>
            <a:chExt cx="416725" cy="481825"/>
          </a:xfrm>
        </p:grpSpPr>
        <p:sp>
          <p:nvSpPr>
            <p:cNvPr id="482" name="Google Shape;482;p49"/>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 name="Google Shape;483;p49"/>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484" name="Google Shape;484;p49"/>
          <p:cNvCxnSpPr/>
          <p:nvPr/>
        </p:nvCxnSpPr>
        <p:spPr>
          <a:xfrm>
            <a:off x="2644063" y="1934675"/>
            <a:ext cx="6499800" cy="0"/>
          </a:xfrm>
          <a:prstGeom prst="straightConnector1">
            <a:avLst/>
          </a:prstGeom>
          <a:noFill/>
          <a:ln w="19050" cap="flat" cmpd="sng">
            <a:solidFill>
              <a:schemeClr val="accent3"/>
            </a:solidFill>
            <a:prstDash val="solid"/>
            <a:round/>
            <a:headEnd type="none" w="med" len="med"/>
            <a:tailEnd type="none" w="med" len="med"/>
          </a:ln>
        </p:spPr>
      </p:cxnSp>
      <p:pic>
        <p:nvPicPr>
          <p:cNvPr id="485" name="Google Shape;485;p49"/>
          <p:cNvPicPr preferRelativeResize="0"/>
          <p:nvPr/>
        </p:nvPicPr>
        <p:blipFill>
          <a:blip r:embed="rId3">
            <a:alphaModFix/>
          </a:blip>
          <a:stretch>
            <a:fillRect/>
          </a:stretch>
        </p:blipFill>
        <p:spPr>
          <a:xfrm>
            <a:off x="518234" y="684400"/>
            <a:ext cx="1370316" cy="3795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0"/>
          <p:cNvSpPr/>
          <p:nvPr/>
        </p:nvSpPr>
        <p:spPr>
          <a:xfrm>
            <a:off x="949688" y="539400"/>
            <a:ext cx="5122200" cy="324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0"/>
          <p:cNvSpPr txBox="1">
            <a:spLocks noGrp="1"/>
          </p:cNvSpPr>
          <p:nvPr>
            <p:ph type="title"/>
          </p:nvPr>
        </p:nvSpPr>
        <p:spPr>
          <a:xfrm>
            <a:off x="1297638" y="2882650"/>
            <a:ext cx="439830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—Someone Famous</a:t>
            </a:r>
            <a:endParaRPr/>
          </a:p>
        </p:txBody>
      </p:sp>
      <p:sp>
        <p:nvSpPr>
          <p:cNvPr id="492" name="Google Shape;492;p50"/>
          <p:cNvSpPr txBox="1">
            <a:spLocks noGrp="1"/>
          </p:cNvSpPr>
          <p:nvPr>
            <p:ph type="subTitle" idx="1"/>
          </p:nvPr>
        </p:nvSpPr>
        <p:spPr>
          <a:xfrm>
            <a:off x="1297625" y="905150"/>
            <a:ext cx="4398300" cy="166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cxnSp>
        <p:nvCxnSpPr>
          <p:cNvPr id="493" name="Google Shape;493;p50"/>
          <p:cNvCxnSpPr/>
          <p:nvPr/>
        </p:nvCxnSpPr>
        <p:spPr>
          <a:xfrm>
            <a:off x="1559488" y="2725050"/>
            <a:ext cx="3870600" cy="0"/>
          </a:xfrm>
          <a:prstGeom prst="straightConnector1">
            <a:avLst/>
          </a:prstGeom>
          <a:noFill/>
          <a:ln w="19050" cap="flat" cmpd="sng">
            <a:solidFill>
              <a:schemeClr val="accent3"/>
            </a:solidFill>
            <a:prstDash val="solid"/>
            <a:round/>
            <a:headEnd type="none" w="med" len="med"/>
            <a:tailEnd type="none" w="med" len="med"/>
          </a:ln>
        </p:spPr>
      </p:cxnSp>
      <p:pic>
        <p:nvPicPr>
          <p:cNvPr id="494" name="Google Shape;494;p50"/>
          <p:cNvPicPr preferRelativeResize="0"/>
          <p:nvPr/>
        </p:nvPicPr>
        <p:blipFill>
          <a:blip r:embed="rId3">
            <a:alphaModFix/>
          </a:blip>
          <a:stretch>
            <a:fillRect/>
          </a:stretch>
        </p:blipFill>
        <p:spPr>
          <a:xfrm>
            <a:off x="5112438" y="886752"/>
            <a:ext cx="3081874" cy="425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1"/>
          <p:cNvSpPr/>
          <p:nvPr/>
        </p:nvSpPr>
        <p:spPr>
          <a:xfrm>
            <a:off x="959650" y="3951100"/>
            <a:ext cx="7224900" cy="653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Predicted results</a:t>
            </a:r>
            <a:endParaRPr/>
          </a:p>
        </p:txBody>
      </p:sp>
      <p:pic>
        <p:nvPicPr>
          <p:cNvPr id="501" name="Google Shape;501;p51" title="Gráfico">
            <a:hlinkClick r:id="rId3"/>
          </p:cNvPr>
          <p:cNvPicPr preferRelativeResize="0"/>
          <p:nvPr/>
        </p:nvPicPr>
        <p:blipFill>
          <a:blip r:embed="rId4">
            <a:alphaModFix/>
          </a:blip>
          <a:stretch>
            <a:fillRect/>
          </a:stretch>
        </p:blipFill>
        <p:spPr>
          <a:xfrm>
            <a:off x="720000" y="1364125"/>
            <a:ext cx="4797450" cy="2293325"/>
          </a:xfrm>
          <a:prstGeom prst="rect">
            <a:avLst/>
          </a:prstGeom>
          <a:noFill/>
          <a:ln>
            <a:noFill/>
          </a:ln>
        </p:spPr>
      </p:pic>
      <p:sp>
        <p:nvSpPr>
          <p:cNvPr id="502" name="Google Shape;502;p51"/>
          <p:cNvSpPr txBox="1"/>
          <p:nvPr/>
        </p:nvSpPr>
        <p:spPr>
          <a:xfrm>
            <a:off x="6183801" y="1298629"/>
            <a:ext cx="22398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Mercury</a:t>
            </a:r>
            <a:endParaRPr sz="2400" b="1">
              <a:solidFill>
                <a:schemeClr val="dk1"/>
              </a:solidFill>
              <a:latin typeface="Open Sans"/>
              <a:ea typeface="Open Sans"/>
              <a:cs typeface="Open Sans"/>
              <a:sym typeface="Open Sans"/>
            </a:endParaRPr>
          </a:p>
        </p:txBody>
      </p:sp>
      <p:sp>
        <p:nvSpPr>
          <p:cNvPr id="503" name="Google Shape;503;p51"/>
          <p:cNvSpPr txBox="1"/>
          <p:nvPr/>
        </p:nvSpPr>
        <p:spPr>
          <a:xfrm>
            <a:off x="6183801" y="1727907"/>
            <a:ext cx="22398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Mercury is the closest planet to the Sun</a:t>
            </a:r>
            <a:endParaRPr>
              <a:solidFill>
                <a:schemeClr val="dk2"/>
              </a:solidFill>
              <a:latin typeface="Karla"/>
              <a:ea typeface="Karla"/>
              <a:cs typeface="Karla"/>
              <a:sym typeface="Karla"/>
            </a:endParaRPr>
          </a:p>
        </p:txBody>
      </p:sp>
      <p:sp>
        <p:nvSpPr>
          <p:cNvPr id="504" name="Google Shape;504;p51"/>
          <p:cNvSpPr txBox="1"/>
          <p:nvPr/>
        </p:nvSpPr>
        <p:spPr>
          <a:xfrm>
            <a:off x="2072250" y="4016713"/>
            <a:ext cx="4999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2"/>
                </a:solidFill>
                <a:latin typeface="Karla"/>
                <a:ea typeface="Karla"/>
                <a:cs typeface="Karla"/>
                <a:sym typeface="Karla"/>
              </a:rPr>
              <a:t>Follow the link in the graph to modify its data and then paste the new one here. </a:t>
            </a:r>
            <a:r>
              <a:rPr lang="en" sz="1200" b="1">
                <a:solidFill>
                  <a:schemeClr val="dk2"/>
                </a:solidFill>
                <a:latin typeface="Karla"/>
                <a:ea typeface="Karla"/>
                <a:cs typeface="Karla"/>
                <a:sym typeface="Karla"/>
              </a:rPr>
              <a:t>For more info, </a:t>
            </a:r>
            <a:r>
              <a:rPr lang="en" sz="1200" b="1">
                <a:solidFill>
                  <a:schemeClr val="dk2"/>
                </a:solidFill>
                <a:uFill>
                  <a:noFill/>
                </a:uFill>
                <a:latin typeface="Karla"/>
                <a:ea typeface="Karla"/>
                <a:cs typeface="Karla"/>
                <a:sym typeface="Karl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a:solidFill>
                <a:schemeClr val="dk2"/>
              </a:solidFill>
              <a:latin typeface="Karla"/>
              <a:ea typeface="Karla"/>
              <a:cs typeface="Karla"/>
              <a:sym typeface="Karla"/>
            </a:endParaRPr>
          </a:p>
        </p:txBody>
      </p:sp>
      <p:sp>
        <p:nvSpPr>
          <p:cNvPr id="505" name="Google Shape;505;p51"/>
          <p:cNvSpPr txBox="1"/>
          <p:nvPr/>
        </p:nvSpPr>
        <p:spPr>
          <a:xfrm>
            <a:off x="6183801" y="2580067"/>
            <a:ext cx="22398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Neptune</a:t>
            </a:r>
            <a:endParaRPr sz="2400" b="1">
              <a:solidFill>
                <a:schemeClr val="dk1"/>
              </a:solidFill>
              <a:latin typeface="Open Sans"/>
              <a:ea typeface="Open Sans"/>
              <a:cs typeface="Open Sans"/>
              <a:sym typeface="Open Sans"/>
            </a:endParaRPr>
          </a:p>
        </p:txBody>
      </p:sp>
      <p:sp>
        <p:nvSpPr>
          <p:cNvPr id="506" name="Google Shape;506;p51"/>
          <p:cNvSpPr txBox="1"/>
          <p:nvPr/>
        </p:nvSpPr>
        <p:spPr>
          <a:xfrm>
            <a:off x="6183801" y="3009344"/>
            <a:ext cx="22398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Neptune is the farthest planet from the Sun</a:t>
            </a:r>
            <a:endParaRPr>
              <a:solidFill>
                <a:schemeClr val="dk2"/>
              </a:solidFill>
              <a:latin typeface="Karla"/>
              <a:ea typeface="Karla"/>
              <a:cs typeface="Karla"/>
              <a:sym typeface="Karla"/>
            </a:endParaRPr>
          </a:p>
        </p:txBody>
      </p:sp>
      <p:sp>
        <p:nvSpPr>
          <p:cNvPr id="507" name="Google Shape;507;p51"/>
          <p:cNvSpPr/>
          <p:nvPr/>
        </p:nvSpPr>
        <p:spPr>
          <a:xfrm>
            <a:off x="5870225" y="1460500"/>
            <a:ext cx="232800" cy="232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1"/>
          <p:cNvSpPr/>
          <p:nvPr/>
        </p:nvSpPr>
        <p:spPr>
          <a:xfrm>
            <a:off x="5870225" y="2747781"/>
            <a:ext cx="232800" cy="232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9" name="Google Shape;509;p51"/>
          <p:cNvCxnSpPr/>
          <p:nvPr/>
        </p:nvCxnSpPr>
        <p:spPr>
          <a:xfrm>
            <a:off x="0" y="4277950"/>
            <a:ext cx="1502700" cy="0"/>
          </a:xfrm>
          <a:prstGeom prst="straightConnector1">
            <a:avLst/>
          </a:prstGeom>
          <a:noFill/>
          <a:ln w="19050" cap="flat" cmpd="sng">
            <a:solidFill>
              <a:schemeClr val="accent3"/>
            </a:solidFill>
            <a:prstDash val="solid"/>
            <a:round/>
            <a:headEnd type="none" w="med" len="med"/>
            <a:tailEnd type="none" w="med" len="med"/>
          </a:ln>
        </p:spPr>
      </p:cxnSp>
      <p:cxnSp>
        <p:nvCxnSpPr>
          <p:cNvPr id="510" name="Google Shape;510;p51"/>
          <p:cNvCxnSpPr/>
          <p:nvPr/>
        </p:nvCxnSpPr>
        <p:spPr>
          <a:xfrm>
            <a:off x="7641300" y="4277950"/>
            <a:ext cx="15027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stages</a:t>
            </a:r>
            <a:endParaRPr/>
          </a:p>
        </p:txBody>
      </p:sp>
      <p:sp>
        <p:nvSpPr>
          <p:cNvPr id="516" name="Google Shape;516;p52"/>
          <p:cNvSpPr txBox="1">
            <a:spLocks noGrp="1"/>
          </p:cNvSpPr>
          <p:nvPr>
            <p:ph type="title" idx="2"/>
          </p:nvPr>
        </p:nvSpPr>
        <p:spPr>
          <a:xfrm>
            <a:off x="1185600" y="1767525"/>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Planning</a:t>
            </a:r>
            <a:endParaRPr/>
          </a:p>
        </p:txBody>
      </p:sp>
      <p:sp>
        <p:nvSpPr>
          <p:cNvPr id="517" name="Google Shape;517;p52"/>
          <p:cNvSpPr txBox="1">
            <a:spLocks noGrp="1"/>
          </p:cNvSpPr>
          <p:nvPr>
            <p:ph type="subTitle" idx="1"/>
          </p:nvPr>
        </p:nvSpPr>
        <p:spPr>
          <a:xfrm>
            <a:off x="1185600" y="2191769"/>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518" name="Google Shape;518;p52"/>
          <p:cNvSpPr txBox="1">
            <a:spLocks noGrp="1"/>
          </p:cNvSpPr>
          <p:nvPr>
            <p:ph type="title" idx="3"/>
          </p:nvPr>
        </p:nvSpPr>
        <p:spPr>
          <a:xfrm>
            <a:off x="3610904" y="1767525"/>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Budget</a:t>
            </a:r>
            <a:endParaRPr/>
          </a:p>
        </p:txBody>
      </p:sp>
      <p:sp>
        <p:nvSpPr>
          <p:cNvPr id="519" name="Google Shape;519;p52"/>
          <p:cNvSpPr txBox="1">
            <a:spLocks noGrp="1"/>
          </p:cNvSpPr>
          <p:nvPr>
            <p:ph type="subTitle" idx="4"/>
          </p:nvPr>
        </p:nvSpPr>
        <p:spPr>
          <a:xfrm>
            <a:off x="3610900" y="2191769"/>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520" name="Google Shape;520;p52"/>
          <p:cNvSpPr txBox="1">
            <a:spLocks noGrp="1"/>
          </p:cNvSpPr>
          <p:nvPr>
            <p:ph type="title" idx="5"/>
          </p:nvPr>
        </p:nvSpPr>
        <p:spPr>
          <a:xfrm>
            <a:off x="1185600" y="3377300"/>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Execution</a:t>
            </a:r>
            <a:endParaRPr/>
          </a:p>
        </p:txBody>
      </p:sp>
      <p:sp>
        <p:nvSpPr>
          <p:cNvPr id="521" name="Google Shape;521;p52"/>
          <p:cNvSpPr txBox="1">
            <a:spLocks noGrp="1"/>
          </p:cNvSpPr>
          <p:nvPr>
            <p:ph type="subTitle" idx="6"/>
          </p:nvPr>
        </p:nvSpPr>
        <p:spPr>
          <a:xfrm>
            <a:off x="1185600" y="3801544"/>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522" name="Google Shape;522;p52"/>
          <p:cNvSpPr txBox="1">
            <a:spLocks noGrp="1"/>
          </p:cNvSpPr>
          <p:nvPr>
            <p:ph type="title" idx="7"/>
          </p:nvPr>
        </p:nvSpPr>
        <p:spPr>
          <a:xfrm>
            <a:off x="3610904" y="3377300"/>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Finalization</a:t>
            </a:r>
            <a:endParaRPr/>
          </a:p>
        </p:txBody>
      </p:sp>
      <p:sp>
        <p:nvSpPr>
          <p:cNvPr id="523" name="Google Shape;523;p52"/>
          <p:cNvSpPr txBox="1">
            <a:spLocks noGrp="1"/>
          </p:cNvSpPr>
          <p:nvPr>
            <p:ph type="subTitle" idx="8"/>
          </p:nvPr>
        </p:nvSpPr>
        <p:spPr>
          <a:xfrm>
            <a:off x="3610900" y="3801551"/>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rings</a:t>
            </a:r>
            <a:endParaRPr/>
          </a:p>
        </p:txBody>
      </p:sp>
      <p:sp>
        <p:nvSpPr>
          <p:cNvPr id="524" name="Google Shape;524;p52"/>
          <p:cNvSpPr txBox="1">
            <a:spLocks noGrp="1"/>
          </p:cNvSpPr>
          <p:nvPr>
            <p:ph type="title" idx="9"/>
          </p:nvPr>
        </p:nvSpPr>
        <p:spPr>
          <a:xfrm>
            <a:off x="6036190" y="1767525"/>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Preparation</a:t>
            </a:r>
            <a:endParaRPr/>
          </a:p>
        </p:txBody>
      </p:sp>
      <p:sp>
        <p:nvSpPr>
          <p:cNvPr id="525" name="Google Shape;525;p52"/>
          <p:cNvSpPr txBox="1">
            <a:spLocks noGrp="1"/>
          </p:cNvSpPr>
          <p:nvPr>
            <p:ph type="title" idx="14"/>
          </p:nvPr>
        </p:nvSpPr>
        <p:spPr>
          <a:xfrm>
            <a:off x="6036190" y="3377300"/>
            <a:ext cx="2204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Maintenance</a:t>
            </a:r>
            <a:endParaRPr/>
          </a:p>
        </p:txBody>
      </p:sp>
      <p:sp>
        <p:nvSpPr>
          <p:cNvPr id="526" name="Google Shape;526;p52"/>
          <p:cNvSpPr txBox="1">
            <a:spLocks noGrp="1"/>
          </p:cNvSpPr>
          <p:nvPr>
            <p:ph type="subTitle" idx="13"/>
          </p:nvPr>
        </p:nvSpPr>
        <p:spPr>
          <a:xfrm>
            <a:off x="6036194" y="2191769"/>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 cold place</a:t>
            </a:r>
            <a:endParaRPr/>
          </a:p>
        </p:txBody>
      </p:sp>
      <p:sp>
        <p:nvSpPr>
          <p:cNvPr id="527" name="Google Shape;527;p52"/>
          <p:cNvSpPr txBox="1">
            <a:spLocks noGrp="1"/>
          </p:cNvSpPr>
          <p:nvPr>
            <p:ph type="subTitle" idx="15"/>
          </p:nvPr>
        </p:nvSpPr>
        <p:spPr>
          <a:xfrm>
            <a:off x="6036197" y="3801551"/>
            <a:ext cx="22044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grpSp>
        <p:nvGrpSpPr>
          <p:cNvPr id="528" name="Google Shape;528;p52"/>
          <p:cNvGrpSpPr/>
          <p:nvPr/>
        </p:nvGrpSpPr>
        <p:grpSpPr>
          <a:xfrm>
            <a:off x="903400" y="1443088"/>
            <a:ext cx="408000" cy="408000"/>
            <a:chOff x="1044519" y="1274849"/>
            <a:chExt cx="408000" cy="408000"/>
          </a:xfrm>
        </p:grpSpPr>
        <p:sp>
          <p:nvSpPr>
            <p:cNvPr id="529" name="Google Shape;529;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1" name="Google Shape;531;p52"/>
          <p:cNvGrpSpPr/>
          <p:nvPr/>
        </p:nvGrpSpPr>
        <p:grpSpPr>
          <a:xfrm>
            <a:off x="903400" y="3052863"/>
            <a:ext cx="408000" cy="408000"/>
            <a:chOff x="1044519" y="1274849"/>
            <a:chExt cx="408000" cy="408000"/>
          </a:xfrm>
        </p:grpSpPr>
        <p:sp>
          <p:nvSpPr>
            <p:cNvPr id="532" name="Google Shape;532;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4" name="Google Shape;534;p52"/>
          <p:cNvGrpSpPr/>
          <p:nvPr/>
        </p:nvGrpSpPr>
        <p:grpSpPr>
          <a:xfrm>
            <a:off x="3328704" y="1443088"/>
            <a:ext cx="408000" cy="408000"/>
            <a:chOff x="1044519" y="1274849"/>
            <a:chExt cx="408000" cy="408000"/>
          </a:xfrm>
        </p:grpSpPr>
        <p:sp>
          <p:nvSpPr>
            <p:cNvPr id="535" name="Google Shape;535;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37" name="Google Shape;537;p52"/>
          <p:cNvGrpSpPr/>
          <p:nvPr/>
        </p:nvGrpSpPr>
        <p:grpSpPr>
          <a:xfrm>
            <a:off x="3328704" y="3052863"/>
            <a:ext cx="408000" cy="408000"/>
            <a:chOff x="1044519" y="1274849"/>
            <a:chExt cx="408000" cy="408000"/>
          </a:xfrm>
        </p:grpSpPr>
        <p:sp>
          <p:nvSpPr>
            <p:cNvPr id="538" name="Google Shape;538;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0" name="Google Shape;540;p52"/>
          <p:cNvGrpSpPr/>
          <p:nvPr/>
        </p:nvGrpSpPr>
        <p:grpSpPr>
          <a:xfrm>
            <a:off x="5753990" y="1443088"/>
            <a:ext cx="408000" cy="408000"/>
            <a:chOff x="1044519" y="1274849"/>
            <a:chExt cx="408000" cy="408000"/>
          </a:xfrm>
        </p:grpSpPr>
        <p:sp>
          <p:nvSpPr>
            <p:cNvPr id="541" name="Google Shape;541;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43" name="Google Shape;543;p52"/>
          <p:cNvGrpSpPr/>
          <p:nvPr/>
        </p:nvGrpSpPr>
        <p:grpSpPr>
          <a:xfrm>
            <a:off x="5753990" y="3052863"/>
            <a:ext cx="408000" cy="408000"/>
            <a:chOff x="1044519" y="1274849"/>
            <a:chExt cx="408000" cy="408000"/>
          </a:xfrm>
        </p:grpSpPr>
        <p:sp>
          <p:nvSpPr>
            <p:cNvPr id="544" name="Google Shape;544;p52"/>
            <p:cNvSpPr/>
            <p:nvPr/>
          </p:nvSpPr>
          <p:spPr>
            <a:xfrm>
              <a:off x="1044519" y="1274849"/>
              <a:ext cx="408000" cy="4080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2"/>
            <p:cNvSpPr/>
            <p:nvPr/>
          </p:nvSpPr>
          <p:spPr>
            <a:xfrm>
              <a:off x="1158516" y="1419312"/>
              <a:ext cx="180006" cy="119073"/>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Recycling locations</a:t>
            </a:r>
            <a:endParaRPr/>
          </a:p>
        </p:txBody>
      </p:sp>
      <p:grpSp>
        <p:nvGrpSpPr>
          <p:cNvPr id="556" name="Google Shape;556;p54"/>
          <p:cNvGrpSpPr/>
          <p:nvPr/>
        </p:nvGrpSpPr>
        <p:grpSpPr>
          <a:xfrm>
            <a:off x="536709" y="1304567"/>
            <a:ext cx="5326181" cy="3299435"/>
            <a:chOff x="1397225" y="1410350"/>
            <a:chExt cx="4520225" cy="2774500"/>
          </a:xfrm>
        </p:grpSpPr>
        <p:grpSp>
          <p:nvGrpSpPr>
            <p:cNvPr id="557" name="Google Shape;557;p54"/>
            <p:cNvGrpSpPr/>
            <p:nvPr/>
          </p:nvGrpSpPr>
          <p:grpSpPr>
            <a:xfrm>
              <a:off x="4293400" y="2574725"/>
              <a:ext cx="84425" cy="80100"/>
              <a:chOff x="4293400" y="2574725"/>
              <a:chExt cx="84425" cy="80100"/>
            </a:xfrm>
          </p:grpSpPr>
          <p:sp>
            <p:nvSpPr>
              <p:cNvPr id="558" name="Google Shape;558;p54"/>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chemeClr val="accent2"/>
              </a:solidFill>
              <a:ln w="9525" cap="flat" cmpd="sng">
                <a:solidFill>
                  <a:schemeClr val="lt2"/>
                </a:solidFill>
                <a:prstDash val="solid"/>
                <a:round/>
                <a:headEnd type="none" w="med" len="med"/>
                <a:tailEnd type="none" w="med" len="med"/>
              </a:ln>
            </p:spPr>
          </p:sp>
          <p:sp>
            <p:nvSpPr>
              <p:cNvPr id="559" name="Google Shape;559;p54"/>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54"/>
            <p:cNvGrpSpPr/>
            <p:nvPr/>
          </p:nvGrpSpPr>
          <p:grpSpPr>
            <a:xfrm>
              <a:off x="4000175" y="1462675"/>
              <a:ext cx="1917275" cy="1140875"/>
              <a:chOff x="4000175" y="1462675"/>
              <a:chExt cx="1917275" cy="1140875"/>
            </a:xfrm>
          </p:grpSpPr>
          <p:sp>
            <p:nvSpPr>
              <p:cNvPr id="561" name="Google Shape;561;p54"/>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chemeClr val="accent2"/>
              </a:solidFill>
              <a:ln w="9525" cap="flat" cmpd="sng">
                <a:solidFill>
                  <a:schemeClr val="lt2"/>
                </a:solidFill>
                <a:prstDash val="solid"/>
                <a:round/>
                <a:headEnd type="none" w="med" len="med"/>
                <a:tailEnd type="none" w="med" len="med"/>
              </a:ln>
            </p:spPr>
          </p:sp>
          <p:grpSp>
            <p:nvGrpSpPr>
              <p:cNvPr id="562" name="Google Shape;562;p54"/>
              <p:cNvGrpSpPr/>
              <p:nvPr/>
            </p:nvGrpSpPr>
            <p:grpSpPr>
              <a:xfrm>
                <a:off x="4000175" y="1462675"/>
                <a:ext cx="1917275" cy="1140875"/>
                <a:chOff x="4000175" y="1462675"/>
                <a:chExt cx="1917275" cy="1140875"/>
              </a:xfrm>
            </p:grpSpPr>
            <p:sp>
              <p:nvSpPr>
                <p:cNvPr id="563" name="Google Shape;563;p54"/>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accent2"/>
                </a:solidFill>
                <a:ln w="9525" cap="flat" cmpd="sng">
                  <a:solidFill>
                    <a:schemeClr val="lt2"/>
                  </a:solidFill>
                  <a:prstDash val="solid"/>
                  <a:round/>
                  <a:headEnd type="none" w="med" len="med"/>
                  <a:tailEnd type="none" w="med" len="med"/>
                </a:ln>
              </p:spPr>
            </p:sp>
            <p:sp>
              <p:nvSpPr>
                <p:cNvPr id="564" name="Google Shape;564;p54"/>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4"/>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4"/>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4"/>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4"/>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9" name="Google Shape;569;p54"/>
            <p:cNvGrpSpPr/>
            <p:nvPr/>
          </p:nvGrpSpPr>
          <p:grpSpPr>
            <a:xfrm>
              <a:off x="3960625" y="2587825"/>
              <a:ext cx="94050" cy="104125"/>
              <a:chOff x="3960625" y="2587825"/>
              <a:chExt cx="94050" cy="104125"/>
            </a:xfrm>
          </p:grpSpPr>
          <p:sp>
            <p:nvSpPr>
              <p:cNvPr id="570" name="Google Shape;570;p54"/>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chemeClr val="accent2"/>
              </a:solidFill>
              <a:ln w="9525" cap="flat" cmpd="sng">
                <a:solidFill>
                  <a:schemeClr val="lt2"/>
                </a:solidFill>
                <a:prstDash val="solid"/>
                <a:round/>
                <a:headEnd type="none" w="med" len="med"/>
                <a:tailEnd type="none" w="med" len="med"/>
              </a:ln>
            </p:spPr>
          </p:sp>
          <p:sp>
            <p:nvSpPr>
              <p:cNvPr id="571" name="Google Shape;571;p54"/>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54"/>
            <p:cNvGrpSpPr/>
            <p:nvPr/>
          </p:nvGrpSpPr>
          <p:grpSpPr>
            <a:xfrm>
              <a:off x="3765350" y="2500900"/>
              <a:ext cx="173600" cy="187925"/>
              <a:chOff x="3765350" y="2500900"/>
              <a:chExt cx="173600" cy="187925"/>
            </a:xfrm>
          </p:grpSpPr>
          <p:sp>
            <p:nvSpPr>
              <p:cNvPr id="573" name="Google Shape;573;p54"/>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accent2"/>
              </a:solidFill>
              <a:ln w="9525" cap="flat" cmpd="sng">
                <a:solidFill>
                  <a:schemeClr val="lt2"/>
                </a:solidFill>
                <a:prstDash val="solid"/>
                <a:round/>
                <a:headEnd type="none" w="med" len="med"/>
                <a:tailEnd type="none" w="med" len="med"/>
              </a:ln>
            </p:spPr>
          </p:sp>
          <p:sp>
            <p:nvSpPr>
              <p:cNvPr id="574" name="Google Shape;574;p54"/>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4"/>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4"/>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4"/>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4"/>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54"/>
            <p:cNvGrpSpPr/>
            <p:nvPr/>
          </p:nvGrpSpPr>
          <p:grpSpPr>
            <a:xfrm>
              <a:off x="3750475" y="2481850"/>
              <a:ext cx="85125" cy="51800"/>
              <a:chOff x="3750475" y="2481850"/>
              <a:chExt cx="85125" cy="51800"/>
            </a:xfrm>
          </p:grpSpPr>
          <p:sp>
            <p:nvSpPr>
              <p:cNvPr id="580" name="Google Shape;580;p54"/>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4"/>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chemeClr val="accent2"/>
              </a:solidFill>
              <a:ln w="9525" cap="flat" cmpd="sng">
                <a:solidFill>
                  <a:schemeClr val="lt2"/>
                </a:solidFill>
                <a:prstDash val="solid"/>
                <a:round/>
                <a:headEnd type="none" w="med" len="med"/>
                <a:tailEnd type="none" w="med" len="med"/>
              </a:ln>
            </p:spPr>
          </p:sp>
        </p:grpSp>
        <p:grpSp>
          <p:nvGrpSpPr>
            <p:cNvPr id="582" name="Google Shape;582;p54"/>
            <p:cNvGrpSpPr/>
            <p:nvPr/>
          </p:nvGrpSpPr>
          <p:grpSpPr>
            <a:xfrm>
              <a:off x="3627175" y="2432450"/>
              <a:ext cx="172100" cy="169075"/>
              <a:chOff x="3627175" y="2432450"/>
              <a:chExt cx="172100" cy="169075"/>
            </a:xfrm>
          </p:grpSpPr>
          <p:sp>
            <p:nvSpPr>
              <p:cNvPr id="583" name="Google Shape;583;p54"/>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4"/>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chemeClr val="accent2"/>
              </a:solidFill>
              <a:ln w="9525" cap="flat" cmpd="sng">
                <a:solidFill>
                  <a:schemeClr val="lt2"/>
                </a:solidFill>
                <a:prstDash val="solid"/>
                <a:round/>
                <a:headEnd type="none" w="med" len="med"/>
                <a:tailEnd type="none" w="med" len="med"/>
              </a:ln>
            </p:spPr>
          </p:sp>
          <p:sp>
            <p:nvSpPr>
              <p:cNvPr id="585" name="Google Shape;585;p54"/>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chemeClr val="accent2"/>
              </a:solidFill>
              <a:ln w="9525" cap="flat" cmpd="sng">
                <a:solidFill>
                  <a:schemeClr val="lt2"/>
                </a:solidFill>
                <a:prstDash val="solid"/>
                <a:round/>
                <a:headEnd type="none" w="med" len="med"/>
                <a:tailEnd type="none" w="med" len="med"/>
              </a:ln>
            </p:spPr>
          </p:sp>
        </p:grpSp>
        <p:grpSp>
          <p:nvGrpSpPr>
            <p:cNvPr id="586" name="Google Shape;586;p54"/>
            <p:cNvGrpSpPr/>
            <p:nvPr/>
          </p:nvGrpSpPr>
          <p:grpSpPr>
            <a:xfrm>
              <a:off x="3561536" y="2585450"/>
              <a:ext cx="61539" cy="99045"/>
              <a:chOff x="3561536" y="2585450"/>
              <a:chExt cx="61539" cy="99045"/>
            </a:xfrm>
          </p:grpSpPr>
          <p:sp>
            <p:nvSpPr>
              <p:cNvPr id="587" name="Google Shape;587;p54"/>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4"/>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chemeClr val="accent2"/>
              </a:solidFill>
              <a:ln w="9525" cap="flat" cmpd="sng">
                <a:solidFill>
                  <a:schemeClr val="lt2"/>
                </a:solidFill>
                <a:prstDash val="solid"/>
                <a:round/>
                <a:headEnd type="none" w="med" len="med"/>
                <a:tailEnd type="none" w="med" len="med"/>
              </a:ln>
            </p:spPr>
          </p:sp>
        </p:grpSp>
        <p:grpSp>
          <p:nvGrpSpPr>
            <p:cNvPr id="589" name="Google Shape;589;p54"/>
            <p:cNvGrpSpPr/>
            <p:nvPr/>
          </p:nvGrpSpPr>
          <p:grpSpPr>
            <a:xfrm>
              <a:off x="3906325" y="1984500"/>
              <a:ext cx="156075" cy="262825"/>
              <a:chOff x="3906325" y="1984500"/>
              <a:chExt cx="156075" cy="262825"/>
            </a:xfrm>
          </p:grpSpPr>
          <p:sp>
            <p:nvSpPr>
              <p:cNvPr id="590" name="Google Shape;590;p54"/>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chemeClr val="accent2"/>
              </a:solidFill>
              <a:ln w="9525" cap="flat" cmpd="sng">
                <a:solidFill>
                  <a:schemeClr val="lt2"/>
                </a:solidFill>
                <a:prstDash val="solid"/>
                <a:round/>
                <a:headEnd type="none" w="med" len="med"/>
                <a:tailEnd type="none" w="med" len="med"/>
              </a:ln>
            </p:spPr>
          </p:sp>
          <p:sp>
            <p:nvSpPr>
              <p:cNvPr id="591" name="Google Shape;591;p54"/>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54"/>
            <p:cNvGrpSpPr/>
            <p:nvPr/>
          </p:nvGrpSpPr>
          <p:grpSpPr>
            <a:xfrm>
              <a:off x="1397225" y="1637375"/>
              <a:ext cx="1401575" cy="1228250"/>
              <a:chOff x="1397225" y="1637375"/>
              <a:chExt cx="1401575" cy="1228250"/>
            </a:xfrm>
          </p:grpSpPr>
          <p:sp>
            <p:nvSpPr>
              <p:cNvPr id="593" name="Google Shape;593;p54"/>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accent2"/>
              </a:solidFill>
              <a:ln w="9525" cap="flat" cmpd="sng">
                <a:solidFill>
                  <a:schemeClr val="lt2"/>
                </a:solidFill>
                <a:prstDash val="solid"/>
                <a:round/>
                <a:headEnd type="none" w="med" len="med"/>
                <a:tailEnd type="none" w="med" len="med"/>
              </a:ln>
            </p:spPr>
          </p:sp>
          <p:grpSp>
            <p:nvGrpSpPr>
              <p:cNvPr id="594" name="Google Shape;594;p54"/>
              <p:cNvGrpSpPr/>
              <p:nvPr/>
            </p:nvGrpSpPr>
            <p:grpSpPr>
              <a:xfrm>
                <a:off x="1397225" y="1637375"/>
                <a:ext cx="1398775" cy="1228250"/>
                <a:chOff x="1397225" y="1637375"/>
                <a:chExt cx="1398775" cy="1228250"/>
              </a:xfrm>
            </p:grpSpPr>
            <p:sp>
              <p:nvSpPr>
                <p:cNvPr id="595" name="Google Shape;595;p54"/>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4"/>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7" name="Google Shape;597;p54"/>
            <p:cNvGrpSpPr/>
            <p:nvPr/>
          </p:nvGrpSpPr>
          <p:grpSpPr>
            <a:xfrm>
              <a:off x="2605700" y="3152850"/>
              <a:ext cx="594125" cy="616250"/>
              <a:chOff x="2605700" y="3152850"/>
              <a:chExt cx="594125" cy="616250"/>
            </a:xfrm>
          </p:grpSpPr>
          <p:sp>
            <p:nvSpPr>
              <p:cNvPr id="598" name="Google Shape;598;p54"/>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accent2"/>
              </a:solidFill>
              <a:ln w="9525" cap="flat" cmpd="sng">
                <a:solidFill>
                  <a:schemeClr val="lt2"/>
                </a:solidFill>
                <a:prstDash val="solid"/>
                <a:round/>
                <a:headEnd type="none" w="med" len="med"/>
                <a:tailEnd type="none" w="med" len="med"/>
              </a:ln>
            </p:spPr>
          </p:sp>
          <p:sp>
            <p:nvSpPr>
              <p:cNvPr id="599" name="Google Shape;599;p54"/>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54"/>
            <p:cNvGrpSpPr/>
            <p:nvPr/>
          </p:nvGrpSpPr>
          <p:grpSpPr>
            <a:xfrm>
              <a:off x="2680375" y="3423800"/>
              <a:ext cx="182975" cy="761050"/>
              <a:chOff x="2680375" y="3423800"/>
              <a:chExt cx="182975" cy="761050"/>
            </a:xfrm>
          </p:grpSpPr>
          <p:sp>
            <p:nvSpPr>
              <p:cNvPr id="601" name="Google Shape;601;p54"/>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accent2"/>
              </a:solidFill>
              <a:ln w="9525" cap="flat" cmpd="sng">
                <a:solidFill>
                  <a:schemeClr val="lt2"/>
                </a:solidFill>
                <a:prstDash val="solid"/>
                <a:round/>
                <a:headEnd type="none" w="med" len="med"/>
                <a:tailEnd type="none" w="med" len="med"/>
              </a:ln>
            </p:spPr>
          </p:sp>
          <p:sp>
            <p:nvSpPr>
              <p:cNvPr id="602" name="Google Shape;602;p54"/>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54"/>
            <p:cNvGrpSpPr/>
            <p:nvPr/>
          </p:nvGrpSpPr>
          <p:grpSpPr>
            <a:xfrm>
              <a:off x="3918000" y="3561900"/>
              <a:ext cx="236225" cy="207100"/>
              <a:chOff x="3918000" y="3561900"/>
              <a:chExt cx="236225" cy="207100"/>
            </a:xfrm>
          </p:grpSpPr>
          <p:sp>
            <p:nvSpPr>
              <p:cNvPr id="604" name="Google Shape;604;p54"/>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chemeClr val="accent2"/>
              </a:solidFill>
              <a:ln w="9525" cap="flat" cmpd="sng">
                <a:solidFill>
                  <a:schemeClr val="lt2"/>
                </a:solidFill>
                <a:prstDash val="solid"/>
                <a:round/>
                <a:headEnd type="none" w="med" len="med"/>
                <a:tailEnd type="none" w="med" len="med"/>
              </a:ln>
            </p:spPr>
          </p:sp>
          <p:sp>
            <p:nvSpPr>
              <p:cNvPr id="605" name="Google Shape;605;p54"/>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54"/>
            <p:cNvSpPr/>
            <p:nvPr/>
          </p:nvSpPr>
          <p:spPr>
            <a:xfrm>
              <a:off x="2736350" y="2969700"/>
              <a:ext cx="39250" cy="12050"/>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4"/>
            <p:cNvSpPr/>
            <p:nvPr/>
          </p:nvSpPr>
          <p:spPr>
            <a:xfrm>
              <a:off x="2668350" y="2948250"/>
              <a:ext cx="55475" cy="36625"/>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4"/>
            <p:cNvSpPr/>
            <p:nvPr/>
          </p:nvSpPr>
          <p:spPr>
            <a:xfrm>
              <a:off x="2980100" y="1451675"/>
              <a:ext cx="608375" cy="778925"/>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54"/>
            <p:cNvGrpSpPr/>
            <p:nvPr/>
          </p:nvGrpSpPr>
          <p:grpSpPr>
            <a:xfrm>
              <a:off x="1922950" y="1410350"/>
              <a:ext cx="1252825" cy="1162875"/>
              <a:chOff x="1922950" y="1410350"/>
              <a:chExt cx="1252825" cy="1162875"/>
            </a:xfrm>
          </p:grpSpPr>
          <p:sp>
            <p:nvSpPr>
              <p:cNvPr id="610" name="Google Shape;610;p54"/>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4"/>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4"/>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4"/>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4"/>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4"/>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4"/>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4"/>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4"/>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4"/>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4"/>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4"/>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4"/>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4"/>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4"/>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4"/>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6" name="Google Shape;626;p54"/>
            <p:cNvSpPr/>
            <p:nvPr/>
          </p:nvSpPr>
          <p:spPr>
            <a:xfrm>
              <a:off x="2577325" y="2970225"/>
              <a:ext cx="32450" cy="13100"/>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4"/>
            <p:cNvSpPr/>
            <p:nvPr/>
          </p:nvSpPr>
          <p:spPr>
            <a:xfrm>
              <a:off x="2632250" y="2947725"/>
              <a:ext cx="41350" cy="29325"/>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4"/>
            <p:cNvSpPr/>
            <p:nvPr/>
          </p:nvSpPr>
          <p:spPr>
            <a:xfrm>
              <a:off x="2485775" y="2895925"/>
              <a:ext cx="153825" cy="54950"/>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4"/>
            <p:cNvSpPr/>
            <p:nvPr/>
          </p:nvSpPr>
          <p:spPr>
            <a:xfrm>
              <a:off x="2901125" y="4083350"/>
              <a:ext cx="39250" cy="22525"/>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4"/>
            <p:cNvSpPr/>
            <p:nvPr/>
          </p:nvSpPr>
          <p:spPr>
            <a:xfrm>
              <a:off x="2506700" y="3102550"/>
              <a:ext cx="80075" cy="36650"/>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4"/>
            <p:cNvSpPr/>
            <p:nvPr/>
          </p:nvSpPr>
          <p:spPr>
            <a:xfrm>
              <a:off x="2464350" y="3080075"/>
              <a:ext cx="48650" cy="45525"/>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4"/>
            <p:cNvSpPr/>
            <p:nvPr/>
          </p:nvSpPr>
          <p:spPr>
            <a:xfrm>
              <a:off x="2438700" y="3020425"/>
              <a:ext cx="67500" cy="66975"/>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4"/>
            <p:cNvSpPr/>
            <p:nvPr/>
          </p:nvSpPr>
          <p:spPr>
            <a:xfrm>
              <a:off x="2416725" y="3006825"/>
              <a:ext cx="91575" cy="46050"/>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4"/>
            <p:cNvSpPr/>
            <p:nvPr/>
          </p:nvSpPr>
          <p:spPr>
            <a:xfrm>
              <a:off x="2404175" y="3031950"/>
              <a:ext cx="36125" cy="20925"/>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4"/>
            <p:cNvSpPr/>
            <p:nvPr/>
          </p:nvSpPr>
          <p:spPr>
            <a:xfrm>
              <a:off x="2420400" y="2972825"/>
              <a:ext cx="16750" cy="36650"/>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4"/>
            <p:cNvSpPr/>
            <p:nvPr/>
          </p:nvSpPr>
          <p:spPr>
            <a:xfrm>
              <a:off x="2374900" y="2981200"/>
              <a:ext cx="59650" cy="62800"/>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4"/>
            <p:cNvSpPr/>
            <p:nvPr/>
          </p:nvSpPr>
          <p:spPr>
            <a:xfrm>
              <a:off x="2050050" y="2725400"/>
              <a:ext cx="412225" cy="305525"/>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4"/>
            <p:cNvSpPr/>
            <p:nvPr/>
          </p:nvSpPr>
          <p:spPr>
            <a:xfrm>
              <a:off x="2916800" y="3161675"/>
              <a:ext cx="40825" cy="58600"/>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4"/>
            <p:cNvSpPr/>
            <p:nvPr/>
          </p:nvSpPr>
          <p:spPr>
            <a:xfrm>
              <a:off x="2866075" y="3155900"/>
              <a:ext cx="58075" cy="63325"/>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4"/>
            <p:cNvSpPr/>
            <p:nvPr/>
          </p:nvSpPr>
          <p:spPr>
            <a:xfrm>
              <a:off x="2816900" y="3119825"/>
              <a:ext cx="72725" cy="109350"/>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4"/>
            <p:cNvSpPr/>
            <p:nvPr/>
          </p:nvSpPr>
          <p:spPr>
            <a:xfrm>
              <a:off x="2646900" y="3064375"/>
              <a:ext cx="192000" cy="172650"/>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4"/>
            <p:cNvSpPr/>
            <p:nvPr/>
          </p:nvSpPr>
          <p:spPr>
            <a:xfrm>
              <a:off x="2561625" y="3060700"/>
              <a:ext cx="173700" cy="247450"/>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4"/>
            <p:cNvSpPr/>
            <p:nvPr/>
          </p:nvSpPr>
          <p:spPr>
            <a:xfrm>
              <a:off x="2531825" y="3224950"/>
              <a:ext cx="85800" cy="94200"/>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4"/>
            <p:cNvSpPr/>
            <p:nvPr/>
          </p:nvSpPr>
          <p:spPr>
            <a:xfrm>
              <a:off x="2527100" y="3246400"/>
              <a:ext cx="186250" cy="274650"/>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4"/>
            <p:cNvSpPr/>
            <p:nvPr/>
          </p:nvSpPr>
          <p:spPr>
            <a:xfrm>
              <a:off x="2700250" y="3389200"/>
              <a:ext cx="179975" cy="200900"/>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4"/>
            <p:cNvSpPr/>
            <p:nvPr/>
          </p:nvSpPr>
          <p:spPr>
            <a:xfrm>
              <a:off x="2809050" y="3531500"/>
              <a:ext cx="123475" cy="130275"/>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4"/>
            <p:cNvSpPr/>
            <p:nvPr/>
          </p:nvSpPr>
          <p:spPr>
            <a:xfrm>
              <a:off x="2884375" y="3700450"/>
              <a:ext cx="73250" cy="83200"/>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8" name="Google Shape;648;p54"/>
            <p:cNvGrpSpPr/>
            <p:nvPr/>
          </p:nvGrpSpPr>
          <p:grpSpPr>
            <a:xfrm>
              <a:off x="2711750" y="3572300"/>
              <a:ext cx="230725" cy="598425"/>
              <a:chOff x="2711750" y="3572300"/>
              <a:chExt cx="230725" cy="598425"/>
            </a:xfrm>
          </p:grpSpPr>
          <p:sp>
            <p:nvSpPr>
              <p:cNvPr id="649" name="Google Shape;649;p54"/>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4"/>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1" name="Google Shape;651;p54"/>
            <p:cNvSpPr/>
            <p:nvPr/>
          </p:nvSpPr>
          <p:spPr>
            <a:xfrm>
              <a:off x="5404100" y="2847275"/>
              <a:ext cx="26175" cy="61250"/>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54"/>
            <p:cNvGrpSpPr/>
            <p:nvPr/>
          </p:nvGrpSpPr>
          <p:grpSpPr>
            <a:xfrm>
              <a:off x="3781475" y="1624825"/>
              <a:ext cx="153300" cy="166375"/>
              <a:chOff x="3781475" y="1624825"/>
              <a:chExt cx="153300" cy="166375"/>
            </a:xfrm>
          </p:grpSpPr>
          <p:sp>
            <p:nvSpPr>
              <p:cNvPr id="653" name="Google Shape;653;p54"/>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4"/>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4"/>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4"/>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7" name="Google Shape;657;p54"/>
            <p:cNvSpPr/>
            <p:nvPr/>
          </p:nvSpPr>
          <p:spPr>
            <a:xfrm>
              <a:off x="5511350" y="2436650"/>
              <a:ext cx="175250" cy="3071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4"/>
            <p:cNvSpPr/>
            <p:nvPr/>
          </p:nvSpPr>
          <p:spPr>
            <a:xfrm>
              <a:off x="5440200" y="2597250"/>
              <a:ext cx="60175" cy="83725"/>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4"/>
            <p:cNvSpPr/>
            <p:nvPr/>
          </p:nvSpPr>
          <p:spPr>
            <a:xfrm>
              <a:off x="5410900" y="2501000"/>
              <a:ext cx="68550" cy="117725"/>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4"/>
            <p:cNvSpPr/>
            <p:nvPr/>
          </p:nvSpPr>
          <p:spPr>
            <a:xfrm>
              <a:off x="4855375" y="2348250"/>
              <a:ext cx="444650" cy="209800"/>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4"/>
            <p:cNvSpPr/>
            <p:nvPr/>
          </p:nvSpPr>
          <p:spPr>
            <a:xfrm>
              <a:off x="5730000" y="3287725"/>
              <a:ext cx="141250" cy="120875"/>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4"/>
            <p:cNvSpPr/>
            <p:nvPr/>
          </p:nvSpPr>
          <p:spPr>
            <a:xfrm>
              <a:off x="5413525" y="2961325"/>
              <a:ext cx="115100" cy="200900"/>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4"/>
            <p:cNvSpPr/>
            <p:nvPr/>
          </p:nvSpPr>
          <p:spPr>
            <a:xfrm>
              <a:off x="5472625" y="3375600"/>
              <a:ext cx="56000" cy="29325"/>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4" name="Google Shape;664;p54"/>
            <p:cNvGrpSpPr/>
            <p:nvPr/>
          </p:nvGrpSpPr>
          <p:grpSpPr>
            <a:xfrm>
              <a:off x="5068275" y="3161675"/>
              <a:ext cx="664875" cy="222850"/>
              <a:chOff x="5068275" y="3161675"/>
              <a:chExt cx="664875" cy="222850"/>
            </a:xfrm>
          </p:grpSpPr>
          <p:sp>
            <p:nvSpPr>
              <p:cNvPr id="665" name="Google Shape;665;p54"/>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4"/>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4"/>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4"/>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9" name="Google Shape;669;p54"/>
            <p:cNvSpPr/>
            <p:nvPr/>
          </p:nvSpPr>
          <p:spPr>
            <a:xfrm>
              <a:off x="5139425" y="3145975"/>
              <a:ext cx="62800" cy="8215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4"/>
            <p:cNvSpPr/>
            <p:nvPr/>
          </p:nvSpPr>
          <p:spPr>
            <a:xfrm>
              <a:off x="5279075" y="3142825"/>
              <a:ext cx="137075" cy="9262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4"/>
            <p:cNvSpPr/>
            <p:nvPr/>
          </p:nvSpPr>
          <p:spPr>
            <a:xfrm>
              <a:off x="5150925" y="2887575"/>
              <a:ext cx="119300" cy="230700"/>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4"/>
            <p:cNvSpPr/>
            <p:nvPr/>
          </p:nvSpPr>
          <p:spPr>
            <a:xfrm>
              <a:off x="5166625" y="3025150"/>
              <a:ext cx="75875" cy="6540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4"/>
            <p:cNvSpPr/>
            <p:nvPr/>
          </p:nvSpPr>
          <p:spPr>
            <a:xfrm>
              <a:off x="5123725" y="2903250"/>
              <a:ext cx="117200" cy="135525"/>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4"/>
            <p:cNvSpPr/>
            <p:nvPr/>
          </p:nvSpPr>
          <p:spPr>
            <a:xfrm>
              <a:off x="5089200" y="2934650"/>
              <a:ext cx="121900" cy="227050"/>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4"/>
            <p:cNvSpPr/>
            <p:nvPr/>
          </p:nvSpPr>
          <p:spPr>
            <a:xfrm>
              <a:off x="5009700" y="2810675"/>
              <a:ext cx="128175" cy="288250"/>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4"/>
            <p:cNvSpPr/>
            <p:nvPr/>
          </p:nvSpPr>
          <p:spPr>
            <a:xfrm>
              <a:off x="4941700" y="2836825"/>
              <a:ext cx="74300" cy="95750"/>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4"/>
            <p:cNvSpPr/>
            <p:nvPr/>
          </p:nvSpPr>
          <p:spPr>
            <a:xfrm>
              <a:off x="3787225" y="2293850"/>
              <a:ext cx="55475" cy="6802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4"/>
            <p:cNvSpPr/>
            <p:nvPr/>
          </p:nvSpPr>
          <p:spPr>
            <a:xfrm>
              <a:off x="3743300" y="1958025"/>
              <a:ext cx="290325" cy="33742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4"/>
            <p:cNvSpPr/>
            <p:nvPr/>
          </p:nvSpPr>
          <p:spPr>
            <a:xfrm>
              <a:off x="3823325" y="2021850"/>
              <a:ext cx="143875" cy="324875"/>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4"/>
            <p:cNvSpPr/>
            <p:nvPr/>
          </p:nvSpPr>
          <p:spPr>
            <a:xfrm>
              <a:off x="3976075" y="2250975"/>
              <a:ext cx="57550" cy="52325"/>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4"/>
            <p:cNvSpPr/>
            <p:nvPr/>
          </p:nvSpPr>
          <p:spPr>
            <a:xfrm>
              <a:off x="3949400" y="2288625"/>
              <a:ext cx="91550" cy="49725"/>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4"/>
            <p:cNvSpPr/>
            <p:nvPr/>
          </p:nvSpPr>
          <p:spPr>
            <a:xfrm>
              <a:off x="3952525" y="2322625"/>
              <a:ext cx="71175" cy="52325"/>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54"/>
            <p:cNvSpPr/>
            <p:nvPr/>
          </p:nvSpPr>
          <p:spPr>
            <a:xfrm>
              <a:off x="3986525" y="2326300"/>
              <a:ext cx="120875" cy="93650"/>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4"/>
            <p:cNvSpPr/>
            <p:nvPr/>
          </p:nvSpPr>
          <p:spPr>
            <a:xfrm>
              <a:off x="3903350" y="2478500"/>
              <a:ext cx="83200" cy="53900"/>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4"/>
            <p:cNvSpPr/>
            <p:nvPr/>
          </p:nvSpPr>
          <p:spPr>
            <a:xfrm>
              <a:off x="3910150" y="2462825"/>
              <a:ext cx="71700" cy="31400"/>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4"/>
            <p:cNvSpPr/>
            <p:nvPr/>
          </p:nvSpPr>
          <p:spPr>
            <a:xfrm>
              <a:off x="3947825" y="2585750"/>
              <a:ext cx="27225" cy="52325"/>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4"/>
            <p:cNvSpPr/>
            <p:nvPr/>
          </p:nvSpPr>
          <p:spPr>
            <a:xfrm>
              <a:off x="3934750" y="2566400"/>
              <a:ext cx="26175" cy="32975"/>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4"/>
            <p:cNvSpPr/>
            <p:nvPr/>
          </p:nvSpPr>
          <p:spPr>
            <a:xfrm>
              <a:off x="3895525" y="2538675"/>
              <a:ext cx="54425" cy="4762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4"/>
            <p:cNvSpPr/>
            <p:nvPr/>
          </p:nvSpPr>
          <p:spPr>
            <a:xfrm>
              <a:off x="3865700" y="2510950"/>
              <a:ext cx="42400" cy="26700"/>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4"/>
            <p:cNvSpPr/>
            <p:nvPr/>
          </p:nvSpPr>
          <p:spPr>
            <a:xfrm>
              <a:off x="3811300" y="2470650"/>
              <a:ext cx="99925" cy="48150"/>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4"/>
            <p:cNvSpPr/>
            <p:nvPr/>
          </p:nvSpPr>
          <p:spPr>
            <a:xfrm>
              <a:off x="3867800" y="2355575"/>
              <a:ext cx="132350" cy="111450"/>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4"/>
            <p:cNvSpPr/>
            <p:nvPr/>
          </p:nvSpPr>
          <p:spPr>
            <a:xfrm>
              <a:off x="3841625" y="2432475"/>
              <a:ext cx="105700" cy="46050"/>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4"/>
            <p:cNvSpPr/>
            <p:nvPr/>
          </p:nvSpPr>
          <p:spPr>
            <a:xfrm>
              <a:off x="3759500" y="2356100"/>
              <a:ext cx="120350" cy="143875"/>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4"/>
            <p:cNvSpPr/>
            <p:nvPr/>
          </p:nvSpPr>
          <p:spPr>
            <a:xfrm>
              <a:off x="3727600" y="2387500"/>
              <a:ext cx="51800" cy="47100"/>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4"/>
            <p:cNvSpPr/>
            <p:nvPr/>
          </p:nvSpPr>
          <p:spPr>
            <a:xfrm>
              <a:off x="3722900" y="2426200"/>
              <a:ext cx="40825" cy="35075"/>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4"/>
            <p:cNvSpPr/>
            <p:nvPr/>
          </p:nvSpPr>
          <p:spPr>
            <a:xfrm>
              <a:off x="3758475" y="2449750"/>
              <a:ext cx="9950" cy="141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54"/>
            <p:cNvSpPr/>
            <p:nvPr/>
          </p:nvSpPr>
          <p:spPr>
            <a:xfrm>
              <a:off x="3552375" y="2346700"/>
              <a:ext cx="58075" cy="76900"/>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54"/>
            <p:cNvGrpSpPr/>
            <p:nvPr/>
          </p:nvGrpSpPr>
          <p:grpSpPr>
            <a:xfrm>
              <a:off x="3586375" y="2281300"/>
              <a:ext cx="125025" cy="175275"/>
              <a:chOff x="3586375" y="2281300"/>
              <a:chExt cx="125025" cy="175275"/>
            </a:xfrm>
          </p:grpSpPr>
          <p:sp>
            <p:nvSpPr>
              <p:cNvPr id="699" name="Google Shape;699;p54"/>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4"/>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1" name="Google Shape;701;p54"/>
            <p:cNvSpPr/>
            <p:nvPr/>
          </p:nvSpPr>
          <p:spPr>
            <a:xfrm>
              <a:off x="4300900" y="3419025"/>
              <a:ext cx="109875" cy="205600"/>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2" name="Google Shape;702;p54"/>
            <p:cNvGrpSpPr/>
            <p:nvPr/>
          </p:nvGrpSpPr>
          <p:grpSpPr>
            <a:xfrm>
              <a:off x="5298975" y="3412225"/>
              <a:ext cx="576450" cy="616225"/>
              <a:chOff x="5298975" y="3412225"/>
              <a:chExt cx="576450" cy="616225"/>
            </a:xfrm>
          </p:grpSpPr>
          <p:sp>
            <p:nvSpPr>
              <p:cNvPr id="703" name="Google Shape;703;p54"/>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4"/>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54"/>
            <p:cNvSpPr/>
            <p:nvPr/>
          </p:nvSpPr>
          <p:spPr>
            <a:xfrm>
              <a:off x="3399625" y="2088800"/>
              <a:ext cx="127125" cy="77450"/>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4"/>
            <p:cNvSpPr/>
            <p:nvPr/>
          </p:nvSpPr>
          <p:spPr>
            <a:xfrm>
              <a:off x="4616850" y="2275025"/>
              <a:ext cx="885625" cy="661225"/>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4"/>
            <p:cNvSpPr/>
            <p:nvPr/>
          </p:nvSpPr>
          <p:spPr>
            <a:xfrm>
              <a:off x="5150925" y="2903250"/>
              <a:ext cx="1600" cy="2125"/>
            </a:xfrm>
            <a:custGeom>
              <a:avLst/>
              <a:gdLst/>
              <a:ahLst/>
              <a:cxnLst/>
              <a:rect l="l" t="t" r="r" b="b"/>
              <a:pathLst>
                <a:path w="64" h="85" extrusionOk="0">
                  <a:moveTo>
                    <a:pt x="63" y="85"/>
                  </a:moveTo>
                  <a:lnTo>
                    <a:pt x="1" y="1"/>
                  </a:lnTo>
                  <a:lnTo>
                    <a:pt x="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4"/>
            <p:cNvSpPr/>
            <p:nvPr/>
          </p:nvSpPr>
          <p:spPr>
            <a:xfrm>
              <a:off x="5134200" y="2918425"/>
              <a:ext cx="2625" cy="2650"/>
            </a:xfrm>
            <a:custGeom>
              <a:avLst/>
              <a:gdLst/>
              <a:ahLst/>
              <a:cxnLst/>
              <a:rect l="l" t="t" r="r" b="b"/>
              <a:pathLst>
                <a:path w="105" h="106" extrusionOk="0">
                  <a:moveTo>
                    <a:pt x="0" y="105"/>
                  </a:moveTo>
                  <a:lnTo>
                    <a:pt x="105" y="1"/>
                  </a:lnTo>
                  <a:lnTo>
                    <a:pt x="10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4"/>
            <p:cNvSpPr/>
            <p:nvPr/>
          </p:nvSpPr>
          <p:spPr>
            <a:xfrm>
              <a:off x="4608475" y="2660550"/>
              <a:ext cx="5275" cy="1600"/>
            </a:xfrm>
            <a:custGeom>
              <a:avLst/>
              <a:gdLst/>
              <a:ahLst/>
              <a:cxnLst/>
              <a:rect l="l" t="t" r="r" b="b"/>
              <a:pathLst>
                <a:path w="211" h="64" extrusionOk="0">
                  <a:moveTo>
                    <a:pt x="210" y="0"/>
                  </a:moveTo>
                  <a:lnTo>
                    <a:pt x="1" y="63"/>
                  </a:lnTo>
                  <a:lnTo>
                    <a:pt x="22" y="63"/>
                  </a:lnTo>
                  <a:lnTo>
                    <a:pt x="21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4"/>
            <p:cNvSpPr/>
            <p:nvPr/>
          </p:nvSpPr>
          <p:spPr>
            <a:xfrm>
              <a:off x="4302475" y="2310075"/>
              <a:ext cx="547700" cy="287725"/>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4"/>
            <p:cNvSpPr/>
            <p:nvPr/>
          </p:nvSpPr>
          <p:spPr>
            <a:xfrm>
              <a:off x="4443200" y="2520875"/>
              <a:ext cx="231750" cy="144400"/>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54"/>
            <p:cNvSpPr/>
            <p:nvPr/>
          </p:nvSpPr>
          <p:spPr>
            <a:xfrm>
              <a:off x="4401875" y="2571100"/>
              <a:ext cx="207150" cy="130275"/>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3" name="Google Shape;713;p54"/>
            <p:cNvGrpSpPr/>
            <p:nvPr/>
          </p:nvGrpSpPr>
          <p:grpSpPr>
            <a:xfrm>
              <a:off x="4842300" y="3099950"/>
              <a:ext cx="31425" cy="59650"/>
              <a:chOff x="4842300" y="3099950"/>
              <a:chExt cx="31425" cy="59650"/>
            </a:xfrm>
          </p:grpSpPr>
          <p:sp>
            <p:nvSpPr>
              <p:cNvPr id="714" name="Google Shape;714;p54"/>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54"/>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54"/>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4"/>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8" name="Google Shape;718;p54"/>
            <p:cNvSpPr/>
            <p:nvPr/>
          </p:nvSpPr>
          <p:spPr>
            <a:xfrm>
              <a:off x="4663400" y="2731150"/>
              <a:ext cx="405425" cy="396025"/>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54"/>
            <p:cNvSpPr/>
            <p:nvPr/>
          </p:nvSpPr>
          <p:spPr>
            <a:xfrm>
              <a:off x="4822425" y="2778250"/>
              <a:ext cx="119300" cy="63825"/>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54"/>
            <p:cNvSpPr/>
            <p:nvPr/>
          </p:nvSpPr>
          <p:spPr>
            <a:xfrm>
              <a:off x="4547800" y="2671000"/>
              <a:ext cx="200375" cy="220775"/>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4"/>
            <p:cNvSpPr/>
            <p:nvPr/>
          </p:nvSpPr>
          <p:spPr>
            <a:xfrm>
              <a:off x="4533150" y="2640675"/>
              <a:ext cx="191475" cy="159550"/>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4"/>
            <p:cNvSpPr/>
            <p:nvPr/>
          </p:nvSpPr>
          <p:spPr>
            <a:xfrm>
              <a:off x="3978150" y="2401100"/>
              <a:ext cx="237525" cy="148050"/>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4"/>
            <p:cNvSpPr/>
            <p:nvPr/>
          </p:nvSpPr>
          <p:spPr>
            <a:xfrm>
              <a:off x="4036750" y="2474325"/>
              <a:ext cx="49725" cy="55475"/>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54"/>
            <p:cNvSpPr/>
            <p:nvPr/>
          </p:nvSpPr>
          <p:spPr>
            <a:xfrm>
              <a:off x="3957250" y="2483750"/>
              <a:ext cx="127650" cy="81625"/>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54"/>
            <p:cNvSpPr/>
            <p:nvPr/>
          </p:nvSpPr>
          <p:spPr>
            <a:xfrm>
              <a:off x="3989150" y="2555400"/>
              <a:ext cx="83725" cy="52850"/>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6" name="Google Shape;726;p54"/>
            <p:cNvGrpSpPr/>
            <p:nvPr/>
          </p:nvGrpSpPr>
          <p:grpSpPr>
            <a:xfrm>
              <a:off x="3866750" y="2520350"/>
              <a:ext cx="78475" cy="60700"/>
              <a:chOff x="3866750" y="2520350"/>
              <a:chExt cx="78475" cy="60700"/>
            </a:xfrm>
          </p:grpSpPr>
          <p:sp>
            <p:nvSpPr>
              <p:cNvPr id="727" name="Google Shape;727;p54"/>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54"/>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4"/>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4"/>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1" name="Google Shape;731;p54"/>
            <p:cNvSpPr/>
            <p:nvPr/>
          </p:nvSpPr>
          <p:spPr>
            <a:xfrm>
              <a:off x="3799775" y="2577900"/>
              <a:ext cx="14675" cy="29325"/>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54"/>
            <p:cNvSpPr/>
            <p:nvPr/>
          </p:nvSpPr>
          <p:spPr>
            <a:xfrm>
              <a:off x="3567525" y="2564825"/>
              <a:ext cx="160625" cy="134450"/>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4"/>
            <p:cNvSpPr/>
            <p:nvPr/>
          </p:nvSpPr>
          <p:spPr>
            <a:xfrm>
              <a:off x="4298300" y="2628625"/>
              <a:ext cx="25125" cy="19925"/>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4"/>
            <p:cNvSpPr/>
            <p:nvPr/>
          </p:nvSpPr>
          <p:spPr>
            <a:xfrm>
              <a:off x="4292025" y="2631250"/>
              <a:ext cx="295050" cy="237500"/>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4"/>
            <p:cNvSpPr/>
            <p:nvPr/>
          </p:nvSpPr>
          <p:spPr>
            <a:xfrm>
              <a:off x="4277375" y="2602475"/>
              <a:ext cx="51800" cy="43975"/>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54"/>
            <p:cNvSpPr/>
            <p:nvPr/>
          </p:nvSpPr>
          <p:spPr>
            <a:xfrm>
              <a:off x="4044600" y="2592025"/>
              <a:ext cx="260525" cy="107250"/>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4"/>
            <p:cNvSpPr/>
            <p:nvPr/>
          </p:nvSpPr>
          <p:spPr>
            <a:xfrm>
              <a:off x="4041450" y="2592550"/>
              <a:ext cx="39775" cy="35075"/>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4"/>
            <p:cNvSpPr/>
            <p:nvPr/>
          </p:nvSpPr>
          <p:spPr>
            <a:xfrm>
              <a:off x="4231325" y="2673625"/>
              <a:ext cx="139700" cy="134450"/>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4"/>
            <p:cNvSpPr/>
            <p:nvPr/>
          </p:nvSpPr>
          <p:spPr>
            <a:xfrm>
              <a:off x="4345375" y="2791325"/>
              <a:ext cx="25125" cy="25650"/>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4"/>
            <p:cNvSpPr/>
            <p:nvPr/>
          </p:nvSpPr>
          <p:spPr>
            <a:xfrm>
              <a:off x="4136125" y="2704475"/>
              <a:ext cx="32475" cy="18350"/>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4"/>
            <p:cNvSpPr/>
            <p:nvPr/>
          </p:nvSpPr>
          <p:spPr>
            <a:xfrm>
              <a:off x="4184250" y="2677275"/>
              <a:ext cx="90000" cy="80075"/>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4"/>
            <p:cNvSpPr/>
            <p:nvPr/>
          </p:nvSpPr>
          <p:spPr>
            <a:xfrm>
              <a:off x="4165950" y="2741625"/>
              <a:ext cx="22000" cy="63850"/>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4"/>
            <p:cNvSpPr/>
            <p:nvPr/>
          </p:nvSpPr>
          <p:spPr>
            <a:xfrm>
              <a:off x="4185300" y="2741625"/>
              <a:ext cx="5775" cy="13100"/>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4"/>
            <p:cNvSpPr/>
            <p:nvPr/>
          </p:nvSpPr>
          <p:spPr>
            <a:xfrm>
              <a:off x="4179025" y="2755750"/>
              <a:ext cx="7875" cy="18325"/>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4"/>
            <p:cNvSpPr/>
            <p:nvPr/>
          </p:nvSpPr>
          <p:spPr>
            <a:xfrm>
              <a:off x="4179025" y="2721750"/>
              <a:ext cx="18850" cy="23550"/>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4"/>
            <p:cNvSpPr/>
            <p:nvPr/>
          </p:nvSpPr>
          <p:spPr>
            <a:xfrm>
              <a:off x="4180075" y="2740050"/>
              <a:ext cx="58075" cy="71700"/>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4"/>
            <p:cNvSpPr/>
            <p:nvPr/>
          </p:nvSpPr>
          <p:spPr>
            <a:xfrm>
              <a:off x="4179025" y="2758875"/>
              <a:ext cx="299225" cy="252175"/>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4"/>
            <p:cNvSpPr/>
            <p:nvPr/>
          </p:nvSpPr>
          <p:spPr>
            <a:xfrm>
              <a:off x="4409700" y="2852525"/>
              <a:ext cx="11025" cy="24075"/>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4"/>
            <p:cNvSpPr/>
            <p:nvPr/>
          </p:nvSpPr>
          <p:spPr>
            <a:xfrm>
              <a:off x="4421225" y="2854100"/>
              <a:ext cx="69075" cy="54425"/>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4"/>
            <p:cNvSpPr/>
            <p:nvPr/>
          </p:nvSpPr>
          <p:spPr>
            <a:xfrm>
              <a:off x="4434300" y="2866125"/>
              <a:ext cx="108300" cy="133400"/>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4"/>
            <p:cNvSpPr/>
            <p:nvPr/>
          </p:nvSpPr>
          <p:spPr>
            <a:xfrm>
              <a:off x="4483475" y="2847275"/>
              <a:ext cx="5775" cy="13125"/>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4"/>
            <p:cNvSpPr/>
            <p:nvPr/>
          </p:nvSpPr>
          <p:spPr>
            <a:xfrm>
              <a:off x="4300375" y="2959750"/>
              <a:ext cx="153825" cy="99925"/>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4"/>
            <p:cNvSpPr/>
            <p:nvPr/>
          </p:nvSpPr>
          <p:spPr>
            <a:xfrm>
              <a:off x="4035700" y="2769350"/>
              <a:ext cx="180500" cy="151725"/>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4"/>
            <p:cNvSpPr/>
            <p:nvPr/>
          </p:nvSpPr>
          <p:spPr>
            <a:xfrm>
              <a:off x="4003800" y="2919475"/>
              <a:ext cx="238550" cy="273600"/>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4"/>
            <p:cNvSpPr/>
            <p:nvPr/>
          </p:nvSpPr>
          <p:spPr>
            <a:xfrm>
              <a:off x="4166475" y="3025650"/>
              <a:ext cx="219725" cy="166900"/>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4"/>
            <p:cNvSpPr/>
            <p:nvPr/>
          </p:nvSpPr>
          <p:spPr>
            <a:xfrm>
              <a:off x="4213550" y="2979100"/>
              <a:ext cx="96800" cy="85825"/>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4"/>
            <p:cNvSpPr/>
            <p:nvPr/>
          </p:nvSpPr>
          <p:spPr>
            <a:xfrm>
              <a:off x="4292025" y="3059150"/>
              <a:ext cx="21975" cy="26175"/>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4"/>
            <p:cNvSpPr/>
            <p:nvPr/>
          </p:nvSpPr>
          <p:spPr>
            <a:xfrm>
              <a:off x="4282600" y="3069600"/>
              <a:ext cx="148050" cy="196175"/>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4"/>
            <p:cNvSpPr/>
            <p:nvPr/>
          </p:nvSpPr>
          <p:spPr>
            <a:xfrm>
              <a:off x="4175375" y="3163750"/>
              <a:ext cx="121375" cy="147025"/>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4"/>
            <p:cNvSpPr/>
            <p:nvPr/>
          </p:nvSpPr>
          <p:spPr>
            <a:xfrm>
              <a:off x="4145025" y="3258950"/>
              <a:ext cx="11000" cy="25"/>
            </a:xfrm>
            <a:custGeom>
              <a:avLst/>
              <a:gdLst/>
              <a:ahLst/>
              <a:cxnLst/>
              <a:rect l="l" t="t" r="r" b="b"/>
              <a:pathLst>
                <a:path w="440" h="1" extrusionOk="0">
                  <a:moveTo>
                    <a:pt x="1" y="1"/>
                  </a:moveTo>
                  <a:lnTo>
                    <a:pt x="210" y="1"/>
                  </a:lnTo>
                  <a:lnTo>
                    <a:pt x="440" y="1"/>
                  </a:lnTo>
                  <a:lnTo>
                    <a:pt x="2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4"/>
            <p:cNvSpPr/>
            <p:nvPr/>
          </p:nvSpPr>
          <p:spPr>
            <a:xfrm>
              <a:off x="4115200" y="3182075"/>
              <a:ext cx="83725" cy="82675"/>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4"/>
            <p:cNvSpPr/>
            <p:nvPr/>
          </p:nvSpPr>
          <p:spPr>
            <a:xfrm>
              <a:off x="3898125" y="3081625"/>
              <a:ext cx="188350" cy="127150"/>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4"/>
            <p:cNvSpPr/>
            <p:nvPr/>
          </p:nvSpPr>
          <p:spPr>
            <a:xfrm>
              <a:off x="3821225" y="2747900"/>
              <a:ext cx="223400" cy="207700"/>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4"/>
            <p:cNvSpPr/>
            <p:nvPr/>
          </p:nvSpPr>
          <p:spPr>
            <a:xfrm>
              <a:off x="3792975" y="2679900"/>
              <a:ext cx="57050" cy="111450"/>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4"/>
            <p:cNvSpPr/>
            <p:nvPr/>
          </p:nvSpPr>
          <p:spPr>
            <a:xfrm>
              <a:off x="3568575" y="2683550"/>
              <a:ext cx="289825" cy="280400"/>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4"/>
            <p:cNvSpPr/>
            <p:nvPr/>
          </p:nvSpPr>
          <p:spPr>
            <a:xfrm>
              <a:off x="3511050" y="2702400"/>
              <a:ext cx="167400" cy="132350"/>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4"/>
            <p:cNvSpPr/>
            <p:nvPr/>
          </p:nvSpPr>
          <p:spPr>
            <a:xfrm>
              <a:off x="3450875" y="2834200"/>
              <a:ext cx="118775" cy="95225"/>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4"/>
            <p:cNvSpPr/>
            <p:nvPr/>
          </p:nvSpPr>
          <p:spPr>
            <a:xfrm>
              <a:off x="3450375" y="2838400"/>
              <a:ext cx="170550" cy="18780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4"/>
            <p:cNvSpPr/>
            <p:nvPr/>
          </p:nvSpPr>
          <p:spPr>
            <a:xfrm>
              <a:off x="3518375" y="2873975"/>
              <a:ext cx="235400" cy="218150"/>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4"/>
            <p:cNvSpPr/>
            <p:nvPr/>
          </p:nvSpPr>
          <p:spPr>
            <a:xfrm>
              <a:off x="3617750" y="3020950"/>
              <a:ext cx="108825" cy="79025"/>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4"/>
            <p:cNvSpPr/>
            <p:nvPr/>
          </p:nvSpPr>
          <p:spPr>
            <a:xfrm>
              <a:off x="3442525" y="2997925"/>
              <a:ext cx="93125" cy="68050"/>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4"/>
            <p:cNvSpPr/>
            <p:nvPr/>
          </p:nvSpPr>
          <p:spPr>
            <a:xfrm>
              <a:off x="3452975" y="3056525"/>
              <a:ext cx="44500" cy="26700"/>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3" name="Google Shape;773;p54"/>
            <p:cNvGrpSpPr/>
            <p:nvPr/>
          </p:nvGrpSpPr>
          <p:grpSpPr>
            <a:xfrm>
              <a:off x="3450375" y="3038225"/>
              <a:ext cx="132875" cy="99400"/>
              <a:chOff x="3450375" y="3038225"/>
              <a:chExt cx="132875" cy="99400"/>
            </a:xfrm>
          </p:grpSpPr>
          <p:sp>
            <p:nvSpPr>
              <p:cNvPr id="774" name="Google Shape;774;p54"/>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4"/>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 name="Google Shape;776;p54"/>
            <p:cNvSpPr/>
            <p:nvPr/>
          </p:nvSpPr>
          <p:spPr>
            <a:xfrm>
              <a:off x="3503200" y="3095750"/>
              <a:ext cx="40300" cy="48150"/>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4"/>
            <p:cNvSpPr/>
            <p:nvPr/>
          </p:nvSpPr>
          <p:spPr>
            <a:xfrm>
              <a:off x="3529350" y="3117725"/>
              <a:ext cx="58600" cy="62800"/>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4"/>
            <p:cNvSpPr/>
            <p:nvPr/>
          </p:nvSpPr>
          <p:spPr>
            <a:xfrm>
              <a:off x="3570150" y="3086875"/>
              <a:ext cx="89475" cy="94175"/>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4"/>
            <p:cNvSpPr/>
            <p:nvPr/>
          </p:nvSpPr>
          <p:spPr>
            <a:xfrm>
              <a:off x="3647050" y="3079025"/>
              <a:ext cx="61225" cy="95750"/>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4"/>
            <p:cNvSpPr/>
            <p:nvPr/>
          </p:nvSpPr>
          <p:spPr>
            <a:xfrm>
              <a:off x="3689950" y="3079025"/>
              <a:ext cx="29300" cy="77950"/>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4"/>
            <p:cNvSpPr/>
            <p:nvPr/>
          </p:nvSpPr>
          <p:spPr>
            <a:xfrm>
              <a:off x="3705625" y="3059150"/>
              <a:ext cx="45025" cy="94175"/>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4"/>
            <p:cNvSpPr/>
            <p:nvPr/>
          </p:nvSpPr>
          <p:spPr>
            <a:xfrm>
              <a:off x="3881925" y="2896975"/>
              <a:ext cx="150650" cy="239600"/>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4"/>
            <p:cNvSpPr/>
            <p:nvPr/>
          </p:nvSpPr>
          <p:spPr>
            <a:xfrm>
              <a:off x="3863600" y="3051825"/>
              <a:ext cx="4725" cy="2625"/>
            </a:xfrm>
            <a:custGeom>
              <a:avLst/>
              <a:gdLst/>
              <a:ahLst/>
              <a:cxnLst/>
              <a:rect l="l" t="t" r="r" b="b"/>
              <a:pathLst>
                <a:path w="189" h="105" extrusionOk="0">
                  <a:moveTo>
                    <a:pt x="189" y="0"/>
                  </a:moveTo>
                  <a:lnTo>
                    <a:pt x="1" y="42"/>
                  </a:lnTo>
                  <a:lnTo>
                    <a:pt x="63" y="105"/>
                  </a:lnTo>
                  <a:lnTo>
                    <a:pt x="168" y="84"/>
                  </a:lnTo>
                  <a:lnTo>
                    <a:pt x="189"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4"/>
            <p:cNvSpPr/>
            <p:nvPr/>
          </p:nvSpPr>
          <p:spPr>
            <a:xfrm>
              <a:off x="3695700" y="2900125"/>
              <a:ext cx="220250" cy="171075"/>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4"/>
            <p:cNvSpPr/>
            <p:nvPr/>
          </p:nvSpPr>
          <p:spPr>
            <a:xfrm>
              <a:off x="3732825" y="3041350"/>
              <a:ext cx="165325" cy="141775"/>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4"/>
            <p:cNvSpPr/>
            <p:nvPr/>
          </p:nvSpPr>
          <p:spPr>
            <a:xfrm>
              <a:off x="3813400" y="3053900"/>
              <a:ext cx="109850" cy="164800"/>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4"/>
            <p:cNvSpPr/>
            <p:nvPr/>
          </p:nvSpPr>
          <p:spPr>
            <a:xfrm>
              <a:off x="3813900" y="3211875"/>
              <a:ext cx="82675" cy="89475"/>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4"/>
            <p:cNvSpPr/>
            <p:nvPr/>
          </p:nvSpPr>
          <p:spPr>
            <a:xfrm>
              <a:off x="3821750" y="3213450"/>
              <a:ext cx="29325" cy="18850"/>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4"/>
            <p:cNvSpPr/>
            <p:nvPr/>
          </p:nvSpPr>
          <p:spPr>
            <a:xfrm>
              <a:off x="3848425" y="3188875"/>
              <a:ext cx="110925" cy="129750"/>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4"/>
            <p:cNvSpPr/>
            <p:nvPr/>
          </p:nvSpPr>
          <p:spPr>
            <a:xfrm>
              <a:off x="3860475" y="3308125"/>
              <a:ext cx="15700" cy="21475"/>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4"/>
            <p:cNvSpPr/>
            <p:nvPr/>
          </p:nvSpPr>
          <p:spPr>
            <a:xfrm>
              <a:off x="4111550" y="3257925"/>
              <a:ext cx="161650" cy="164775"/>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4"/>
            <p:cNvSpPr/>
            <p:nvPr/>
          </p:nvSpPr>
          <p:spPr>
            <a:xfrm>
              <a:off x="4106850" y="3261050"/>
              <a:ext cx="29300" cy="24100"/>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4"/>
            <p:cNvSpPr/>
            <p:nvPr/>
          </p:nvSpPr>
          <p:spPr>
            <a:xfrm>
              <a:off x="4106850" y="3275175"/>
              <a:ext cx="28775" cy="35075"/>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4"/>
            <p:cNvSpPr/>
            <p:nvPr/>
          </p:nvSpPr>
          <p:spPr>
            <a:xfrm>
              <a:off x="3862550" y="3166900"/>
              <a:ext cx="275700" cy="273075"/>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4"/>
            <p:cNvSpPr/>
            <p:nvPr/>
          </p:nvSpPr>
          <p:spPr>
            <a:xfrm>
              <a:off x="4159150" y="3380850"/>
              <a:ext cx="46050" cy="116150"/>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4"/>
            <p:cNvSpPr/>
            <p:nvPr/>
          </p:nvSpPr>
          <p:spPr>
            <a:xfrm>
              <a:off x="4001175" y="3363575"/>
              <a:ext cx="170550" cy="145450"/>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4"/>
            <p:cNvSpPr/>
            <p:nvPr/>
          </p:nvSpPr>
          <p:spPr>
            <a:xfrm>
              <a:off x="3852625" y="3330100"/>
              <a:ext cx="181000" cy="178925"/>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4"/>
            <p:cNvSpPr/>
            <p:nvPr/>
          </p:nvSpPr>
          <p:spPr>
            <a:xfrm>
              <a:off x="4046675" y="3472375"/>
              <a:ext cx="113025" cy="103075"/>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4"/>
            <p:cNvSpPr/>
            <p:nvPr/>
          </p:nvSpPr>
          <p:spPr>
            <a:xfrm>
              <a:off x="3968750" y="3504300"/>
              <a:ext cx="135500" cy="135500"/>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4"/>
            <p:cNvSpPr/>
            <p:nvPr/>
          </p:nvSpPr>
          <p:spPr>
            <a:xfrm>
              <a:off x="3853150" y="3491725"/>
              <a:ext cx="193550" cy="182075"/>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4"/>
            <p:cNvSpPr/>
            <p:nvPr/>
          </p:nvSpPr>
          <p:spPr>
            <a:xfrm>
              <a:off x="4123050" y="3397575"/>
              <a:ext cx="150675" cy="242750"/>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4"/>
            <p:cNvSpPr/>
            <p:nvPr/>
          </p:nvSpPr>
          <p:spPr>
            <a:xfrm>
              <a:off x="4120450" y="3622500"/>
              <a:ext cx="20950" cy="23575"/>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4"/>
            <p:cNvSpPr/>
            <p:nvPr/>
          </p:nvSpPr>
          <p:spPr>
            <a:xfrm>
              <a:off x="4064475" y="3669050"/>
              <a:ext cx="33500" cy="3142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4"/>
            <p:cNvSpPr/>
            <p:nvPr/>
          </p:nvSpPr>
          <p:spPr>
            <a:xfrm>
              <a:off x="4697400" y="2660025"/>
              <a:ext cx="105175" cy="86850"/>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4"/>
            <p:cNvSpPr/>
            <p:nvPr/>
          </p:nvSpPr>
          <p:spPr>
            <a:xfrm>
              <a:off x="4697400" y="2660025"/>
              <a:ext cx="105175" cy="86850"/>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4"/>
            <p:cNvSpPr/>
            <p:nvPr/>
          </p:nvSpPr>
          <p:spPr>
            <a:xfrm>
              <a:off x="4252775" y="2586800"/>
              <a:ext cx="70650" cy="19900"/>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4"/>
            <p:cNvSpPr/>
            <p:nvPr/>
          </p:nvSpPr>
          <p:spPr>
            <a:xfrm>
              <a:off x="4298825" y="2603000"/>
              <a:ext cx="2625" cy="2650"/>
            </a:xfrm>
            <a:custGeom>
              <a:avLst/>
              <a:gdLst/>
              <a:ahLst/>
              <a:cxnLst/>
              <a:rect l="l" t="t" r="r" b="b"/>
              <a:pathLst>
                <a:path w="105" h="106" fill="none" extrusionOk="0">
                  <a:moveTo>
                    <a:pt x="105" y="105"/>
                  </a:moveTo>
                  <a:lnTo>
                    <a:pt x="0" y="1"/>
                  </a:lnTo>
                </a:path>
              </a:pathLst>
            </a:custGeom>
            <a:solidFill>
              <a:schemeClr val="accent2"/>
            </a:solidFill>
            <a:ln w="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4"/>
            <p:cNvSpPr/>
            <p:nvPr/>
          </p:nvSpPr>
          <p:spPr>
            <a:xfrm>
              <a:off x="4949025" y="2811200"/>
              <a:ext cx="44475" cy="26175"/>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4"/>
            <p:cNvSpPr/>
            <p:nvPr/>
          </p:nvSpPr>
          <p:spPr>
            <a:xfrm>
              <a:off x="3967175" y="2589925"/>
              <a:ext cx="35075" cy="29850"/>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4"/>
            <p:cNvSpPr/>
            <p:nvPr/>
          </p:nvSpPr>
          <p:spPr>
            <a:xfrm>
              <a:off x="3938400" y="2522975"/>
              <a:ext cx="58625" cy="76925"/>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11" name="Google Shape;811;p54"/>
          <p:cNvPicPr preferRelativeResize="0"/>
          <p:nvPr/>
        </p:nvPicPr>
        <p:blipFill>
          <a:blip r:embed="rId3">
            <a:alphaModFix/>
          </a:blip>
          <a:stretch>
            <a:fillRect/>
          </a:stretch>
        </p:blipFill>
        <p:spPr>
          <a:xfrm>
            <a:off x="1330226" y="1844550"/>
            <a:ext cx="270305" cy="625685"/>
          </a:xfrm>
          <a:prstGeom prst="rect">
            <a:avLst/>
          </a:prstGeom>
          <a:noFill/>
          <a:ln>
            <a:noFill/>
          </a:ln>
        </p:spPr>
      </p:pic>
      <p:pic>
        <p:nvPicPr>
          <p:cNvPr id="812" name="Google Shape;812;p54"/>
          <p:cNvPicPr preferRelativeResize="0"/>
          <p:nvPr/>
        </p:nvPicPr>
        <p:blipFill>
          <a:blip r:embed="rId3">
            <a:alphaModFix/>
          </a:blip>
          <a:stretch>
            <a:fillRect/>
          </a:stretch>
        </p:blipFill>
        <p:spPr>
          <a:xfrm>
            <a:off x="1641746" y="2193014"/>
            <a:ext cx="270305" cy="625685"/>
          </a:xfrm>
          <a:prstGeom prst="rect">
            <a:avLst/>
          </a:prstGeom>
          <a:noFill/>
          <a:ln>
            <a:noFill/>
          </a:ln>
        </p:spPr>
      </p:pic>
      <p:pic>
        <p:nvPicPr>
          <p:cNvPr id="813" name="Google Shape;813;p54"/>
          <p:cNvPicPr preferRelativeResize="0"/>
          <p:nvPr/>
        </p:nvPicPr>
        <p:blipFill>
          <a:blip r:embed="rId3">
            <a:alphaModFix/>
          </a:blip>
          <a:stretch>
            <a:fillRect/>
          </a:stretch>
        </p:blipFill>
        <p:spPr>
          <a:xfrm>
            <a:off x="2234421" y="3180814"/>
            <a:ext cx="270305" cy="625685"/>
          </a:xfrm>
          <a:prstGeom prst="rect">
            <a:avLst/>
          </a:prstGeom>
          <a:noFill/>
          <a:ln>
            <a:noFill/>
          </a:ln>
        </p:spPr>
      </p:pic>
      <p:pic>
        <p:nvPicPr>
          <p:cNvPr id="814" name="Google Shape;814;p54"/>
          <p:cNvPicPr preferRelativeResize="0"/>
          <p:nvPr/>
        </p:nvPicPr>
        <p:blipFill>
          <a:blip r:embed="rId3">
            <a:alphaModFix/>
          </a:blip>
          <a:stretch>
            <a:fillRect/>
          </a:stretch>
        </p:blipFill>
        <p:spPr>
          <a:xfrm>
            <a:off x="3243371" y="2641439"/>
            <a:ext cx="270305" cy="625685"/>
          </a:xfrm>
          <a:prstGeom prst="rect">
            <a:avLst/>
          </a:prstGeom>
          <a:noFill/>
          <a:ln>
            <a:noFill/>
          </a:ln>
        </p:spPr>
      </p:pic>
      <p:pic>
        <p:nvPicPr>
          <p:cNvPr id="815" name="Google Shape;815;p54"/>
          <p:cNvPicPr preferRelativeResize="0"/>
          <p:nvPr/>
        </p:nvPicPr>
        <p:blipFill>
          <a:blip r:embed="rId3">
            <a:alphaModFix/>
          </a:blip>
          <a:stretch>
            <a:fillRect/>
          </a:stretch>
        </p:blipFill>
        <p:spPr>
          <a:xfrm>
            <a:off x="3447996" y="1886489"/>
            <a:ext cx="270305" cy="625685"/>
          </a:xfrm>
          <a:prstGeom prst="rect">
            <a:avLst/>
          </a:prstGeom>
          <a:noFill/>
          <a:ln>
            <a:noFill/>
          </a:ln>
        </p:spPr>
      </p:pic>
      <p:pic>
        <p:nvPicPr>
          <p:cNvPr id="816" name="Google Shape;816;p54"/>
          <p:cNvPicPr preferRelativeResize="0"/>
          <p:nvPr/>
        </p:nvPicPr>
        <p:blipFill>
          <a:blip r:embed="rId3">
            <a:alphaModFix/>
          </a:blip>
          <a:stretch>
            <a:fillRect/>
          </a:stretch>
        </p:blipFill>
        <p:spPr>
          <a:xfrm>
            <a:off x="4788546" y="2193014"/>
            <a:ext cx="270305" cy="625685"/>
          </a:xfrm>
          <a:prstGeom prst="rect">
            <a:avLst/>
          </a:prstGeom>
          <a:noFill/>
          <a:ln>
            <a:noFill/>
          </a:ln>
        </p:spPr>
      </p:pic>
      <p:pic>
        <p:nvPicPr>
          <p:cNvPr id="817" name="Google Shape;817;p54"/>
          <p:cNvPicPr preferRelativeResize="0"/>
          <p:nvPr/>
        </p:nvPicPr>
        <p:blipFill>
          <a:blip r:embed="rId3">
            <a:alphaModFix/>
          </a:blip>
          <a:stretch>
            <a:fillRect/>
          </a:stretch>
        </p:blipFill>
        <p:spPr>
          <a:xfrm>
            <a:off x="4943771" y="2898564"/>
            <a:ext cx="270305" cy="625685"/>
          </a:xfrm>
          <a:prstGeom prst="rect">
            <a:avLst/>
          </a:prstGeom>
          <a:noFill/>
          <a:ln>
            <a:noFill/>
          </a:ln>
        </p:spPr>
      </p:pic>
      <p:sp>
        <p:nvSpPr>
          <p:cNvPr id="818" name="Google Shape;818;p54"/>
          <p:cNvSpPr txBox="1"/>
          <p:nvPr/>
        </p:nvSpPr>
        <p:spPr>
          <a:xfrm>
            <a:off x="6239400" y="2407528"/>
            <a:ext cx="21846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Venus</a:t>
            </a:r>
            <a:endParaRPr sz="2400" b="1">
              <a:solidFill>
                <a:schemeClr val="dk1"/>
              </a:solidFill>
              <a:latin typeface="Open Sans"/>
              <a:ea typeface="Open Sans"/>
              <a:cs typeface="Open Sans"/>
              <a:sym typeface="Open Sans"/>
            </a:endParaRPr>
          </a:p>
        </p:txBody>
      </p:sp>
      <p:sp>
        <p:nvSpPr>
          <p:cNvPr id="819" name="Google Shape;819;p54"/>
          <p:cNvSpPr txBox="1"/>
          <p:nvPr/>
        </p:nvSpPr>
        <p:spPr>
          <a:xfrm>
            <a:off x="6239400" y="2845075"/>
            <a:ext cx="21846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Karla"/>
                <a:ea typeface="Karla"/>
                <a:cs typeface="Karla"/>
                <a:sym typeface="Karla"/>
              </a:rPr>
              <a:t>Venus is the second planet from the Sun</a:t>
            </a:r>
            <a:endParaRPr>
              <a:solidFill>
                <a:schemeClr val="dk2"/>
              </a:solidFill>
              <a:latin typeface="Karla"/>
              <a:ea typeface="Karla"/>
              <a:cs typeface="Karla"/>
              <a:sym typeface="Karla"/>
            </a:endParaRPr>
          </a:p>
        </p:txBody>
      </p:sp>
      <p:sp>
        <p:nvSpPr>
          <p:cNvPr id="820" name="Google Shape;820;p54"/>
          <p:cNvSpPr txBox="1"/>
          <p:nvPr/>
        </p:nvSpPr>
        <p:spPr>
          <a:xfrm>
            <a:off x="6239400" y="3583625"/>
            <a:ext cx="2184600" cy="1046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Karla"/>
              <a:buChar char="●"/>
            </a:pPr>
            <a:r>
              <a:rPr lang="en">
                <a:solidFill>
                  <a:schemeClr val="dk2"/>
                </a:solidFill>
                <a:latin typeface="Karla"/>
                <a:ea typeface="Karla"/>
                <a:cs typeface="Karla"/>
                <a:sym typeface="Karla"/>
              </a:rPr>
              <a:t>Earth is the planet that has life</a:t>
            </a:r>
            <a:endParaRPr>
              <a:solidFill>
                <a:schemeClr val="dk2"/>
              </a:solidFill>
              <a:latin typeface="Karla"/>
              <a:ea typeface="Karla"/>
              <a:cs typeface="Karla"/>
              <a:sym typeface="Karla"/>
            </a:endParaRPr>
          </a:p>
          <a:p>
            <a:pPr marL="457200" lvl="0" indent="-317500" algn="l" rtl="0">
              <a:spcBef>
                <a:spcPts val="0"/>
              </a:spcBef>
              <a:spcAft>
                <a:spcPts val="0"/>
              </a:spcAft>
              <a:buClr>
                <a:schemeClr val="dk2"/>
              </a:buClr>
              <a:buSzPts val="1400"/>
              <a:buFont typeface="Karla"/>
              <a:buChar char="●"/>
            </a:pPr>
            <a:r>
              <a:rPr lang="en">
                <a:solidFill>
                  <a:schemeClr val="dk2"/>
                </a:solidFill>
                <a:latin typeface="Karla"/>
                <a:ea typeface="Karla"/>
                <a:cs typeface="Karla"/>
                <a:sym typeface="Karla"/>
              </a:rPr>
              <a:t>Pluto is now a dwarf planet</a:t>
            </a:r>
            <a:endParaRPr>
              <a:solidFill>
                <a:schemeClr val="dk2"/>
              </a:solidFill>
              <a:latin typeface="Karla"/>
              <a:ea typeface="Karla"/>
              <a:cs typeface="Karla"/>
              <a:sym typeface="Karla"/>
            </a:endParaRPr>
          </a:p>
        </p:txBody>
      </p:sp>
      <p:cxnSp>
        <p:nvCxnSpPr>
          <p:cNvPr id="821" name="Google Shape;821;p54"/>
          <p:cNvCxnSpPr/>
          <p:nvPr/>
        </p:nvCxnSpPr>
        <p:spPr>
          <a:xfrm>
            <a:off x="6293550" y="3524250"/>
            <a:ext cx="28647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55"/>
          <p:cNvSpPr txBox="1">
            <a:spLocks noGrp="1"/>
          </p:cNvSpPr>
          <p:nvPr>
            <p:ph type="title"/>
          </p:nvPr>
        </p:nvSpPr>
        <p:spPr>
          <a:xfrm>
            <a:off x="2332050" y="1018400"/>
            <a:ext cx="2818500" cy="23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always reinforces the concept</a:t>
            </a:r>
            <a:endParaRPr/>
          </a:p>
        </p:txBody>
      </p:sp>
      <p:sp>
        <p:nvSpPr>
          <p:cNvPr id="827" name="Google Shape;827;p55"/>
          <p:cNvSpPr txBox="1">
            <a:spLocks noGrp="1"/>
          </p:cNvSpPr>
          <p:nvPr>
            <p:ph type="subTitle" idx="1"/>
          </p:nvPr>
        </p:nvSpPr>
        <p:spPr>
          <a:xfrm>
            <a:off x="2332050" y="3557400"/>
            <a:ext cx="28185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cxnSp>
        <p:nvCxnSpPr>
          <p:cNvPr id="829" name="Google Shape;829;p55"/>
          <p:cNvCxnSpPr/>
          <p:nvPr/>
        </p:nvCxnSpPr>
        <p:spPr>
          <a:xfrm>
            <a:off x="2455325" y="3433950"/>
            <a:ext cx="4494300" cy="0"/>
          </a:xfrm>
          <a:prstGeom prst="straightConnector1">
            <a:avLst/>
          </a:prstGeom>
          <a:noFill/>
          <a:ln w="19050" cap="flat" cmpd="sng">
            <a:solidFill>
              <a:schemeClr val="accent3"/>
            </a:solidFill>
            <a:prstDash val="solid"/>
            <a:round/>
            <a:headEnd type="none" w="med" len="med"/>
            <a:tailEnd type="none" w="med" len="med"/>
          </a:ln>
        </p:spPr>
      </p:cxnSp>
      <p:sp>
        <p:nvSpPr>
          <p:cNvPr id="830" name="Google Shape;830;p55"/>
          <p:cNvSpPr/>
          <p:nvPr/>
        </p:nvSpPr>
        <p:spPr>
          <a:xfrm>
            <a:off x="6935600" y="3310500"/>
            <a:ext cx="246900" cy="246900"/>
          </a:xfrm>
          <a:prstGeom prst="ellipse">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5"/>
          <p:cNvSpPr/>
          <p:nvPr/>
        </p:nvSpPr>
        <p:spPr>
          <a:xfrm>
            <a:off x="724124" y="539400"/>
            <a:ext cx="1172400" cy="1172400"/>
          </a:xfrm>
          <a:prstGeom prst="octagon">
            <a:avLst>
              <a:gd name="adj" fmla="val 2928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55"/>
          <p:cNvGrpSpPr/>
          <p:nvPr/>
        </p:nvGrpSpPr>
        <p:grpSpPr>
          <a:xfrm>
            <a:off x="979652" y="793747"/>
            <a:ext cx="662940" cy="662966"/>
            <a:chOff x="-26573400" y="3546250"/>
            <a:chExt cx="295375" cy="295400"/>
          </a:xfrm>
        </p:grpSpPr>
        <p:sp>
          <p:nvSpPr>
            <p:cNvPr id="833" name="Google Shape;833;p55"/>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5"/>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5"/>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5"/>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5"/>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38" name="Google Shape;838;p55"/>
          <p:cNvPicPr preferRelativeResize="0"/>
          <p:nvPr/>
        </p:nvPicPr>
        <p:blipFill rotWithShape="1">
          <a:blip r:embed="rId3">
            <a:alphaModFix/>
          </a:blip>
          <a:srcRect l="23928" r="23928" b="33537"/>
          <a:stretch/>
        </p:blipFill>
        <p:spPr>
          <a:xfrm flipH="1">
            <a:off x="53100" y="2566350"/>
            <a:ext cx="2278951" cy="2831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plan</a:t>
            </a:r>
            <a:endParaRPr/>
          </a:p>
        </p:txBody>
      </p:sp>
      <p:graphicFrame>
        <p:nvGraphicFramePr>
          <p:cNvPr id="844" name="Google Shape;844;p56"/>
          <p:cNvGraphicFramePr/>
          <p:nvPr/>
        </p:nvGraphicFramePr>
        <p:xfrm>
          <a:off x="720325" y="1455250"/>
          <a:ext cx="3000000" cy="3000000"/>
        </p:xfrm>
        <a:graphic>
          <a:graphicData uri="http://schemas.openxmlformats.org/drawingml/2006/table">
            <a:tbl>
              <a:tblPr>
                <a:noFill/>
                <a:tableStyleId>{C61AA7E4-4F42-4598-ABBD-6A2AE4D499DA}</a:tableStyleId>
              </a:tblPr>
              <a:tblGrid>
                <a:gridCol w="2415275">
                  <a:extLst>
                    <a:ext uri="{9D8B030D-6E8A-4147-A177-3AD203B41FA5}">
                      <a16:colId xmlns:a16="http://schemas.microsoft.com/office/drawing/2014/main" val="20000"/>
                    </a:ext>
                  </a:extLst>
                </a:gridCol>
                <a:gridCol w="2644350">
                  <a:extLst>
                    <a:ext uri="{9D8B030D-6E8A-4147-A177-3AD203B41FA5}">
                      <a16:colId xmlns:a16="http://schemas.microsoft.com/office/drawing/2014/main" val="20001"/>
                    </a:ext>
                  </a:extLst>
                </a:gridCol>
                <a:gridCol w="2644350">
                  <a:extLst>
                    <a:ext uri="{9D8B030D-6E8A-4147-A177-3AD203B41FA5}">
                      <a16:colId xmlns:a16="http://schemas.microsoft.com/office/drawing/2014/main" val="20002"/>
                    </a:ext>
                  </a:extLst>
                </a:gridCol>
              </a:tblGrid>
              <a:tr h="775425">
                <a:tc>
                  <a:txBody>
                    <a:bodyPr/>
                    <a:lstStyle/>
                    <a:p>
                      <a:pPr marL="0" lvl="0" indent="0" algn="ctr" rtl="0">
                        <a:spcBef>
                          <a:spcPts val="0"/>
                        </a:spcBef>
                        <a:spcAft>
                          <a:spcPts val="0"/>
                        </a:spcAft>
                        <a:buNone/>
                      </a:pPr>
                      <a:endParaRPr sz="1800" b="1">
                        <a:solidFill>
                          <a:srgbClr val="FFFFFF"/>
                        </a:solidFill>
                        <a:latin typeface="Open Sans"/>
                        <a:ea typeface="Open Sans"/>
                        <a:cs typeface="Open Sans"/>
                        <a:sym typeface="Open Sans"/>
                      </a:endParaRPr>
                    </a:p>
                  </a:txBody>
                  <a:tcPr marL="91425" marR="91425" marT="91425" marB="91425">
                    <a:lnL w="9525" cap="flat" cmpd="sng">
                      <a:solidFill>
                        <a:srgbClr val="E7E7E7"/>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rgbClr val="FFFFFF"/>
                          </a:solidFill>
                          <a:latin typeface="Open Sans"/>
                          <a:ea typeface="Open Sans"/>
                          <a:cs typeface="Open Sans"/>
                          <a:sym typeface="Open Sans"/>
                        </a:rPr>
                        <a:t>Phase 1</a:t>
                      </a:r>
                      <a:endParaRPr sz="1800" b="1">
                        <a:solidFill>
                          <a:srgbClr val="FFFFFF"/>
                        </a:solidFill>
                        <a:latin typeface="Open Sans"/>
                        <a:ea typeface="Open Sans"/>
                        <a:cs typeface="Open Sans"/>
                        <a:sym typeface="Open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b="1">
                          <a:solidFill>
                            <a:srgbClr val="FFFFFF"/>
                          </a:solidFill>
                          <a:latin typeface="Open Sans"/>
                          <a:ea typeface="Open Sans"/>
                          <a:cs typeface="Open Sans"/>
                          <a:sym typeface="Open Sans"/>
                        </a:rPr>
                        <a:t>Phase 2</a:t>
                      </a:r>
                      <a:endParaRPr sz="1800" b="1">
                        <a:solidFill>
                          <a:srgbClr val="FFFFFF"/>
                        </a:solidFill>
                        <a:latin typeface="Open Sans"/>
                        <a:ea typeface="Open Sans"/>
                        <a:cs typeface="Open Sans"/>
                        <a:sym typeface="Open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44100">
                <a:tc>
                  <a:txBody>
                    <a:bodyPr/>
                    <a:lstStyle/>
                    <a:p>
                      <a:pPr marL="0" lvl="0" indent="0" algn="ctr" rtl="0">
                        <a:spcBef>
                          <a:spcPts val="0"/>
                        </a:spcBef>
                        <a:spcAft>
                          <a:spcPts val="0"/>
                        </a:spcAft>
                        <a:buClr>
                          <a:srgbClr val="000000"/>
                        </a:buClr>
                        <a:buSzPts val="1100"/>
                        <a:buFont typeface="Arial"/>
                        <a:buNone/>
                      </a:pPr>
                      <a:r>
                        <a:rPr lang="en" sz="1800" b="1">
                          <a:solidFill>
                            <a:schemeClr val="dk1"/>
                          </a:solidFill>
                          <a:latin typeface="Open Sans"/>
                          <a:ea typeface="Open Sans"/>
                          <a:cs typeface="Open Sans"/>
                          <a:sym typeface="Open Sans"/>
                        </a:rPr>
                        <a:t>Mercury</a:t>
                      </a:r>
                      <a:endParaRPr sz="1800" b="1">
                        <a:solidFill>
                          <a:schemeClr val="dk1"/>
                        </a:solidFill>
                        <a:latin typeface="Open Sans"/>
                        <a:ea typeface="Open Sans"/>
                        <a:cs typeface="Open Sans"/>
                        <a:sym typeface="Open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CFD9E0"/>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Mercury is the closest planet to the Sun</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It’s also the smallest planet in the Solar System</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744100">
                <a:tc>
                  <a:txBody>
                    <a:bodyPr/>
                    <a:lstStyle/>
                    <a:p>
                      <a:pPr marL="0" lvl="0" indent="0" algn="ctr" rtl="0">
                        <a:spcBef>
                          <a:spcPts val="0"/>
                        </a:spcBef>
                        <a:spcAft>
                          <a:spcPts val="0"/>
                        </a:spcAft>
                        <a:buClr>
                          <a:srgbClr val="000000"/>
                        </a:buClr>
                        <a:buSzPts val="1100"/>
                        <a:buFont typeface="Arial"/>
                        <a:buNone/>
                      </a:pPr>
                      <a:r>
                        <a:rPr lang="en" sz="1800" b="1">
                          <a:solidFill>
                            <a:schemeClr val="dk1"/>
                          </a:solidFill>
                          <a:latin typeface="Open Sans"/>
                          <a:ea typeface="Open Sans"/>
                          <a:cs typeface="Open Sans"/>
                          <a:sym typeface="Open Sans"/>
                        </a:rPr>
                        <a:t>Venus</a:t>
                      </a:r>
                      <a:endParaRPr sz="1800" b="1">
                        <a:solidFill>
                          <a:schemeClr val="dk1"/>
                        </a:solidFill>
                        <a:latin typeface="Open Sans"/>
                        <a:ea typeface="Open Sans"/>
                        <a:cs typeface="Open Sans"/>
                        <a:sym typeface="Open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CFD9E0"/>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Venus is the second planet from the Sun</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It’s terribly hot, even hotter than Mercury</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744100">
                <a:tc>
                  <a:txBody>
                    <a:bodyPr/>
                    <a:lstStyle/>
                    <a:p>
                      <a:pPr marL="0" lvl="0" indent="0" algn="ctr" rtl="0">
                        <a:spcBef>
                          <a:spcPts val="0"/>
                        </a:spcBef>
                        <a:spcAft>
                          <a:spcPts val="0"/>
                        </a:spcAft>
                        <a:buClr>
                          <a:srgbClr val="000000"/>
                        </a:buClr>
                        <a:buSzPts val="1100"/>
                        <a:buFont typeface="Arial"/>
                        <a:buNone/>
                      </a:pPr>
                      <a:r>
                        <a:rPr lang="en" sz="1800" b="1">
                          <a:solidFill>
                            <a:schemeClr val="dk1"/>
                          </a:solidFill>
                          <a:latin typeface="Open Sans"/>
                          <a:ea typeface="Open Sans"/>
                          <a:cs typeface="Open Sans"/>
                          <a:sym typeface="Open Sans"/>
                        </a:rPr>
                        <a:t>Earth</a:t>
                      </a:r>
                      <a:endParaRPr sz="1800" b="1">
                        <a:solidFill>
                          <a:schemeClr val="dk1"/>
                        </a:solidFill>
                        <a:latin typeface="Open Sans"/>
                        <a:ea typeface="Open Sans"/>
                        <a:cs typeface="Open Sans"/>
                        <a:sym typeface="Open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CFD9E0"/>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Earth is the third planet from the Sun</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2"/>
                          </a:solidFill>
                          <a:latin typeface="Karla"/>
                          <a:ea typeface="Karla"/>
                          <a:cs typeface="Karla"/>
                          <a:sym typeface="Karla"/>
                        </a:rPr>
                        <a:t>It’s the only one that harbors life in the Solar System</a:t>
                      </a:r>
                      <a:endParaRPr>
                        <a:solidFill>
                          <a:schemeClr val="dk2"/>
                        </a:solidFill>
                        <a:latin typeface="Karla"/>
                        <a:ea typeface="Karla"/>
                        <a:cs typeface="Karla"/>
                        <a:sym typeface="Karla"/>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bl>
          </a:graphicData>
        </a:graphic>
      </p:graphicFrame>
      <p:cxnSp>
        <p:nvCxnSpPr>
          <p:cNvPr id="845" name="Google Shape;845;p56"/>
          <p:cNvCxnSpPr/>
          <p:nvPr/>
        </p:nvCxnSpPr>
        <p:spPr>
          <a:xfrm>
            <a:off x="-30012" y="1850000"/>
            <a:ext cx="33744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57"/>
          <p:cNvSpPr/>
          <p:nvPr/>
        </p:nvSpPr>
        <p:spPr>
          <a:xfrm>
            <a:off x="713100" y="2708275"/>
            <a:ext cx="7717800" cy="2121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Meet the team</a:t>
            </a:r>
            <a:endParaRPr/>
          </a:p>
        </p:txBody>
      </p:sp>
      <p:sp>
        <p:nvSpPr>
          <p:cNvPr id="852" name="Google Shape;852;p57"/>
          <p:cNvSpPr txBox="1">
            <a:spLocks noGrp="1"/>
          </p:cNvSpPr>
          <p:nvPr>
            <p:ph type="subTitle" idx="1"/>
          </p:nvPr>
        </p:nvSpPr>
        <p:spPr>
          <a:xfrm>
            <a:off x="1999313" y="3988500"/>
            <a:ext cx="21753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explain more about this person here</a:t>
            </a:r>
            <a:endParaRPr/>
          </a:p>
        </p:txBody>
      </p:sp>
      <p:sp>
        <p:nvSpPr>
          <p:cNvPr id="853" name="Google Shape;853;p57"/>
          <p:cNvSpPr txBox="1">
            <a:spLocks noGrp="1"/>
          </p:cNvSpPr>
          <p:nvPr>
            <p:ph type="subTitle" idx="4"/>
          </p:nvPr>
        </p:nvSpPr>
        <p:spPr>
          <a:xfrm>
            <a:off x="4969388" y="3988500"/>
            <a:ext cx="2175300" cy="615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a:t>You can explain more about this person here</a:t>
            </a:r>
            <a:endParaRPr/>
          </a:p>
        </p:txBody>
      </p:sp>
      <p:cxnSp>
        <p:nvCxnSpPr>
          <p:cNvPr id="856" name="Google Shape;856;p57"/>
          <p:cNvCxnSpPr/>
          <p:nvPr/>
        </p:nvCxnSpPr>
        <p:spPr>
          <a:xfrm>
            <a:off x="723150" y="3656250"/>
            <a:ext cx="7697700" cy="0"/>
          </a:xfrm>
          <a:prstGeom prst="straightConnector1">
            <a:avLst/>
          </a:prstGeom>
          <a:noFill/>
          <a:ln w="19050" cap="flat" cmpd="sng">
            <a:solidFill>
              <a:schemeClr val="accent3"/>
            </a:solidFill>
            <a:prstDash val="solid"/>
            <a:round/>
            <a:headEnd type="none" w="med" len="med"/>
            <a:tailEnd type="none" w="med" len="med"/>
          </a:ln>
        </p:spPr>
      </p:cxnSp>
      <p:sp>
        <p:nvSpPr>
          <p:cNvPr id="857" name="Google Shape;857;p57"/>
          <p:cNvSpPr txBox="1">
            <a:spLocks noGrp="1"/>
          </p:cNvSpPr>
          <p:nvPr>
            <p:ph type="title" idx="2"/>
          </p:nvPr>
        </p:nvSpPr>
        <p:spPr>
          <a:xfrm>
            <a:off x="1999312" y="3170994"/>
            <a:ext cx="2175300" cy="92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Creative Corey</a:t>
            </a:r>
            <a:endParaRPr/>
          </a:p>
        </p:txBody>
      </p:sp>
      <p:sp>
        <p:nvSpPr>
          <p:cNvPr id="858" name="Google Shape;858;p57"/>
          <p:cNvSpPr txBox="1">
            <a:spLocks noGrp="1"/>
          </p:cNvSpPr>
          <p:nvPr>
            <p:ph type="title" idx="3"/>
          </p:nvPr>
        </p:nvSpPr>
        <p:spPr>
          <a:xfrm>
            <a:off x="4969382" y="3170994"/>
            <a:ext cx="2175300" cy="92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Anna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58"/>
          <p:cNvSpPr/>
          <p:nvPr/>
        </p:nvSpPr>
        <p:spPr>
          <a:xfrm>
            <a:off x="713100" y="2079375"/>
            <a:ext cx="6094500" cy="2121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8"/>
          <p:cNvSpPr txBox="1">
            <a:spLocks noGrp="1"/>
          </p:cNvSpPr>
          <p:nvPr>
            <p:ph type="title"/>
          </p:nvPr>
        </p:nvSpPr>
        <p:spPr>
          <a:xfrm>
            <a:off x="1022250" y="2236863"/>
            <a:ext cx="2818500" cy="72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Sneak peek</a:t>
            </a:r>
            <a:endParaRPr/>
          </a:p>
        </p:txBody>
      </p:sp>
      <p:sp>
        <p:nvSpPr>
          <p:cNvPr id="865" name="Google Shape;865;p58"/>
          <p:cNvSpPr txBox="1">
            <a:spLocks noGrp="1"/>
          </p:cNvSpPr>
          <p:nvPr>
            <p:ph type="subTitle" idx="1"/>
          </p:nvPr>
        </p:nvSpPr>
        <p:spPr>
          <a:xfrm>
            <a:off x="1022250" y="2996788"/>
            <a:ext cx="28185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866" name="Google Shape;866;p58"/>
          <p:cNvSpPr/>
          <p:nvPr/>
        </p:nvSpPr>
        <p:spPr>
          <a:xfrm>
            <a:off x="423675" y="2079375"/>
            <a:ext cx="289500" cy="212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8" name="Google Shape;868;p58"/>
          <p:cNvGrpSpPr/>
          <p:nvPr/>
        </p:nvGrpSpPr>
        <p:grpSpPr>
          <a:xfrm>
            <a:off x="4415721" y="678791"/>
            <a:ext cx="4995091" cy="3785914"/>
            <a:chOff x="713409" y="1097136"/>
            <a:chExt cx="3891167" cy="2949220"/>
          </a:xfrm>
        </p:grpSpPr>
        <p:sp>
          <p:nvSpPr>
            <p:cNvPr id="869" name="Google Shape;869;p58"/>
            <p:cNvSpPr/>
            <p:nvPr/>
          </p:nvSpPr>
          <p:spPr>
            <a:xfrm>
              <a:off x="2243875" y="3527623"/>
              <a:ext cx="830099" cy="518714"/>
            </a:xfrm>
            <a:custGeom>
              <a:avLst/>
              <a:gdLst/>
              <a:ahLst/>
              <a:cxnLst/>
              <a:rect l="l" t="t" r="r" b="b"/>
              <a:pathLst>
                <a:path w="7199" h="4194" extrusionOk="0">
                  <a:moveTo>
                    <a:pt x="1" y="1"/>
                  </a:moveTo>
                  <a:lnTo>
                    <a:pt x="1" y="4194"/>
                  </a:lnTo>
                  <a:lnTo>
                    <a:pt x="7198" y="4194"/>
                  </a:lnTo>
                  <a:lnTo>
                    <a:pt x="71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8"/>
            <p:cNvSpPr/>
            <p:nvPr/>
          </p:nvSpPr>
          <p:spPr>
            <a:xfrm>
              <a:off x="2006583" y="4003807"/>
              <a:ext cx="1305742" cy="42548"/>
            </a:xfrm>
            <a:custGeom>
              <a:avLst/>
              <a:gdLst/>
              <a:ahLst/>
              <a:cxnLst/>
              <a:rect l="l" t="t" r="r" b="b"/>
              <a:pathLst>
                <a:path w="11324" h="369" extrusionOk="0">
                  <a:moveTo>
                    <a:pt x="67" y="0"/>
                  </a:moveTo>
                  <a:cubicBezTo>
                    <a:pt x="25" y="0"/>
                    <a:pt x="0" y="34"/>
                    <a:pt x="0" y="67"/>
                  </a:cubicBezTo>
                  <a:lnTo>
                    <a:pt x="0" y="293"/>
                  </a:lnTo>
                  <a:cubicBezTo>
                    <a:pt x="0" y="335"/>
                    <a:pt x="25" y="369"/>
                    <a:pt x="67" y="369"/>
                  </a:cubicBezTo>
                  <a:lnTo>
                    <a:pt x="11248" y="369"/>
                  </a:lnTo>
                  <a:cubicBezTo>
                    <a:pt x="11290" y="369"/>
                    <a:pt x="11324" y="335"/>
                    <a:pt x="11324" y="293"/>
                  </a:cubicBezTo>
                  <a:lnTo>
                    <a:pt x="11324" y="67"/>
                  </a:lnTo>
                  <a:cubicBezTo>
                    <a:pt x="11324" y="34"/>
                    <a:pt x="11290" y="0"/>
                    <a:pt x="112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8"/>
            <p:cNvSpPr/>
            <p:nvPr/>
          </p:nvSpPr>
          <p:spPr>
            <a:xfrm>
              <a:off x="713409" y="1097136"/>
              <a:ext cx="3891167" cy="2465736"/>
            </a:xfrm>
            <a:custGeom>
              <a:avLst/>
              <a:gdLst/>
              <a:ahLst/>
              <a:cxnLst/>
              <a:rect l="l" t="t" r="r" b="b"/>
              <a:pathLst>
                <a:path w="33746" h="21384" extrusionOk="0">
                  <a:moveTo>
                    <a:pt x="32548" y="1021"/>
                  </a:moveTo>
                  <a:lnTo>
                    <a:pt x="32548" y="20362"/>
                  </a:lnTo>
                  <a:lnTo>
                    <a:pt x="1197" y="20362"/>
                  </a:lnTo>
                  <a:lnTo>
                    <a:pt x="1197" y="1021"/>
                  </a:lnTo>
                  <a:close/>
                  <a:moveTo>
                    <a:pt x="477" y="0"/>
                  </a:moveTo>
                  <a:cubicBezTo>
                    <a:pt x="210" y="0"/>
                    <a:pt x="0" y="209"/>
                    <a:pt x="0" y="477"/>
                  </a:cubicBezTo>
                  <a:lnTo>
                    <a:pt x="0" y="20906"/>
                  </a:lnTo>
                  <a:cubicBezTo>
                    <a:pt x="0" y="21174"/>
                    <a:pt x="218" y="21384"/>
                    <a:pt x="477" y="21384"/>
                  </a:cubicBezTo>
                  <a:lnTo>
                    <a:pt x="33268" y="21384"/>
                  </a:lnTo>
                  <a:cubicBezTo>
                    <a:pt x="33536" y="21384"/>
                    <a:pt x="33745" y="21166"/>
                    <a:pt x="33745" y="20906"/>
                  </a:cubicBezTo>
                  <a:lnTo>
                    <a:pt x="33745" y="477"/>
                  </a:lnTo>
                  <a:cubicBezTo>
                    <a:pt x="33745" y="209"/>
                    <a:pt x="33536" y="0"/>
                    <a:pt x="332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2" name="Google Shape;872;p58"/>
          <p:cNvCxnSpPr/>
          <p:nvPr/>
        </p:nvCxnSpPr>
        <p:spPr>
          <a:xfrm>
            <a:off x="1121038" y="2960163"/>
            <a:ext cx="3930300" cy="0"/>
          </a:xfrm>
          <a:prstGeom prst="straightConnector1">
            <a:avLst/>
          </a:prstGeom>
          <a:noFill/>
          <a:ln w="19050" cap="flat" cmpd="sng">
            <a:solidFill>
              <a:schemeClr val="accent3"/>
            </a:solidFill>
            <a:prstDash val="solid"/>
            <a:round/>
            <a:headEnd type="none" w="med" len="med"/>
            <a:tailEnd type="none" w="med" len="med"/>
          </a:ln>
        </p:spPr>
      </p:cxnSp>
      <p:pic>
        <p:nvPicPr>
          <p:cNvPr id="873" name="Google Shape;873;p58"/>
          <p:cNvPicPr preferRelativeResize="0"/>
          <p:nvPr/>
        </p:nvPicPr>
        <p:blipFill rotWithShape="1">
          <a:blip r:embed="rId3">
            <a:alphaModFix/>
          </a:blip>
          <a:srcRect b="17979"/>
          <a:stretch/>
        </p:blipFill>
        <p:spPr>
          <a:xfrm>
            <a:off x="1093300" y="609101"/>
            <a:ext cx="2818500" cy="1470275"/>
          </a:xfrm>
          <a:prstGeom prst="rect">
            <a:avLst/>
          </a:prstGeom>
          <a:noFill/>
          <a:ln>
            <a:noFill/>
          </a:ln>
        </p:spPr>
      </p:pic>
      <p:pic>
        <p:nvPicPr>
          <p:cNvPr id="874" name="Google Shape;874;p58"/>
          <p:cNvPicPr preferRelativeResize="0"/>
          <p:nvPr/>
        </p:nvPicPr>
        <p:blipFill rotWithShape="1">
          <a:blip r:embed="rId4">
            <a:alphaModFix/>
          </a:blip>
          <a:srcRect/>
          <a:stretch/>
        </p:blipFill>
        <p:spPr>
          <a:xfrm flipH="1">
            <a:off x="7432323" y="2471000"/>
            <a:ext cx="3510877" cy="2616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59"/>
          <p:cNvSpPr txBox="1">
            <a:spLocks noGrp="1"/>
          </p:cNvSpPr>
          <p:nvPr>
            <p:ph type="title"/>
          </p:nvPr>
        </p:nvSpPr>
        <p:spPr>
          <a:xfrm>
            <a:off x="4136100" y="375275"/>
            <a:ext cx="3773100" cy="87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sp>
        <p:nvSpPr>
          <p:cNvPr id="880" name="Google Shape;880;p59"/>
          <p:cNvSpPr txBox="1">
            <a:spLocks noGrp="1"/>
          </p:cNvSpPr>
          <p:nvPr>
            <p:ph type="subTitle" idx="1"/>
          </p:nvPr>
        </p:nvSpPr>
        <p:spPr>
          <a:xfrm>
            <a:off x="4136100" y="1170675"/>
            <a:ext cx="3576600" cy="1569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dk1"/>
                </a:solidFill>
                <a:latin typeface="Open Sans"/>
                <a:ea typeface="Open Sans"/>
                <a:cs typeface="Open Sans"/>
                <a:sym typeface="Open Sans"/>
              </a:rPr>
              <a:t>Do you have any questions?</a:t>
            </a:r>
            <a:endParaRPr sz="2400" b="1">
              <a:solidFill>
                <a:schemeClr val="dk1"/>
              </a:solidFill>
              <a:latin typeface="Open Sans"/>
              <a:ea typeface="Open Sans"/>
              <a:cs typeface="Open Sans"/>
              <a:sym typeface="Open Sans"/>
            </a:endParaRPr>
          </a:p>
          <a:p>
            <a:pPr marL="0" lvl="0" indent="0" algn="l" rtl="0">
              <a:spcBef>
                <a:spcPts val="0"/>
              </a:spcBef>
              <a:spcAft>
                <a:spcPts val="0"/>
              </a:spcAft>
              <a:buNone/>
            </a:pPr>
            <a:r>
              <a:rPr lang="en" sz="1400"/>
              <a:t>youremail@freepik.com </a:t>
            </a:r>
            <a:endParaRPr sz="1400"/>
          </a:p>
          <a:p>
            <a:pPr marL="0" lvl="0" indent="0" algn="l" rtl="0">
              <a:spcBef>
                <a:spcPts val="0"/>
              </a:spcBef>
              <a:spcAft>
                <a:spcPts val="0"/>
              </a:spcAft>
              <a:buNone/>
            </a:pPr>
            <a:r>
              <a:rPr lang="en" sz="1400"/>
              <a:t>+91 620 421 838 </a:t>
            </a:r>
            <a:endParaRPr sz="1400"/>
          </a:p>
          <a:p>
            <a:pPr marL="0" lvl="0" indent="0" algn="l" rtl="0">
              <a:spcBef>
                <a:spcPts val="0"/>
              </a:spcBef>
              <a:spcAft>
                <a:spcPts val="0"/>
              </a:spcAft>
              <a:buNone/>
            </a:pPr>
            <a:r>
              <a:rPr lang="en" sz="1400"/>
              <a:t>yourwebsite.com</a:t>
            </a:r>
            <a:endParaRPr/>
          </a:p>
        </p:txBody>
      </p:sp>
      <p:grpSp>
        <p:nvGrpSpPr>
          <p:cNvPr id="881" name="Google Shape;881;p59"/>
          <p:cNvGrpSpPr/>
          <p:nvPr/>
        </p:nvGrpSpPr>
        <p:grpSpPr>
          <a:xfrm>
            <a:off x="4206644" y="2785758"/>
            <a:ext cx="1938671" cy="416347"/>
            <a:chOff x="4911512" y="2353104"/>
            <a:chExt cx="2036206" cy="437293"/>
          </a:xfrm>
        </p:grpSpPr>
        <p:grpSp>
          <p:nvGrpSpPr>
            <p:cNvPr id="882" name="Google Shape;882;p59"/>
            <p:cNvGrpSpPr/>
            <p:nvPr/>
          </p:nvGrpSpPr>
          <p:grpSpPr>
            <a:xfrm>
              <a:off x="5444977" y="2358146"/>
              <a:ext cx="428523" cy="428118"/>
              <a:chOff x="3763184" y="3817357"/>
              <a:chExt cx="356865" cy="356498"/>
            </a:xfrm>
          </p:grpSpPr>
          <p:sp>
            <p:nvSpPr>
              <p:cNvPr id="883" name="Google Shape;883;p59"/>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9"/>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9"/>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9"/>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59"/>
            <p:cNvGrpSpPr/>
            <p:nvPr/>
          </p:nvGrpSpPr>
          <p:grpSpPr>
            <a:xfrm>
              <a:off x="5978442" y="2358146"/>
              <a:ext cx="428083" cy="428118"/>
              <a:chOff x="4211985" y="3817357"/>
              <a:chExt cx="356498" cy="356498"/>
            </a:xfrm>
          </p:grpSpPr>
          <p:sp>
            <p:nvSpPr>
              <p:cNvPr id="888" name="Google Shape;888;p59"/>
              <p:cNvSpPr/>
              <p:nvPr/>
            </p:nvSpPr>
            <p:spPr>
              <a:xfrm>
                <a:off x="4211985"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9"/>
              <p:cNvSpPr/>
              <p:nvPr/>
            </p:nvSpPr>
            <p:spPr>
              <a:xfrm>
                <a:off x="4288061" y="3909555"/>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59"/>
            <p:cNvGrpSpPr/>
            <p:nvPr/>
          </p:nvGrpSpPr>
          <p:grpSpPr>
            <a:xfrm>
              <a:off x="4911512" y="2358146"/>
              <a:ext cx="428523" cy="428559"/>
              <a:chOff x="2866317" y="3817357"/>
              <a:chExt cx="356865" cy="356865"/>
            </a:xfrm>
          </p:grpSpPr>
          <p:sp>
            <p:nvSpPr>
              <p:cNvPr id="891" name="Google Shape;891;p59"/>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9"/>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59"/>
            <p:cNvGrpSpPr/>
            <p:nvPr/>
          </p:nvGrpSpPr>
          <p:grpSpPr>
            <a:xfrm>
              <a:off x="6511467" y="2353104"/>
              <a:ext cx="436251" cy="437293"/>
              <a:chOff x="1190200" y="238125"/>
              <a:chExt cx="5212075" cy="5212075"/>
            </a:xfrm>
          </p:grpSpPr>
          <p:sp>
            <p:nvSpPr>
              <p:cNvPr id="894" name="Google Shape;894;p59"/>
              <p:cNvSpPr/>
              <p:nvPr/>
            </p:nvSpPr>
            <p:spPr>
              <a:xfrm>
                <a:off x="1190200" y="238125"/>
                <a:ext cx="5212075" cy="5212075"/>
              </a:xfrm>
              <a:custGeom>
                <a:avLst/>
                <a:gdLst/>
                <a:ahLst/>
                <a:cxnLst/>
                <a:rect l="l" t="t" r="r" b="b"/>
                <a:pathLst>
                  <a:path w="208483" h="208483" extrusionOk="0">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9"/>
              <p:cNvSpPr/>
              <p:nvPr/>
            </p:nvSpPr>
            <p:spPr>
              <a:xfrm>
                <a:off x="2368338" y="1220419"/>
                <a:ext cx="2856522" cy="3247339"/>
              </a:xfrm>
              <a:custGeom>
                <a:avLst/>
                <a:gdLst/>
                <a:ahLst/>
                <a:cxnLst/>
                <a:rect l="l" t="t" r="r" b="b"/>
                <a:pathLst>
                  <a:path w="130928" h="148841" extrusionOk="0">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96" name="Google Shape;896;p59"/>
          <p:cNvSpPr txBox="1"/>
          <p:nvPr/>
        </p:nvSpPr>
        <p:spPr>
          <a:xfrm>
            <a:off x="4136100" y="4254050"/>
            <a:ext cx="3069600" cy="4347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dk2"/>
                </a:solidFill>
                <a:latin typeface="Karla"/>
                <a:ea typeface="Karla"/>
                <a:cs typeface="Karla"/>
                <a:sym typeface="Karla"/>
              </a:rPr>
              <a:t>Please keep this slide for attribution</a:t>
            </a:r>
            <a:endParaRPr sz="1200">
              <a:solidFill>
                <a:schemeClr val="dk2"/>
              </a:solidFill>
              <a:latin typeface="Karla"/>
              <a:ea typeface="Karla"/>
              <a:cs typeface="Karla"/>
              <a:sym typeface="Karla"/>
            </a:endParaRPr>
          </a:p>
        </p:txBody>
      </p:sp>
      <p:cxnSp>
        <p:nvCxnSpPr>
          <p:cNvPr id="898" name="Google Shape;898;p59"/>
          <p:cNvCxnSpPr/>
          <p:nvPr/>
        </p:nvCxnSpPr>
        <p:spPr>
          <a:xfrm>
            <a:off x="4206638" y="3457244"/>
            <a:ext cx="49443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Soil Pollution Prevention Project Proposal by Slidesgo">
  <a:themeElements>
    <a:clrScheme name="Simple Light">
      <a:dk1>
        <a:srgbClr val="212F40"/>
      </a:dk1>
      <a:lt1>
        <a:srgbClr val="39474B"/>
      </a:lt1>
      <a:dk2>
        <a:srgbClr val="5A676D"/>
      </a:dk2>
      <a:lt2>
        <a:srgbClr val="A1A299"/>
      </a:lt2>
      <a:accent1>
        <a:srgbClr val="EDE8E5"/>
      </a:accent1>
      <a:accent2>
        <a:srgbClr val="FFFFFF"/>
      </a:accent2>
      <a:accent3>
        <a:srgbClr val="F3A92C"/>
      </a:accent3>
      <a:accent4>
        <a:srgbClr val="FFFFFF"/>
      </a:accent4>
      <a:accent5>
        <a:srgbClr val="FFFFFF"/>
      </a:accent5>
      <a:accent6>
        <a:srgbClr val="FFFFFF"/>
      </a:accent6>
      <a:hlink>
        <a:srgbClr val="5A67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1162</Words>
  <Application>Microsoft Office PowerPoint</Application>
  <PresentationFormat>Экран (16:9)</PresentationFormat>
  <Paragraphs>175</Paragraphs>
  <Slides>26</Slides>
  <Notes>26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Karla</vt:lpstr>
      <vt:lpstr>Open Sans</vt:lpstr>
      <vt:lpstr>Arial</vt:lpstr>
      <vt:lpstr>Roboto Condensed Light</vt:lpstr>
      <vt:lpstr>PT Sans</vt:lpstr>
      <vt:lpstr>Soil Pollution Prevention Project Proposal by Slidesgo</vt:lpstr>
      <vt:lpstr>Soil Pollution Prevention Project Proposal</vt:lpstr>
      <vt:lpstr>Contents of this template</vt:lpstr>
      <vt:lpstr>Table of contents</vt:lpstr>
      <vt:lpstr>Whoa</vt:lpstr>
      <vt:lpstr>About the project</vt:lpstr>
      <vt:lpstr>About the project</vt:lpstr>
      <vt:lpstr>What we are working on</vt:lpstr>
      <vt:lpstr>Our company</vt:lpstr>
      <vt:lpstr>Now</vt:lpstr>
      <vt:lpstr>Future</vt:lpstr>
      <vt:lpstr>Major requirements</vt:lpstr>
      <vt:lpstr>Budget</vt:lpstr>
      <vt:lpstr>Project goals</vt:lpstr>
      <vt:lpstr>7,498,300</vt:lpstr>
      <vt:lpstr>Timeline</vt:lpstr>
      <vt:lpstr>9h 55m 23s</vt:lpstr>
      <vt:lpstr>These are our partners</vt:lpstr>
      <vt:lpstr>—Someone Famous</vt:lpstr>
      <vt:lpstr>Predicted results</vt:lpstr>
      <vt:lpstr>Project stages</vt:lpstr>
      <vt:lpstr>Recycling locations</vt:lpstr>
      <vt:lpstr>A picture always reinforces the concept</vt:lpstr>
      <vt:lpstr>Project plan</vt:lpstr>
      <vt:lpstr>Meet the team</vt:lpstr>
      <vt:lpstr>Sneak peek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Pollution Prevention Project Proposal</dc:title>
  <cp:lastModifiedBy>я</cp:lastModifiedBy>
  <cp:revision>1</cp:revision>
  <dcterms:modified xsi:type="dcterms:W3CDTF">2026-02-19T09:20:49Z</dcterms:modified>
</cp:coreProperties>
</file>
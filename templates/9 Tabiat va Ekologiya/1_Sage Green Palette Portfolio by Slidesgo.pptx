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6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9144000" cy="5143500" type="screen16x9"/>
  <p:notesSz cx="6858000" cy="9144000"/>
  <p:embeddedFontLst>
    <p:embeddedFont>
      <p:font typeface="Raleway" panose="020B0604020202020204" charset="-52"/>
      <p:regular r:id="rId22"/>
      <p:bold r:id="rId23"/>
      <p:italic r:id="rId24"/>
      <p:boldItalic r:id="rId25"/>
    </p:embeddedFont>
    <p:embeddedFont>
      <p:font typeface="DM Serif Display" panose="020B0604020202020204" charset="0"/>
      <p:regular r:id="rId26"/>
      <p:italic r:id="rId27"/>
    </p:embeddedFont>
    <p:embeddedFont>
      <p:font typeface="DM Sans" panose="020B0604020202020204" charset="0"/>
      <p:regular r:id="rId28"/>
      <p:bold r:id="rId29"/>
      <p:italic r:id="rId30"/>
      <p:boldItalic r:id="rId31"/>
    </p:embeddedFont>
    <p:embeddedFont>
      <p:font typeface="Anaheim" panose="020B0604020202020204" charset="0"/>
      <p:regular r:id="rId32"/>
      <p:bold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5BAD26-6C78-4C24-A766-93DB2C22D273}">
  <a:tblStyle styleId="{5C5BAD26-6C78-4C24-A766-93DB2C22D27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B2D4C5D5-F525-43AF-9A92-782855EF75F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73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21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768016a92f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2768016a92f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774c2a6fc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2774c2a6fc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184d99d1a7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184d99d1a7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1910c9cffe2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1910c9cffe2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1910c9cffe2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1910c9cffe2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1910c9cffe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1910c9cffe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1910c9cffe2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1910c9cffe2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184d99d1a72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184d99d1a72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184d99d1a72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184d99d1a72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2768016a92f_0_2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2768016a92f_0_2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184d99d1a72_0_2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184d99d1a72_0_2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54dda1946d_4_27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54dda1946d_4_27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54dda1946d_4_27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54dda1946d_4_27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204f468eb89_1_3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204f468eb89_1_3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135e18421cc_13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135e18421cc_13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4800" y="372538"/>
            <a:ext cx="8791541" cy="4402838"/>
            <a:chOff x="-4800" y="372538"/>
            <a:chExt cx="8791541" cy="4402838"/>
          </a:xfrm>
        </p:grpSpPr>
        <p:cxnSp>
          <p:nvCxnSpPr>
            <p:cNvPr id="10" name="Google Shape;10;p2"/>
            <p:cNvCxnSpPr/>
            <p:nvPr/>
          </p:nvCxnSpPr>
          <p:spPr>
            <a:xfrm>
              <a:off x="-4800" y="372538"/>
              <a:ext cx="87876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" name="Google Shape;11;p2"/>
            <p:cNvCxnSpPr/>
            <p:nvPr/>
          </p:nvCxnSpPr>
          <p:spPr>
            <a:xfrm>
              <a:off x="941" y="4770963"/>
              <a:ext cx="8785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" name="Google Shape;12;p2"/>
            <p:cNvCxnSpPr/>
            <p:nvPr/>
          </p:nvCxnSpPr>
          <p:spPr>
            <a:xfrm>
              <a:off x="333275" y="377375"/>
              <a:ext cx="0" cy="4398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484625" y="1080000"/>
            <a:ext cx="4649700" cy="221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 b="0"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484625" y="3296400"/>
            <a:ext cx="3876000" cy="6147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5" name="Google Shape;15;p2"/>
          <p:cNvSpPr>
            <a:spLocks noGrp="1"/>
          </p:cNvSpPr>
          <p:nvPr>
            <p:ph type="pic" idx="2"/>
          </p:nvPr>
        </p:nvSpPr>
        <p:spPr>
          <a:xfrm>
            <a:off x="5285675" y="365760"/>
            <a:ext cx="3528900" cy="4781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oogle Shape;17;p3"/>
          <p:cNvGrpSpPr/>
          <p:nvPr/>
        </p:nvGrpSpPr>
        <p:grpSpPr>
          <a:xfrm>
            <a:off x="-4800" y="372538"/>
            <a:ext cx="8791541" cy="4402838"/>
            <a:chOff x="-4800" y="372538"/>
            <a:chExt cx="8791541" cy="4402838"/>
          </a:xfrm>
        </p:grpSpPr>
        <p:cxnSp>
          <p:nvCxnSpPr>
            <p:cNvPr id="18" name="Google Shape;18;p3"/>
            <p:cNvCxnSpPr/>
            <p:nvPr/>
          </p:nvCxnSpPr>
          <p:spPr>
            <a:xfrm>
              <a:off x="-4800" y="372538"/>
              <a:ext cx="87876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9;p3"/>
            <p:cNvCxnSpPr/>
            <p:nvPr/>
          </p:nvCxnSpPr>
          <p:spPr>
            <a:xfrm>
              <a:off x="941" y="4770963"/>
              <a:ext cx="8785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" name="Google Shape;20;p3"/>
            <p:cNvCxnSpPr/>
            <p:nvPr/>
          </p:nvCxnSpPr>
          <p:spPr>
            <a:xfrm>
              <a:off x="333275" y="377375"/>
              <a:ext cx="0" cy="4398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614350" y="2648700"/>
            <a:ext cx="4544700" cy="17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title" idx="2" hasCustomPrompt="1"/>
          </p:nvPr>
        </p:nvSpPr>
        <p:spPr>
          <a:xfrm>
            <a:off x="713225" y="1540500"/>
            <a:ext cx="1288800" cy="11082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" name="Google Shape;23;p3"/>
          <p:cNvSpPr>
            <a:spLocks noGrp="1"/>
          </p:cNvSpPr>
          <p:nvPr>
            <p:ph type="pic" idx="3"/>
          </p:nvPr>
        </p:nvSpPr>
        <p:spPr>
          <a:xfrm flipH="1">
            <a:off x="5285802" y="366800"/>
            <a:ext cx="3528900" cy="4781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ubTitle" idx="1"/>
          </p:nvPr>
        </p:nvSpPr>
        <p:spPr>
          <a:xfrm>
            <a:off x="720000" y="1101025"/>
            <a:ext cx="7704000" cy="314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27" name="Google Shape;27;p4"/>
          <p:cNvGrpSpPr/>
          <p:nvPr/>
        </p:nvGrpSpPr>
        <p:grpSpPr>
          <a:xfrm>
            <a:off x="329313" y="-30000"/>
            <a:ext cx="8485375" cy="5203500"/>
            <a:chOff x="329313" y="-30000"/>
            <a:chExt cx="8485375" cy="5203500"/>
          </a:xfrm>
        </p:grpSpPr>
        <p:cxnSp>
          <p:nvCxnSpPr>
            <p:cNvPr id="28" name="Google Shape;28;p4"/>
            <p:cNvCxnSpPr/>
            <p:nvPr/>
          </p:nvCxnSpPr>
          <p:spPr>
            <a:xfrm rot="5400000">
              <a:off x="6212938" y="2571750"/>
              <a:ext cx="5203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" name="Google Shape;29;p4"/>
            <p:cNvCxnSpPr/>
            <p:nvPr/>
          </p:nvCxnSpPr>
          <p:spPr>
            <a:xfrm rot="5400000">
              <a:off x="-2272437" y="2571750"/>
              <a:ext cx="5203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ubTitle" idx="1"/>
          </p:nvPr>
        </p:nvSpPr>
        <p:spPr>
          <a:xfrm>
            <a:off x="4629448" y="2410620"/>
            <a:ext cx="3719700" cy="129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ubTitle" idx="2"/>
          </p:nvPr>
        </p:nvSpPr>
        <p:spPr>
          <a:xfrm>
            <a:off x="794852" y="2410626"/>
            <a:ext cx="3719700" cy="129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ubTitle" idx="3"/>
          </p:nvPr>
        </p:nvSpPr>
        <p:spPr>
          <a:xfrm>
            <a:off x="794852" y="1918025"/>
            <a:ext cx="37197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0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400" b="1"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400" b="1"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400" b="1"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400" b="1"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400" b="1"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400" b="1"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400" b="1"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400" b="1"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4"/>
          </p:nvPr>
        </p:nvSpPr>
        <p:spPr>
          <a:xfrm>
            <a:off x="4629448" y="1918025"/>
            <a:ext cx="37197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0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400" b="1"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400" b="1"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400" b="1"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400" b="1"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400" b="1"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400" b="1"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400" b="1"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400" b="1"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>
            <a:endParaRPr/>
          </a:p>
        </p:txBody>
      </p:sp>
      <p:grpSp>
        <p:nvGrpSpPr>
          <p:cNvPr id="36" name="Google Shape;36;p5"/>
          <p:cNvGrpSpPr/>
          <p:nvPr/>
        </p:nvGrpSpPr>
        <p:grpSpPr>
          <a:xfrm>
            <a:off x="-17547" y="372550"/>
            <a:ext cx="9179094" cy="4398425"/>
            <a:chOff x="-17547" y="372550"/>
            <a:chExt cx="9179094" cy="4398425"/>
          </a:xfrm>
        </p:grpSpPr>
        <p:cxnSp>
          <p:nvCxnSpPr>
            <p:cNvPr id="37" name="Google Shape;37;p5"/>
            <p:cNvCxnSpPr/>
            <p:nvPr/>
          </p:nvCxnSpPr>
          <p:spPr>
            <a:xfrm>
              <a:off x="-17547" y="372550"/>
              <a:ext cx="9174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" name="Google Shape;38;p5"/>
            <p:cNvCxnSpPr/>
            <p:nvPr/>
          </p:nvCxnSpPr>
          <p:spPr>
            <a:xfrm>
              <a:off x="-11553" y="4770975"/>
              <a:ext cx="9173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41" name="Google Shape;41;p6"/>
          <p:cNvGrpSpPr/>
          <p:nvPr/>
        </p:nvGrpSpPr>
        <p:grpSpPr>
          <a:xfrm>
            <a:off x="-17547" y="372550"/>
            <a:ext cx="9179094" cy="4398425"/>
            <a:chOff x="-17547" y="372550"/>
            <a:chExt cx="9179094" cy="4398425"/>
          </a:xfrm>
        </p:grpSpPr>
        <p:cxnSp>
          <p:nvCxnSpPr>
            <p:cNvPr id="42" name="Google Shape;42;p6"/>
            <p:cNvCxnSpPr/>
            <p:nvPr/>
          </p:nvCxnSpPr>
          <p:spPr>
            <a:xfrm>
              <a:off x="-17547" y="372550"/>
              <a:ext cx="9174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" name="Google Shape;43;p6"/>
            <p:cNvCxnSpPr/>
            <p:nvPr/>
          </p:nvCxnSpPr>
          <p:spPr>
            <a:xfrm>
              <a:off x="-11553" y="4770975"/>
              <a:ext cx="9173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>
            <a:spLocks noGrp="1"/>
          </p:cNvSpPr>
          <p:nvPr>
            <p:ph type="title"/>
          </p:nvPr>
        </p:nvSpPr>
        <p:spPr>
          <a:xfrm>
            <a:off x="4004050" y="448050"/>
            <a:ext cx="4284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subTitle" idx="1"/>
          </p:nvPr>
        </p:nvSpPr>
        <p:spPr>
          <a:xfrm>
            <a:off x="4004050" y="1511700"/>
            <a:ext cx="4284900" cy="260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>
            <a:spLocks noGrp="1"/>
          </p:cNvSpPr>
          <p:nvPr>
            <p:ph type="pic" idx="2"/>
          </p:nvPr>
        </p:nvSpPr>
        <p:spPr>
          <a:xfrm>
            <a:off x="333275" y="366800"/>
            <a:ext cx="3528900" cy="47811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48" name="Google Shape;48;p7"/>
          <p:cNvCxnSpPr/>
          <p:nvPr/>
        </p:nvCxnSpPr>
        <p:spPr>
          <a:xfrm rot="5400000">
            <a:off x="6216900" y="2571750"/>
            <a:ext cx="5203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8"/>
          <p:cNvGrpSpPr/>
          <p:nvPr/>
        </p:nvGrpSpPr>
        <p:grpSpPr>
          <a:xfrm>
            <a:off x="-4800" y="372550"/>
            <a:ext cx="9182997" cy="4402825"/>
            <a:chOff x="-4800" y="372550"/>
            <a:chExt cx="9182997" cy="4402825"/>
          </a:xfrm>
        </p:grpSpPr>
        <p:cxnSp>
          <p:nvCxnSpPr>
            <p:cNvPr id="51" name="Google Shape;51;p8"/>
            <p:cNvCxnSpPr/>
            <p:nvPr/>
          </p:nvCxnSpPr>
          <p:spPr>
            <a:xfrm>
              <a:off x="-4800" y="372550"/>
              <a:ext cx="9178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2" name="Google Shape;52;p8"/>
            <p:cNvCxnSpPr/>
            <p:nvPr/>
          </p:nvCxnSpPr>
          <p:spPr>
            <a:xfrm>
              <a:off x="1197" y="4770975"/>
              <a:ext cx="91770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" name="Google Shape;53;p8"/>
            <p:cNvCxnSpPr/>
            <p:nvPr/>
          </p:nvCxnSpPr>
          <p:spPr>
            <a:xfrm>
              <a:off x="333275" y="377375"/>
              <a:ext cx="0" cy="4398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4" name="Google Shape;54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9"/>
          <p:cNvGrpSpPr/>
          <p:nvPr/>
        </p:nvGrpSpPr>
        <p:grpSpPr>
          <a:xfrm>
            <a:off x="-23300" y="372738"/>
            <a:ext cx="9187500" cy="4398000"/>
            <a:chOff x="-23300" y="372738"/>
            <a:chExt cx="9187500" cy="4398000"/>
          </a:xfrm>
        </p:grpSpPr>
        <p:cxnSp>
          <p:nvCxnSpPr>
            <p:cNvPr id="57" name="Google Shape;57;p9"/>
            <p:cNvCxnSpPr/>
            <p:nvPr/>
          </p:nvCxnSpPr>
          <p:spPr>
            <a:xfrm rot="10800000">
              <a:off x="-19100" y="374900"/>
              <a:ext cx="91833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" name="Google Shape;58;p9"/>
            <p:cNvCxnSpPr/>
            <p:nvPr/>
          </p:nvCxnSpPr>
          <p:spPr>
            <a:xfrm rot="10800000">
              <a:off x="-23300" y="4768750"/>
              <a:ext cx="91815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" name="Google Shape;59;p9"/>
            <p:cNvCxnSpPr/>
            <p:nvPr/>
          </p:nvCxnSpPr>
          <p:spPr>
            <a:xfrm>
              <a:off x="8810691" y="372738"/>
              <a:ext cx="0" cy="4398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0" name="Google Shape;60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0" y="-14875"/>
            <a:ext cx="9144000" cy="51585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title"/>
          </p:nvPr>
        </p:nvSpPr>
        <p:spPr>
          <a:xfrm>
            <a:off x="713225" y="3495800"/>
            <a:ext cx="6778500" cy="11082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oogle Shape;66;p11"/>
          <p:cNvGrpSpPr/>
          <p:nvPr/>
        </p:nvGrpSpPr>
        <p:grpSpPr>
          <a:xfrm>
            <a:off x="352546" y="372738"/>
            <a:ext cx="8811654" cy="4398000"/>
            <a:chOff x="352546" y="372738"/>
            <a:chExt cx="8811654" cy="4398000"/>
          </a:xfrm>
        </p:grpSpPr>
        <p:cxnSp>
          <p:nvCxnSpPr>
            <p:cNvPr id="67" name="Google Shape;67;p11"/>
            <p:cNvCxnSpPr/>
            <p:nvPr/>
          </p:nvCxnSpPr>
          <p:spPr>
            <a:xfrm rot="10800000">
              <a:off x="356500" y="374904"/>
              <a:ext cx="88077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8" name="Google Shape;68;p11"/>
            <p:cNvCxnSpPr/>
            <p:nvPr/>
          </p:nvCxnSpPr>
          <p:spPr>
            <a:xfrm rot="10800000">
              <a:off x="352546" y="4768750"/>
              <a:ext cx="88059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" name="Google Shape;69;p11"/>
            <p:cNvCxnSpPr/>
            <p:nvPr/>
          </p:nvCxnSpPr>
          <p:spPr>
            <a:xfrm>
              <a:off x="8810691" y="372738"/>
              <a:ext cx="0" cy="4398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70" name="Google Shape;70;p11"/>
          <p:cNvSpPr txBox="1">
            <a:spLocks noGrp="1"/>
          </p:cNvSpPr>
          <p:nvPr>
            <p:ph type="title" hasCustomPrompt="1"/>
          </p:nvPr>
        </p:nvSpPr>
        <p:spPr>
          <a:xfrm>
            <a:off x="4444625" y="1679100"/>
            <a:ext cx="3403800" cy="11082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71" name="Google Shape;71;p11"/>
          <p:cNvSpPr txBox="1">
            <a:spLocks noGrp="1"/>
          </p:cNvSpPr>
          <p:nvPr>
            <p:ph type="subTitle" idx="1"/>
          </p:nvPr>
        </p:nvSpPr>
        <p:spPr>
          <a:xfrm>
            <a:off x="4444625" y="2787300"/>
            <a:ext cx="3403800" cy="67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2" name="Google Shape;72;p11"/>
          <p:cNvSpPr>
            <a:spLocks noGrp="1"/>
          </p:cNvSpPr>
          <p:nvPr>
            <p:ph type="pic" idx="2"/>
          </p:nvPr>
        </p:nvSpPr>
        <p:spPr>
          <a:xfrm flipH="1">
            <a:off x="333274" y="366800"/>
            <a:ext cx="3528900" cy="4781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title" idx="2" hasCustomPrompt="1"/>
          </p:nvPr>
        </p:nvSpPr>
        <p:spPr>
          <a:xfrm>
            <a:off x="815225" y="1536008"/>
            <a:ext cx="734700" cy="646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7" name="Google Shape;77;p13"/>
          <p:cNvSpPr txBox="1">
            <a:spLocks noGrp="1"/>
          </p:cNvSpPr>
          <p:nvPr>
            <p:ph type="title" idx="3" hasCustomPrompt="1"/>
          </p:nvPr>
        </p:nvSpPr>
        <p:spPr>
          <a:xfrm>
            <a:off x="815225" y="2946541"/>
            <a:ext cx="734700" cy="646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8" name="Google Shape;78;p13"/>
          <p:cNvSpPr txBox="1">
            <a:spLocks noGrp="1"/>
          </p:cNvSpPr>
          <p:nvPr>
            <p:ph type="title" idx="4" hasCustomPrompt="1"/>
          </p:nvPr>
        </p:nvSpPr>
        <p:spPr>
          <a:xfrm>
            <a:off x="3514500" y="1536008"/>
            <a:ext cx="734700" cy="646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9" name="Google Shape;79;p13"/>
          <p:cNvSpPr txBox="1">
            <a:spLocks noGrp="1"/>
          </p:cNvSpPr>
          <p:nvPr>
            <p:ph type="title" idx="5" hasCustomPrompt="1"/>
          </p:nvPr>
        </p:nvSpPr>
        <p:spPr>
          <a:xfrm>
            <a:off x="3514500" y="2946541"/>
            <a:ext cx="734700" cy="646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0" name="Google Shape;80;p13"/>
          <p:cNvSpPr txBox="1">
            <a:spLocks noGrp="1"/>
          </p:cNvSpPr>
          <p:nvPr>
            <p:ph type="title" idx="6" hasCustomPrompt="1"/>
          </p:nvPr>
        </p:nvSpPr>
        <p:spPr>
          <a:xfrm>
            <a:off x="6213775" y="1536008"/>
            <a:ext cx="734700" cy="646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1" name="Google Shape;81;p13"/>
          <p:cNvSpPr txBox="1">
            <a:spLocks noGrp="1"/>
          </p:cNvSpPr>
          <p:nvPr>
            <p:ph type="title" idx="7" hasCustomPrompt="1"/>
          </p:nvPr>
        </p:nvSpPr>
        <p:spPr>
          <a:xfrm>
            <a:off x="6213775" y="2946541"/>
            <a:ext cx="734700" cy="646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2" name="Google Shape;82;p13"/>
          <p:cNvSpPr txBox="1">
            <a:spLocks noGrp="1"/>
          </p:cNvSpPr>
          <p:nvPr>
            <p:ph type="subTitle" idx="1"/>
          </p:nvPr>
        </p:nvSpPr>
        <p:spPr>
          <a:xfrm>
            <a:off x="719975" y="2182500"/>
            <a:ext cx="2305500" cy="4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subTitle" idx="8"/>
          </p:nvPr>
        </p:nvSpPr>
        <p:spPr>
          <a:xfrm>
            <a:off x="3419250" y="2182500"/>
            <a:ext cx="2305500" cy="4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subTitle" idx="9"/>
          </p:nvPr>
        </p:nvSpPr>
        <p:spPr>
          <a:xfrm>
            <a:off x="6118525" y="2182500"/>
            <a:ext cx="2305500" cy="4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13"/>
          </p:nvPr>
        </p:nvSpPr>
        <p:spPr>
          <a:xfrm>
            <a:off x="719975" y="3593050"/>
            <a:ext cx="2305500" cy="4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14"/>
          </p:nvPr>
        </p:nvSpPr>
        <p:spPr>
          <a:xfrm>
            <a:off x="3419250" y="3593050"/>
            <a:ext cx="2305500" cy="4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subTitle" idx="15"/>
          </p:nvPr>
        </p:nvSpPr>
        <p:spPr>
          <a:xfrm>
            <a:off x="6118525" y="3593050"/>
            <a:ext cx="2305500" cy="4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88" name="Google Shape;88;p13"/>
          <p:cNvGrpSpPr/>
          <p:nvPr/>
        </p:nvGrpSpPr>
        <p:grpSpPr>
          <a:xfrm>
            <a:off x="-17547" y="372538"/>
            <a:ext cx="9179094" cy="4398425"/>
            <a:chOff x="-17547" y="372538"/>
            <a:chExt cx="9179094" cy="4398425"/>
          </a:xfrm>
        </p:grpSpPr>
        <p:cxnSp>
          <p:nvCxnSpPr>
            <p:cNvPr id="89" name="Google Shape;89;p13"/>
            <p:cNvCxnSpPr/>
            <p:nvPr/>
          </p:nvCxnSpPr>
          <p:spPr>
            <a:xfrm>
              <a:off x="-17547" y="372538"/>
              <a:ext cx="9174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0" name="Google Shape;90;p13"/>
            <p:cNvCxnSpPr/>
            <p:nvPr/>
          </p:nvCxnSpPr>
          <p:spPr>
            <a:xfrm>
              <a:off x="-11553" y="4770963"/>
              <a:ext cx="9173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>
            <a:spLocks noGrp="1"/>
          </p:cNvSpPr>
          <p:nvPr>
            <p:ph type="title"/>
          </p:nvPr>
        </p:nvSpPr>
        <p:spPr>
          <a:xfrm>
            <a:off x="722376" y="445319"/>
            <a:ext cx="7708500" cy="576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93" name="Google Shape;93;p14"/>
          <p:cNvGrpSpPr/>
          <p:nvPr/>
        </p:nvGrpSpPr>
        <p:grpSpPr>
          <a:xfrm>
            <a:off x="329313" y="-30000"/>
            <a:ext cx="8489338" cy="5203500"/>
            <a:chOff x="329313" y="-30000"/>
            <a:chExt cx="8489338" cy="5203500"/>
          </a:xfrm>
        </p:grpSpPr>
        <p:cxnSp>
          <p:nvCxnSpPr>
            <p:cNvPr id="94" name="Google Shape;94;p14"/>
            <p:cNvCxnSpPr/>
            <p:nvPr/>
          </p:nvCxnSpPr>
          <p:spPr>
            <a:xfrm rot="5400000">
              <a:off x="-2272437" y="2571750"/>
              <a:ext cx="5203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5" name="Google Shape;95;p14"/>
            <p:cNvCxnSpPr/>
            <p:nvPr/>
          </p:nvCxnSpPr>
          <p:spPr>
            <a:xfrm rot="5400000">
              <a:off x="6216900" y="2571750"/>
              <a:ext cx="5203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ONE_COLUMN_TEXT_1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>
            <a:spLocks noGrp="1"/>
          </p:cNvSpPr>
          <p:nvPr>
            <p:ph type="title"/>
          </p:nvPr>
        </p:nvSpPr>
        <p:spPr>
          <a:xfrm>
            <a:off x="4004050" y="448050"/>
            <a:ext cx="4284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6"/>
          <p:cNvSpPr txBox="1">
            <a:spLocks noGrp="1"/>
          </p:cNvSpPr>
          <p:nvPr>
            <p:ph type="subTitle" idx="1"/>
          </p:nvPr>
        </p:nvSpPr>
        <p:spPr>
          <a:xfrm>
            <a:off x="4004050" y="1511700"/>
            <a:ext cx="4284900" cy="260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04" name="Google Shape;104;p16"/>
          <p:cNvSpPr>
            <a:spLocks noGrp="1"/>
          </p:cNvSpPr>
          <p:nvPr>
            <p:ph type="pic" idx="2"/>
          </p:nvPr>
        </p:nvSpPr>
        <p:spPr>
          <a:xfrm>
            <a:off x="333275" y="366800"/>
            <a:ext cx="3528900" cy="47811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105" name="Google Shape;105;p16"/>
          <p:cNvCxnSpPr/>
          <p:nvPr/>
        </p:nvCxnSpPr>
        <p:spPr>
          <a:xfrm rot="5400000">
            <a:off x="6216900" y="2571750"/>
            <a:ext cx="5203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4_1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7" name="Google Shape;107;p17"/>
          <p:cNvCxnSpPr/>
          <p:nvPr/>
        </p:nvCxnSpPr>
        <p:spPr>
          <a:xfrm>
            <a:off x="-13975" y="4770975"/>
            <a:ext cx="8800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8" name="Google Shape;108;p17"/>
          <p:cNvSpPr txBox="1">
            <a:spLocks noGrp="1"/>
          </p:cNvSpPr>
          <p:nvPr>
            <p:ph type="title"/>
          </p:nvPr>
        </p:nvSpPr>
        <p:spPr>
          <a:xfrm>
            <a:off x="713225" y="2799113"/>
            <a:ext cx="3861900" cy="64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subTitle" idx="1"/>
          </p:nvPr>
        </p:nvSpPr>
        <p:spPr>
          <a:xfrm>
            <a:off x="713225" y="3528200"/>
            <a:ext cx="3861900" cy="9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7"/>
          <p:cNvSpPr>
            <a:spLocks noGrp="1"/>
          </p:cNvSpPr>
          <p:nvPr>
            <p:ph type="pic" idx="2"/>
          </p:nvPr>
        </p:nvSpPr>
        <p:spPr>
          <a:xfrm>
            <a:off x="329325" y="365760"/>
            <a:ext cx="4956600" cy="2357400"/>
          </a:xfrm>
          <a:prstGeom prst="rect">
            <a:avLst/>
          </a:prstGeom>
          <a:noFill/>
          <a:ln>
            <a:noFill/>
          </a:ln>
        </p:spPr>
      </p:sp>
      <p:sp>
        <p:nvSpPr>
          <p:cNvPr id="111" name="Google Shape;111;p17"/>
          <p:cNvSpPr>
            <a:spLocks noGrp="1"/>
          </p:cNvSpPr>
          <p:nvPr>
            <p:ph type="pic" idx="3"/>
          </p:nvPr>
        </p:nvSpPr>
        <p:spPr>
          <a:xfrm>
            <a:off x="5285675" y="365760"/>
            <a:ext cx="3528900" cy="4781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0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3" name="Google Shape;113;p18"/>
          <p:cNvCxnSpPr/>
          <p:nvPr/>
        </p:nvCxnSpPr>
        <p:spPr>
          <a:xfrm>
            <a:off x="356400" y="372538"/>
            <a:ext cx="8812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4" name="Google Shape;114;p18"/>
          <p:cNvSpPr txBox="1">
            <a:spLocks noGrp="1"/>
          </p:cNvSpPr>
          <p:nvPr>
            <p:ph type="title"/>
          </p:nvPr>
        </p:nvSpPr>
        <p:spPr>
          <a:xfrm>
            <a:off x="4110975" y="448050"/>
            <a:ext cx="40767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18"/>
          <p:cNvSpPr txBox="1">
            <a:spLocks noGrp="1"/>
          </p:cNvSpPr>
          <p:nvPr>
            <p:ph type="subTitle" idx="1"/>
          </p:nvPr>
        </p:nvSpPr>
        <p:spPr>
          <a:xfrm>
            <a:off x="4110972" y="1675890"/>
            <a:ext cx="40767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8"/>
          <p:cNvSpPr>
            <a:spLocks noGrp="1"/>
          </p:cNvSpPr>
          <p:nvPr>
            <p:ph type="pic" idx="2"/>
          </p:nvPr>
        </p:nvSpPr>
        <p:spPr>
          <a:xfrm>
            <a:off x="3862175" y="2786075"/>
            <a:ext cx="4948500" cy="2357400"/>
          </a:xfrm>
          <a:prstGeom prst="rect">
            <a:avLst/>
          </a:prstGeom>
          <a:noFill/>
          <a:ln>
            <a:noFill/>
          </a:ln>
        </p:spPr>
      </p:sp>
      <p:sp>
        <p:nvSpPr>
          <p:cNvPr id="117" name="Google Shape;117;p18"/>
          <p:cNvSpPr>
            <a:spLocks noGrp="1"/>
          </p:cNvSpPr>
          <p:nvPr>
            <p:ph type="pic" idx="3"/>
          </p:nvPr>
        </p:nvSpPr>
        <p:spPr>
          <a:xfrm flipH="1">
            <a:off x="333274" y="366800"/>
            <a:ext cx="3528900" cy="4781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10_1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9"/>
          <p:cNvSpPr txBox="1">
            <a:spLocks noGrp="1"/>
          </p:cNvSpPr>
          <p:nvPr>
            <p:ph type="title"/>
          </p:nvPr>
        </p:nvSpPr>
        <p:spPr>
          <a:xfrm>
            <a:off x="713250" y="445025"/>
            <a:ext cx="7623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9"/>
          <p:cNvSpPr txBox="1">
            <a:spLocks noGrp="1"/>
          </p:cNvSpPr>
          <p:nvPr>
            <p:ph type="body" idx="1"/>
          </p:nvPr>
        </p:nvSpPr>
        <p:spPr>
          <a:xfrm>
            <a:off x="713250" y="1281553"/>
            <a:ext cx="7717500" cy="30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121" name="Google Shape;121;p19"/>
          <p:cNvGrpSpPr/>
          <p:nvPr/>
        </p:nvGrpSpPr>
        <p:grpSpPr>
          <a:xfrm>
            <a:off x="329313" y="-30000"/>
            <a:ext cx="8489338" cy="5203500"/>
            <a:chOff x="329313" y="-30000"/>
            <a:chExt cx="8489338" cy="5203500"/>
          </a:xfrm>
        </p:grpSpPr>
        <p:cxnSp>
          <p:nvCxnSpPr>
            <p:cNvPr id="122" name="Google Shape;122;p19"/>
            <p:cNvCxnSpPr/>
            <p:nvPr/>
          </p:nvCxnSpPr>
          <p:spPr>
            <a:xfrm rot="5400000">
              <a:off x="-2272437" y="2571750"/>
              <a:ext cx="5203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3" name="Google Shape;123;p19"/>
            <p:cNvCxnSpPr/>
            <p:nvPr/>
          </p:nvCxnSpPr>
          <p:spPr>
            <a:xfrm rot="5400000">
              <a:off x="6216900" y="2571750"/>
              <a:ext cx="5203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22"/>
          <p:cNvSpPr txBox="1">
            <a:spLocks noGrp="1"/>
          </p:cNvSpPr>
          <p:nvPr>
            <p:ph type="subTitle" idx="1"/>
          </p:nvPr>
        </p:nvSpPr>
        <p:spPr>
          <a:xfrm>
            <a:off x="3423150" y="1496525"/>
            <a:ext cx="50043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2"/>
          <p:cNvSpPr txBox="1">
            <a:spLocks noGrp="1"/>
          </p:cNvSpPr>
          <p:nvPr>
            <p:ph type="subTitle" idx="2"/>
          </p:nvPr>
        </p:nvSpPr>
        <p:spPr>
          <a:xfrm>
            <a:off x="3423150" y="2441513"/>
            <a:ext cx="50043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22"/>
          <p:cNvSpPr txBox="1">
            <a:spLocks noGrp="1"/>
          </p:cNvSpPr>
          <p:nvPr>
            <p:ph type="subTitle" idx="3"/>
          </p:nvPr>
        </p:nvSpPr>
        <p:spPr>
          <a:xfrm>
            <a:off x="3423150" y="3386513"/>
            <a:ext cx="50043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22"/>
          <p:cNvSpPr txBox="1">
            <a:spLocks noGrp="1"/>
          </p:cNvSpPr>
          <p:nvPr>
            <p:ph type="subTitle" idx="4"/>
          </p:nvPr>
        </p:nvSpPr>
        <p:spPr>
          <a:xfrm>
            <a:off x="716550" y="1619675"/>
            <a:ext cx="27066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42" name="Google Shape;142;p22"/>
          <p:cNvSpPr txBox="1">
            <a:spLocks noGrp="1"/>
          </p:cNvSpPr>
          <p:nvPr>
            <p:ph type="subTitle" idx="5"/>
          </p:nvPr>
        </p:nvSpPr>
        <p:spPr>
          <a:xfrm>
            <a:off x="716554" y="2564663"/>
            <a:ext cx="27066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43" name="Google Shape;143;p22"/>
          <p:cNvSpPr txBox="1">
            <a:spLocks noGrp="1"/>
          </p:cNvSpPr>
          <p:nvPr>
            <p:ph type="subTitle" idx="6"/>
          </p:nvPr>
        </p:nvSpPr>
        <p:spPr>
          <a:xfrm>
            <a:off x="716550" y="3509663"/>
            <a:ext cx="27045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144" name="Google Shape;144;p22"/>
          <p:cNvGrpSpPr/>
          <p:nvPr/>
        </p:nvGrpSpPr>
        <p:grpSpPr>
          <a:xfrm>
            <a:off x="-17547" y="372550"/>
            <a:ext cx="9179094" cy="4398425"/>
            <a:chOff x="-17547" y="372550"/>
            <a:chExt cx="9179094" cy="4398425"/>
          </a:xfrm>
        </p:grpSpPr>
        <p:cxnSp>
          <p:nvCxnSpPr>
            <p:cNvPr id="145" name="Google Shape;145;p22"/>
            <p:cNvCxnSpPr/>
            <p:nvPr/>
          </p:nvCxnSpPr>
          <p:spPr>
            <a:xfrm>
              <a:off x="-17547" y="372550"/>
              <a:ext cx="9174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6" name="Google Shape;146;p22"/>
            <p:cNvCxnSpPr/>
            <p:nvPr/>
          </p:nvCxnSpPr>
          <p:spPr>
            <a:xfrm>
              <a:off x="-11553" y="4770975"/>
              <a:ext cx="9173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23"/>
          <p:cNvSpPr txBox="1">
            <a:spLocks noGrp="1"/>
          </p:cNvSpPr>
          <p:nvPr>
            <p:ph type="subTitle" idx="1"/>
          </p:nvPr>
        </p:nvSpPr>
        <p:spPr>
          <a:xfrm>
            <a:off x="1152409" y="1741546"/>
            <a:ext cx="3295800" cy="9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23"/>
          <p:cNvSpPr txBox="1">
            <a:spLocks noGrp="1"/>
          </p:cNvSpPr>
          <p:nvPr>
            <p:ph type="subTitle" idx="2"/>
          </p:nvPr>
        </p:nvSpPr>
        <p:spPr>
          <a:xfrm>
            <a:off x="4695792" y="1741546"/>
            <a:ext cx="3295800" cy="9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23"/>
          <p:cNvSpPr txBox="1">
            <a:spLocks noGrp="1"/>
          </p:cNvSpPr>
          <p:nvPr>
            <p:ph type="subTitle" idx="3"/>
          </p:nvPr>
        </p:nvSpPr>
        <p:spPr>
          <a:xfrm>
            <a:off x="1152409" y="3429811"/>
            <a:ext cx="3295800" cy="9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23"/>
          <p:cNvSpPr txBox="1">
            <a:spLocks noGrp="1"/>
          </p:cNvSpPr>
          <p:nvPr>
            <p:ph type="subTitle" idx="4"/>
          </p:nvPr>
        </p:nvSpPr>
        <p:spPr>
          <a:xfrm>
            <a:off x="4695792" y="3429811"/>
            <a:ext cx="3291300" cy="9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23"/>
          <p:cNvSpPr txBox="1">
            <a:spLocks noGrp="1"/>
          </p:cNvSpPr>
          <p:nvPr>
            <p:ph type="subTitle" idx="5"/>
          </p:nvPr>
        </p:nvSpPr>
        <p:spPr>
          <a:xfrm>
            <a:off x="1152408" y="1248938"/>
            <a:ext cx="32958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0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400" b="1"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400" b="1"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400" b="1"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400" b="1"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400" b="1"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400" b="1"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400" b="1"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400" b="1"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>
            <a:endParaRPr/>
          </a:p>
        </p:txBody>
      </p:sp>
      <p:sp>
        <p:nvSpPr>
          <p:cNvPr id="154" name="Google Shape;154;p23"/>
          <p:cNvSpPr txBox="1">
            <a:spLocks noGrp="1"/>
          </p:cNvSpPr>
          <p:nvPr>
            <p:ph type="subTitle" idx="6"/>
          </p:nvPr>
        </p:nvSpPr>
        <p:spPr>
          <a:xfrm>
            <a:off x="1152408" y="2937202"/>
            <a:ext cx="32958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0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400" b="1"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400" b="1"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400" b="1"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400" b="1"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400" b="1"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400" b="1"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400" b="1"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400" b="1"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>
            <a:endParaRPr/>
          </a:p>
        </p:txBody>
      </p:sp>
      <p:sp>
        <p:nvSpPr>
          <p:cNvPr id="155" name="Google Shape;155;p23"/>
          <p:cNvSpPr txBox="1">
            <a:spLocks noGrp="1"/>
          </p:cNvSpPr>
          <p:nvPr>
            <p:ph type="subTitle" idx="7"/>
          </p:nvPr>
        </p:nvSpPr>
        <p:spPr>
          <a:xfrm>
            <a:off x="4695761" y="1248938"/>
            <a:ext cx="32958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0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400" b="1"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400" b="1"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400" b="1"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400" b="1"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400" b="1"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400" b="1"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400" b="1"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400" b="1"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>
            <a:endParaRPr/>
          </a:p>
        </p:txBody>
      </p:sp>
      <p:sp>
        <p:nvSpPr>
          <p:cNvPr id="156" name="Google Shape;156;p23"/>
          <p:cNvSpPr txBox="1">
            <a:spLocks noGrp="1"/>
          </p:cNvSpPr>
          <p:nvPr>
            <p:ph type="subTitle" idx="8"/>
          </p:nvPr>
        </p:nvSpPr>
        <p:spPr>
          <a:xfrm>
            <a:off x="4695762" y="2937202"/>
            <a:ext cx="32913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0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400" b="1"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400" b="1"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400" b="1"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400" b="1"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400" b="1"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400" b="1"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400" b="1"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400" b="1"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>
            <a:endParaRPr/>
          </a:p>
        </p:txBody>
      </p:sp>
      <p:grpSp>
        <p:nvGrpSpPr>
          <p:cNvPr id="157" name="Google Shape;157;p23"/>
          <p:cNvGrpSpPr/>
          <p:nvPr/>
        </p:nvGrpSpPr>
        <p:grpSpPr>
          <a:xfrm>
            <a:off x="-17547" y="372550"/>
            <a:ext cx="9179094" cy="4398425"/>
            <a:chOff x="-17547" y="372550"/>
            <a:chExt cx="9179094" cy="4398425"/>
          </a:xfrm>
        </p:grpSpPr>
        <p:cxnSp>
          <p:nvCxnSpPr>
            <p:cNvPr id="158" name="Google Shape;158;p23"/>
            <p:cNvCxnSpPr/>
            <p:nvPr/>
          </p:nvCxnSpPr>
          <p:spPr>
            <a:xfrm>
              <a:off x="-17547" y="372550"/>
              <a:ext cx="9174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9" name="Google Shape;159;p23"/>
            <p:cNvCxnSpPr/>
            <p:nvPr/>
          </p:nvCxnSpPr>
          <p:spPr>
            <a:xfrm>
              <a:off x="-11553" y="4770975"/>
              <a:ext cx="9173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24"/>
          <p:cNvSpPr txBox="1">
            <a:spLocks noGrp="1"/>
          </p:cNvSpPr>
          <p:nvPr>
            <p:ph type="subTitle" idx="1"/>
          </p:nvPr>
        </p:nvSpPr>
        <p:spPr>
          <a:xfrm>
            <a:off x="713065" y="1808037"/>
            <a:ext cx="2469300" cy="9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24"/>
          <p:cNvSpPr txBox="1">
            <a:spLocks noGrp="1"/>
          </p:cNvSpPr>
          <p:nvPr>
            <p:ph type="subTitle" idx="2"/>
          </p:nvPr>
        </p:nvSpPr>
        <p:spPr>
          <a:xfrm>
            <a:off x="3282140" y="1808042"/>
            <a:ext cx="2579700" cy="9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24"/>
          <p:cNvSpPr txBox="1">
            <a:spLocks noGrp="1"/>
          </p:cNvSpPr>
          <p:nvPr>
            <p:ph type="subTitle" idx="3"/>
          </p:nvPr>
        </p:nvSpPr>
        <p:spPr>
          <a:xfrm>
            <a:off x="713065" y="3335414"/>
            <a:ext cx="2469300" cy="9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24"/>
          <p:cNvSpPr txBox="1">
            <a:spLocks noGrp="1"/>
          </p:cNvSpPr>
          <p:nvPr>
            <p:ph type="subTitle" idx="4"/>
          </p:nvPr>
        </p:nvSpPr>
        <p:spPr>
          <a:xfrm>
            <a:off x="3282140" y="3335414"/>
            <a:ext cx="2579700" cy="9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24"/>
          <p:cNvSpPr txBox="1">
            <a:spLocks noGrp="1"/>
          </p:cNvSpPr>
          <p:nvPr>
            <p:ph type="subTitle" idx="5"/>
          </p:nvPr>
        </p:nvSpPr>
        <p:spPr>
          <a:xfrm>
            <a:off x="5961617" y="1808038"/>
            <a:ext cx="2469300" cy="9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24"/>
          <p:cNvSpPr txBox="1">
            <a:spLocks noGrp="1"/>
          </p:cNvSpPr>
          <p:nvPr>
            <p:ph type="subTitle" idx="6"/>
          </p:nvPr>
        </p:nvSpPr>
        <p:spPr>
          <a:xfrm>
            <a:off x="5961635" y="3335413"/>
            <a:ext cx="2469300" cy="9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24"/>
          <p:cNvSpPr txBox="1">
            <a:spLocks noGrp="1"/>
          </p:cNvSpPr>
          <p:nvPr>
            <p:ph type="subTitle" idx="7"/>
          </p:nvPr>
        </p:nvSpPr>
        <p:spPr>
          <a:xfrm>
            <a:off x="713065" y="1315432"/>
            <a:ext cx="24693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0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400" b="1"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400" b="1"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400" b="1"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400" b="1"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400" b="1"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400" b="1"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400" b="1"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400" b="1"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>
            <a:endParaRPr/>
          </a:p>
        </p:txBody>
      </p:sp>
      <p:sp>
        <p:nvSpPr>
          <p:cNvPr id="169" name="Google Shape;169;p24"/>
          <p:cNvSpPr txBox="1">
            <a:spLocks noGrp="1"/>
          </p:cNvSpPr>
          <p:nvPr>
            <p:ph type="subTitle" idx="8"/>
          </p:nvPr>
        </p:nvSpPr>
        <p:spPr>
          <a:xfrm>
            <a:off x="3282141" y="1315432"/>
            <a:ext cx="25773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0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400" b="1"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400" b="1"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400" b="1"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400" b="1"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400" b="1"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400" b="1"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400" b="1"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400" b="1"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>
            <a:endParaRPr/>
          </a:p>
        </p:txBody>
      </p:sp>
      <p:sp>
        <p:nvSpPr>
          <p:cNvPr id="170" name="Google Shape;170;p24"/>
          <p:cNvSpPr txBox="1">
            <a:spLocks noGrp="1"/>
          </p:cNvSpPr>
          <p:nvPr>
            <p:ph type="subTitle" idx="9"/>
          </p:nvPr>
        </p:nvSpPr>
        <p:spPr>
          <a:xfrm>
            <a:off x="5961620" y="1315432"/>
            <a:ext cx="24669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0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400" b="1"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400" b="1"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400" b="1"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400" b="1"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400" b="1"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400" b="1"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400" b="1"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400" b="1"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>
            <a:endParaRPr/>
          </a:p>
        </p:txBody>
      </p:sp>
      <p:sp>
        <p:nvSpPr>
          <p:cNvPr id="171" name="Google Shape;171;p24"/>
          <p:cNvSpPr txBox="1">
            <a:spLocks noGrp="1"/>
          </p:cNvSpPr>
          <p:nvPr>
            <p:ph type="subTitle" idx="13"/>
          </p:nvPr>
        </p:nvSpPr>
        <p:spPr>
          <a:xfrm>
            <a:off x="713065" y="2842822"/>
            <a:ext cx="24693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0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400" b="1"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400" b="1"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400" b="1"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400" b="1"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400" b="1"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400" b="1"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400" b="1"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400" b="1"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>
            <a:endParaRPr/>
          </a:p>
        </p:txBody>
      </p:sp>
      <p:sp>
        <p:nvSpPr>
          <p:cNvPr id="172" name="Google Shape;172;p24"/>
          <p:cNvSpPr txBox="1">
            <a:spLocks noGrp="1"/>
          </p:cNvSpPr>
          <p:nvPr>
            <p:ph type="subTitle" idx="14"/>
          </p:nvPr>
        </p:nvSpPr>
        <p:spPr>
          <a:xfrm>
            <a:off x="3282141" y="2842818"/>
            <a:ext cx="25773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0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400" b="1"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400" b="1"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400" b="1"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400" b="1"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400" b="1"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400" b="1"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400" b="1"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400" b="1"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>
            <a:endParaRPr/>
          </a:p>
        </p:txBody>
      </p:sp>
      <p:sp>
        <p:nvSpPr>
          <p:cNvPr id="173" name="Google Shape;173;p24"/>
          <p:cNvSpPr txBox="1">
            <a:spLocks noGrp="1"/>
          </p:cNvSpPr>
          <p:nvPr>
            <p:ph type="subTitle" idx="15"/>
          </p:nvPr>
        </p:nvSpPr>
        <p:spPr>
          <a:xfrm>
            <a:off x="5961620" y="2842812"/>
            <a:ext cx="24693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0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400" b="1"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400" b="1"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400" b="1"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400" b="1"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400" b="1"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400" b="1"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400" b="1"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400" b="1"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>
            <a:endParaRPr/>
          </a:p>
        </p:txBody>
      </p:sp>
      <p:grpSp>
        <p:nvGrpSpPr>
          <p:cNvPr id="174" name="Google Shape;174;p24"/>
          <p:cNvGrpSpPr/>
          <p:nvPr/>
        </p:nvGrpSpPr>
        <p:grpSpPr>
          <a:xfrm>
            <a:off x="329313" y="-30000"/>
            <a:ext cx="8489338" cy="5203500"/>
            <a:chOff x="329313" y="-30000"/>
            <a:chExt cx="8489338" cy="5203500"/>
          </a:xfrm>
        </p:grpSpPr>
        <p:cxnSp>
          <p:nvCxnSpPr>
            <p:cNvPr id="175" name="Google Shape;175;p24"/>
            <p:cNvCxnSpPr/>
            <p:nvPr/>
          </p:nvCxnSpPr>
          <p:spPr>
            <a:xfrm rot="5400000">
              <a:off x="-2272437" y="2571750"/>
              <a:ext cx="5203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6" name="Google Shape;176;p24"/>
            <p:cNvCxnSpPr/>
            <p:nvPr/>
          </p:nvCxnSpPr>
          <p:spPr>
            <a:xfrm rot="5400000">
              <a:off x="6216900" y="2571750"/>
              <a:ext cx="5203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oogle Shape;178;p25"/>
          <p:cNvGrpSpPr/>
          <p:nvPr/>
        </p:nvGrpSpPr>
        <p:grpSpPr>
          <a:xfrm>
            <a:off x="-4800" y="372538"/>
            <a:ext cx="8791541" cy="4402838"/>
            <a:chOff x="-4800" y="372538"/>
            <a:chExt cx="8791541" cy="4402838"/>
          </a:xfrm>
        </p:grpSpPr>
        <p:cxnSp>
          <p:nvCxnSpPr>
            <p:cNvPr id="179" name="Google Shape;179;p25"/>
            <p:cNvCxnSpPr/>
            <p:nvPr/>
          </p:nvCxnSpPr>
          <p:spPr>
            <a:xfrm>
              <a:off x="-4800" y="372538"/>
              <a:ext cx="87876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0" name="Google Shape;180;p25"/>
            <p:cNvCxnSpPr/>
            <p:nvPr/>
          </p:nvCxnSpPr>
          <p:spPr>
            <a:xfrm>
              <a:off x="941" y="4770963"/>
              <a:ext cx="8785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1" name="Google Shape;181;p25"/>
            <p:cNvCxnSpPr/>
            <p:nvPr/>
          </p:nvCxnSpPr>
          <p:spPr>
            <a:xfrm>
              <a:off x="333275" y="377375"/>
              <a:ext cx="0" cy="4398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82" name="Google Shape;182;p25"/>
          <p:cNvSpPr txBox="1">
            <a:spLocks noGrp="1"/>
          </p:cNvSpPr>
          <p:nvPr>
            <p:ph type="title"/>
          </p:nvPr>
        </p:nvSpPr>
        <p:spPr>
          <a:xfrm>
            <a:off x="713250" y="539500"/>
            <a:ext cx="4243800" cy="129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25"/>
          <p:cNvSpPr txBox="1">
            <a:spLocks noGrp="1"/>
          </p:cNvSpPr>
          <p:nvPr>
            <p:ph type="subTitle" idx="1"/>
          </p:nvPr>
        </p:nvSpPr>
        <p:spPr>
          <a:xfrm>
            <a:off x="713225" y="1656202"/>
            <a:ext cx="4020300" cy="116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25"/>
          <p:cNvSpPr>
            <a:spLocks noGrp="1"/>
          </p:cNvSpPr>
          <p:nvPr>
            <p:ph type="pic" idx="2"/>
          </p:nvPr>
        </p:nvSpPr>
        <p:spPr>
          <a:xfrm flipH="1">
            <a:off x="5285675" y="365760"/>
            <a:ext cx="3528900" cy="4781100"/>
          </a:xfrm>
          <a:prstGeom prst="rect">
            <a:avLst/>
          </a:prstGeom>
          <a:noFill/>
          <a:ln>
            <a:noFill/>
          </a:ln>
        </p:spPr>
      </p:sp>
      <p:sp>
        <p:nvSpPr>
          <p:cNvPr id="185" name="Google Shape;185;p25"/>
          <p:cNvSpPr txBox="1"/>
          <p:nvPr/>
        </p:nvSpPr>
        <p:spPr>
          <a:xfrm>
            <a:off x="713275" y="3566498"/>
            <a:ext cx="3582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CREDITS:</a:t>
            </a: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This presentation template was created by </a:t>
            </a:r>
            <a:r>
              <a:rPr lang="en" sz="1000" b="1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2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includes, infographics &amp; images by </a:t>
            </a:r>
            <a:r>
              <a:rPr lang="en" sz="1000" b="1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sz="1000" b="1" u="sng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" name="Google Shape;187;p26"/>
          <p:cNvGrpSpPr/>
          <p:nvPr/>
        </p:nvGrpSpPr>
        <p:grpSpPr>
          <a:xfrm>
            <a:off x="329313" y="-30000"/>
            <a:ext cx="8489338" cy="5203500"/>
            <a:chOff x="329313" y="-30000"/>
            <a:chExt cx="8489338" cy="5203500"/>
          </a:xfrm>
        </p:grpSpPr>
        <p:cxnSp>
          <p:nvCxnSpPr>
            <p:cNvPr id="188" name="Google Shape;188;p26"/>
            <p:cNvCxnSpPr/>
            <p:nvPr/>
          </p:nvCxnSpPr>
          <p:spPr>
            <a:xfrm rot="5400000">
              <a:off x="-2272437" y="2571750"/>
              <a:ext cx="5203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9" name="Google Shape;189;p26"/>
            <p:cNvCxnSpPr/>
            <p:nvPr/>
          </p:nvCxnSpPr>
          <p:spPr>
            <a:xfrm rot="5400000">
              <a:off x="6216900" y="2571750"/>
              <a:ext cx="5203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1" name="Google Shape;191;p27"/>
          <p:cNvGrpSpPr/>
          <p:nvPr/>
        </p:nvGrpSpPr>
        <p:grpSpPr>
          <a:xfrm>
            <a:off x="-17547" y="372550"/>
            <a:ext cx="9179094" cy="4398425"/>
            <a:chOff x="-17547" y="372550"/>
            <a:chExt cx="9179094" cy="4398425"/>
          </a:xfrm>
        </p:grpSpPr>
        <p:cxnSp>
          <p:nvCxnSpPr>
            <p:cNvPr id="192" name="Google Shape;192;p27"/>
            <p:cNvCxnSpPr/>
            <p:nvPr/>
          </p:nvCxnSpPr>
          <p:spPr>
            <a:xfrm>
              <a:off x="-17547" y="372550"/>
              <a:ext cx="9174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3" name="Google Shape;193;p27"/>
            <p:cNvCxnSpPr/>
            <p:nvPr/>
          </p:nvCxnSpPr>
          <p:spPr>
            <a:xfrm>
              <a:off x="-11553" y="4770975"/>
              <a:ext cx="9173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erif Display"/>
              <a:buNone/>
              <a:defRPr sz="30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0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2" r:id="rId14"/>
    <p:sldLayoutId id="2147483663" r:id="rId15"/>
    <p:sldLayoutId id="2147483664" r:id="rId16"/>
    <p:sldLayoutId id="2147483665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reepik.com/?utm_source=slidesgo_template&amp;utm_medium=referral-link&amp;utm_campaign=promo-slide&amp;utm_term=slidesgo&amp;utm_content=freepik" TargetMode="External"/><Relationship Id="rId3" Type="http://schemas.openxmlformats.org/officeDocument/2006/relationships/slide" Target="slide19.xml"/><Relationship Id="rId7" Type="http://schemas.openxmlformats.org/officeDocument/2006/relationships/hyperlink" Target="http://bit.ly/33VAFh3" TargetMode="External"/><Relationship Id="rId12" Type="http://schemas.openxmlformats.org/officeDocument/2006/relationships/hyperlink" Target="https://www.videvo.net/?utm_source=slidesgo_template&amp;utm_medium=referral-link&amp;utm_campaign=sg_resources&amp;utm_content=videvo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://bit.ly/30B07Gq" TargetMode="External"/><Relationship Id="rId11" Type="http://schemas.openxmlformats.org/officeDocument/2006/relationships/hyperlink" Target="https://wepik.com/?utm_source=slidesgo_template&amp;utm_medium=referral-link&amp;utm_campaign=promo-slide&amp;utm_term=slidesgo&amp;utm_content=wepik" TargetMode="External"/><Relationship Id="rId5" Type="http://schemas.openxmlformats.org/officeDocument/2006/relationships/hyperlink" Target="https://bit.ly/3A1uf1Q" TargetMode="External"/><Relationship Id="rId10" Type="http://schemas.openxmlformats.org/officeDocument/2006/relationships/hyperlink" Target="https://storyset.com/?utm_source=slidesgo_template&amp;utm_medium=referral-link&amp;utm_campaign=promo-slide&amp;utm_term=slidesgo&amp;utm_content=storyset" TargetMode="External"/><Relationship Id="rId4" Type="http://schemas.openxmlformats.org/officeDocument/2006/relationships/hyperlink" Target="https://slidesgo.com/slidesgo-school/presentation-tips/how-to-edit-the-master-slides-in-our-templates?utm_source=slidesgo_template&amp;utm_medium=referral-link&amp;utm_campaign=how-to-edit-the-master-slides-in-our-templates&amp;utm_term=slidesgo-school&amp;utm_content=how-to-edit-the-master-slides-in-our-templates" TargetMode="External"/><Relationship Id="rId9" Type="http://schemas.openxmlformats.org/officeDocument/2006/relationships/hyperlink" Target="https://www.flaticon.com/?utm_source=slidesgo_template&amp;utm_medium=referral-link&amp;utm_campaign=promo-slide&amp;utm_term=slidesgo&amp;utm_content=flaticon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wYHICzW3ROwJtL-B90hCnlW9HIiPYAJZIc1qR7ZmR2w/copy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slidesgo.com/slidesgo-school/presentation-tips/how-to-modify-a-graph-in-our-templates?utm_source=slidesgo_template&amp;utm_medium=referral-link&amp;utm_campaign=how-to-modify-a-graph-in-our-templates&amp;utm_term=slidesgo-school&amp;utm_content=how-to-modify-a-graph-in-our-templates" TargetMode="External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1"/>
          <p:cNvSpPr/>
          <p:nvPr/>
        </p:nvSpPr>
        <p:spPr>
          <a:xfrm>
            <a:off x="5285738" y="359119"/>
            <a:ext cx="3528900" cy="4781100"/>
          </a:xfrm>
          <a:prstGeom prst="rect">
            <a:avLst/>
          </a:prstGeom>
          <a:solidFill>
            <a:srgbClr val="485A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31"/>
          <p:cNvSpPr txBox="1">
            <a:spLocks noGrp="1"/>
          </p:cNvSpPr>
          <p:nvPr>
            <p:ph type="ctrTitle"/>
          </p:nvPr>
        </p:nvSpPr>
        <p:spPr>
          <a:xfrm>
            <a:off x="484625" y="1080000"/>
            <a:ext cx="4649700" cy="221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Sage Green Palette Portfolio</a:t>
            </a:r>
            <a:endParaRPr/>
          </a:p>
        </p:txBody>
      </p:sp>
      <p:sp>
        <p:nvSpPr>
          <p:cNvPr id="206" name="Google Shape;206;p31"/>
          <p:cNvSpPr txBox="1">
            <a:spLocks noGrp="1"/>
          </p:cNvSpPr>
          <p:nvPr>
            <p:ph type="subTitle" idx="1"/>
          </p:nvPr>
        </p:nvSpPr>
        <p:spPr>
          <a:xfrm>
            <a:off x="484625" y="3296400"/>
            <a:ext cx="3876000" cy="6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is where your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presentation begins</a:t>
            </a:r>
            <a:endParaRPr/>
          </a:p>
        </p:txBody>
      </p:sp>
      <p:sp>
        <p:nvSpPr>
          <p:cNvPr id="2" name="Рисунок 1"/>
          <p:cNvSpPr>
            <a:spLocks noGrp="1"/>
          </p:cNvSpPr>
          <p:nvPr>
            <p:ph type="pic" idx="2"/>
          </p:nvPr>
        </p:nvSpPr>
        <p:spPr/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Contents of this template</a:t>
            </a:r>
            <a:endParaRPr/>
          </a:p>
        </p:txBody>
      </p:sp>
      <p:sp>
        <p:nvSpPr>
          <p:cNvPr id="213" name="Google Shape;213;p32"/>
          <p:cNvSpPr txBox="1">
            <a:spLocks noGrp="1"/>
          </p:cNvSpPr>
          <p:nvPr>
            <p:ph type="subTitle" idx="1"/>
          </p:nvPr>
        </p:nvSpPr>
        <p:spPr>
          <a:xfrm>
            <a:off x="720000" y="1101025"/>
            <a:ext cx="7704000" cy="3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You can delete this slide when you’re done editing the presentation</a:t>
            </a:r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214" name="Google Shape;214;p32"/>
          <p:cNvGraphicFramePr/>
          <p:nvPr/>
        </p:nvGraphicFramePr>
        <p:xfrm>
          <a:off x="720000" y="1614825"/>
          <a:ext cx="7704000" cy="2169150"/>
        </p:xfrm>
        <a:graphic>
          <a:graphicData uri="http://schemas.openxmlformats.org/drawingml/2006/table">
            <a:tbl>
              <a:tblPr>
                <a:noFill/>
                <a:tableStyleId>{5C5BAD26-6C78-4C24-A766-93DB2C22D273}</a:tableStyleId>
              </a:tblPr>
              <a:tblGrid>
                <a:gridCol w="250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0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sng">
                          <a:solidFill>
                            <a:schemeClr val="dk1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  <a:hlinkClick r:id="" action="ppaction://noaction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Fonts</a:t>
                      </a:r>
                      <a:endParaRPr sz="1000" u="sng">
                        <a:solidFill>
                          <a:schemeClr val="dk1"/>
                        </a:solidFill>
                        <a:latin typeface="DM Serif Display"/>
                        <a:ea typeface="DM Serif Display"/>
                        <a:cs typeface="DM Serif Display"/>
                        <a:sym typeface="DM Serif Display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To view this template correctly in PowerPoint, download and install the fonts we used</a:t>
                      </a: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sng">
                          <a:solidFill>
                            <a:schemeClr val="dk1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  <a:hlinkClick r:id="" action="ppaction://noaction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Used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 and </a:t>
                      </a:r>
                      <a:r>
                        <a:rPr lang="en" sz="1000" u="sng">
                          <a:solidFill>
                            <a:schemeClr val="dk1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  <a:hlinkClick r:id="" action="ppaction://noaction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alternative</a:t>
                      </a:r>
                      <a:r>
                        <a:rPr lang="en" sz="1000" u="sng">
                          <a:solidFill>
                            <a:schemeClr val="dk1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  <a:hlinkClick r:id="" action="ppaction://noaction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 resources</a:t>
                      </a:r>
                      <a:endParaRPr sz="1000" u="sng">
                        <a:solidFill>
                          <a:schemeClr val="dk1"/>
                        </a:solidFill>
                        <a:latin typeface="DM Serif Display"/>
                        <a:ea typeface="DM Serif Display"/>
                        <a:cs typeface="DM Serif Display"/>
                        <a:sym typeface="DM Serif Display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An assortment of graphic resources that are suitable for use in this presentation</a:t>
                      </a: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sng">
                          <a:solidFill>
                            <a:schemeClr val="dk1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  <a:hlinkClick r:id="rId3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Thanks slide</a:t>
                      </a:r>
                      <a:endParaRPr sz="1000" u="sng">
                        <a:solidFill>
                          <a:schemeClr val="dk1"/>
                        </a:solidFill>
                        <a:latin typeface="DM Serif Display"/>
                        <a:ea typeface="DM Serif Display"/>
                        <a:cs typeface="DM Serif Display"/>
                        <a:sym typeface="DM Serif Display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You must keep it so that proper credits for our design are given</a:t>
                      </a: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sng">
                          <a:solidFill>
                            <a:schemeClr val="dk1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  <a:hlinkClick r:id="" action="ppaction://noaction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Colors</a:t>
                      </a:r>
                      <a:endParaRPr sz="1000" u="sng">
                        <a:solidFill>
                          <a:schemeClr val="dk1"/>
                        </a:solidFill>
                        <a:latin typeface="DM Serif Display"/>
                        <a:ea typeface="DM Serif Display"/>
                        <a:cs typeface="DM Serif Display"/>
                        <a:sym typeface="DM Serif Display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All the colors used in this presentation</a:t>
                      </a: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sng">
                          <a:solidFill>
                            <a:schemeClr val="dk1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  <a:hlinkClick r:id="" action="ppaction://noaction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Icons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 and </a:t>
                      </a:r>
                      <a:r>
                        <a:rPr lang="en" sz="1000" u="sng">
                          <a:solidFill>
                            <a:schemeClr val="dk1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  <a:hlinkClick r:id="" action="ppaction://noaction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infographic resources</a:t>
                      </a:r>
                      <a:endParaRPr sz="1000" u="sng">
                        <a:solidFill>
                          <a:schemeClr val="dk1"/>
                        </a:solidFill>
                        <a:latin typeface="DM Serif Display"/>
                        <a:ea typeface="DM Serif Display"/>
                        <a:cs typeface="DM Serif Display"/>
                        <a:sym typeface="DM Serif Display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These can be used in the template, and their size and color can be edited</a:t>
                      </a: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Editable presentation theme </a:t>
                      </a:r>
                      <a:endParaRPr sz="1000">
                        <a:solidFill>
                          <a:schemeClr val="dk1"/>
                        </a:solidFill>
                        <a:latin typeface="DM Serif Display"/>
                        <a:ea typeface="DM Serif Display"/>
                        <a:cs typeface="DM Serif Display"/>
                        <a:sym typeface="DM Serif Display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You can edit the master slides easily. For more info, click </a:t>
                      </a:r>
                      <a:r>
                        <a:rPr lang="en" sz="1000" b="1" u="sng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here</a:t>
                      </a: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15" name="Google Shape;215;p32"/>
          <p:cNvSpPr txBox="1"/>
          <p:nvPr/>
        </p:nvSpPr>
        <p:spPr>
          <a:xfrm>
            <a:off x="713213" y="4133675"/>
            <a:ext cx="1713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For more info:</a:t>
            </a:r>
            <a:r>
              <a:rPr lang="en" sz="1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/>
            </a:r>
            <a:br>
              <a:rPr lang="en" sz="1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n" sz="1000" b="1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5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Slidesgo</a:t>
            </a:r>
            <a:r>
              <a:rPr lang="en" sz="1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| </a:t>
            </a:r>
            <a:r>
              <a:rPr lang="en" sz="1000" b="1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6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Blog</a:t>
            </a:r>
            <a:r>
              <a:rPr lang="en" sz="1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| </a:t>
            </a:r>
            <a:r>
              <a:rPr lang="en" sz="1000" b="1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7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Faqs</a:t>
            </a:r>
            <a:endParaRPr sz="1000" b="1" u="sng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6" name="Google Shape;216;p32"/>
          <p:cNvSpPr txBox="1"/>
          <p:nvPr/>
        </p:nvSpPr>
        <p:spPr>
          <a:xfrm>
            <a:off x="3556987" y="413367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You can visit our sister projects:</a:t>
            </a:r>
            <a:r>
              <a:rPr lang="en" sz="1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/>
            </a:r>
            <a:br>
              <a:rPr lang="en" sz="1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n" sz="1000" b="1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8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Freepik</a:t>
            </a:r>
            <a:r>
              <a:rPr lang="en" sz="1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| </a:t>
            </a:r>
            <a:r>
              <a:rPr lang="en" sz="1000" b="1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9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Flaticon</a:t>
            </a:r>
            <a:r>
              <a:rPr lang="en" sz="1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| </a:t>
            </a:r>
            <a:r>
              <a:rPr lang="en" sz="1000" b="1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10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Storyset</a:t>
            </a:r>
            <a:r>
              <a:rPr lang="en" sz="1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| </a:t>
            </a:r>
            <a:r>
              <a:rPr lang="en" sz="1000" b="1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11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Wepik</a:t>
            </a:r>
            <a:r>
              <a:rPr lang="en" sz="1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| </a:t>
            </a:r>
            <a:r>
              <a:rPr lang="en" sz="1000" b="1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12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Videvo</a:t>
            </a:r>
            <a:endParaRPr sz="10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222" name="Google Shape;222;p33"/>
          <p:cNvSpPr txBox="1">
            <a:spLocks noGrp="1"/>
          </p:cNvSpPr>
          <p:nvPr>
            <p:ph type="title" idx="2"/>
          </p:nvPr>
        </p:nvSpPr>
        <p:spPr>
          <a:xfrm>
            <a:off x="815225" y="1536008"/>
            <a:ext cx="734700" cy="64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23" name="Google Shape;223;p33"/>
          <p:cNvSpPr txBox="1">
            <a:spLocks noGrp="1"/>
          </p:cNvSpPr>
          <p:nvPr>
            <p:ph type="title" idx="3"/>
          </p:nvPr>
        </p:nvSpPr>
        <p:spPr>
          <a:xfrm>
            <a:off x="815225" y="2946541"/>
            <a:ext cx="734700" cy="64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224" name="Google Shape;224;p33"/>
          <p:cNvSpPr txBox="1">
            <a:spLocks noGrp="1"/>
          </p:cNvSpPr>
          <p:nvPr>
            <p:ph type="title" idx="4"/>
          </p:nvPr>
        </p:nvSpPr>
        <p:spPr>
          <a:xfrm>
            <a:off x="3514500" y="1536008"/>
            <a:ext cx="734700" cy="64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25" name="Google Shape;225;p33"/>
          <p:cNvSpPr txBox="1">
            <a:spLocks noGrp="1"/>
          </p:cNvSpPr>
          <p:nvPr>
            <p:ph type="title" idx="5"/>
          </p:nvPr>
        </p:nvSpPr>
        <p:spPr>
          <a:xfrm>
            <a:off x="3514500" y="2946541"/>
            <a:ext cx="734700" cy="64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226" name="Google Shape;226;p33"/>
          <p:cNvSpPr txBox="1">
            <a:spLocks noGrp="1"/>
          </p:cNvSpPr>
          <p:nvPr>
            <p:ph type="title" idx="6"/>
          </p:nvPr>
        </p:nvSpPr>
        <p:spPr>
          <a:xfrm>
            <a:off x="6213775" y="1536008"/>
            <a:ext cx="734700" cy="64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227" name="Google Shape;227;p33"/>
          <p:cNvSpPr txBox="1">
            <a:spLocks noGrp="1"/>
          </p:cNvSpPr>
          <p:nvPr>
            <p:ph type="title" idx="7"/>
          </p:nvPr>
        </p:nvSpPr>
        <p:spPr>
          <a:xfrm>
            <a:off x="6213775" y="2946541"/>
            <a:ext cx="734700" cy="64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228" name="Google Shape;228;p33"/>
          <p:cNvSpPr txBox="1">
            <a:spLocks noGrp="1"/>
          </p:cNvSpPr>
          <p:nvPr>
            <p:ph type="subTitle" idx="1"/>
          </p:nvPr>
        </p:nvSpPr>
        <p:spPr>
          <a:xfrm>
            <a:off x="719975" y="2182500"/>
            <a:ext cx="2305500" cy="4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229" name="Google Shape;229;p33"/>
          <p:cNvSpPr txBox="1">
            <a:spLocks noGrp="1"/>
          </p:cNvSpPr>
          <p:nvPr>
            <p:ph type="subTitle" idx="8"/>
          </p:nvPr>
        </p:nvSpPr>
        <p:spPr>
          <a:xfrm>
            <a:off x="3419250" y="2182500"/>
            <a:ext cx="2305500" cy="4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Resume</a:t>
            </a:r>
            <a:endParaRPr/>
          </a:p>
        </p:txBody>
      </p:sp>
      <p:sp>
        <p:nvSpPr>
          <p:cNvPr id="230" name="Google Shape;230;p33"/>
          <p:cNvSpPr txBox="1">
            <a:spLocks noGrp="1"/>
          </p:cNvSpPr>
          <p:nvPr>
            <p:ph type="subTitle" idx="9"/>
          </p:nvPr>
        </p:nvSpPr>
        <p:spPr>
          <a:xfrm>
            <a:off x="6118525" y="2182500"/>
            <a:ext cx="2305500" cy="4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Cover letter</a:t>
            </a:r>
            <a:endParaRPr/>
          </a:p>
        </p:txBody>
      </p:sp>
      <p:sp>
        <p:nvSpPr>
          <p:cNvPr id="231" name="Google Shape;231;p33"/>
          <p:cNvSpPr txBox="1">
            <a:spLocks noGrp="1"/>
          </p:cNvSpPr>
          <p:nvPr>
            <p:ph type="subTitle" idx="13"/>
          </p:nvPr>
        </p:nvSpPr>
        <p:spPr>
          <a:xfrm>
            <a:off x="719975" y="3593050"/>
            <a:ext cx="2305500" cy="4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My work</a:t>
            </a:r>
            <a:endParaRPr/>
          </a:p>
        </p:txBody>
      </p:sp>
      <p:sp>
        <p:nvSpPr>
          <p:cNvPr id="232" name="Google Shape;232;p33"/>
          <p:cNvSpPr txBox="1">
            <a:spLocks noGrp="1"/>
          </p:cNvSpPr>
          <p:nvPr>
            <p:ph type="subTitle" idx="14"/>
          </p:nvPr>
        </p:nvSpPr>
        <p:spPr>
          <a:xfrm>
            <a:off x="3419250" y="3593050"/>
            <a:ext cx="2305500" cy="4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Previous projects</a:t>
            </a:r>
            <a:endParaRPr/>
          </a:p>
        </p:txBody>
      </p:sp>
      <p:sp>
        <p:nvSpPr>
          <p:cNvPr id="233" name="Google Shape;233;p33"/>
          <p:cNvSpPr txBox="1">
            <a:spLocks noGrp="1"/>
          </p:cNvSpPr>
          <p:nvPr>
            <p:ph type="subTitle" idx="15"/>
          </p:nvPr>
        </p:nvSpPr>
        <p:spPr>
          <a:xfrm>
            <a:off x="6118525" y="3593050"/>
            <a:ext cx="2305500" cy="4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4"/>
          <p:cNvSpPr txBox="1">
            <a:spLocks noGrp="1"/>
          </p:cNvSpPr>
          <p:nvPr>
            <p:ph type="title"/>
          </p:nvPr>
        </p:nvSpPr>
        <p:spPr>
          <a:xfrm>
            <a:off x="4004050" y="448050"/>
            <a:ext cx="4284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Contents of a portfolio</a:t>
            </a:r>
            <a:endParaRPr/>
          </a:p>
        </p:txBody>
      </p:sp>
      <p:sp>
        <p:nvSpPr>
          <p:cNvPr id="239" name="Google Shape;239;p34"/>
          <p:cNvSpPr txBox="1">
            <a:spLocks noGrp="1"/>
          </p:cNvSpPr>
          <p:nvPr>
            <p:ph type="subTitle" idx="1"/>
          </p:nvPr>
        </p:nvSpPr>
        <p:spPr>
          <a:xfrm>
            <a:off x="4004050" y="1511700"/>
            <a:ext cx="4284900" cy="260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portfolio is composed of three main elements:</a:t>
            </a:r>
            <a:endParaRPr/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n" b="1"/>
              <a:t>Content</a:t>
            </a:r>
            <a:r>
              <a:rPr lang="en"/>
              <a:t>: this includes the actual work you want to showcase and can be anything from writing samples to photographs or videos</a:t>
            </a:r>
            <a:endParaRPr/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n" b="1"/>
              <a:t>Design</a:t>
            </a:r>
            <a:r>
              <a:rPr lang="en"/>
              <a:t>: the design should reflect your personality and style while remaining professional. It should also make it easy to navigate the portfolio</a:t>
            </a:r>
            <a:endParaRPr/>
          </a:p>
          <a:p>
            <a:pPr marL="457200" lvl="0" indent="-304800" algn="l" rtl="0">
              <a:spcBef>
                <a:spcPts val="1000"/>
              </a:spcBef>
              <a:spcAft>
                <a:spcPts val="1000"/>
              </a:spcAft>
              <a:buSzPts val="1200"/>
              <a:buChar char="●"/>
            </a:pPr>
            <a:r>
              <a:rPr lang="en" b="1"/>
              <a:t>Summary</a:t>
            </a:r>
            <a:r>
              <a:rPr lang="en"/>
              <a:t>: a brief summary at the beginning of the portfolio will help provide an introduction to your work and give visitors a better understanding of yourself and what you have created</a:t>
            </a:r>
            <a:endParaRPr/>
          </a:p>
        </p:txBody>
      </p:sp>
      <p:sp>
        <p:nvSpPr>
          <p:cNvPr id="2" name="Рисунок 1"/>
          <p:cNvSpPr>
            <a:spLocks noGrp="1"/>
          </p:cNvSpPr>
          <p:nvPr>
            <p:ph type="pic" idx="2"/>
          </p:nvPr>
        </p:nvSpPr>
        <p:spPr/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Things to include in your portfolio</a:t>
            </a:r>
            <a:endParaRPr/>
          </a:p>
        </p:txBody>
      </p:sp>
      <p:sp>
        <p:nvSpPr>
          <p:cNvPr id="246" name="Google Shape;246;p35"/>
          <p:cNvSpPr txBox="1">
            <a:spLocks noGrp="1"/>
          </p:cNvSpPr>
          <p:nvPr>
            <p:ph type="subTitle" idx="4"/>
          </p:nvPr>
        </p:nvSpPr>
        <p:spPr>
          <a:xfrm>
            <a:off x="716550" y="1619675"/>
            <a:ext cx="27066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 samples</a:t>
            </a:r>
            <a:endParaRPr/>
          </a:p>
        </p:txBody>
      </p:sp>
      <p:sp>
        <p:nvSpPr>
          <p:cNvPr id="247" name="Google Shape;247;p35"/>
          <p:cNvSpPr txBox="1">
            <a:spLocks noGrp="1"/>
          </p:cNvSpPr>
          <p:nvPr>
            <p:ph type="subTitle" idx="5"/>
          </p:nvPr>
        </p:nvSpPr>
        <p:spPr>
          <a:xfrm>
            <a:off x="716554" y="2564663"/>
            <a:ext cx="27066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Skills</a:t>
            </a:r>
            <a:endParaRPr/>
          </a:p>
        </p:txBody>
      </p:sp>
      <p:sp>
        <p:nvSpPr>
          <p:cNvPr id="248" name="Google Shape;248;p35"/>
          <p:cNvSpPr txBox="1">
            <a:spLocks noGrp="1"/>
          </p:cNvSpPr>
          <p:nvPr>
            <p:ph type="subTitle" idx="1"/>
          </p:nvPr>
        </p:nvSpPr>
        <p:spPr>
          <a:xfrm>
            <a:off x="3423150" y="1496525"/>
            <a:ext cx="50043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 samples can be anything from graphics to writing, videos or websites that showcase your design, development or the writing skills you have</a:t>
            </a:r>
            <a:endParaRPr/>
          </a:p>
        </p:txBody>
      </p:sp>
      <p:sp>
        <p:nvSpPr>
          <p:cNvPr id="249" name="Google Shape;249;p35"/>
          <p:cNvSpPr txBox="1">
            <a:spLocks noGrp="1"/>
          </p:cNvSpPr>
          <p:nvPr>
            <p:ph type="subTitle" idx="2"/>
          </p:nvPr>
        </p:nvSpPr>
        <p:spPr>
          <a:xfrm>
            <a:off x="3423150" y="2441519"/>
            <a:ext cx="50043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Skills and qualifications are the credentials you have that show employers your experience and abilities in various areas that are related to your field</a:t>
            </a:r>
            <a:endParaRPr/>
          </a:p>
        </p:txBody>
      </p:sp>
      <p:sp>
        <p:nvSpPr>
          <p:cNvPr id="250" name="Google Shape;250;p35"/>
          <p:cNvSpPr txBox="1">
            <a:spLocks noGrp="1"/>
          </p:cNvSpPr>
          <p:nvPr>
            <p:ph type="subTitle" idx="3"/>
          </p:nvPr>
        </p:nvSpPr>
        <p:spPr>
          <a:xfrm>
            <a:off x="3423150" y="3386513"/>
            <a:ext cx="50043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 overview of past project successes or other accomplishments as well as a summary of relevant knowledge and skills gained over the course of your career</a:t>
            </a:r>
            <a:endParaRPr/>
          </a:p>
        </p:txBody>
      </p:sp>
      <p:sp>
        <p:nvSpPr>
          <p:cNvPr id="251" name="Google Shape;251;p35"/>
          <p:cNvSpPr txBox="1">
            <a:spLocks noGrp="1"/>
          </p:cNvSpPr>
          <p:nvPr>
            <p:ph type="subTitle" idx="6"/>
          </p:nvPr>
        </p:nvSpPr>
        <p:spPr>
          <a:xfrm>
            <a:off x="716550" y="3509663"/>
            <a:ext cx="27045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Professional narrative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6"/>
          <p:cNvSpPr txBox="1">
            <a:spLocks noGrp="1"/>
          </p:cNvSpPr>
          <p:nvPr>
            <p:ph type="title"/>
          </p:nvPr>
        </p:nvSpPr>
        <p:spPr>
          <a:xfrm>
            <a:off x="614350" y="2648700"/>
            <a:ext cx="4544700" cy="17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Resume</a:t>
            </a:r>
            <a:endParaRPr/>
          </a:p>
        </p:txBody>
      </p:sp>
      <p:sp>
        <p:nvSpPr>
          <p:cNvPr id="257" name="Google Shape;257;p36"/>
          <p:cNvSpPr txBox="1">
            <a:spLocks noGrp="1"/>
          </p:cNvSpPr>
          <p:nvPr>
            <p:ph type="title" idx="2"/>
          </p:nvPr>
        </p:nvSpPr>
        <p:spPr>
          <a:xfrm>
            <a:off x="713225" y="1540500"/>
            <a:ext cx="1288800" cy="110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" name="Рисунок 1"/>
          <p:cNvSpPr>
            <a:spLocks noGrp="1"/>
          </p:cNvSpPr>
          <p:nvPr>
            <p:ph type="pic" idx="3"/>
          </p:nvPr>
        </p:nvSpPr>
        <p:spPr/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8"/>
          <p:cNvSpPr txBox="1">
            <a:spLocks noGrp="1"/>
          </p:cNvSpPr>
          <p:nvPr>
            <p:ph type="subTitle" idx="4"/>
          </p:nvPr>
        </p:nvSpPr>
        <p:spPr>
          <a:xfrm>
            <a:off x="4629448" y="1918025"/>
            <a:ext cx="37197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 creation projects</a:t>
            </a:r>
            <a:endParaRPr/>
          </a:p>
        </p:txBody>
      </p:sp>
      <p:sp>
        <p:nvSpPr>
          <p:cNvPr id="295" name="Google Shape;295;p3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Previous projects</a:t>
            </a:r>
            <a:endParaRPr/>
          </a:p>
        </p:txBody>
      </p:sp>
      <p:sp>
        <p:nvSpPr>
          <p:cNvPr id="296" name="Google Shape;296;p38"/>
          <p:cNvSpPr txBox="1">
            <a:spLocks noGrp="1"/>
          </p:cNvSpPr>
          <p:nvPr>
            <p:ph type="subTitle" idx="1"/>
          </p:nvPr>
        </p:nvSpPr>
        <p:spPr>
          <a:xfrm>
            <a:off x="4629448" y="2410620"/>
            <a:ext cx="3719700" cy="129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“I have participated throughout my career in crafting SEO-friendly copy, creating promotional videos, designing newsletters and brochures and more. My work has been well received with several pieces being featured in prominent and important publications”</a:t>
            </a:r>
            <a:endParaRPr/>
          </a:p>
        </p:txBody>
      </p:sp>
      <p:sp>
        <p:nvSpPr>
          <p:cNvPr id="297" name="Google Shape;297;p38"/>
          <p:cNvSpPr txBox="1">
            <a:spLocks noGrp="1"/>
          </p:cNvSpPr>
          <p:nvPr>
            <p:ph type="subTitle" idx="2"/>
          </p:nvPr>
        </p:nvSpPr>
        <p:spPr>
          <a:xfrm>
            <a:off x="794852" y="2410626"/>
            <a:ext cx="3719700" cy="129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“I was responsible for managing campaigns across all major social media platforms; creating, curating and optimizing content for maximum engagement; analyzing data to gain insights into customer behavior and maintaining a strong relationship with customers”</a:t>
            </a:r>
            <a:endParaRPr/>
          </a:p>
        </p:txBody>
      </p:sp>
      <p:sp>
        <p:nvSpPr>
          <p:cNvPr id="298" name="Google Shape;298;p38"/>
          <p:cNvSpPr txBox="1">
            <a:spLocks noGrp="1"/>
          </p:cNvSpPr>
          <p:nvPr>
            <p:ph type="subTitle" idx="3"/>
          </p:nvPr>
        </p:nvSpPr>
        <p:spPr>
          <a:xfrm>
            <a:off x="794852" y="1918025"/>
            <a:ext cx="37197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Marketing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9"/>
          <p:cNvSpPr txBox="1">
            <a:spLocks noGrp="1"/>
          </p:cNvSpPr>
          <p:nvPr>
            <p:ph type="title"/>
          </p:nvPr>
        </p:nvSpPr>
        <p:spPr>
          <a:xfrm>
            <a:off x="713250" y="445025"/>
            <a:ext cx="7623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Cover letter</a:t>
            </a:r>
            <a:endParaRPr/>
          </a:p>
        </p:txBody>
      </p:sp>
      <p:sp>
        <p:nvSpPr>
          <p:cNvPr id="304" name="Google Shape;304;p39"/>
          <p:cNvSpPr txBox="1">
            <a:spLocks noGrp="1"/>
          </p:cNvSpPr>
          <p:nvPr>
            <p:ph type="body" idx="1"/>
          </p:nvPr>
        </p:nvSpPr>
        <p:spPr>
          <a:xfrm>
            <a:off x="713250" y="1281553"/>
            <a:ext cx="7717500" cy="30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b="1"/>
              <a:t>Welcome to my portfolio!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I'm [name], a highly creative and motivated individual, with a passion for [field of expertise]. My portfolio is filled with unique and inspiring content, which showcases my skills in the field.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Here you will find everything ranging from writing samples, photographs, videos and more. I strive for excellence in all that I do, and this portfolio serves as a testament to my capabilities and accomplishments.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Have a look around, get to know me better, and don't hesitate to reach out if you have any questions or would like to collaborate!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Sincerely,</a:t>
            </a:r>
            <a:endParaRPr/>
          </a:p>
          <a:p>
            <a:pPr marL="0" lvl="0" indent="0" algn="r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latin typeface="DM Serif Display"/>
                <a:ea typeface="DM Serif Display"/>
                <a:cs typeface="DM Serif Display"/>
                <a:sym typeface="DM Serif Display"/>
              </a:rPr>
              <a:t>Jane Doe</a:t>
            </a:r>
            <a:endParaRPr sz="2000"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+91  620 421 838 | jane@freepik.com</a:t>
            </a:r>
            <a:endParaRPr sz="2000"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0"/>
          <p:cNvSpPr txBox="1">
            <a:spLocks noGrp="1"/>
          </p:cNvSpPr>
          <p:nvPr>
            <p:ph type="title"/>
          </p:nvPr>
        </p:nvSpPr>
        <p:spPr>
          <a:xfrm>
            <a:off x="4110975" y="448050"/>
            <a:ext cx="40767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Photo showcase</a:t>
            </a:r>
            <a:endParaRPr/>
          </a:p>
        </p:txBody>
      </p:sp>
      <p:sp>
        <p:nvSpPr>
          <p:cNvPr id="310" name="Google Shape;310;p40"/>
          <p:cNvSpPr txBox="1">
            <a:spLocks noGrp="1"/>
          </p:cNvSpPr>
          <p:nvPr>
            <p:ph type="subTitle" idx="1"/>
          </p:nvPr>
        </p:nvSpPr>
        <p:spPr>
          <a:xfrm>
            <a:off x="4110972" y="1675890"/>
            <a:ext cx="40767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photo showcase is a collection of stunning images, each capturing a unique moment in time. Let them inspire you!</a:t>
            </a:r>
            <a:endParaRPr/>
          </a:p>
        </p:txBody>
      </p:sp>
      <p:sp>
        <p:nvSpPr>
          <p:cNvPr id="2" name="Рисунок 1"/>
          <p:cNvSpPr>
            <a:spLocks noGrp="1"/>
          </p:cNvSpPr>
          <p:nvPr>
            <p:ph type="pic" idx="2"/>
          </p:nvPr>
        </p:nvSpPr>
        <p:spPr/>
      </p:sp>
      <p:sp>
        <p:nvSpPr>
          <p:cNvPr id="3" name="Рисунок 2"/>
          <p:cNvSpPr>
            <a:spLocks noGrp="1"/>
          </p:cNvSpPr>
          <p:nvPr>
            <p:ph type="pic" idx="3"/>
          </p:nvPr>
        </p:nvSpPr>
        <p:spPr/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1"/>
          <p:cNvSpPr txBox="1">
            <a:spLocks noGrp="1"/>
          </p:cNvSpPr>
          <p:nvPr>
            <p:ph type="title"/>
          </p:nvPr>
        </p:nvSpPr>
        <p:spPr>
          <a:xfrm>
            <a:off x="713225" y="2799113"/>
            <a:ext cx="3861900" cy="64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My best work</a:t>
            </a:r>
            <a:endParaRPr/>
          </a:p>
        </p:txBody>
      </p:sp>
      <p:sp>
        <p:nvSpPr>
          <p:cNvPr id="318" name="Google Shape;318;p41"/>
          <p:cNvSpPr txBox="1">
            <a:spLocks noGrp="1"/>
          </p:cNvSpPr>
          <p:nvPr>
            <p:ph type="subTitle" idx="1"/>
          </p:nvPr>
        </p:nvSpPr>
        <p:spPr>
          <a:xfrm>
            <a:off x="713225" y="3528200"/>
            <a:ext cx="3861900" cy="9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“As an artist, it's my job to capture the beauty, joy and emotion of the world around me. I strive to create something unique in each piece, combining technique and detail”</a:t>
            </a:r>
            <a:endParaRPr/>
          </a:p>
        </p:txBody>
      </p:sp>
      <p:sp>
        <p:nvSpPr>
          <p:cNvPr id="2" name="Рисунок 1"/>
          <p:cNvSpPr>
            <a:spLocks noGrp="1"/>
          </p:cNvSpPr>
          <p:nvPr>
            <p:ph type="pic" idx="3"/>
          </p:nvPr>
        </p:nvSpPr>
        <p:spPr/>
      </p:sp>
      <p:sp>
        <p:nvSpPr>
          <p:cNvPr id="3" name="Рисунок 2"/>
          <p:cNvSpPr>
            <a:spLocks noGrp="1"/>
          </p:cNvSpPr>
          <p:nvPr>
            <p:ph type="pic" idx="2"/>
          </p:nvPr>
        </p:nvSpPr>
        <p:spPr/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2"/>
          <p:cNvSpPr txBox="1">
            <a:spLocks noGrp="1"/>
          </p:cNvSpPr>
          <p:nvPr>
            <p:ph type="title"/>
          </p:nvPr>
        </p:nvSpPr>
        <p:spPr>
          <a:xfrm>
            <a:off x="713225" y="3495800"/>
            <a:ext cx="6778500" cy="110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"Creativity is the key to unlocking your true potential"</a:t>
            </a:r>
            <a:endParaRPr/>
          </a:p>
        </p:txBody>
      </p:sp>
      <p:grpSp>
        <p:nvGrpSpPr>
          <p:cNvPr id="327" name="Google Shape;327;p42"/>
          <p:cNvGrpSpPr/>
          <p:nvPr/>
        </p:nvGrpSpPr>
        <p:grpSpPr>
          <a:xfrm>
            <a:off x="329313" y="-30000"/>
            <a:ext cx="8489338" cy="5203500"/>
            <a:chOff x="329313" y="-30000"/>
            <a:chExt cx="8489338" cy="5203500"/>
          </a:xfrm>
        </p:grpSpPr>
        <p:cxnSp>
          <p:nvCxnSpPr>
            <p:cNvPr id="328" name="Google Shape;328;p42"/>
            <p:cNvCxnSpPr/>
            <p:nvPr/>
          </p:nvCxnSpPr>
          <p:spPr>
            <a:xfrm rot="5400000">
              <a:off x="-2272437" y="2571750"/>
              <a:ext cx="5203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9" name="Google Shape;329;p42"/>
            <p:cNvCxnSpPr/>
            <p:nvPr/>
          </p:nvCxnSpPr>
          <p:spPr>
            <a:xfrm rot="5400000">
              <a:off x="6216900" y="2571750"/>
              <a:ext cx="5203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" name="Рисунок 1"/>
          <p:cNvSpPr>
            <a:spLocks noGrp="1"/>
          </p:cNvSpPr>
          <p:nvPr>
            <p:ph type="pic" idx="2"/>
          </p:nvPr>
        </p:nvSpPr>
        <p:spPr/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3"/>
          <p:cNvSpPr txBox="1">
            <a:spLocks noGrp="1"/>
          </p:cNvSpPr>
          <p:nvPr>
            <p:ph type="subTitle" idx="6"/>
          </p:nvPr>
        </p:nvSpPr>
        <p:spPr>
          <a:xfrm>
            <a:off x="1152408" y="2937202"/>
            <a:ext cx="32958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Employer 3</a:t>
            </a:r>
            <a:endParaRPr/>
          </a:p>
        </p:txBody>
      </p:sp>
      <p:sp>
        <p:nvSpPr>
          <p:cNvPr id="335" name="Google Shape;335;p4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people say about me</a:t>
            </a:r>
            <a:endParaRPr/>
          </a:p>
        </p:txBody>
      </p:sp>
      <p:sp>
        <p:nvSpPr>
          <p:cNvPr id="336" name="Google Shape;336;p43"/>
          <p:cNvSpPr txBox="1">
            <a:spLocks noGrp="1"/>
          </p:cNvSpPr>
          <p:nvPr>
            <p:ph type="subTitle" idx="1"/>
          </p:nvPr>
        </p:nvSpPr>
        <p:spPr>
          <a:xfrm>
            <a:off x="1152409" y="1741546"/>
            <a:ext cx="3295800" cy="9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“I have been impressed by the quality, attention to detail and creative approach brought to every project made”</a:t>
            </a:r>
            <a:endParaRPr/>
          </a:p>
        </p:txBody>
      </p:sp>
      <p:sp>
        <p:nvSpPr>
          <p:cNvPr id="337" name="Google Shape;337;p43"/>
          <p:cNvSpPr txBox="1">
            <a:spLocks noGrp="1"/>
          </p:cNvSpPr>
          <p:nvPr>
            <p:ph type="subTitle" idx="2"/>
          </p:nvPr>
        </p:nvSpPr>
        <p:spPr>
          <a:xfrm>
            <a:off x="4695792" y="1741546"/>
            <a:ext cx="3295800" cy="9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“Projects and campaigns are always taken to another level with ideas that come from this person. Digital marketing and content creation experience is quite evident”</a:t>
            </a:r>
            <a:endParaRPr/>
          </a:p>
        </p:txBody>
      </p:sp>
      <p:sp>
        <p:nvSpPr>
          <p:cNvPr id="338" name="Google Shape;338;p43"/>
          <p:cNvSpPr txBox="1">
            <a:spLocks noGrp="1"/>
          </p:cNvSpPr>
          <p:nvPr>
            <p:ph type="subTitle" idx="3"/>
          </p:nvPr>
        </p:nvSpPr>
        <p:spPr>
          <a:xfrm>
            <a:off x="1152409" y="3429811"/>
            <a:ext cx="3295800" cy="9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“This person has a strong technical understanding in order to develop successful strategies. Highly recommended for any kind of project or task”</a:t>
            </a:r>
            <a:endParaRPr/>
          </a:p>
        </p:txBody>
      </p:sp>
      <p:sp>
        <p:nvSpPr>
          <p:cNvPr id="339" name="Google Shape;339;p43"/>
          <p:cNvSpPr txBox="1">
            <a:spLocks noGrp="1"/>
          </p:cNvSpPr>
          <p:nvPr>
            <p:ph type="subTitle" idx="4"/>
          </p:nvPr>
        </p:nvSpPr>
        <p:spPr>
          <a:xfrm>
            <a:off x="4695792" y="3429811"/>
            <a:ext cx="3291300" cy="9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“Content creation is top-notch, with engaging yet professional writing style tailored to different audiences while keeping a steady brand message”</a:t>
            </a:r>
            <a:endParaRPr/>
          </a:p>
        </p:txBody>
      </p:sp>
      <p:sp>
        <p:nvSpPr>
          <p:cNvPr id="340" name="Google Shape;340;p43"/>
          <p:cNvSpPr txBox="1">
            <a:spLocks noGrp="1"/>
          </p:cNvSpPr>
          <p:nvPr>
            <p:ph type="subTitle" idx="5"/>
          </p:nvPr>
        </p:nvSpPr>
        <p:spPr>
          <a:xfrm>
            <a:off x="1152408" y="1248938"/>
            <a:ext cx="32958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Employer 1</a:t>
            </a:r>
            <a:endParaRPr/>
          </a:p>
        </p:txBody>
      </p:sp>
      <p:sp>
        <p:nvSpPr>
          <p:cNvPr id="341" name="Google Shape;341;p43"/>
          <p:cNvSpPr txBox="1">
            <a:spLocks noGrp="1"/>
          </p:cNvSpPr>
          <p:nvPr>
            <p:ph type="subTitle" idx="7"/>
          </p:nvPr>
        </p:nvSpPr>
        <p:spPr>
          <a:xfrm>
            <a:off x="4695761" y="1248938"/>
            <a:ext cx="32958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Employer 2</a:t>
            </a:r>
            <a:endParaRPr/>
          </a:p>
        </p:txBody>
      </p:sp>
      <p:sp>
        <p:nvSpPr>
          <p:cNvPr id="342" name="Google Shape;342;p43"/>
          <p:cNvSpPr txBox="1">
            <a:spLocks noGrp="1"/>
          </p:cNvSpPr>
          <p:nvPr>
            <p:ph type="subTitle" idx="8"/>
          </p:nvPr>
        </p:nvSpPr>
        <p:spPr>
          <a:xfrm>
            <a:off x="4695762" y="2937202"/>
            <a:ext cx="32913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Employer 4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My skills and qualifications</a:t>
            </a:r>
            <a:endParaRPr/>
          </a:p>
        </p:txBody>
      </p:sp>
      <p:sp>
        <p:nvSpPr>
          <p:cNvPr id="348" name="Google Shape;348;p44"/>
          <p:cNvSpPr txBox="1">
            <a:spLocks noGrp="1"/>
          </p:cNvSpPr>
          <p:nvPr>
            <p:ph type="subTitle" idx="1"/>
          </p:nvPr>
        </p:nvSpPr>
        <p:spPr>
          <a:xfrm>
            <a:off x="713065" y="1808037"/>
            <a:ext cx="2469300" cy="9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“I possess leadership abilities that have been sharpened through past roles where I was responsible for the teams”</a:t>
            </a:r>
            <a:endParaRPr/>
          </a:p>
        </p:txBody>
      </p:sp>
      <p:sp>
        <p:nvSpPr>
          <p:cNvPr id="349" name="Google Shape;349;p44"/>
          <p:cNvSpPr txBox="1">
            <a:spLocks noGrp="1"/>
          </p:cNvSpPr>
          <p:nvPr>
            <p:ph type="subTitle" idx="2"/>
          </p:nvPr>
        </p:nvSpPr>
        <p:spPr>
          <a:xfrm>
            <a:off x="3282141" y="1808042"/>
            <a:ext cx="2579700" cy="9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“My problem-solving capabilities have enabled me to solve difficult issues in the past, using creative and innovative solutions”</a:t>
            </a:r>
            <a:endParaRPr/>
          </a:p>
        </p:txBody>
      </p:sp>
      <p:sp>
        <p:nvSpPr>
          <p:cNvPr id="350" name="Google Shape;350;p44"/>
          <p:cNvSpPr txBox="1">
            <a:spLocks noGrp="1"/>
          </p:cNvSpPr>
          <p:nvPr>
            <p:ph type="subTitle" idx="3"/>
          </p:nvPr>
        </p:nvSpPr>
        <p:spPr>
          <a:xfrm>
            <a:off x="713065" y="3335414"/>
            <a:ext cx="2469300" cy="9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“My proactivity allows me to plan ahead and prioritize tasks according to objectives and different deadlines"</a:t>
            </a:r>
            <a:endParaRPr/>
          </a:p>
        </p:txBody>
      </p:sp>
      <p:sp>
        <p:nvSpPr>
          <p:cNvPr id="351" name="Google Shape;351;p44"/>
          <p:cNvSpPr txBox="1">
            <a:spLocks noGrp="1"/>
          </p:cNvSpPr>
          <p:nvPr>
            <p:ph type="subTitle" idx="4"/>
          </p:nvPr>
        </p:nvSpPr>
        <p:spPr>
          <a:xfrm>
            <a:off x="3282140" y="3335414"/>
            <a:ext cx="2579700" cy="9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“I am knowledgeable in several technical areas such as programming languages that support my ambition in my field"</a:t>
            </a:r>
            <a:endParaRPr/>
          </a:p>
        </p:txBody>
      </p:sp>
      <p:sp>
        <p:nvSpPr>
          <p:cNvPr id="352" name="Google Shape;352;p44"/>
          <p:cNvSpPr txBox="1">
            <a:spLocks noGrp="1"/>
          </p:cNvSpPr>
          <p:nvPr>
            <p:ph type="subTitle" idx="7"/>
          </p:nvPr>
        </p:nvSpPr>
        <p:spPr>
          <a:xfrm>
            <a:off x="713065" y="1315432"/>
            <a:ext cx="24693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Leadership</a:t>
            </a:r>
            <a:endParaRPr/>
          </a:p>
        </p:txBody>
      </p:sp>
      <p:sp>
        <p:nvSpPr>
          <p:cNvPr id="353" name="Google Shape;353;p44"/>
          <p:cNvSpPr txBox="1">
            <a:spLocks noGrp="1"/>
          </p:cNvSpPr>
          <p:nvPr>
            <p:ph type="subTitle" idx="8"/>
          </p:nvPr>
        </p:nvSpPr>
        <p:spPr>
          <a:xfrm>
            <a:off x="3282141" y="1315432"/>
            <a:ext cx="25773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Problem-solving</a:t>
            </a:r>
            <a:endParaRPr/>
          </a:p>
        </p:txBody>
      </p:sp>
      <p:sp>
        <p:nvSpPr>
          <p:cNvPr id="354" name="Google Shape;354;p44"/>
          <p:cNvSpPr txBox="1">
            <a:spLocks noGrp="1"/>
          </p:cNvSpPr>
          <p:nvPr>
            <p:ph type="subTitle" idx="9"/>
          </p:nvPr>
        </p:nvSpPr>
        <p:spPr>
          <a:xfrm>
            <a:off x="5961620" y="1315432"/>
            <a:ext cx="24669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Communications</a:t>
            </a:r>
            <a:endParaRPr/>
          </a:p>
        </p:txBody>
      </p:sp>
      <p:sp>
        <p:nvSpPr>
          <p:cNvPr id="355" name="Google Shape;355;p44"/>
          <p:cNvSpPr txBox="1">
            <a:spLocks noGrp="1"/>
          </p:cNvSpPr>
          <p:nvPr>
            <p:ph type="subTitle" idx="5"/>
          </p:nvPr>
        </p:nvSpPr>
        <p:spPr>
          <a:xfrm>
            <a:off x="5961617" y="1808038"/>
            <a:ext cx="2469300" cy="9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“With excellent verbal and written skills, I can effectively convey complex messages to a variety of audiences"</a:t>
            </a:r>
            <a:endParaRPr/>
          </a:p>
        </p:txBody>
      </p:sp>
      <p:sp>
        <p:nvSpPr>
          <p:cNvPr id="356" name="Google Shape;356;p44"/>
          <p:cNvSpPr txBox="1">
            <a:spLocks noGrp="1"/>
          </p:cNvSpPr>
          <p:nvPr>
            <p:ph type="subTitle" idx="6"/>
          </p:nvPr>
        </p:nvSpPr>
        <p:spPr>
          <a:xfrm>
            <a:off x="5961635" y="3335413"/>
            <a:ext cx="2469300" cy="9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“Teamwork is one of the essential part of my daily job, and I am sensitive towards different cultures"</a:t>
            </a:r>
            <a:endParaRPr/>
          </a:p>
        </p:txBody>
      </p:sp>
      <p:sp>
        <p:nvSpPr>
          <p:cNvPr id="357" name="Google Shape;357;p44"/>
          <p:cNvSpPr txBox="1">
            <a:spLocks noGrp="1"/>
          </p:cNvSpPr>
          <p:nvPr>
            <p:ph type="subTitle" idx="13"/>
          </p:nvPr>
        </p:nvSpPr>
        <p:spPr>
          <a:xfrm>
            <a:off x="713065" y="2842822"/>
            <a:ext cx="24693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Organization</a:t>
            </a:r>
            <a:endParaRPr/>
          </a:p>
        </p:txBody>
      </p:sp>
      <p:sp>
        <p:nvSpPr>
          <p:cNvPr id="358" name="Google Shape;358;p44"/>
          <p:cNvSpPr txBox="1">
            <a:spLocks noGrp="1"/>
          </p:cNvSpPr>
          <p:nvPr>
            <p:ph type="subTitle" idx="14"/>
          </p:nvPr>
        </p:nvSpPr>
        <p:spPr>
          <a:xfrm>
            <a:off x="3282141" y="2842818"/>
            <a:ext cx="25773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Technical skill</a:t>
            </a:r>
            <a:endParaRPr/>
          </a:p>
        </p:txBody>
      </p:sp>
      <p:sp>
        <p:nvSpPr>
          <p:cNvPr id="359" name="Google Shape;359;p44"/>
          <p:cNvSpPr txBox="1">
            <a:spLocks noGrp="1"/>
          </p:cNvSpPr>
          <p:nvPr>
            <p:ph type="subTitle" idx="15"/>
          </p:nvPr>
        </p:nvSpPr>
        <p:spPr>
          <a:xfrm>
            <a:off x="5961620" y="2842812"/>
            <a:ext cx="24693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Interpersonal skill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5"/>
          <p:cNvSpPr txBox="1">
            <a:spLocks noGrp="1"/>
          </p:cNvSpPr>
          <p:nvPr>
            <p:ph type="title"/>
          </p:nvPr>
        </p:nvSpPr>
        <p:spPr>
          <a:xfrm>
            <a:off x="4444625" y="1679100"/>
            <a:ext cx="3403800" cy="110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200</a:t>
            </a:r>
            <a:endParaRPr/>
          </a:p>
        </p:txBody>
      </p:sp>
      <p:sp>
        <p:nvSpPr>
          <p:cNvPr id="365" name="Google Shape;365;p45"/>
          <p:cNvSpPr txBox="1">
            <a:spLocks noGrp="1"/>
          </p:cNvSpPr>
          <p:nvPr>
            <p:ph type="subTitle" idx="1"/>
          </p:nvPr>
        </p:nvSpPr>
        <p:spPr>
          <a:xfrm>
            <a:off x="4444625" y="2787300"/>
            <a:ext cx="3403800" cy="67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number of projects I have worked on so far</a:t>
            </a:r>
            <a:endParaRPr/>
          </a:p>
        </p:txBody>
      </p:sp>
      <p:sp>
        <p:nvSpPr>
          <p:cNvPr id="2" name="Рисунок 1"/>
          <p:cNvSpPr>
            <a:spLocks noGrp="1"/>
          </p:cNvSpPr>
          <p:nvPr>
            <p:ph type="pic" idx="2"/>
          </p:nvPr>
        </p:nvSpPr>
        <p:spPr/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1" name="Google Shape;371;p46" title="Chart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11319" y="1637688"/>
            <a:ext cx="3521349" cy="2177375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4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chart of the areas I work in</a:t>
            </a:r>
            <a:endParaRPr/>
          </a:p>
        </p:txBody>
      </p:sp>
      <p:sp>
        <p:nvSpPr>
          <p:cNvPr id="373" name="Google Shape;373;p46"/>
          <p:cNvSpPr txBox="1"/>
          <p:nvPr/>
        </p:nvSpPr>
        <p:spPr>
          <a:xfrm>
            <a:off x="981900" y="4435100"/>
            <a:ext cx="7180200" cy="2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Follow the link in the graph to modify its data and then paste the new one here. </a:t>
            </a:r>
            <a:r>
              <a:rPr lang="en" sz="1000" b="1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5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For more info, click here</a:t>
            </a:r>
            <a:endParaRPr sz="10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74" name="Google Shape;374;p46"/>
          <p:cNvSpPr/>
          <p:nvPr/>
        </p:nvSpPr>
        <p:spPr>
          <a:xfrm>
            <a:off x="6371288" y="1862813"/>
            <a:ext cx="183300" cy="183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46"/>
          <p:cNvSpPr/>
          <p:nvPr/>
        </p:nvSpPr>
        <p:spPr>
          <a:xfrm>
            <a:off x="6371288" y="3037357"/>
            <a:ext cx="183300" cy="1833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46"/>
          <p:cNvSpPr txBox="1"/>
          <p:nvPr/>
        </p:nvSpPr>
        <p:spPr>
          <a:xfrm>
            <a:off x="6555750" y="2882707"/>
            <a:ext cx="1875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Copywriting</a:t>
            </a:r>
            <a:endParaRPr sz="2000">
              <a:solidFill>
                <a:schemeClr val="dk1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377" name="Google Shape;377;p46"/>
          <p:cNvSpPr txBox="1"/>
          <p:nvPr/>
        </p:nvSpPr>
        <p:spPr>
          <a:xfrm>
            <a:off x="6555750" y="3375287"/>
            <a:ext cx="1875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SEO copywriting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78" name="Google Shape;378;p46"/>
          <p:cNvSpPr txBox="1"/>
          <p:nvPr/>
        </p:nvSpPr>
        <p:spPr>
          <a:xfrm>
            <a:off x="6555764" y="1708163"/>
            <a:ext cx="1875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Graphic design</a:t>
            </a:r>
            <a:endParaRPr sz="2000">
              <a:solidFill>
                <a:schemeClr val="dk1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379" name="Google Shape;379;p46"/>
          <p:cNvSpPr txBox="1"/>
          <p:nvPr/>
        </p:nvSpPr>
        <p:spPr>
          <a:xfrm>
            <a:off x="6555750" y="2200762"/>
            <a:ext cx="1875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Illustrations, vectors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80" name="Google Shape;380;p46"/>
          <p:cNvSpPr/>
          <p:nvPr/>
        </p:nvSpPr>
        <p:spPr>
          <a:xfrm>
            <a:off x="713213" y="1862362"/>
            <a:ext cx="183300" cy="18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46"/>
          <p:cNvSpPr/>
          <p:nvPr/>
        </p:nvSpPr>
        <p:spPr>
          <a:xfrm>
            <a:off x="713213" y="3036913"/>
            <a:ext cx="183300" cy="183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46"/>
          <p:cNvSpPr txBox="1"/>
          <p:nvPr/>
        </p:nvSpPr>
        <p:spPr>
          <a:xfrm>
            <a:off x="898300" y="2882263"/>
            <a:ext cx="1874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Marketing</a:t>
            </a:r>
            <a:endParaRPr sz="2000">
              <a:solidFill>
                <a:schemeClr val="dk1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383" name="Google Shape;383;p46"/>
          <p:cNvSpPr txBox="1"/>
          <p:nvPr/>
        </p:nvSpPr>
        <p:spPr>
          <a:xfrm>
            <a:off x="898300" y="3375738"/>
            <a:ext cx="1874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Promotion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84" name="Google Shape;384;p46"/>
          <p:cNvSpPr txBox="1"/>
          <p:nvPr/>
        </p:nvSpPr>
        <p:spPr>
          <a:xfrm>
            <a:off x="898300" y="1707712"/>
            <a:ext cx="1874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Social media</a:t>
            </a:r>
            <a:endParaRPr sz="2000">
              <a:solidFill>
                <a:schemeClr val="dk1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385" name="Google Shape;385;p46"/>
          <p:cNvSpPr txBox="1"/>
          <p:nvPr/>
        </p:nvSpPr>
        <p:spPr>
          <a:xfrm>
            <a:off x="898300" y="2200300"/>
            <a:ext cx="1874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Instagram, Twitter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7"/>
          <p:cNvSpPr txBox="1">
            <a:spLocks noGrp="1"/>
          </p:cNvSpPr>
          <p:nvPr>
            <p:ph type="title"/>
          </p:nvPr>
        </p:nvSpPr>
        <p:spPr>
          <a:xfrm>
            <a:off x="722376" y="445319"/>
            <a:ext cx="77085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</a:t>
            </a:r>
            <a:endParaRPr/>
          </a:p>
        </p:txBody>
      </p:sp>
      <p:graphicFrame>
        <p:nvGraphicFramePr>
          <p:cNvPr id="391" name="Google Shape;391;p47"/>
          <p:cNvGraphicFramePr/>
          <p:nvPr/>
        </p:nvGraphicFramePr>
        <p:xfrm>
          <a:off x="719988" y="112101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{B2D4C5D5-F525-43AF-9A92-782855EF75F4}</a:tableStyleId>
              </a:tblPr>
              <a:tblGrid>
                <a:gridCol w="1431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8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8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8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68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41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Project title</a:t>
                      </a:r>
                      <a:endParaRPr>
                        <a:solidFill>
                          <a:schemeClr val="dk1"/>
                        </a:solidFill>
                        <a:latin typeface="DM Serif Display"/>
                        <a:ea typeface="DM Serif Display"/>
                        <a:cs typeface="DM Serif Display"/>
                        <a:sym typeface="DM Serif Display"/>
                      </a:endParaRPr>
                    </a:p>
                  </a:txBody>
                  <a:tcPr marL="91425" marR="91425" marT="91425" marB="91425" anchor="b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Skills</a:t>
                      </a:r>
                      <a:endParaRPr>
                        <a:solidFill>
                          <a:schemeClr val="dk1"/>
                        </a:solidFill>
                        <a:latin typeface="DM Serif Display"/>
                        <a:ea typeface="DM Serif Display"/>
                        <a:cs typeface="DM Serif Display"/>
                        <a:sym typeface="DM Serif Display"/>
                      </a:endParaRPr>
                    </a:p>
                  </a:txBody>
                  <a:tcPr marL="91425" marR="91425" marT="91425" marB="91425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Date</a:t>
                      </a:r>
                      <a:endParaRPr>
                        <a:solidFill>
                          <a:schemeClr val="dk1"/>
                        </a:solidFill>
                        <a:latin typeface="DM Serif Display"/>
                        <a:ea typeface="DM Serif Display"/>
                        <a:cs typeface="DM Serif Display"/>
                        <a:sym typeface="DM Serif Display"/>
                      </a:endParaRPr>
                    </a:p>
                  </a:txBody>
                  <a:tcPr marL="91425" marR="91425" marT="91425" marB="91425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Ref</a:t>
                      </a:r>
                      <a:endParaRPr>
                        <a:solidFill>
                          <a:schemeClr val="dk1"/>
                        </a:solidFill>
                        <a:latin typeface="DM Serif Display"/>
                        <a:ea typeface="DM Serif Display"/>
                        <a:cs typeface="DM Serif Display"/>
                        <a:sym typeface="DM Serif Display"/>
                      </a:endParaRPr>
                    </a:p>
                  </a:txBody>
                  <a:tcPr marL="91425" marR="91425" marT="91425" marB="91425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Category</a:t>
                      </a:r>
                      <a:endParaRPr>
                        <a:solidFill>
                          <a:schemeClr val="dk1"/>
                        </a:solidFill>
                        <a:latin typeface="DM Serif Display"/>
                        <a:ea typeface="DM Serif Display"/>
                        <a:cs typeface="DM Serif Display"/>
                        <a:sym typeface="DM Serif Display"/>
                      </a:endParaRPr>
                    </a:p>
                  </a:txBody>
                  <a:tcPr marL="91425" marR="91425" marT="91425" marB="91425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Project 1</a:t>
                      </a:r>
                      <a:endParaRPr sz="1000">
                        <a:solidFill>
                          <a:schemeClr val="dk1"/>
                        </a:solidFill>
                        <a:latin typeface="DM Serif Display"/>
                        <a:ea typeface="DM Serif Display"/>
                        <a:cs typeface="DM Serif Display"/>
                        <a:sym typeface="DM Serif Display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Graphic design</a:t>
                      </a: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Jan 20XX</a:t>
                      </a: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[Link or reference]</a:t>
                      </a: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Print</a:t>
                      </a: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Project 2</a:t>
                      </a:r>
                      <a:endParaRPr sz="1000">
                        <a:solidFill>
                          <a:schemeClr val="dk1"/>
                        </a:solidFill>
                        <a:latin typeface="DM Serif Display"/>
                        <a:ea typeface="DM Serif Display"/>
                        <a:cs typeface="DM Serif Display"/>
                        <a:sym typeface="DM Serif Display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Copywriting</a:t>
                      </a: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Feb 20XX</a:t>
                      </a: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[Link or reference]</a:t>
                      </a: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Content</a:t>
                      </a: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Project 3</a:t>
                      </a:r>
                      <a:endParaRPr sz="1000">
                        <a:solidFill>
                          <a:schemeClr val="dk1"/>
                        </a:solidFill>
                        <a:latin typeface="DM Serif Display"/>
                        <a:ea typeface="DM Serif Display"/>
                        <a:cs typeface="DM Serif Display"/>
                        <a:sym typeface="DM Serif Display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Video production</a:t>
                      </a: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Mar 20XX</a:t>
                      </a: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[Link or reference]</a:t>
                      </a: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Motion</a:t>
                      </a: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Project 4</a:t>
                      </a:r>
                      <a:endParaRPr sz="1000">
                        <a:solidFill>
                          <a:schemeClr val="dk1"/>
                        </a:solidFill>
                        <a:latin typeface="DM Serif Display"/>
                        <a:ea typeface="DM Serif Display"/>
                        <a:cs typeface="DM Serif Display"/>
                        <a:sym typeface="DM Serif Display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3D modeling</a:t>
                      </a: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Apr 20XX</a:t>
                      </a: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[Link or reference]</a:t>
                      </a: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3D</a:t>
                      </a: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Project 5</a:t>
                      </a:r>
                      <a:endParaRPr sz="1000">
                        <a:solidFill>
                          <a:schemeClr val="dk1"/>
                        </a:solidFill>
                        <a:latin typeface="DM Serif Display"/>
                        <a:ea typeface="DM Serif Display"/>
                        <a:cs typeface="DM Serif Display"/>
                        <a:sym typeface="DM Serif Display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UI/UX design</a:t>
                      </a: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May 20XX</a:t>
                      </a: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[Link or reference]</a:t>
                      </a: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Web</a:t>
                      </a: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Project 6</a:t>
                      </a:r>
                      <a:endParaRPr sz="1000">
                        <a:solidFill>
                          <a:schemeClr val="dk1"/>
                        </a:solidFill>
                        <a:latin typeface="DM Serif Display"/>
                        <a:ea typeface="DM Serif Display"/>
                        <a:cs typeface="DM Serif Display"/>
                        <a:sym typeface="DM Serif Display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HTML/CSS</a:t>
                      </a: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Jun 20XX</a:t>
                      </a: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[Link or reference]</a:t>
                      </a: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Web</a:t>
                      </a: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did I achieve success? </a:t>
            </a:r>
            <a:endParaRPr/>
          </a:p>
        </p:txBody>
      </p:sp>
      <p:sp>
        <p:nvSpPr>
          <p:cNvPr id="397" name="Google Shape;397;p48"/>
          <p:cNvSpPr txBox="1"/>
          <p:nvPr/>
        </p:nvSpPr>
        <p:spPr>
          <a:xfrm flipH="1">
            <a:off x="1237462" y="1483950"/>
            <a:ext cx="777300" cy="646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01</a:t>
            </a:r>
            <a:endParaRPr sz="3000">
              <a:solidFill>
                <a:schemeClr val="dk1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398" name="Google Shape;398;p48"/>
          <p:cNvSpPr txBox="1"/>
          <p:nvPr/>
        </p:nvSpPr>
        <p:spPr>
          <a:xfrm flipH="1">
            <a:off x="719987" y="2130452"/>
            <a:ext cx="18123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Identifying objectives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99" name="Google Shape;399;p48"/>
          <p:cNvSpPr txBox="1"/>
          <p:nvPr/>
        </p:nvSpPr>
        <p:spPr>
          <a:xfrm flipH="1">
            <a:off x="3201354" y="1483950"/>
            <a:ext cx="777300" cy="646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02</a:t>
            </a:r>
            <a:endParaRPr sz="3000">
              <a:solidFill>
                <a:schemeClr val="dk1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400" name="Google Shape;400;p48"/>
          <p:cNvSpPr txBox="1"/>
          <p:nvPr/>
        </p:nvSpPr>
        <p:spPr>
          <a:xfrm flipH="1">
            <a:off x="2683896" y="2130448"/>
            <a:ext cx="18123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Research and preparation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01" name="Google Shape;401;p48"/>
          <p:cNvSpPr txBox="1"/>
          <p:nvPr/>
        </p:nvSpPr>
        <p:spPr>
          <a:xfrm flipH="1">
            <a:off x="5165263" y="1483950"/>
            <a:ext cx="777300" cy="646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03</a:t>
            </a:r>
            <a:endParaRPr sz="3000">
              <a:solidFill>
                <a:schemeClr val="dk1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402" name="Google Shape;402;p48"/>
          <p:cNvSpPr txBox="1"/>
          <p:nvPr/>
        </p:nvSpPr>
        <p:spPr>
          <a:xfrm flipH="1">
            <a:off x="4647804" y="2130452"/>
            <a:ext cx="18123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Developing strategies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03" name="Google Shape;403;p48"/>
          <p:cNvSpPr txBox="1"/>
          <p:nvPr/>
        </p:nvSpPr>
        <p:spPr>
          <a:xfrm flipH="1">
            <a:off x="7129188" y="1483950"/>
            <a:ext cx="777300" cy="646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04</a:t>
            </a:r>
            <a:endParaRPr sz="3000">
              <a:solidFill>
                <a:schemeClr val="dk1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404" name="Google Shape;404;p48"/>
          <p:cNvSpPr txBox="1"/>
          <p:nvPr/>
        </p:nvSpPr>
        <p:spPr>
          <a:xfrm flipH="1">
            <a:off x="6611713" y="2130452"/>
            <a:ext cx="18123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Plans of action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05" name="Google Shape;405;p48"/>
          <p:cNvSpPr txBox="1"/>
          <p:nvPr/>
        </p:nvSpPr>
        <p:spPr>
          <a:xfrm flipH="1">
            <a:off x="1237579" y="2937400"/>
            <a:ext cx="777300" cy="646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05</a:t>
            </a:r>
            <a:endParaRPr sz="3000">
              <a:solidFill>
                <a:schemeClr val="dk1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406" name="Google Shape;406;p48"/>
          <p:cNvSpPr txBox="1"/>
          <p:nvPr/>
        </p:nvSpPr>
        <p:spPr>
          <a:xfrm flipH="1">
            <a:off x="720104" y="3583898"/>
            <a:ext cx="18123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Measuring progress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07" name="Google Shape;407;p48"/>
          <p:cNvSpPr txBox="1"/>
          <p:nvPr/>
        </p:nvSpPr>
        <p:spPr>
          <a:xfrm flipH="1">
            <a:off x="3201487" y="2937400"/>
            <a:ext cx="777300" cy="646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06</a:t>
            </a:r>
            <a:endParaRPr sz="3000">
              <a:solidFill>
                <a:schemeClr val="dk1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408" name="Google Shape;408;p48"/>
          <p:cNvSpPr txBox="1"/>
          <p:nvPr/>
        </p:nvSpPr>
        <p:spPr>
          <a:xfrm flipH="1">
            <a:off x="2684012" y="3583902"/>
            <a:ext cx="18123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Continuous improvement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09" name="Google Shape;409;p48"/>
          <p:cNvSpPr txBox="1"/>
          <p:nvPr/>
        </p:nvSpPr>
        <p:spPr>
          <a:xfrm flipH="1">
            <a:off x="5163288" y="2937400"/>
            <a:ext cx="781500" cy="646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07</a:t>
            </a:r>
            <a:endParaRPr sz="3000">
              <a:solidFill>
                <a:schemeClr val="dk1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410" name="Google Shape;410;p48"/>
          <p:cNvSpPr txBox="1"/>
          <p:nvPr/>
        </p:nvSpPr>
        <p:spPr>
          <a:xfrm flipH="1">
            <a:off x="4647888" y="3583902"/>
            <a:ext cx="18123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Analyzing outcomes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11" name="Google Shape;411;p48"/>
          <p:cNvSpPr txBox="1"/>
          <p:nvPr/>
        </p:nvSpPr>
        <p:spPr>
          <a:xfrm flipH="1">
            <a:off x="7129188" y="2937400"/>
            <a:ext cx="777300" cy="646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08</a:t>
            </a:r>
            <a:endParaRPr sz="3000">
              <a:solidFill>
                <a:schemeClr val="dk1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412" name="Google Shape;412;p48"/>
          <p:cNvSpPr txBox="1"/>
          <p:nvPr/>
        </p:nvSpPr>
        <p:spPr>
          <a:xfrm flipH="1">
            <a:off x="6611688" y="3583902"/>
            <a:ext cx="18123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Focusing on the future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413" name="Google Shape;413;p48"/>
          <p:cNvCxnSpPr>
            <a:stCxn id="397" idx="1"/>
            <a:endCxn id="399" idx="3"/>
          </p:cNvCxnSpPr>
          <p:nvPr/>
        </p:nvCxnSpPr>
        <p:spPr>
          <a:xfrm>
            <a:off x="2014762" y="1807200"/>
            <a:ext cx="1186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4" name="Google Shape;414;p48"/>
          <p:cNvCxnSpPr>
            <a:stCxn id="399" idx="1"/>
            <a:endCxn id="401" idx="3"/>
          </p:cNvCxnSpPr>
          <p:nvPr/>
        </p:nvCxnSpPr>
        <p:spPr>
          <a:xfrm>
            <a:off x="3978654" y="1807200"/>
            <a:ext cx="1186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5" name="Google Shape;415;p48"/>
          <p:cNvCxnSpPr>
            <a:stCxn id="401" idx="1"/>
            <a:endCxn id="403" idx="3"/>
          </p:cNvCxnSpPr>
          <p:nvPr/>
        </p:nvCxnSpPr>
        <p:spPr>
          <a:xfrm>
            <a:off x="5942563" y="1807200"/>
            <a:ext cx="1186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6" name="Google Shape;416;p48"/>
          <p:cNvCxnSpPr>
            <a:stCxn id="411" idx="3"/>
            <a:endCxn id="409" idx="1"/>
          </p:cNvCxnSpPr>
          <p:nvPr/>
        </p:nvCxnSpPr>
        <p:spPr>
          <a:xfrm rot="10800000">
            <a:off x="5944788" y="3260650"/>
            <a:ext cx="1184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7" name="Google Shape;417;p48"/>
          <p:cNvCxnSpPr>
            <a:stCxn id="409" idx="3"/>
            <a:endCxn id="407" idx="1"/>
          </p:cNvCxnSpPr>
          <p:nvPr/>
        </p:nvCxnSpPr>
        <p:spPr>
          <a:xfrm rot="10800000">
            <a:off x="3978888" y="3260650"/>
            <a:ext cx="1184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8" name="Google Shape;418;p48"/>
          <p:cNvCxnSpPr>
            <a:stCxn id="407" idx="3"/>
            <a:endCxn id="405" idx="1"/>
          </p:cNvCxnSpPr>
          <p:nvPr/>
        </p:nvCxnSpPr>
        <p:spPr>
          <a:xfrm rot="10800000">
            <a:off x="2014987" y="3260650"/>
            <a:ext cx="1186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9" name="Google Shape;419;p48"/>
          <p:cNvCxnSpPr>
            <a:stCxn id="405" idx="0"/>
            <a:endCxn id="404" idx="2"/>
          </p:cNvCxnSpPr>
          <p:nvPr/>
        </p:nvCxnSpPr>
        <p:spPr>
          <a:xfrm rot="-5400000">
            <a:off x="4445629" y="-134900"/>
            <a:ext cx="252900" cy="5891700"/>
          </a:xfrm>
          <a:prstGeom prst="bentConnector3">
            <a:avLst>
              <a:gd name="adj1" fmla="val 4999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9"/>
          <p:cNvSpPr txBox="1">
            <a:spLocks noGrp="1"/>
          </p:cNvSpPr>
          <p:nvPr>
            <p:ph type="title"/>
          </p:nvPr>
        </p:nvSpPr>
        <p:spPr>
          <a:xfrm>
            <a:off x="722376" y="445319"/>
            <a:ext cx="77085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Roadmap of my future projects</a:t>
            </a:r>
            <a:endParaRPr/>
          </a:p>
        </p:txBody>
      </p:sp>
      <p:graphicFrame>
        <p:nvGraphicFramePr>
          <p:cNvPr id="425" name="Google Shape;425;p49"/>
          <p:cNvGraphicFramePr/>
          <p:nvPr/>
        </p:nvGraphicFramePr>
        <p:xfrm>
          <a:off x="726875" y="1239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{B2D4C5D5-F525-43AF-9A92-782855EF75F4}</a:tableStyleId>
              </a:tblPr>
              <a:tblGrid>
                <a:gridCol w="1361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8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4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4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4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4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44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444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444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444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444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444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444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4447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441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Initiative</a:t>
                      </a:r>
                      <a:endParaRPr sz="1600">
                        <a:solidFill>
                          <a:schemeClr val="dk1"/>
                        </a:solidFill>
                        <a:latin typeface="DM Serif Display"/>
                        <a:ea typeface="DM Serif Display"/>
                        <a:cs typeface="DM Serif Display"/>
                        <a:sym typeface="DM Serif Display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Objective</a:t>
                      </a:r>
                      <a:endParaRPr sz="1600">
                        <a:solidFill>
                          <a:schemeClr val="dk1"/>
                        </a:solidFill>
                        <a:latin typeface="DM Serif Display"/>
                        <a:ea typeface="DM Serif Display"/>
                        <a:cs typeface="DM Serif Display"/>
                        <a:sym typeface="DM Serif Display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Jan</a:t>
                      </a:r>
                      <a:endParaRPr sz="1200">
                        <a:solidFill>
                          <a:schemeClr val="dk1"/>
                        </a:solidFill>
                        <a:latin typeface="DM Serif Display"/>
                        <a:ea typeface="DM Serif Display"/>
                        <a:cs typeface="DM Serif Display"/>
                        <a:sym typeface="DM Serif Display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Feb</a:t>
                      </a:r>
                      <a:endParaRPr sz="1200">
                        <a:solidFill>
                          <a:schemeClr val="dk1"/>
                        </a:solidFill>
                        <a:latin typeface="DM Serif Display"/>
                        <a:ea typeface="DM Serif Display"/>
                        <a:cs typeface="DM Serif Display"/>
                        <a:sym typeface="DM Serif Display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Mar</a:t>
                      </a:r>
                      <a:endParaRPr sz="1200">
                        <a:solidFill>
                          <a:schemeClr val="dk1"/>
                        </a:solidFill>
                        <a:latin typeface="DM Serif Display"/>
                        <a:ea typeface="DM Serif Display"/>
                        <a:cs typeface="DM Serif Display"/>
                        <a:sym typeface="DM Serif Display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Apr</a:t>
                      </a:r>
                      <a:endParaRPr sz="1200">
                        <a:solidFill>
                          <a:schemeClr val="dk1"/>
                        </a:solidFill>
                        <a:latin typeface="DM Serif Display"/>
                        <a:ea typeface="DM Serif Display"/>
                        <a:cs typeface="DM Serif Display"/>
                        <a:sym typeface="DM Serif Display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May</a:t>
                      </a:r>
                      <a:endParaRPr sz="1200">
                        <a:solidFill>
                          <a:schemeClr val="dk1"/>
                        </a:solidFill>
                        <a:latin typeface="DM Serif Display"/>
                        <a:ea typeface="DM Serif Display"/>
                        <a:cs typeface="DM Serif Display"/>
                        <a:sym typeface="DM Serif Display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Jun</a:t>
                      </a:r>
                      <a:endParaRPr sz="1200">
                        <a:solidFill>
                          <a:schemeClr val="dk1"/>
                        </a:solidFill>
                        <a:latin typeface="DM Serif Display"/>
                        <a:ea typeface="DM Serif Display"/>
                        <a:cs typeface="DM Serif Display"/>
                        <a:sym typeface="DM Serif Display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Jul</a:t>
                      </a:r>
                      <a:endParaRPr sz="1200">
                        <a:solidFill>
                          <a:schemeClr val="dk1"/>
                        </a:solidFill>
                        <a:latin typeface="DM Serif Display"/>
                        <a:ea typeface="DM Serif Display"/>
                        <a:cs typeface="DM Serif Display"/>
                        <a:sym typeface="DM Serif Display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Aug</a:t>
                      </a:r>
                      <a:endParaRPr sz="1200">
                        <a:solidFill>
                          <a:schemeClr val="dk1"/>
                        </a:solidFill>
                        <a:latin typeface="DM Serif Display"/>
                        <a:ea typeface="DM Serif Display"/>
                        <a:cs typeface="DM Serif Display"/>
                        <a:sym typeface="DM Serif Display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Sep</a:t>
                      </a:r>
                      <a:endParaRPr sz="1200">
                        <a:solidFill>
                          <a:schemeClr val="dk1"/>
                        </a:solidFill>
                        <a:latin typeface="DM Serif Display"/>
                        <a:ea typeface="DM Serif Display"/>
                        <a:cs typeface="DM Serif Display"/>
                        <a:sym typeface="DM Serif Display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Oct</a:t>
                      </a:r>
                      <a:endParaRPr sz="1200">
                        <a:solidFill>
                          <a:schemeClr val="dk1"/>
                        </a:solidFill>
                        <a:latin typeface="DM Serif Display"/>
                        <a:ea typeface="DM Serif Display"/>
                        <a:cs typeface="DM Serif Display"/>
                        <a:sym typeface="DM Serif Display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Nov</a:t>
                      </a:r>
                      <a:endParaRPr sz="1200">
                        <a:solidFill>
                          <a:schemeClr val="dk1"/>
                        </a:solidFill>
                        <a:latin typeface="DM Serif Display"/>
                        <a:ea typeface="DM Serif Display"/>
                        <a:cs typeface="DM Serif Display"/>
                        <a:sym typeface="DM Serif Display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Dec</a:t>
                      </a:r>
                      <a:endParaRPr sz="1200">
                        <a:solidFill>
                          <a:schemeClr val="dk1"/>
                        </a:solidFill>
                        <a:latin typeface="DM Serif Display"/>
                        <a:ea typeface="DM Serif Display"/>
                        <a:cs typeface="DM Serif Display"/>
                        <a:sym typeface="DM Serif Display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8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Developing a digital marketing strategy</a:t>
                      </a: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Reach potential customers through well-crafted campaigns</a:t>
                      </a: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8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Creating</a:t>
                      </a: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engaging content</a:t>
                      </a: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Craft content that engages and inspires the target audience</a:t>
                      </a: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8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Optimizing</a:t>
                      </a: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search rankings</a:t>
                      </a: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Optimize for better and more visibility with SEO</a:t>
                      </a: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8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Leveraging social media platforms</a:t>
                      </a: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Connect with customers and boost brand awareness</a:t>
                      </a: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08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Analyzing user habits</a:t>
                      </a: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Gather user data to optimize design for more engagement</a:t>
                      </a: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08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Executing </a:t>
                      </a: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email campaigns</a:t>
                      </a: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Send emails to subscribers to convert leads into sales</a:t>
                      </a: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50"/>
          <p:cNvSpPr txBox="1">
            <a:spLocks noGrp="1"/>
          </p:cNvSpPr>
          <p:nvPr>
            <p:ph type="title"/>
          </p:nvPr>
        </p:nvSpPr>
        <p:spPr>
          <a:xfrm>
            <a:off x="713250" y="539500"/>
            <a:ext cx="4243800" cy="129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431" name="Google Shape;431;p50"/>
          <p:cNvSpPr txBox="1">
            <a:spLocks noGrp="1"/>
          </p:cNvSpPr>
          <p:nvPr>
            <p:ph type="subTitle" idx="1"/>
          </p:nvPr>
        </p:nvSpPr>
        <p:spPr>
          <a:xfrm>
            <a:off x="713225" y="1656202"/>
            <a:ext cx="4020300" cy="116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Do you have any questions?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youremail@freepik.com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+34 654 321 432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yourwebsite.com</a:t>
            </a:r>
            <a:endParaRPr/>
          </a:p>
        </p:txBody>
      </p:sp>
      <p:sp>
        <p:nvSpPr>
          <p:cNvPr id="432" name="Google Shape;432;p50"/>
          <p:cNvSpPr txBox="1"/>
          <p:nvPr/>
        </p:nvSpPr>
        <p:spPr>
          <a:xfrm>
            <a:off x="713225" y="4265300"/>
            <a:ext cx="3752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Please keep this slide for attribution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434" name="Google Shape;434;p50"/>
          <p:cNvGrpSpPr/>
          <p:nvPr/>
        </p:nvGrpSpPr>
        <p:grpSpPr>
          <a:xfrm>
            <a:off x="794151" y="2992504"/>
            <a:ext cx="927985" cy="407391"/>
            <a:chOff x="5721826" y="3238790"/>
            <a:chExt cx="927985" cy="407391"/>
          </a:xfrm>
        </p:grpSpPr>
        <p:grpSp>
          <p:nvGrpSpPr>
            <p:cNvPr id="435" name="Google Shape;435;p50"/>
            <p:cNvGrpSpPr/>
            <p:nvPr/>
          </p:nvGrpSpPr>
          <p:grpSpPr>
            <a:xfrm>
              <a:off x="5721826" y="3238790"/>
              <a:ext cx="407432" cy="407391"/>
              <a:chOff x="812101" y="2571761"/>
              <a:chExt cx="417066" cy="417024"/>
            </a:xfrm>
          </p:grpSpPr>
          <p:sp>
            <p:nvSpPr>
              <p:cNvPr id="436" name="Google Shape;436;p50"/>
              <p:cNvSpPr/>
              <p:nvPr/>
            </p:nvSpPr>
            <p:spPr>
              <a:xfrm>
                <a:off x="935084" y="2694744"/>
                <a:ext cx="171071" cy="171071"/>
              </a:xfrm>
              <a:custGeom>
                <a:avLst/>
                <a:gdLst/>
                <a:ahLst/>
                <a:cxnLst/>
                <a:rect l="l" t="t" r="r" b="b"/>
                <a:pathLst>
                  <a:path w="8197" h="8197" extrusionOk="0">
                    <a:moveTo>
                      <a:pt x="4099" y="1171"/>
                    </a:moveTo>
                    <a:cubicBezTo>
                      <a:pt x="5712" y="1171"/>
                      <a:pt x="7027" y="2484"/>
                      <a:pt x="7027" y="4097"/>
                    </a:cubicBezTo>
                    <a:cubicBezTo>
                      <a:pt x="7027" y="5712"/>
                      <a:pt x="5712" y="7025"/>
                      <a:pt x="4099" y="7025"/>
                    </a:cubicBezTo>
                    <a:cubicBezTo>
                      <a:pt x="2486" y="7025"/>
                      <a:pt x="1171" y="5712"/>
                      <a:pt x="1171" y="4097"/>
                    </a:cubicBezTo>
                    <a:cubicBezTo>
                      <a:pt x="1171" y="2484"/>
                      <a:pt x="2486" y="1171"/>
                      <a:pt x="4099" y="1171"/>
                    </a:cubicBezTo>
                    <a:close/>
                    <a:moveTo>
                      <a:pt x="4099" y="0"/>
                    </a:moveTo>
                    <a:cubicBezTo>
                      <a:pt x="1840" y="0"/>
                      <a:pt x="0" y="1838"/>
                      <a:pt x="0" y="4097"/>
                    </a:cubicBezTo>
                    <a:cubicBezTo>
                      <a:pt x="0" y="6358"/>
                      <a:pt x="1840" y="8196"/>
                      <a:pt x="4099" y="8196"/>
                    </a:cubicBezTo>
                    <a:cubicBezTo>
                      <a:pt x="6358" y="8196"/>
                      <a:pt x="8196" y="6358"/>
                      <a:pt x="8196" y="4097"/>
                    </a:cubicBezTo>
                    <a:cubicBezTo>
                      <a:pt x="8196" y="1838"/>
                      <a:pt x="6358" y="0"/>
                      <a:pt x="409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Google Shape;437;p50"/>
              <p:cNvSpPr/>
              <p:nvPr/>
            </p:nvSpPr>
            <p:spPr>
              <a:xfrm>
                <a:off x="860977" y="2620616"/>
                <a:ext cx="319311" cy="319290"/>
              </a:xfrm>
              <a:custGeom>
                <a:avLst/>
                <a:gdLst/>
                <a:ahLst/>
                <a:cxnLst/>
                <a:rect l="l" t="t" r="r" b="b"/>
                <a:pathLst>
                  <a:path w="15300" h="15299" extrusionOk="0">
                    <a:moveTo>
                      <a:pt x="12333" y="1171"/>
                    </a:moveTo>
                    <a:cubicBezTo>
                      <a:pt x="13306" y="1171"/>
                      <a:pt x="14128" y="1994"/>
                      <a:pt x="14128" y="2967"/>
                    </a:cubicBezTo>
                    <a:lnTo>
                      <a:pt x="14128" y="12334"/>
                    </a:lnTo>
                    <a:cubicBezTo>
                      <a:pt x="14128" y="13307"/>
                      <a:pt x="13306" y="14129"/>
                      <a:pt x="12333" y="14129"/>
                    </a:cubicBezTo>
                    <a:lnTo>
                      <a:pt x="2968" y="14129"/>
                    </a:lnTo>
                    <a:cubicBezTo>
                      <a:pt x="1993" y="14129"/>
                      <a:pt x="1172" y="13307"/>
                      <a:pt x="1172" y="12334"/>
                    </a:cubicBezTo>
                    <a:lnTo>
                      <a:pt x="1172" y="2967"/>
                    </a:lnTo>
                    <a:cubicBezTo>
                      <a:pt x="1172" y="1994"/>
                      <a:pt x="1993" y="1171"/>
                      <a:pt x="2968" y="1171"/>
                    </a:cubicBezTo>
                    <a:close/>
                    <a:moveTo>
                      <a:pt x="2968" y="0"/>
                    </a:moveTo>
                    <a:cubicBezTo>
                      <a:pt x="1351" y="0"/>
                      <a:pt x="1" y="1346"/>
                      <a:pt x="1" y="2967"/>
                    </a:cubicBezTo>
                    <a:lnTo>
                      <a:pt x="1" y="12334"/>
                    </a:lnTo>
                    <a:cubicBezTo>
                      <a:pt x="1" y="13952"/>
                      <a:pt x="1349" y="15299"/>
                      <a:pt x="2968" y="15299"/>
                    </a:cubicBezTo>
                    <a:lnTo>
                      <a:pt x="12333" y="15299"/>
                    </a:lnTo>
                    <a:cubicBezTo>
                      <a:pt x="13953" y="15299"/>
                      <a:pt x="15299" y="13951"/>
                      <a:pt x="15299" y="12334"/>
                    </a:cubicBezTo>
                    <a:lnTo>
                      <a:pt x="15299" y="2967"/>
                    </a:lnTo>
                    <a:cubicBezTo>
                      <a:pt x="15299" y="1345"/>
                      <a:pt x="13948" y="0"/>
                      <a:pt x="123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Google Shape;438;p50"/>
              <p:cNvSpPr/>
              <p:nvPr/>
            </p:nvSpPr>
            <p:spPr>
              <a:xfrm>
                <a:off x="812101" y="2571761"/>
                <a:ext cx="417066" cy="417024"/>
              </a:xfrm>
              <a:custGeom>
                <a:avLst/>
                <a:gdLst/>
                <a:ahLst/>
                <a:cxnLst/>
                <a:rect l="l" t="t" r="r" b="b"/>
                <a:pathLst>
                  <a:path w="19984" h="19982" extrusionOk="0">
                    <a:moveTo>
                      <a:pt x="17056" y="1172"/>
                    </a:moveTo>
                    <a:cubicBezTo>
                      <a:pt x="18025" y="1172"/>
                      <a:pt x="18812" y="1959"/>
                      <a:pt x="18812" y="2927"/>
                    </a:cubicBezTo>
                    <a:lnTo>
                      <a:pt x="18812" y="17056"/>
                    </a:lnTo>
                    <a:cubicBezTo>
                      <a:pt x="18812" y="18023"/>
                      <a:pt x="18025" y="18811"/>
                      <a:pt x="17056" y="18811"/>
                    </a:cubicBezTo>
                    <a:lnTo>
                      <a:pt x="2928" y="18811"/>
                    </a:lnTo>
                    <a:cubicBezTo>
                      <a:pt x="1961" y="18811"/>
                      <a:pt x="1172" y="18023"/>
                      <a:pt x="1172" y="17056"/>
                    </a:cubicBezTo>
                    <a:lnTo>
                      <a:pt x="1172" y="2927"/>
                    </a:lnTo>
                    <a:cubicBezTo>
                      <a:pt x="1172" y="1959"/>
                      <a:pt x="1961" y="1172"/>
                      <a:pt x="2928" y="1172"/>
                    </a:cubicBezTo>
                    <a:close/>
                    <a:moveTo>
                      <a:pt x="2928" y="1"/>
                    </a:moveTo>
                    <a:cubicBezTo>
                      <a:pt x="1313" y="1"/>
                      <a:pt x="1" y="1313"/>
                      <a:pt x="1" y="2927"/>
                    </a:cubicBezTo>
                    <a:lnTo>
                      <a:pt x="1" y="17056"/>
                    </a:lnTo>
                    <a:cubicBezTo>
                      <a:pt x="1" y="18669"/>
                      <a:pt x="1313" y="19982"/>
                      <a:pt x="2928" y="19982"/>
                    </a:cubicBezTo>
                    <a:lnTo>
                      <a:pt x="17056" y="19982"/>
                    </a:lnTo>
                    <a:cubicBezTo>
                      <a:pt x="18669" y="19982"/>
                      <a:pt x="19984" y="18669"/>
                      <a:pt x="19984" y="17056"/>
                    </a:cubicBezTo>
                    <a:lnTo>
                      <a:pt x="19984" y="2927"/>
                    </a:lnTo>
                    <a:cubicBezTo>
                      <a:pt x="19984" y="1313"/>
                      <a:pt x="18669" y="1"/>
                      <a:pt x="170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Google Shape;439;p50"/>
              <p:cNvSpPr/>
              <p:nvPr/>
            </p:nvSpPr>
            <p:spPr>
              <a:xfrm>
                <a:off x="1081712" y="2670306"/>
                <a:ext cx="48878" cy="48898"/>
              </a:xfrm>
              <a:custGeom>
                <a:avLst/>
                <a:gdLst/>
                <a:ahLst/>
                <a:cxnLst/>
                <a:rect l="l" t="t" r="r" b="b"/>
                <a:pathLst>
                  <a:path w="2342" h="2343" extrusionOk="0">
                    <a:moveTo>
                      <a:pt x="1170" y="0"/>
                    </a:moveTo>
                    <a:cubicBezTo>
                      <a:pt x="524" y="0"/>
                      <a:pt x="1" y="526"/>
                      <a:pt x="1" y="1171"/>
                    </a:cubicBezTo>
                    <a:cubicBezTo>
                      <a:pt x="1" y="1817"/>
                      <a:pt x="524" y="2342"/>
                      <a:pt x="1170" y="2342"/>
                    </a:cubicBezTo>
                    <a:cubicBezTo>
                      <a:pt x="1816" y="2342"/>
                      <a:pt x="2341" y="1817"/>
                      <a:pt x="2341" y="1171"/>
                    </a:cubicBezTo>
                    <a:cubicBezTo>
                      <a:pt x="2341" y="526"/>
                      <a:pt x="1816" y="0"/>
                      <a:pt x="11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40" name="Google Shape;440;p50"/>
            <p:cNvGrpSpPr/>
            <p:nvPr/>
          </p:nvGrpSpPr>
          <p:grpSpPr>
            <a:xfrm>
              <a:off x="6242420" y="3238790"/>
              <a:ext cx="407391" cy="407391"/>
              <a:chOff x="1323129" y="2571761"/>
              <a:chExt cx="417024" cy="417024"/>
            </a:xfrm>
          </p:grpSpPr>
          <p:sp>
            <p:nvSpPr>
              <p:cNvPr id="441" name="Google Shape;441;p50"/>
              <p:cNvSpPr/>
              <p:nvPr/>
            </p:nvSpPr>
            <p:spPr>
              <a:xfrm>
                <a:off x="1385007" y="2719183"/>
                <a:ext cx="73337" cy="219907"/>
              </a:xfrm>
              <a:custGeom>
                <a:avLst/>
                <a:gdLst/>
                <a:ahLst/>
                <a:cxnLst/>
                <a:rect l="l" t="t" r="r" b="b"/>
                <a:pathLst>
                  <a:path w="3514" h="10537" extrusionOk="0">
                    <a:moveTo>
                      <a:pt x="2342" y="1171"/>
                    </a:moveTo>
                    <a:lnTo>
                      <a:pt x="2342" y="9367"/>
                    </a:lnTo>
                    <a:lnTo>
                      <a:pt x="1171" y="9367"/>
                    </a:lnTo>
                    <a:lnTo>
                      <a:pt x="1171" y="1171"/>
                    </a:lnTo>
                    <a:close/>
                    <a:moveTo>
                      <a:pt x="586" y="0"/>
                    </a:moveTo>
                    <a:cubicBezTo>
                      <a:pt x="264" y="0"/>
                      <a:pt x="0" y="262"/>
                      <a:pt x="0" y="586"/>
                    </a:cubicBezTo>
                    <a:lnTo>
                      <a:pt x="0" y="9951"/>
                    </a:lnTo>
                    <a:cubicBezTo>
                      <a:pt x="0" y="10275"/>
                      <a:pt x="264" y="10537"/>
                      <a:pt x="586" y="10537"/>
                    </a:cubicBezTo>
                    <a:lnTo>
                      <a:pt x="2928" y="10537"/>
                    </a:lnTo>
                    <a:cubicBezTo>
                      <a:pt x="3252" y="10537"/>
                      <a:pt x="3514" y="10275"/>
                      <a:pt x="3514" y="9951"/>
                    </a:cubicBezTo>
                    <a:lnTo>
                      <a:pt x="3514" y="586"/>
                    </a:lnTo>
                    <a:cubicBezTo>
                      <a:pt x="3514" y="262"/>
                      <a:pt x="3252" y="0"/>
                      <a:pt x="292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Google Shape;442;p50"/>
              <p:cNvSpPr/>
              <p:nvPr/>
            </p:nvSpPr>
            <p:spPr>
              <a:xfrm>
                <a:off x="1385007" y="2621430"/>
                <a:ext cx="73337" cy="73337"/>
              </a:xfrm>
              <a:custGeom>
                <a:avLst/>
                <a:gdLst/>
                <a:ahLst/>
                <a:cxnLst/>
                <a:rect l="l" t="t" r="r" b="b"/>
                <a:pathLst>
                  <a:path w="3514" h="3514" extrusionOk="0">
                    <a:moveTo>
                      <a:pt x="1757" y="1171"/>
                    </a:moveTo>
                    <a:cubicBezTo>
                      <a:pt x="2081" y="1171"/>
                      <a:pt x="2342" y="1435"/>
                      <a:pt x="2342" y="1757"/>
                    </a:cubicBezTo>
                    <a:cubicBezTo>
                      <a:pt x="2342" y="2080"/>
                      <a:pt x="2081" y="2342"/>
                      <a:pt x="1757" y="2342"/>
                    </a:cubicBezTo>
                    <a:cubicBezTo>
                      <a:pt x="1435" y="2342"/>
                      <a:pt x="1171" y="2080"/>
                      <a:pt x="1171" y="1757"/>
                    </a:cubicBezTo>
                    <a:cubicBezTo>
                      <a:pt x="1171" y="1435"/>
                      <a:pt x="1435" y="1171"/>
                      <a:pt x="1757" y="1171"/>
                    </a:cubicBezTo>
                    <a:close/>
                    <a:moveTo>
                      <a:pt x="1757" y="0"/>
                    </a:moveTo>
                    <a:cubicBezTo>
                      <a:pt x="789" y="0"/>
                      <a:pt x="0" y="789"/>
                      <a:pt x="0" y="1757"/>
                    </a:cubicBezTo>
                    <a:cubicBezTo>
                      <a:pt x="0" y="2726"/>
                      <a:pt x="789" y="3513"/>
                      <a:pt x="1757" y="3513"/>
                    </a:cubicBezTo>
                    <a:cubicBezTo>
                      <a:pt x="2726" y="3513"/>
                      <a:pt x="3514" y="2726"/>
                      <a:pt x="3514" y="1757"/>
                    </a:cubicBezTo>
                    <a:cubicBezTo>
                      <a:pt x="3514" y="789"/>
                      <a:pt x="2726" y="0"/>
                      <a:pt x="175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Google Shape;443;p50"/>
              <p:cNvSpPr/>
              <p:nvPr/>
            </p:nvSpPr>
            <p:spPr>
              <a:xfrm>
                <a:off x="1482759" y="2718786"/>
                <a:ext cx="195510" cy="220304"/>
              </a:xfrm>
              <a:custGeom>
                <a:avLst/>
                <a:gdLst/>
                <a:ahLst/>
                <a:cxnLst/>
                <a:rect l="l" t="t" r="r" b="b"/>
                <a:pathLst>
                  <a:path w="9368" h="10556" extrusionOk="0">
                    <a:moveTo>
                      <a:pt x="5559" y="1173"/>
                    </a:moveTo>
                    <a:cubicBezTo>
                      <a:pt x="5720" y="1173"/>
                      <a:pt x="5883" y="1186"/>
                      <a:pt x="6044" y="1212"/>
                    </a:cubicBezTo>
                    <a:cubicBezTo>
                      <a:pt x="7422" y="1435"/>
                      <a:pt x="8196" y="2535"/>
                      <a:pt x="8196" y="3669"/>
                    </a:cubicBezTo>
                    <a:lnTo>
                      <a:pt x="8196" y="9386"/>
                    </a:lnTo>
                    <a:lnTo>
                      <a:pt x="7025" y="9386"/>
                    </a:lnTo>
                    <a:lnTo>
                      <a:pt x="7025" y="4702"/>
                    </a:lnTo>
                    <a:cubicBezTo>
                      <a:pt x="7025" y="3411"/>
                      <a:pt x="5975" y="2360"/>
                      <a:pt x="4683" y="2360"/>
                    </a:cubicBezTo>
                    <a:cubicBezTo>
                      <a:pt x="3392" y="2360"/>
                      <a:pt x="2341" y="3411"/>
                      <a:pt x="2341" y="4702"/>
                    </a:cubicBezTo>
                    <a:lnTo>
                      <a:pt x="2341" y="9386"/>
                    </a:lnTo>
                    <a:lnTo>
                      <a:pt x="1170" y="9386"/>
                    </a:lnTo>
                    <a:lnTo>
                      <a:pt x="1170" y="1190"/>
                    </a:lnTo>
                    <a:lnTo>
                      <a:pt x="2341" y="1190"/>
                    </a:lnTo>
                    <a:lnTo>
                      <a:pt x="2341" y="1776"/>
                    </a:lnTo>
                    <a:cubicBezTo>
                      <a:pt x="2341" y="2011"/>
                      <a:pt x="2484" y="2225"/>
                      <a:pt x="2704" y="2316"/>
                    </a:cubicBezTo>
                    <a:cubicBezTo>
                      <a:pt x="2776" y="2346"/>
                      <a:pt x="2852" y="2361"/>
                      <a:pt x="2928" y="2361"/>
                    </a:cubicBezTo>
                    <a:cubicBezTo>
                      <a:pt x="3080" y="2361"/>
                      <a:pt x="3229" y="2301"/>
                      <a:pt x="3341" y="2190"/>
                    </a:cubicBezTo>
                    <a:lnTo>
                      <a:pt x="3615" y="1916"/>
                    </a:lnTo>
                    <a:cubicBezTo>
                      <a:pt x="4086" y="1443"/>
                      <a:pt x="4813" y="1173"/>
                      <a:pt x="5559" y="1173"/>
                    </a:cubicBezTo>
                    <a:close/>
                    <a:moveTo>
                      <a:pt x="5553" y="0"/>
                    </a:moveTo>
                    <a:cubicBezTo>
                      <a:pt x="4823" y="0"/>
                      <a:pt x="4110" y="189"/>
                      <a:pt x="3509" y="536"/>
                    </a:cubicBezTo>
                    <a:cubicBezTo>
                      <a:pt x="3475" y="246"/>
                      <a:pt x="3227" y="19"/>
                      <a:pt x="2927" y="19"/>
                    </a:cubicBezTo>
                    <a:lnTo>
                      <a:pt x="586" y="19"/>
                    </a:lnTo>
                    <a:cubicBezTo>
                      <a:pt x="262" y="19"/>
                      <a:pt x="1" y="281"/>
                      <a:pt x="1" y="605"/>
                    </a:cubicBezTo>
                    <a:lnTo>
                      <a:pt x="1" y="9970"/>
                    </a:lnTo>
                    <a:cubicBezTo>
                      <a:pt x="1" y="10294"/>
                      <a:pt x="262" y="10556"/>
                      <a:pt x="586" y="10556"/>
                    </a:cubicBezTo>
                    <a:lnTo>
                      <a:pt x="2927" y="10556"/>
                    </a:lnTo>
                    <a:cubicBezTo>
                      <a:pt x="3250" y="10556"/>
                      <a:pt x="3512" y="10294"/>
                      <a:pt x="3512" y="9970"/>
                    </a:cubicBezTo>
                    <a:lnTo>
                      <a:pt x="3512" y="4702"/>
                    </a:lnTo>
                    <a:cubicBezTo>
                      <a:pt x="3512" y="4056"/>
                      <a:pt x="4038" y="3531"/>
                      <a:pt x="4683" y="3531"/>
                    </a:cubicBezTo>
                    <a:cubicBezTo>
                      <a:pt x="5329" y="3531"/>
                      <a:pt x="5854" y="4056"/>
                      <a:pt x="5854" y="4702"/>
                    </a:cubicBezTo>
                    <a:lnTo>
                      <a:pt x="5854" y="9970"/>
                    </a:lnTo>
                    <a:cubicBezTo>
                      <a:pt x="5854" y="10294"/>
                      <a:pt x="6116" y="10556"/>
                      <a:pt x="6440" y="10556"/>
                    </a:cubicBezTo>
                    <a:lnTo>
                      <a:pt x="8782" y="10556"/>
                    </a:lnTo>
                    <a:cubicBezTo>
                      <a:pt x="9104" y="10556"/>
                      <a:pt x="9368" y="10294"/>
                      <a:pt x="9368" y="9970"/>
                    </a:cubicBezTo>
                    <a:lnTo>
                      <a:pt x="9368" y="3669"/>
                    </a:lnTo>
                    <a:cubicBezTo>
                      <a:pt x="9368" y="1921"/>
                      <a:pt x="8131" y="364"/>
                      <a:pt x="6231" y="55"/>
                    </a:cubicBezTo>
                    <a:cubicBezTo>
                      <a:pt x="6005" y="18"/>
                      <a:pt x="5779" y="0"/>
                      <a:pt x="555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Google Shape;444;p50"/>
              <p:cNvSpPr/>
              <p:nvPr/>
            </p:nvSpPr>
            <p:spPr>
              <a:xfrm>
                <a:off x="1323129" y="2571761"/>
                <a:ext cx="417024" cy="417024"/>
              </a:xfrm>
              <a:custGeom>
                <a:avLst/>
                <a:gdLst/>
                <a:ahLst/>
                <a:cxnLst/>
                <a:rect l="l" t="t" r="r" b="b"/>
                <a:pathLst>
                  <a:path w="19982" h="19982" extrusionOk="0">
                    <a:moveTo>
                      <a:pt x="17015" y="1170"/>
                    </a:moveTo>
                    <a:cubicBezTo>
                      <a:pt x="17989" y="1170"/>
                      <a:pt x="18810" y="1993"/>
                      <a:pt x="18810" y="2966"/>
                    </a:cubicBezTo>
                    <a:lnTo>
                      <a:pt x="18810" y="17015"/>
                    </a:lnTo>
                    <a:cubicBezTo>
                      <a:pt x="18810" y="17990"/>
                      <a:pt x="17989" y="18811"/>
                      <a:pt x="17015" y="18811"/>
                    </a:cubicBezTo>
                    <a:lnTo>
                      <a:pt x="2965" y="18811"/>
                    </a:lnTo>
                    <a:cubicBezTo>
                      <a:pt x="1992" y="18811"/>
                      <a:pt x="1170" y="17990"/>
                      <a:pt x="1170" y="17015"/>
                    </a:cubicBezTo>
                    <a:lnTo>
                      <a:pt x="1170" y="2966"/>
                    </a:lnTo>
                    <a:cubicBezTo>
                      <a:pt x="1170" y="1993"/>
                      <a:pt x="1992" y="1170"/>
                      <a:pt x="2965" y="1170"/>
                    </a:cubicBezTo>
                    <a:close/>
                    <a:moveTo>
                      <a:pt x="2965" y="1"/>
                    </a:moveTo>
                    <a:cubicBezTo>
                      <a:pt x="1347" y="1"/>
                      <a:pt x="0" y="1349"/>
                      <a:pt x="0" y="2966"/>
                    </a:cubicBezTo>
                    <a:lnTo>
                      <a:pt x="0" y="17015"/>
                    </a:lnTo>
                    <a:cubicBezTo>
                      <a:pt x="0" y="18635"/>
                      <a:pt x="1348" y="19982"/>
                      <a:pt x="2965" y="19982"/>
                    </a:cubicBezTo>
                    <a:lnTo>
                      <a:pt x="17017" y="19982"/>
                    </a:lnTo>
                    <a:cubicBezTo>
                      <a:pt x="18635" y="19982"/>
                      <a:pt x="19981" y="18634"/>
                      <a:pt x="19981" y="17015"/>
                    </a:cubicBezTo>
                    <a:lnTo>
                      <a:pt x="19981" y="2966"/>
                    </a:lnTo>
                    <a:cubicBezTo>
                      <a:pt x="19981" y="1347"/>
                      <a:pt x="18633" y="1"/>
                      <a:pt x="170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" name="Рисунок 1"/>
          <p:cNvSpPr>
            <a:spLocks noGrp="1"/>
          </p:cNvSpPr>
          <p:nvPr>
            <p:ph type="pic" idx="2"/>
          </p:nvPr>
        </p:nvSpPr>
        <p:spPr/>
      </p:sp>
    </p:spTree>
  </p:cSld>
  <p:clrMapOvr>
    <a:masterClrMapping/>
  </p:clrMapOvr>
</p:sld>
</file>

<file path=ppt/theme/theme1.xml><?xml version="1.0" encoding="utf-8"?>
<a:theme xmlns:a="http://schemas.openxmlformats.org/drawingml/2006/main" name="Sage Green Palette Portfolio by Slidesgo">
  <a:themeElements>
    <a:clrScheme name="Simple Light">
      <a:dk1>
        <a:srgbClr val="FFFFFF"/>
      </a:dk1>
      <a:lt1>
        <a:srgbClr val="485A4E"/>
      </a:lt1>
      <a:dk2>
        <a:srgbClr val="39734D"/>
      </a:dk2>
      <a:lt2>
        <a:srgbClr val="53A66F"/>
      </a:lt2>
      <a:accent1>
        <a:srgbClr val="85A690"/>
      </a:accent1>
      <a:accent2>
        <a:srgbClr val="C2F2D2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1131</Words>
  <Application>Microsoft Office PowerPoint</Application>
  <PresentationFormat>Экран (16:9)</PresentationFormat>
  <Paragraphs>187</Paragraphs>
  <Slides>19</Slides>
  <Notes>19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6" baseType="lpstr">
      <vt:lpstr>Raleway</vt:lpstr>
      <vt:lpstr>DM Serif Display</vt:lpstr>
      <vt:lpstr>Nunito Light</vt:lpstr>
      <vt:lpstr>DM Sans</vt:lpstr>
      <vt:lpstr>Arial</vt:lpstr>
      <vt:lpstr>Anaheim</vt:lpstr>
      <vt:lpstr>Sage Green Palette Portfolio by Slidesgo</vt:lpstr>
      <vt:lpstr>Sage Green Palette Portfolio</vt:lpstr>
      <vt:lpstr>Contents of this template</vt:lpstr>
      <vt:lpstr>Table of contents</vt:lpstr>
      <vt:lpstr>Contents of a portfolio</vt:lpstr>
      <vt:lpstr>Things to include in your portfolio</vt:lpstr>
      <vt:lpstr>Resume</vt:lpstr>
      <vt:lpstr>Previous projects</vt:lpstr>
      <vt:lpstr>Cover letter</vt:lpstr>
      <vt:lpstr>Photo showcase</vt:lpstr>
      <vt:lpstr>My best work</vt:lpstr>
      <vt:lpstr>"Creativity is the key to unlocking your true potential"</vt:lpstr>
      <vt:lpstr>What people say about me</vt:lpstr>
      <vt:lpstr>My skills and qualifications</vt:lpstr>
      <vt:lpstr>200</vt:lpstr>
      <vt:lpstr>A chart of the areas I work in</vt:lpstr>
      <vt:lpstr>Table</vt:lpstr>
      <vt:lpstr>How did I achieve success? </vt:lpstr>
      <vt:lpstr>Roadmap of my future projects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Sage Green Palette Portfolio</dc:title>
  <cp:lastModifiedBy>я</cp:lastModifiedBy>
  <cp:revision>1</cp:revision>
  <dcterms:modified xsi:type="dcterms:W3CDTF">2026-02-19T09:04:52Z</dcterms:modified>
</cp:coreProperties>
</file>
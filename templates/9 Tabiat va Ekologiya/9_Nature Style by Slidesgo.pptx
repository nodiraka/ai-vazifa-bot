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6858000" cy="9144000"/>
  <p:embeddedFontLst>
    <p:embeddedFont>
      <p:font typeface="Raleway" panose="020B0604020202020204" charset="-52"/>
      <p:regular r:id="rId18"/>
      <p:bold r:id="rId19"/>
      <p:italic r:id="rId20"/>
      <p:boldItalic r:id="rId21"/>
    </p:embeddedFont>
    <p:embeddedFont>
      <p:font typeface="Gudea" panose="020B0604020202020204" charset="0"/>
      <p:regular r:id="rId22"/>
      <p:bold r:id="rId23"/>
      <p:italic r:id="rId24"/>
    </p:embeddedFont>
    <p:embeddedFont>
      <p:font typeface="Open Sans" panose="020B0604020202020204" charset="0"/>
      <p:regular r:id="rId25"/>
      <p:bold r:id="rId26"/>
      <p:italic r:id="rId27"/>
      <p:boldItalic r:id="rId28"/>
    </p:embeddedFont>
    <p:embeddedFont>
      <p:font typeface="Poppins" panose="020B0604020202020204" charset="0"/>
      <p:regular r:id="rId29"/>
      <p:bold r:id="rId30"/>
      <p:italic r:id="rId31"/>
      <p:boldItalic r:id="rId32"/>
    </p:embeddedFont>
    <p:embeddedFont>
      <p:font typeface="Kantumruy Pro" panose="020B0604020202020204" charset="0"/>
      <p:regular r:id="rId33"/>
      <p:bold r:id="rId34"/>
      <p:italic r:id="rId35"/>
      <p:boldItalic r:id="rId36"/>
    </p:embeddedFont>
    <p:embeddedFont>
      <p:font typeface="Montserrat" panose="020B0604020202020204" charset="-52"/>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E3343C0-9327-4719-B3FF-5BA51FE2F08A}">
  <a:tblStyle styleId="{5E3343C0-9327-4719-B3FF-5BA51FE2F08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730"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9" Type="http://schemas.openxmlformats.org/officeDocument/2006/relationships/font" Target="fonts/font22.fntdata"/><Relationship Id="rId21" Type="http://schemas.openxmlformats.org/officeDocument/2006/relationships/font" Target="fonts/font4.fntdata"/><Relationship Id="rId34" Type="http://schemas.openxmlformats.org/officeDocument/2006/relationships/font" Target="fonts/font17.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font" Target="fonts/font20.fntdata"/><Relationship Id="rId40" Type="http://schemas.openxmlformats.org/officeDocument/2006/relationships/font" Target="fonts/font2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font" Target="fonts/font19.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font" Target="fonts/font18.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38" Type="http://schemas.openxmlformats.org/officeDocument/2006/relationships/font" Target="fonts/font2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34708d2edc_1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334708d2edc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e1d838b627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e1d838b627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34708d2edc_1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34708d2edc_1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e1d838b627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e1d838b627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e1d838b627_4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e1d838b627_4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4e7243c59e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34e7243c59e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349a0c4d79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3349a0c4d79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3349a0c4d79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3349a0c4d79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e1d838b627_4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e1d838b627_4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e1d838b627_4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e1d838b627_4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e1d838b627_4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e1d838b627_4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3349a0c4d79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3349a0c4d79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2dfe25653d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2dfe25653d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e1d838b627_4_2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e1d838b627_4_2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135c9f142d8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 name="Google Shape;316;g135c9f142d8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a:spLocks noGrp="1"/>
          </p:cNvSpPr>
          <p:nvPr>
            <p:ph type="pic" idx="2"/>
          </p:nvPr>
        </p:nvSpPr>
        <p:spPr>
          <a:xfrm>
            <a:off x="0" y="0"/>
            <a:ext cx="9144000" cy="3128100"/>
          </a:xfrm>
          <a:prstGeom prst="rect">
            <a:avLst/>
          </a:prstGeom>
          <a:noFill/>
          <a:ln>
            <a:noFill/>
          </a:ln>
        </p:spPr>
      </p:sp>
      <p:sp>
        <p:nvSpPr>
          <p:cNvPr id="10" name="Google Shape;10;p2"/>
          <p:cNvSpPr txBox="1">
            <a:spLocks noGrp="1"/>
          </p:cNvSpPr>
          <p:nvPr>
            <p:ph type="ctrTitle"/>
          </p:nvPr>
        </p:nvSpPr>
        <p:spPr>
          <a:xfrm>
            <a:off x="713225" y="3276450"/>
            <a:ext cx="4759800" cy="13152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4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5473025" y="3288800"/>
            <a:ext cx="2957700" cy="1315200"/>
          </a:xfrm>
          <a:prstGeom prst="rect">
            <a:avLst/>
          </a:prstGeom>
          <a:ln>
            <a:noFill/>
          </a:ln>
        </p:spPr>
        <p:txBody>
          <a:bodyPr spcFirstLastPara="1" wrap="square" lIns="91425" tIns="91425" rIns="91425" bIns="91425" anchor="b" anchorCtr="0">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sp>
        <p:nvSpPr>
          <p:cNvPr id="13" name="Google Shape;13;p3"/>
          <p:cNvSpPr txBox="1">
            <a:spLocks noGrp="1"/>
          </p:cNvSpPr>
          <p:nvPr>
            <p:ph type="title"/>
          </p:nvPr>
        </p:nvSpPr>
        <p:spPr>
          <a:xfrm>
            <a:off x="713225" y="539550"/>
            <a:ext cx="4081800" cy="7233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4" name="Google Shape;14;p3"/>
          <p:cNvSpPr txBox="1">
            <a:spLocks noGrp="1"/>
          </p:cNvSpPr>
          <p:nvPr>
            <p:ph type="title" idx="2" hasCustomPrompt="1"/>
          </p:nvPr>
        </p:nvSpPr>
        <p:spPr>
          <a:xfrm>
            <a:off x="7501075" y="539500"/>
            <a:ext cx="929700" cy="723300"/>
          </a:xfrm>
          <a:prstGeom prst="rect">
            <a:avLst/>
          </a:prstGeom>
          <a:noFill/>
        </p:spPr>
        <p:txBody>
          <a:bodyPr spcFirstLastPara="1" wrap="square" lIns="91425" tIns="91425" rIns="91425" bIns="91425" anchor="ctr" anchorCtr="0">
            <a:noAutofit/>
          </a:bodyPr>
          <a:lstStyle>
            <a:lvl1pPr lvl="0" algn="r">
              <a:spcBef>
                <a:spcPts val="0"/>
              </a:spcBef>
              <a:spcAft>
                <a:spcPts val="0"/>
              </a:spcAft>
              <a:buClr>
                <a:schemeClr val="lt1"/>
              </a:buClr>
              <a:buSzPts val="6000"/>
              <a:buNone/>
              <a:defRPr sz="41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5" name="Google Shape;15;p3"/>
          <p:cNvSpPr txBox="1">
            <a:spLocks noGrp="1"/>
          </p:cNvSpPr>
          <p:nvPr>
            <p:ph type="subTitle" idx="1"/>
          </p:nvPr>
        </p:nvSpPr>
        <p:spPr>
          <a:xfrm>
            <a:off x="713225" y="1262850"/>
            <a:ext cx="4081800" cy="4311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6" name="Google Shape;16;p3"/>
          <p:cNvSpPr>
            <a:spLocks noGrp="1"/>
          </p:cNvSpPr>
          <p:nvPr>
            <p:ph type="pic" idx="3"/>
          </p:nvPr>
        </p:nvSpPr>
        <p:spPr>
          <a:xfrm>
            <a:off x="0" y="2015388"/>
            <a:ext cx="9144000" cy="31281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5"/>
          <p:cNvSpPr txBox="1">
            <a:spLocks noGrp="1"/>
          </p:cNvSpPr>
          <p:nvPr>
            <p:ph type="subTitle" idx="1"/>
          </p:nvPr>
        </p:nvSpPr>
        <p:spPr>
          <a:xfrm>
            <a:off x="3257475" y="1740400"/>
            <a:ext cx="4956000" cy="4257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1800"/>
              <a:buFont typeface="Poppins"/>
              <a:buNone/>
              <a:defRPr sz="2200">
                <a:latin typeface="Kantumruy Pro"/>
                <a:ea typeface="Kantumruy Pro"/>
                <a:cs typeface="Kantumruy Pro"/>
                <a:sym typeface="Kantumruy Pro"/>
              </a:defRPr>
            </a:lvl1pPr>
            <a:lvl2pPr lvl="1" algn="ctr">
              <a:lnSpc>
                <a:spcPct val="100000"/>
              </a:lnSpc>
              <a:spcBef>
                <a:spcPts val="0"/>
              </a:spcBef>
              <a:spcAft>
                <a:spcPts val="0"/>
              </a:spcAft>
              <a:buSzPts val="1800"/>
              <a:buFont typeface="Poppins"/>
              <a:buNone/>
              <a:defRPr sz="1800">
                <a:latin typeface="Poppins"/>
                <a:ea typeface="Poppins"/>
                <a:cs typeface="Poppins"/>
                <a:sym typeface="Poppins"/>
              </a:defRPr>
            </a:lvl2pPr>
            <a:lvl3pPr lvl="2" algn="ctr">
              <a:lnSpc>
                <a:spcPct val="100000"/>
              </a:lnSpc>
              <a:spcBef>
                <a:spcPts val="0"/>
              </a:spcBef>
              <a:spcAft>
                <a:spcPts val="0"/>
              </a:spcAft>
              <a:buSzPts val="1800"/>
              <a:buFont typeface="Poppins"/>
              <a:buNone/>
              <a:defRPr sz="1800">
                <a:latin typeface="Poppins"/>
                <a:ea typeface="Poppins"/>
                <a:cs typeface="Poppins"/>
                <a:sym typeface="Poppins"/>
              </a:defRPr>
            </a:lvl3pPr>
            <a:lvl4pPr lvl="3" algn="ctr">
              <a:lnSpc>
                <a:spcPct val="100000"/>
              </a:lnSpc>
              <a:spcBef>
                <a:spcPts val="0"/>
              </a:spcBef>
              <a:spcAft>
                <a:spcPts val="0"/>
              </a:spcAft>
              <a:buSzPts val="1800"/>
              <a:buFont typeface="Poppins"/>
              <a:buNone/>
              <a:defRPr sz="1800">
                <a:latin typeface="Poppins"/>
                <a:ea typeface="Poppins"/>
                <a:cs typeface="Poppins"/>
                <a:sym typeface="Poppins"/>
              </a:defRPr>
            </a:lvl4pPr>
            <a:lvl5pPr lvl="4" algn="ctr">
              <a:lnSpc>
                <a:spcPct val="100000"/>
              </a:lnSpc>
              <a:spcBef>
                <a:spcPts val="0"/>
              </a:spcBef>
              <a:spcAft>
                <a:spcPts val="0"/>
              </a:spcAft>
              <a:buSzPts val="1800"/>
              <a:buFont typeface="Poppins"/>
              <a:buNone/>
              <a:defRPr sz="1800">
                <a:latin typeface="Poppins"/>
                <a:ea typeface="Poppins"/>
                <a:cs typeface="Poppins"/>
                <a:sym typeface="Poppins"/>
              </a:defRPr>
            </a:lvl5pPr>
            <a:lvl6pPr lvl="5" algn="ctr">
              <a:lnSpc>
                <a:spcPct val="100000"/>
              </a:lnSpc>
              <a:spcBef>
                <a:spcPts val="0"/>
              </a:spcBef>
              <a:spcAft>
                <a:spcPts val="0"/>
              </a:spcAft>
              <a:buSzPts val="1800"/>
              <a:buFont typeface="Poppins"/>
              <a:buNone/>
              <a:defRPr sz="1800">
                <a:latin typeface="Poppins"/>
                <a:ea typeface="Poppins"/>
                <a:cs typeface="Poppins"/>
                <a:sym typeface="Poppins"/>
              </a:defRPr>
            </a:lvl6pPr>
            <a:lvl7pPr lvl="6" algn="ctr">
              <a:lnSpc>
                <a:spcPct val="100000"/>
              </a:lnSpc>
              <a:spcBef>
                <a:spcPts val="0"/>
              </a:spcBef>
              <a:spcAft>
                <a:spcPts val="0"/>
              </a:spcAft>
              <a:buSzPts val="1800"/>
              <a:buFont typeface="Poppins"/>
              <a:buNone/>
              <a:defRPr sz="1800">
                <a:latin typeface="Poppins"/>
                <a:ea typeface="Poppins"/>
                <a:cs typeface="Poppins"/>
                <a:sym typeface="Poppins"/>
              </a:defRPr>
            </a:lvl7pPr>
            <a:lvl8pPr lvl="7" algn="ctr">
              <a:lnSpc>
                <a:spcPct val="100000"/>
              </a:lnSpc>
              <a:spcBef>
                <a:spcPts val="0"/>
              </a:spcBef>
              <a:spcAft>
                <a:spcPts val="0"/>
              </a:spcAft>
              <a:buSzPts val="1800"/>
              <a:buFont typeface="Poppins"/>
              <a:buNone/>
              <a:defRPr sz="1800">
                <a:latin typeface="Poppins"/>
                <a:ea typeface="Poppins"/>
                <a:cs typeface="Poppins"/>
                <a:sym typeface="Poppins"/>
              </a:defRPr>
            </a:lvl8pPr>
            <a:lvl9pPr lvl="8" algn="ctr">
              <a:lnSpc>
                <a:spcPct val="100000"/>
              </a:lnSpc>
              <a:spcBef>
                <a:spcPts val="0"/>
              </a:spcBef>
              <a:spcAft>
                <a:spcPts val="0"/>
              </a:spcAft>
              <a:buSzPts val="1800"/>
              <a:buFont typeface="Poppins"/>
              <a:buNone/>
              <a:defRPr sz="1800">
                <a:latin typeface="Poppins"/>
                <a:ea typeface="Poppins"/>
                <a:cs typeface="Poppins"/>
                <a:sym typeface="Poppins"/>
              </a:defRPr>
            </a:lvl9pPr>
          </a:lstStyle>
          <a:p>
            <a:endParaRPr/>
          </a:p>
        </p:txBody>
      </p:sp>
      <p:sp>
        <p:nvSpPr>
          <p:cNvPr id="24" name="Google Shape;24;p5"/>
          <p:cNvSpPr txBox="1">
            <a:spLocks noGrp="1"/>
          </p:cNvSpPr>
          <p:nvPr>
            <p:ph type="subTitle" idx="2"/>
          </p:nvPr>
        </p:nvSpPr>
        <p:spPr>
          <a:xfrm>
            <a:off x="3257475" y="3124577"/>
            <a:ext cx="4956000" cy="4257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1800"/>
              <a:buFont typeface="Poppins"/>
              <a:buNone/>
              <a:defRPr sz="2200">
                <a:latin typeface="Kantumruy Pro"/>
                <a:ea typeface="Kantumruy Pro"/>
                <a:cs typeface="Kantumruy Pro"/>
                <a:sym typeface="Kantumruy Pro"/>
              </a:defRPr>
            </a:lvl1pPr>
            <a:lvl2pPr lvl="1" algn="ctr">
              <a:lnSpc>
                <a:spcPct val="100000"/>
              </a:lnSpc>
              <a:spcBef>
                <a:spcPts val="0"/>
              </a:spcBef>
              <a:spcAft>
                <a:spcPts val="0"/>
              </a:spcAft>
              <a:buSzPts val="1800"/>
              <a:buFont typeface="Poppins"/>
              <a:buNone/>
              <a:defRPr sz="1800">
                <a:latin typeface="Poppins"/>
                <a:ea typeface="Poppins"/>
                <a:cs typeface="Poppins"/>
                <a:sym typeface="Poppins"/>
              </a:defRPr>
            </a:lvl2pPr>
            <a:lvl3pPr lvl="2" algn="ctr">
              <a:lnSpc>
                <a:spcPct val="100000"/>
              </a:lnSpc>
              <a:spcBef>
                <a:spcPts val="0"/>
              </a:spcBef>
              <a:spcAft>
                <a:spcPts val="0"/>
              </a:spcAft>
              <a:buSzPts val="1800"/>
              <a:buFont typeface="Poppins"/>
              <a:buNone/>
              <a:defRPr sz="1800">
                <a:latin typeface="Poppins"/>
                <a:ea typeface="Poppins"/>
                <a:cs typeface="Poppins"/>
                <a:sym typeface="Poppins"/>
              </a:defRPr>
            </a:lvl3pPr>
            <a:lvl4pPr lvl="3" algn="ctr">
              <a:lnSpc>
                <a:spcPct val="100000"/>
              </a:lnSpc>
              <a:spcBef>
                <a:spcPts val="0"/>
              </a:spcBef>
              <a:spcAft>
                <a:spcPts val="0"/>
              </a:spcAft>
              <a:buSzPts val="1800"/>
              <a:buFont typeface="Poppins"/>
              <a:buNone/>
              <a:defRPr sz="1800">
                <a:latin typeface="Poppins"/>
                <a:ea typeface="Poppins"/>
                <a:cs typeface="Poppins"/>
                <a:sym typeface="Poppins"/>
              </a:defRPr>
            </a:lvl4pPr>
            <a:lvl5pPr lvl="4" algn="ctr">
              <a:lnSpc>
                <a:spcPct val="100000"/>
              </a:lnSpc>
              <a:spcBef>
                <a:spcPts val="0"/>
              </a:spcBef>
              <a:spcAft>
                <a:spcPts val="0"/>
              </a:spcAft>
              <a:buSzPts val="1800"/>
              <a:buFont typeface="Poppins"/>
              <a:buNone/>
              <a:defRPr sz="1800">
                <a:latin typeface="Poppins"/>
                <a:ea typeface="Poppins"/>
                <a:cs typeface="Poppins"/>
                <a:sym typeface="Poppins"/>
              </a:defRPr>
            </a:lvl5pPr>
            <a:lvl6pPr lvl="5" algn="ctr">
              <a:lnSpc>
                <a:spcPct val="100000"/>
              </a:lnSpc>
              <a:spcBef>
                <a:spcPts val="0"/>
              </a:spcBef>
              <a:spcAft>
                <a:spcPts val="0"/>
              </a:spcAft>
              <a:buSzPts val="1800"/>
              <a:buFont typeface="Poppins"/>
              <a:buNone/>
              <a:defRPr sz="1800">
                <a:latin typeface="Poppins"/>
                <a:ea typeface="Poppins"/>
                <a:cs typeface="Poppins"/>
                <a:sym typeface="Poppins"/>
              </a:defRPr>
            </a:lvl6pPr>
            <a:lvl7pPr lvl="6" algn="ctr">
              <a:lnSpc>
                <a:spcPct val="100000"/>
              </a:lnSpc>
              <a:spcBef>
                <a:spcPts val="0"/>
              </a:spcBef>
              <a:spcAft>
                <a:spcPts val="0"/>
              </a:spcAft>
              <a:buSzPts val="1800"/>
              <a:buFont typeface="Poppins"/>
              <a:buNone/>
              <a:defRPr sz="1800">
                <a:latin typeface="Poppins"/>
                <a:ea typeface="Poppins"/>
                <a:cs typeface="Poppins"/>
                <a:sym typeface="Poppins"/>
              </a:defRPr>
            </a:lvl7pPr>
            <a:lvl8pPr lvl="7" algn="ctr">
              <a:lnSpc>
                <a:spcPct val="100000"/>
              </a:lnSpc>
              <a:spcBef>
                <a:spcPts val="0"/>
              </a:spcBef>
              <a:spcAft>
                <a:spcPts val="0"/>
              </a:spcAft>
              <a:buSzPts val="1800"/>
              <a:buFont typeface="Poppins"/>
              <a:buNone/>
              <a:defRPr sz="1800">
                <a:latin typeface="Poppins"/>
                <a:ea typeface="Poppins"/>
                <a:cs typeface="Poppins"/>
                <a:sym typeface="Poppins"/>
              </a:defRPr>
            </a:lvl8pPr>
            <a:lvl9pPr lvl="8" algn="ctr">
              <a:lnSpc>
                <a:spcPct val="100000"/>
              </a:lnSpc>
              <a:spcBef>
                <a:spcPts val="0"/>
              </a:spcBef>
              <a:spcAft>
                <a:spcPts val="0"/>
              </a:spcAft>
              <a:buSzPts val="1800"/>
              <a:buFont typeface="Poppins"/>
              <a:buNone/>
              <a:defRPr sz="1800">
                <a:latin typeface="Poppins"/>
                <a:ea typeface="Poppins"/>
                <a:cs typeface="Poppins"/>
                <a:sym typeface="Poppins"/>
              </a:defRPr>
            </a:lvl9pPr>
          </a:lstStyle>
          <a:p>
            <a:endParaRPr/>
          </a:p>
        </p:txBody>
      </p:sp>
      <p:sp>
        <p:nvSpPr>
          <p:cNvPr id="25" name="Google Shape;25;p5"/>
          <p:cNvSpPr txBox="1">
            <a:spLocks noGrp="1"/>
          </p:cNvSpPr>
          <p:nvPr>
            <p:ph type="subTitle" idx="3"/>
          </p:nvPr>
        </p:nvSpPr>
        <p:spPr>
          <a:xfrm>
            <a:off x="3257475" y="2089900"/>
            <a:ext cx="4956000" cy="777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6" name="Google Shape;26;p5"/>
          <p:cNvSpPr txBox="1">
            <a:spLocks noGrp="1"/>
          </p:cNvSpPr>
          <p:nvPr>
            <p:ph type="subTitle" idx="4"/>
          </p:nvPr>
        </p:nvSpPr>
        <p:spPr>
          <a:xfrm>
            <a:off x="3257475" y="3474075"/>
            <a:ext cx="4956000" cy="777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7" name="Google Shape;27;p5"/>
          <p:cNvSpPr txBox="1">
            <a:spLocks noGrp="1"/>
          </p:cNvSpPr>
          <p:nvPr>
            <p:ph type="title"/>
          </p:nvPr>
        </p:nvSpPr>
        <p:spPr>
          <a:xfrm>
            <a:off x="3257475" y="445025"/>
            <a:ext cx="5173200" cy="572700"/>
          </a:xfrm>
          <a:prstGeom prst="rect">
            <a:avLst/>
          </a:prstGeom>
          <a:ln>
            <a:noFill/>
          </a:ln>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8" name="Google Shape;28;p5"/>
          <p:cNvSpPr>
            <a:spLocks noGrp="1"/>
          </p:cNvSpPr>
          <p:nvPr>
            <p:ph type="pic" idx="5"/>
          </p:nvPr>
        </p:nvSpPr>
        <p:spPr>
          <a:xfrm>
            <a:off x="0" y="0"/>
            <a:ext cx="2437200" cy="5143500"/>
          </a:xfrm>
          <a:prstGeom prst="rect">
            <a:avLst/>
          </a:prstGeom>
          <a:no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31" name="Google Shape;31;p6"/>
          <p:cNvCxnSpPr/>
          <p:nvPr/>
        </p:nvCxnSpPr>
        <p:spPr>
          <a:xfrm>
            <a:off x="-291775" y="288225"/>
            <a:ext cx="2501700" cy="0"/>
          </a:xfrm>
          <a:prstGeom prst="straightConnector1">
            <a:avLst/>
          </a:prstGeom>
          <a:noFill/>
          <a:ln w="9525" cap="flat" cmpd="sng">
            <a:solidFill>
              <a:schemeClr val="dk1"/>
            </a:solidFill>
            <a:prstDash val="solid"/>
            <a:round/>
            <a:headEnd type="none" w="med" len="med"/>
            <a:tailEnd type="none" w="med" len="med"/>
          </a:ln>
        </p:spPr>
      </p:cxnSp>
      <p:sp>
        <p:nvSpPr>
          <p:cNvPr id="32" name="Google Shape;32;p6"/>
          <p:cNvSpPr/>
          <p:nvPr/>
        </p:nvSpPr>
        <p:spPr>
          <a:xfrm>
            <a:off x="8609100" y="4814900"/>
            <a:ext cx="350100" cy="1176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720000" y="445025"/>
            <a:ext cx="3530700" cy="11064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5" name="Google Shape;35;p7"/>
          <p:cNvSpPr txBox="1">
            <a:spLocks noGrp="1"/>
          </p:cNvSpPr>
          <p:nvPr>
            <p:ph type="body" idx="1"/>
          </p:nvPr>
        </p:nvSpPr>
        <p:spPr>
          <a:xfrm>
            <a:off x="726450" y="2087499"/>
            <a:ext cx="3530700" cy="22659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sz="14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a:p>
        </p:txBody>
      </p:sp>
      <p:sp>
        <p:nvSpPr>
          <p:cNvPr id="36" name="Google Shape;36;p7"/>
          <p:cNvSpPr>
            <a:spLocks noGrp="1"/>
          </p:cNvSpPr>
          <p:nvPr>
            <p:ph type="pic" idx="2"/>
          </p:nvPr>
        </p:nvSpPr>
        <p:spPr>
          <a:xfrm>
            <a:off x="4776825" y="0"/>
            <a:ext cx="4367100" cy="5143500"/>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7"/>
        <p:cNvGrpSpPr/>
        <p:nvPr/>
      </p:nvGrpSpPr>
      <p:grpSpPr>
        <a:xfrm>
          <a:off x="0" y="0"/>
          <a:ext cx="0" cy="0"/>
          <a:chOff x="0" y="0"/>
          <a:chExt cx="0" cy="0"/>
        </a:xfrm>
      </p:grpSpPr>
      <p:sp>
        <p:nvSpPr>
          <p:cNvPr id="38" name="Google Shape;38;p8"/>
          <p:cNvSpPr txBox="1">
            <a:spLocks noGrp="1"/>
          </p:cNvSpPr>
          <p:nvPr>
            <p:ph type="title"/>
          </p:nvPr>
        </p:nvSpPr>
        <p:spPr>
          <a:xfrm>
            <a:off x="1388100" y="1307100"/>
            <a:ext cx="6367800" cy="2529300"/>
          </a:xfrm>
          <a:prstGeom prst="rect">
            <a:avLst/>
          </a:prstGeom>
          <a:ln>
            <a:noFill/>
          </a:ln>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p9"/>
          <p:cNvSpPr txBox="1">
            <a:spLocks noGrp="1"/>
          </p:cNvSpPr>
          <p:nvPr>
            <p:ph type="subTitle" idx="1"/>
          </p:nvPr>
        </p:nvSpPr>
        <p:spPr>
          <a:xfrm>
            <a:off x="720064" y="1580125"/>
            <a:ext cx="3597000" cy="238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41" name="Google Shape;41;p9"/>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2" name="Google Shape;42;p9"/>
          <p:cNvSpPr txBox="1">
            <a:spLocks noGrp="1"/>
          </p:cNvSpPr>
          <p:nvPr>
            <p:ph type="subTitle" idx="2"/>
          </p:nvPr>
        </p:nvSpPr>
        <p:spPr>
          <a:xfrm>
            <a:off x="4826936" y="1580125"/>
            <a:ext cx="3597000" cy="238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10"/>
          <p:cNvSpPr>
            <a:spLocks noGrp="1"/>
          </p:cNvSpPr>
          <p:nvPr>
            <p:ph type="pic" idx="2"/>
          </p:nvPr>
        </p:nvSpPr>
        <p:spPr>
          <a:xfrm>
            <a:off x="0" y="0"/>
            <a:ext cx="9144000" cy="5143500"/>
          </a:xfrm>
          <a:prstGeom prst="rect">
            <a:avLst/>
          </a:prstGeom>
          <a:noFill/>
          <a:ln>
            <a:noFill/>
          </a:ln>
        </p:spPr>
      </p:sp>
      <p:sp>
        <p:nvSpPr>
          <p:cNvPr id="45" name="Google Shape;45;p10"/>
          <p:cNvSpPr txBox="1">
            <a:spLocks noGrp="1"/>
          </p:cNvSpPr>
          <p:nvPr>
            <p:ph type="title"/>
          </p:nvPr>
        </p:nvSpPr>
        <p:spPr>
          <a:xfrm>
            <a:off x="5323675" y="3812025"/>
            <a:ext cx="3107100" cy="792000"/>
          </a:xfrm>
          <a:prstGeom prst="rect">
            <a:avLst/>
          </a:prstGeom>
          <a:solidFill>
            <a:schemeClr val="lt1"/>
          </a:solidFill>
          <a:ln>
            <a:noFill/>
          </a:ln>
        </p:spPr>
        <p:txBody>
          <a:bodyPr spcFirstLastPara="1" wrap="square" lIns="91425" tIns="91425" rIns="91425" bIns="91425" anchor="t" anchorCtr="0">
            <a:noAutofit/>
          </a:bodyPr>
          <a:lstStyle>
            <a:lvl1pPr lvl="0" algn="r" rtl="0">
              <a:spcBef>
                <a:spcPts val="0"/>
              </a:spcBef>
              <a:spcAft>
                <a:spcPts val="0"/>
              </a:spcAft>
              <a:buSzPts val="3000"/>
              <a:buNone/>
              <a:defRPr sz="22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11"/>
          <p:cNvSpPr txBox="1">
            <a:spLocks noGrp="1"/>
          </p:cNvSpPr>
          <p:nvPr>
            <p:ph type="title" hasCustomPrompt="1"/>
          </p:nvPr>
        </p:nvSpPr>
        <p:spPr>
          <a:xfrm>
            <a:off x="1284000" y="1952850"/>
            <a:ext cx="6576000" cy="7995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solidFill>
                  <a:schemeClr val="accen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48" name="Google Shape;48;p11"/>
          <p:cNvSpPr txBox="1">
            <a:spLocks noGrp="1"/>
          </p:cNvSpPr>
          <p:nvPr>
            <p:ph type="subTitle" idx="1"/>
          </p:nvPr>
        </p:nvSpPr>
        <p:spPr>
          <a:xfrm>
            <a:off x="1284000" y="2816250"/>
            <a:ext cx="6576000" cy="3744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dk1"/>
        </a:solidFill>
        <a:effectLst/>
      </p:bgPr>
    </p:bg>
    <p:spTree>
      <p:nvGrpSpPr>
        <p:cNvPr id="1" name="Shape 49"/>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able of contents">
  <p:cSld name="BLANK_1_1_1_1_2_1">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243025" y="445025"/>
            <a:ext cx="4187700" cy="5838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2" name="Google Shape;52;p13"/>
          <p:cNvSpPr txBox="1">
            <a:spLocks noGrp="1"/>
          </p:cNvSpPr>
          <p:nvPr>
            <p:ph type="subTitle" idx="1"/>
          </p:nvPr>
        </p:nvSpPr>
        <p:spPr>
          <a:xfrm>
            <a:off x="4242975" y="1900475"/>
            <a:ext cx="4187700" cy="400200"/>
          </a:xfrm>
          <a:prstGeom prst="rect">
            <a:avLst/>
          </a:prstGeom>
          <a:ln>
            <a:noFill/>
          </a:ln>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3" name="Google Shape;53;p13"/>
          <p:cNvSpPr txBox="1">
            <a:spLocks noGrp="1"/>
          </p:cNvSpPr>
          <p:nvPr>
            <p:ph type="subTitle" idx="2"/>
          </p:nvPr>
        </p:nvSpPr>
        <p:spPr>
          <a:xfrm>
            <a:off x="4242975" y="4048088"/>
            <a:ext cx="4187700" cy="400200"/>
          </a:xfrm>
          <a:prstGeom prst="rect">
            <a:avLst/>
          </a:prstGeom>
          <a:ln>
            <a:noFill/>
          </a:ln>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4" name="Google Shape;54;p13"/>
          <p:cNvSpPr txBox="1">
            <a:spLocks noGrp="1"/>
          </p:cNvSpPr>
          <p:nvPr>
            <p:ph type="title" idx="3" hasCustomPrompt="1"/>
          </p:nvPr>
        </p:nvSpPr>
        <p:spPr>
          <a:xfrm>
            <a:off x="4241250" y="1422575"/>
            <a:ext cx="764700" cy="5541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55" name="Google Shape;55;p13"/>
          <p:cNvSpPr txBox="1">
            <a:spLocks noGrp="1"/>
          </p:cNvSpPr>
          <p:nvPr>
            <p:ph type="title" idx="4" hasCustomPrompt="1"/>
          </p:nvPr>
        </p:nvSpPr>
        <p:spPr>
          <a:xfrm>
            <a:off x="4242975" y="3570188"/>
            <a:ext cx="764700" cy="5541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56" name="Google Shape;56;p13"/>
          <p:cNvSpPr txBox="1">
            <a:spLocks noGrp="1"/>
          </p:cNvSpPr>
          <p:nvPr>
            <p:ph type="subTitle" idx="5"/>
          </p:nvPr>
        </p:nvSpPr>
        <p:spPr>
          <a:xfrm>
            <a:off x="5005977" y="1422575"/>
            <a:ext cx="3424800" cy="554100"/>
          </a:xfrm>
          <a:prstGeom prst="rect">
            <a:avLst/>
          </a:prstGeom>
          <a:ln>
            <a:noFill/>
          </a:ln>
        </p:spPr>
        <p:txBody>
          <a:bodyPr spcFirstLastPara="1" wrap="square" lIns="91425" tIns="91425" rIns="91425" bIns="91425" anchor="ctr" anchorCtr="0">
            <a:noAutofit/>
          </a:bodyPr>
          <a:lstStyle>
            <a:lvl1pPr lvl="0">
              <a:lnSpc>
                <a:spcPct val="100000"/>
              </a:lnSpc>
              <a:spcBef>
                <a:spcPts val="0"/>
              </a:spcBef>
              <a:spcAft>
                <a:spcPts val="0"/>
              </a:spcAft>
              <a:buSzPts val="2400"/>
              <a:buFont typeface="Montserrat"/>
              <a:buNone/>
              <a:defRPr sz="2400">
                <a:latin typeface="Kantumruy Pro"/>
                <a:ea typeface="Kantumruy Pro"/>
                <a:cs typeface="Kantumruy Pro"/>
                <a:sym typeface="Kantumruy Pro"/>
              </a:defRPr>
            </a:lvl1pPr>
            <a:lvl2pPr lvl="1" algn="ctr">
              <a:lnSpc>
                <a:spcPct val="100000"/>
              </a:lnSpc>
              <a:spcBef>
                <a:spcPts val="0"/>
              </a:spcBef>
              <a:spcAft>
                <a:spcPts val="0"/>
              </a:spcAft>
              <a:buSzPts val="2400"/>
              <a:buFont typeface="Montserrat"/>
              <a:buNone/>
              <a:defRPr sz="2400">
                <a:latin typeface="Montserrat"/>
                <a:ea typeface="Montserrat"/>
                <a:cs typeface="Montserrat"/>
                <a:sym typeface="Montserrat"/>
              </a:defRPr>
            </a:lvl2pPr>
            <a:lvl3pPr lvl="2" algn="ctr">
              <a:lnSpc>
                <a:spcPct val="100000"/>
              </a:lnSpc>
              <a:spcBef>
                <a:spcPts val="0"/>
              </a:spcBef>
              <a:spcAft>
                <a:spcPts val="0"/>
              </a:spcAft>
              <a:buSzPts val="2400"/>
              <a:buFont typeface="Montserrat"/>
              <a:buNone/>
              <a:defRPr sz="2400">
                <a:latin typeface="Montserrat"/>
                <a:ea typeface="Montserrat"/>
                <a:cs typeface="Montserrat"/>
                <a:sym typeface="Montserrat"/>
              </a:defRPr>
            </a:lvl3pPr>
            <a:lvl4pPr lvl="3" algn="ctr">
              <a:lnSpc>
                <a:spcPct val="100000"/>
              </a:lnSpc>
              <a:spcBef>
                <a:spcPts val="0"/>
              </a:spcBef>
              <a:spcAft>
                <a:spcPts val="0"/>
              </a:spcAft>
              <a:buSzPts val="2400"/>
              <a:buFont typeface="Montserrat"/>
              <a:buNone/>
              <a:defRPr sz="2400">
                <a:latin typeface="Montserrat"/>
                <a:ea typeface="Montserrat"/>
                <a:cs typeface="Montserrat"/>
                <a:sym typeface="Montserrat"/>
              </a:defRPr>
            </a:lvl4pPr>
            <a:lvl5pPr lvl="4" algn="ctr">
              <a:lnSpc>
                <a:spcPct val="100000"/>
              </a:lnSpc>
              <a:spcBef>
                <a:spcPts val="0"/>
              </a:spcBef>
              <a:spcAft>
                <a:spcPts val="0"/>
              </a:spcAft>
              <a:buSzPts val="2400"/>
              <a:buFont typeface="Montserrat"/>
              <a:buNone/>
              <a:defRPr sz="2400">
                <a:latin typeface="Montserrat"/>
                <a:ea typeface="Montserrat"/>
                <a:cs typeface="Montserrat"/>
                <a:sym typeface="Montserrat"/>
              </a:defRPr>
            </a:lvl5pPr>
            <a:lvl6pPr lvl="5" algn="ctr">
              <a:lnSpc>
                <a:spcPct val="100000"/>
              </a:lnSpc>
              <a:spcBef>
                <a:spcPts val="0"/>
              </a:spcBef>
              <a:spcAft>
                <a:spcPts val="0"/>
              </a:spcAft>
              <a:buSzPts val="2400"/>
              <a:buFont typeface="Montserrat"/>
              <a:buNone/>
              <a:defRPr sz="2400">
                <a:latin typeface="Montserrat"/>
                <a:ea typeface="Montserrat"/>
                <a:cs typeface="Montserrat"/>
                <a:sym typeface="Montserrat"/>
              </a:defRPr>
            </a:lvl6pPr>
            <a:lvl7pPr lvl="6" algn="ctr">
              <a:lnSpc>
                <a:spcPct val="100000"/>
              </a:lnSpc>
              <a:spcBef>
                <a:spcPts val="0"/>
              </a:spcBef>
              <a:spcAft>
                <a:spcPts val="0"/>
              </a:spcAft>
              <a:buSzPts val="2400"/>
              <a:buFont typeface="Montserrat"/>
              <a:buNone/>
              <a:defRPr sz="2400">
                <a:latin typeface="Montserrat"/>
                <a:ea typeface="Montserrat"/>
                <a:cs typeface="Montserrat"/>
                <a:sym typeface="Montserrat"/>
              </a:defRPr>
            </a:lvl7pPr>
            <a:lvl8pPr lvl="7" algn="ctr">
              <a:lnSpc>
                <a:spcPct val="100000"/>
              </a:lnSpc>
              <a:spcBef>
                <a:spcPts val="0"/>
              </a:spcBef>
              <a:spcAft>
                <a:spcPts val="0"/>
              </a:spcAft>
              <a:buSzPts val="2400"/>
              <a:buFont typeface="Montserrat"/>
              <a:buNone/>
              <a:defRPr sz="2400">
                <a:latin typeface="Montserrat"/>
                <a:ea typeface="Montserrat"/>
                <a:cs typeface="Montserrat"/>
                <a:sym typeface="Montserrat"/>
              </a:defRPr>
            </a:lvl8pPr>
            <a:lvl9pPr lvl="8" algn="ctr">
              <a:lnSpc>
                <a:spcPct val="100000"/>
              </a:lnSpc>
              <a:spcBef>
                <a:spcPts val="0"/>
              </a:spcBef>
              <a:spcAft>
                <a:spcPts val="0"/>
              </a:spcAft>
              <a:buSzPts val="2400"/>
              <a:buFont typeface="Montserrat"/>
              <a:buNone/>
              <a:defRPr sz="2400">
                <a:latin typeface="Montserrat"/>
                <a:ea typeface="Montserrat"/>
                <a:cs typeface="Montserrat"/>
                <a:sym typeface="Montserrat"/>
              </a:defRPr>
            </a:lvl9pPr>
          </a:lstStyle>
          <a:p>
            <a:endParaRPr/>
          </a:p>
        </p:txBody>
      </p:sp>
      <p:sp>
        <p:nvSpPr>
          <p:cNvPr id="57" name="Google Shape;57;p13"/>
          <p:cNvSpPr txBox="1">
            <a:spLocks noGrp="1"/>
          </p:cNvSpPr>
          <p:nvPr>
            <p:ph type="subTitle" idx="6"/>
          </p:nvPr>
        </p:nvSpPr>
        <p:spPr>
          <a:xfrm>
            <a:off x="5005977" y="3570187"/>
            <a:ext cx="3424800" cy="554100"/>
          </a:xfrm>
          <a:prstGeom prst="rect">
            <a:avLst/>
          </a:prstGeom>
          <a:ln>
            <a:noFill/>
          </a:ln>
        </p:spPr>
        <p:txBody>
          <a:bodyPr spcFirstLastPara="1" wrap="square" lIns="91425" tIns="91425" rIns="91425" bIns="91425" anchor="b" anchorCtr="0">
            <a:noAutofit/>
          </a:bodyPr>
          <a:lstStyle>
            <a:lvl1pPr lvl="0">
              <a:lnSpc>
                <a:spcPct val="100000"/>
              </a:lnSpc>
              <a:spcBef>
                <a:spcPts val="0"/>
              </a:spcBef>
              <a:spcAft>
                <a:spcPts val="0"/>
              </a:spcAft>
              <a:buSzPts val="2400"/>
              <a:buFont typeface="Montserrat"/>
              <a:buNone/>
              <a:defRPr sz="2400">
                <a:latin typeface="Kantumruy Pro"/>
                <a:ea typeface="Kantumruy Pro"/>
                <a:cs typeface="Kantumruy Pro"/>
                <a:sym typeface="Kantumruy Pro"/>
              </a:defRPr>
            </a:lvl1pPr>
            <a:lvl2pPr lvl="1" algn="ctr">
              <a:lnSpc>
                <a:spcPct val="100000"/>
              </a:lnSpc>
              <a:spcBef>
                <a:spcPts val="0"/>
              </a:spcBef>
              <a:spcAft>
                <a:spcPts val="0"/>
              </a:spcAft>
              <a:buSzPts val="2400"/>
              <a:buFont typeface="Montserrat"/>
              <a:buNone/>
              <a:defRPr sz="2400">
                <a:latin typeface="Montserrat"/>
                <a:ea typeface="Montserrat"/>
                <a:cs typeface="Montserrat"/>
                <a:sym typeface="Montserrat"/>
              </a:defRPr>
            </a:lvl2pPr>
            <a:lvl3pPr lvl="2" algn="ctr">
              <a:lnSpc>
                <a:spcPct val="100000"/>
              </a:lnSpc>
              <a:spcBef>
                <a:spcPts val="0"/>
              </a:spcBef>
              <a:spcAft>
                <a:spcPts val="0"/>
              </a:spcAft>
              <a:buSzPts val="2400"/>
              <a:buFont typeface="Montserrat"/>
              <a:buNone/>
              <a:defRPr sz="2400">
                <a:latin typeface="Montserrat"/>
                <a:ea typeface="Montserrat"/>
                <a:cs typeface="Montserrat"/>
                <a:sym typeface="Montserrat"/>
              </a:defRPr>
            </a:lvl3pPr>
            <a:lvl4pPr lvl="3" algn="ctr">
              <a:lnSpc>
                <a:spcPct val="100000"/>
              </a:lnSpc>
              <a:spcBef>
                <a:spcPts val="0"/>
              </a:spcBef>
              <a:spcAft>
                <a:spcPts val="0"/>
              </a:spcAft>
              <a:buSzPts val="2400"/>
              <a:buFont typeface="Montserrat"/>
              <a:buNone/>
              <a:defRPr sz="2400">
                <a:latin typeface="Montserrat"/>
                <a:ea typeface="Montserrat"/>
                <a:cs typeface="Montserrat"/>
                <a:sym typeface="Montserrat"/>
              </a:defRPr>
            </a:lvl4pPr>
            <a:lvl5pPr lvl="4" algn="ctr">
              <a:lnSpc>
                <a:spcPct val="100000"/>
              </a:lnSpc>
              <a:spcBef>
                <a:spcPts val="0"/>
              </a:spcBef>
              <a:spcAft>
                <a:spcPts val="0"/>
              </a:spcAft>
              <a:buSzPts val="2400"/>
              <a:buFont typeface="Montserrat"/>
              <a:buNone/>
              <a:defRPr sz="2400">
                <a:latin typeface="Montserrat"/>
                <a:ea typeface="Montserrat"/>
                <a:cs typeface="Montserrat"/>
                <a:sym typeface="Montserrat"/>
              </a:defRPr>
            </a:lvl5pPr>
            <a:lvl6pPr lvl="5" algn="ctr">
              <a:lnSpc>
                <a:spcPct val="100000"/>
              </a:lnSpc>
              <a:spcBef>
                <a:spcPts val="0"/>
              </a:spcBef>
              <a:spcAft>
                <a:spcPts val="0"/>
              </a:spcAft>
              <a:buSzPts val="2400"/>
              <a:buFont typeface="Montserrat"/>
              <a:buNone/>
              <a:defRPr sz="2400">
                <a:latin typeface="Montserrat"/>
                <a:ea typeface="Montserrat"/>
                <a:cs typeface="Montserrat"/>
                <a:sym typeface="Montserrat"/>
              </a:defRPr>
            </a:lvl6pPr>
            <a:lvl7pPr lvl="6" algn="ctr">
              <a:lnSpc>
                <a:spcPct val="100000"/>
              </a:lnSpc>
              <a:spcBef>
                <a:spcPts val="0"/>
              </a:spcBef>
              <a:spcAft>
                <a:spcPts val="0"/>
              </a:spcAft>
              <a:buSzPts val="2400"/>
              <a:buFont typeface="Montserrat"/>
              <a:buNone/>
              <a:defRPr sz="2400">
                <a:latin typeface="Montserrat"/>
                <a:ea typeface="Montserrat"/>
                <a:cs typeface="Montserrat"/>
                <a:sym typeface="Montserrat"/>
              </a:defRPr>
            </a:lvl7pPr>
            <a:lvl8pPr lvl="7" algn="ctr">
              <a:lnSpc>
                <a:spcPct val="100000"/>
              </a:lnSpc>
              <a:spcBef>
                <a:spcPts val="0"/>
              </a:spcBef>
              <a:spcAft>
                <a:spcPts val="0"/>
              </a:spcAft>
              <a:buSzPts val="2400"/>
              <a:buFont typeface="Montserrat"/>
              <a:buNone/>
              <a:defRPr sz="2400">
                <a:latin typeface="Montserrat"/>
                <a:ea typeface="Montserrat"/>
                <a:cs typeface="Montserrat"/>
                <a:sym typeface="Montserrat"/>
              </a:defRPr>
            </a:lvl8pPr>
            <a:lvl9pPr lvl="8" algn="ctr">
              <a:lnSpc>
                <a:spcPct val="100000"/>
              </a:lnSpc>
              <a:spcBef>
                <a:spcPts val="0"/>
              </a:spcBef>
              <a:spcAft>
                <a:spcPts val="0"/>
              </a:spcAft>
              <a:buSzPts val="2400"/>
              <a:buFont typeface="Montserrat"/>
              <a:buNone/>
              <a:defRPr sz="2400">
                <a:latin typeface="Montserrat"/>
                <a:ea typeface="Montserrat"/>
                <a:cs typeface="Montserrat"/>
                <a:sym typeface="Montserrat"/>
              </a:defRPr>
            </a:lvl9pPr>
          </a:lstStyle>
          <a:p>
            <a:endParaRPr/>
          </a:p>
        </p:txBody>
      </p:sp>
      <p:sp>
        <p:nvSpPr>
          <p:cNvPr id="58" name="Google Shape;58;p13"/>
          <p:cNvSpPr txBox="1">
            <a:spLocks noGrp="1"/>
          </p:cNvSpPr>
          <p:nvPr>
            <p:ph type="subTitle" idx="7"/>
          </p:nvPr>
        </p:nvSpPr>
        <p:spPr>
          <a:xfrm>
            <a:off x="4242975" y="2974281"/>
            <a:ext cx="4187700" cy="400200"/>
          </a:xfrm>
          <a:prstGeom prst="rect">
            <a:avLst/>
          </a:prstGeom>
          <a:ln>
            <a:noFill/>
          </a:ln>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9" name="Google Shape;59;p13"/>
          <p:cNvSpPr txBox="1">
            <a:spLocks noGrp="1"/>
          </p:cNvSpPr>
          <p:nvPr>
            <p:ph type="title" idx="8" hasCustomPrompt="1"/>
          </p:nvPr>
        </p:nvSpPr>
        <p:spPr>
          <a:xfrm>
            <a:off x="4241825" y="2496381"/>
            <a:ext cx="764700" cy="5541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0" name="Google Shape;60;p13"/>
          <p:cNvSpPr txBox="1">
            <a:spLocks noGrp="1"/>
          </p:cNvSpPr>
          <p:nvPr>
            <p:ph type="subTitle" idx="9"/>
          </p:nvPr>
        </p:nvSpPr>
        <p:spPr>
          <a:xfrm>
            <a:off x="5005977" y="2496381"/>
            <a:ext cx="3424800" cy="554100"/>
          </a:xfrm>
          <a:prstGeom prst="rect">
            <a:avLst/>
          </a:prstGeom>
          <a:ln>
            <a:noFill/>
          </a:ln>
        </p:spPr>
        <p:txBody>
          <a:bodyPr spcFirstLastPara="1" wrap="square" lIns="91425" tIns="91425" rIns="91425" bIns="91425" anchor="b" anchorCtr="0">
            <a:noAutofit/>
          </a:bodyPr>
          <a:lstStyle>
            <a:lvl1pPr lvl="0">
              <a:lnSpc>
                <a:spcPct val="100000"/>
              </a:lnSpc>
              <a:spcBef>
                <a:spcPts val="0"/>
              </a:spcBef>
              <a:spcAft>
                <a:spcPts val="0"/>
              </a:spcAft>
              <a:buSzPts val="2400"/>
              <a:buFont typeface="Montserrat"/>
              <a:buNone/>
              <a:defRPr sz="2400">
                <a:latin typeface="Kantumruy Pro"/>
                <a:ea typeface="Kantumruy Pro"/>
                <a:cs typeface="Kantumruy Pro"/>
                <a:sym typeface="Kantumruy Pro"/>
              </a:defRPr>
            </a:lvl1pPr>
            <a:lvl2pPr lvl="1" algn="ctr">
              <a:lnSpc>
                <a:spcPct val="100000"/>
              </a:lnSpc>
              <a:spcBef>
                <a:spcPts val="0"/>
              </a:spcBef>
              <a:spcAft>
                <a:spcPts val="0"/>
              </a:spcAft>
              <a:buSzPts val="2400"/>
              <a:buFont typeface="Montserrat"/>
              <a:buNone/>
              <a:defRPr sz="2400">
                <a:latin typeface="Montserrat"/>
                <a:ea typeface="Montserrat"/>
                <a:cs typeface="Montserrat"/>
                <a:sym typeface="Montserrat"/>
              </a:defRPr>
            </a:lvl2pPr>
            <a:lvl3pPr lvl="2" algn="ctr">
              <a:lnSpc>
                <a:spcPct val="100000"/>
              </a:lnSpc>
              <a:spcBef>
                <a:spcPts val="0"/>
              </a:spcBef>
              <a:spcAft>
                <a:spcPts val="0"/>
              </a:spcAft>
              <a:buSzPts val="2400"/>
              <a:buFont typeface="Montserrat"/>
              <a:buNone/>
              <a:defRPr sz="2400">
                <a:latin typeface="Montserrat"/>
                <a:ea typeface="Montserrat"/>
                <a:cs typeface="Montserrat"/>
                <a:sym typeface="Montserrat"/>
              </a:defRPr>
            </a:lvl3pPr>
            <a:lvl4pPr lvl="3" algn="ctr">
              <a:lnSpc>
                <a:spcPct val="100000"/>
              </a:lnSpc>
              <a:spcBef>
                <a:spcPts val="0"/>
              </a:spcBef>
              <a:spcAft>
                <a:spcPts val="0"/>
              </a:spcAft>
              <a:buSzPts val="2400"/>
              <a:buFont typeface="Montserrat"/>
              <a:buNone/>
              <a:defRPr sz="2400">
                <a:latin typeface="Montserrat"/>
                <a:ea typeface="Montserrat"/>
                <a:cs typeface="Montserrat"/>
                <a:sym typeface="Montserrat"/>
              </a:defRPr>
            </a:lvl4pPr>
            <a:lvl5pPr lvl="4" algn="ctr">
              <a:lnSpc>
                <a:spcPct val="100000"/>
              </a:lnSpc>
              <a:spcBef>
                <a:spcPts val="0"/>
              </a:spcBef>
              <a:spcAft>
                <a:spcPts val="0"/>
              </a:spcAft>
              <a:buSzPts val="2400"/>
              <a:buFont typeface="Montserrat"/>
              <a:buNone/>
              <a:defRPr sz="2400">
                <a:latin typeface="Montserrat"/>
                <a:ea typeface="Montserrat"/>
                <a:cs typeface="Montserrat"/>
                <a:sym typeface="Montserrat"/>
              </a:defRPr>
            </a:lvl5pPr>
            <a:lvl6pPr lvl="5" algn="ctr">
              <a:lnSpc>
                <a:spcPct val="100000"/>
              </a:lnSpc>
              <a:spcBef>
                <a:spcPts val="0"/>
              </a:spcBef>
              <a:spcAft>
                <a:spcPts val="0"/>
              </a:spcAft>
              <a:buSzPts val="2400"/>
              <a:buFont typeface="Montserrat"/>
              <a:buNone/>
              <a:defRPr sz="2400">
                <a:latin typeface="Montserrat"/>
                <a:ea typeface="Montserrat"/>
                <a:cs typeface="Montserrat"/>
                <a:sym typeface="Montserrat"/>
              </a:defRPr>
            </a:lvl6pPr>
            <a:lvl7pPr lvl="6" algn="ctr">
              <a:lnSpc>
                <a:spcPct val="100000"/>
              </a:lnSpc>
              <a:spcBef>
                <a:spcPts val="0"/>
              </a:spcBef>
              <a:spcAft>
                <a:spcPts val="0"/>
              </a:spcAft>
              <a:buSzPts val="2400"/>
              <a:buFont typeface="Montserrat"/>
              <a:buNone/>
              <a:defRPr sz="2400">
                <a:latin typeface="Montserrat"/>
                <a:ea typeface="Montserrat"/>
                <a:cs typeface="Montserrat"/>
                <a:sym typeface="Montserrat"/>
              </a:defRPr>
            </a:lvl7pPr>
            <a:lvl8pPr lvl="7" algn="ctr">
              <a:lnSpc>
                <a:spcPct val="100000"/>
              </a:lnSpc>
              <a:spcBef>
                <a:spcPts val="0"/>
              </a:spcBef>
              <a:spcAft>
                <a:spcPts val="0"/>
              </a:spcAft>
              <a:buSzPts val="2400"/>
              <a:buFont typeface="Montserrat"/>
              <a:buNone/>
              <a:defRPr sz="2400">
                <a:latin typeface="Montserrat"/>
                <a:ea typeface="Montserrat"/>
                <a:cs typeface="Montserrat"/>
                <a:sym typeface="Montserrat"/>
              </a:defRPr>
            </a:lvl8pPr>
            <a:lvl9pPr lvl="8" algn="ctr">
              <a:lnSpc>
                <a:spcPct val="100000"/>
              </a:lnSpc>
              <a:spcBef>
                <a:spcPts val="0"/>
              </a:spcBef>
              <a:spcAft>
                <a:spcPts val="0"/>
              </a:spcAft>
              <a:buSzPts val="2400"/>
              <a:buFont typeface="Montserrat"/>
              <a:buNone/>
              <a:defRPr sz="2400">
                <a:latin typeface="Montserrat"/>
                <a:ea typeface="Montserrat"/>
                <a:cs typeface="Montserrat"/>
                <a:sym typeface="Montserrat"/>
              </a:defRPr>
            </a:lvl9pPr>
          </a:lstStyle>
          <a:p>
            <a:endParaRPr/>
          </a:p>
        </p:txBody>
      </p:sp>
      <p:sp>
        <p:nvSpPr>
          <p:cNvPr id="61" name="Google Shape;61;p13"/>
          <p:cNvSpPr>
            <a:spLocks noGrp="1"/>
          </p:cNvSpPr>
          <p:nvPr>
            <p:ph type="pic" idx="13"/>
          </p:nvPr>
        </p:nvSpPr>
        <p:spPr>
          <a:xfrm>
            <a:off x="0" y="0"/>
            <a:ext cx="3424800" cy="5143500"/>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2">
  <p:cSld name="TITLE_ONLY_2">
    <p:spTree>
      <p:nvGrpSpPr>
        <p:cNvPr id="1" name="Shape 64"/>
        <p:cNvGrpSpPr/>
        <p:nvPr/>
      </p:nvGrpSpPr>
      <p:grpSpPr>
        <a:xfrm>
          <a:off x="0" y="0"/>
          <a:ext cx="0" cy="0"/>
          <a:chOff x="0" y="0"/>
          <a:chExt cx="0" cy="0"/>
        </a:xfrm>
      </p:grpSpPr>
      <p:sp>
        <p:nvSpPr>
          <p:cNvPr id="65" name="Google Shape;65;p15"/>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66" name="Google Shape;66;p15"/>
          <p:cNvCxnSpPr/>
          <p:nvPr/>
        </p:nvCxnSpPr>
        <p:spPr>
          <a:xfrm>
            <a:off x="6947100" y="288225"/>
            <a:ext cx="2501700" cy="0"/>
          </a:xfrm>
          <a:prstGeom prst="straightConnector1">
            <a:avLst/>
          </a:prstGeom>
          <a:noFill/>
          <a:ln w="9525" cap="flat" cmpd="sng">
            <a:solidFill>
              <a:schemeClr val="dk1"/>
            </a:solidFill>
            <a:prstDash val="solid"/>
            <a:round/>
            <a:headEnd type="none" w="med" len="med"/>
            <a:tailEnd type="none" w="med" len="med"/>
          </a:ln>
        </p:spPr>
      </p:cxnSp>
      <p:sp>
        <p:nvSpPr>
          <p:cNvPr id="67" name="Google Shape;67;p15"/>
          <p:cNvSpPr/>
          <p:nvPr/>
        </p:nvSpPr>
        <p:spPr>
          <a:xfrm rot="10800000" flipH="1">
            <a:off x="176850" y="4814900"/>
            <a:ext cx="350100" cy="1176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p:cSld name="ONE_COLUMN_TEXT_1">
    <p:spTree>
      <p:nvGrpSpPr>
        <p:cNvPr id="1" name="Shape 70"/>
        <p:cNvGrpSpPr/>
        <p:nvPr/>
      </p:nvGrpSpPr>
      <p:grpSpPr>
        <a:xfrm>
          <a:off x="0" y="0"/>
          <a:ext cx="0" cy="0"/>
          <a:chOff x="0" y="0"/>
          <a:chExt cx="0" cy="0"/>
        </a:xfrm>
      </p:grpSpPr>
      <p:sp>
        <p:nvSpPr>
          <p:cNvPr id="71" name="Google Shape;71;p17"/>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72" name="Google Shape;72;p17"/>
          <p:cNvSpPr txBox="1">
            <a:spLocks noGrp="1"/>
          </p:cNvSpPr>
          <p:nvPr>
            <p:ph type="subTitle" idx="1"/>
          </p:nvPr>
        </p:nvSpPr>
        <p:spPr>
          <a:xfrm>
            <a:off x="722375" y="1195950"/>
            <a:ext cx="7704000" cy="23130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1">
  <p:cSld name="ONE_COLUMN_TEXT_1_1">
    <p:spTree>
      <p:nvGrpSpPr>
        <p:cNvPr id="1" name="Shape 73"/>
        <p:cNvGrpSpPr/>
        <p:nvPr/>
      </p:nvGrpSpPr>
      <p:grpSpPr>
        <a:xfrm>
          <a:off x="0" y="0"/>
          <a:ext cx="0" cy="0"/>
          <a:chOff x="0" y="0"/>
          <a:chExt cx="0" cy="0"/>
        </a:xfrm>
      </p:grpSpPr>
      <p:sp>
        <p:nvSpPr>
          <p:cNvPr id="74" name="Google Shape;74;p18"/>
          <p:cNvSpPr txBox="1">
            <a:spLocks noGrp="1"/>
          </p:cNvSpPr>
          <p:nvPr>
            <p:ph type="title"/>
          </p:nvPr>
        </p:nvSpPr>
        <p:spPr>
          <a:xfrm>
            <a:off x="720000" y="445025"/>
            <a:ext cx="3530700" cy="1106400"/>
          </a:xfrm>
          <a:prstGeom prst="rect">
            <a:avLst/>
          </a:prstGeom>
          <a:ln>
            <a:noFill/>
          </a:ln>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75" name="Google Shape;75;p18"/>
          <p:cNvSpPr txBox="1">
            <a:spLocks noGrp="1"/>
          </p:cNvSpPr>
          <p:nvPr>
            <p:ph type="body" idx="1"/>
          </p:nvPr>
        </p:nvSpPr>
        <p:spPr>
          <a:xfrm>
            <a:off x="726450" y="2087499"/>
            <a:ext cx="3530700" cy="2265900"/>
          </a:xfrm>
          <a:prstGeom prst="rect">
            <a:avLst/>
          </a:prstGeom>
        </p:spPr>
        <p:txBody>
          <a:bodyPr spcFirstLastPara="1" wrap="square" lIns="91425" tIns="91425" rIns="91425" bIns="91425" anchor="t" anchorCtr="0">
            <a:noAutofit/>
          </a:bodyPr>
          <a:lstStyle>
            <a:lvl1pPr marL="457200" lvl="0" indent="-317500">
              <a:lnSpc>
                <a:spcPct val="100000"/>
              </a:lnSpc>
              <a:spcBef>
                <a:spcPts val="0"/>
              </a:spcBef>
              <a:spcAft>
                <a:spcPts val="0"/>
              </a:spcAft>
              <a:buSzPts val="1400"/>
              <a:buChar char="●"/>
              <a:defRPr sz="1400"/>
            </a:lvl1pPr>
            <a:lvl2pPr marL="914400" lvl="1" indent="-317500">
              <a:lnSpc>
                <a:spcPct val="115000"/>
              </a:lnSpc>
              <a:spcBef>
                <a:spcPts val="0"/>
              </a:spcBef>
              <a:spcAft>
                <a:spcPts val="0"/>
              </a:spcAft>
              <a:buSzPts val="1400"/>
              <a:buChar char="○"/>
              <a:defRPr/>
            </a:lvl2pPr>
            <a:lvl3pPr marL="1371600" lvl="2" indent="-317500">
              <a:lnSpc>
                <a:spcPct val="115000"/>
              </a:lnSpc>
              <a:spcBef>
                <a:spcPts val="0"/>
              </a:spcBef>
              <a:spcAft>
                <a:spcPts val="0"/>
              </a:spcAft>
              <a:buSzPts val="1400"/>
              <a:buChar char="■"/>
              <a:defRPr/>
            </a:lvl3pPr>
            <a:lvl4pPr marL="1828800" lvl="3" indent="-317500">
              <a:lnSpc>
                <a:spcPct val="115000"/>
              </a:lnSpc>
              <a:spcBef>
                <a:spcPts val="0"/>
              </a:spcBef>
              <a:spcAft>
                <a:spcPts val="0"/>
              </a:spcAft>
              <a:buSzPts val="1400"/>
              <a:buChar char="●"/>
              <a:defRPr/>
            </a:lvl4pPr>
            <a:lvl5pPr marL="2286000" lvl="4" indent="-317500">
              <a:lnSpc>
                <a:spcPct val="115000"/>
              </a:lnSpc>
              <a:spcBef>
                <a:spcPts val="0"/>
              </a:spcBef>
              <a:spcAft>
                <a:spcPts val="0"/>
              </a:spcAft>
              <a:buSzPts val="1400"/>
              <a:buChar char="○"/>
              <a:defRPr/>
            </a:lvl5pPr>
            <a:lvl6pPr marL="2743200" lvl="5" indent="-317500">
              <a:lnSpc>
                <a:spcPct val="115000"/>
              </a:lnSpc>
              <a:spcBef>
                <a:spcPts val="0"/>
              </a:spcBef>
              <a:spcAft>
                <a:spcPts val="0"/>
              </a:spcAft>
              <a:buSzPts val="1400"/>
              <a:buChar char="■"/>
              <a:defRPr/>
            </a:lvl6pPr>
            <a:lvl7pPr marL="3200400" lvl="6" indent="-317500">
              <a:lnSpc>
                <a:spcPct val="115000"/>
              </a:lnSpc>
              <a:spcBef>
                <a:spcPts val="0"/>
              </a:spcBef>
              <a:spcAft>
                <a:spcPts val="0"/>
              </a:spcAft>
              <a:buSzPts val="1400"/>
              <a:buChar char="●"/>
              <a:defRPr/>
            </a:lvl7pPr>
            <a:lvl8pPr marL="3657600" lvl="7" indent="-317500">
              <a:lnSpc>
                <a:spcPct val="115000"/>
              </a:lnSpc>
              <a:spcBef>
                <a:spcPts val="0"/>
              </a:spcBef>
              <a:spcAft>
                <a:spcPts val="0"/>
              </a:spcAft>
              <a:buSzPts val="1400"/>
              <a:buChar char="○"/>
              <a:defRPr/>
            </a:lvl8pPr>
            <a:lvl9pPr marL="4114800" lvl="8" indent="-317500">
              <a:lnSpc>
                <a:spcPct val="115000"/>
              </a:lnSpc>
              <a:spcBef>
                <a:spcPts val="0"/>
              </a:spcBef>
              <a:spcAft>
                <a:spcPts val="0"/>
              </a:spcAft>
              <a:buSzPts val="1400"/>
              <a:buChar char="■"/>
              <a:defRPr/>
            </a:lvl9pPr>
          </a:lstStyle>
          <a:p>
            <a:endParaRPr/>
          </a:p>
        </p:txBody>
      </p:sp>
      <p:sp>
        <p:nvSpPr>
          <p:cNvPr id="76" name="Google Shape;76;p18"/>
          <p:cNvSpPr>
            <a:spLocks noGrp="1"/>
          </p:cNvSpPr>
          <p:nvPr>
            <p:ph type="pic" idx="2"/>
          </p:nvPr>
        </p:nvSpPr>
        <p:spPr>
          <a:xfrm>
            <a:off x="4776825" y="0"/>
            <a:ext cx="4367100" cy="5143500"/>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77"/>
        <p:cNvGrpSpPr/>
        <p:nvPr/>
      </p:nvGrpSpPr>
      <p:grpSpPr>
        <a:xfrm>
          <a:off x="0" y="0"/>
          <a:ext cx="0" cy="0"/>
          <a:chOff x="0" y="0"/>
          <a:chExt cx="0" cy="0"/>
        </a:xfrm>
      </p:grpSpPr>
      <p:sp>
        <p:nvSpPr>
          <p:cNvPr id="78" name="Google Shape;78;p19"/>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79" name="Google Shape;79;p19"/>
          <p:cNvSpPr txBox="1">
            <a:spLocks noGrp="1"/>
          </p:cNvSpPr>
          <p:nvPr>
            <p:ph type="subTitle" idx="1"/>
          </p:nvPr>
        </p:nvSpPr>
        <p:spPr>
          <a:xfrm>
            <a:off x="722375" y="2539984"/>
            <a:ext cx="2218500" cy="7857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0" name="Google Shape;80;p19"/>
          <p:cNvSpPr txBox="1">
            <a:spLocks noGrp="1"/>
          </p:cNvSpPr>
          <p:nvPr>
            <p:ph type="subTitle" idx="2"/>
          </p:nvPr>
        </p:nvSpPr>
        <p:spPr>
          <a:xfrm>
            <a:off x="3462900" y="2539984"/>
            <a:ext cx="2218200" cy="7857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1" name="Google Shape;81;p19"/>
          <p:cNvSpPr txBox="1">
            <a:spLocks noGrp="1"/>
          </p:cNvSpPr>
          <p:nvPr>
            <p:ph type="subTitle" idx="3"/>
          </p:nvPr>
        </p:nvSpPr>
        <p:spPr>
          <a:xfrm>
            <a:off x="6205500" y="2539984"/>
            <a:ext cx="2218500" cy="7857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2" name="Google Shape;82;p19"/>
          <p:cNvSpPr txBox="1">
            <a:spLocks noGrp="1"/>
          </p:cNvSpPr>
          <p:nvPr>
            <p:ph type="subTitle" idx="4"/>
          </p:nvPr>
        </p:nvSpPr>
        <p:spPr>
          <a:xfrm>
            <a:off x="722375" y="2062084"/>
            <a:ext cx="2218500" cy="5541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Kantumruy Pro"/>
              <a:buNone/>
              <a:defRPr sz="2200">
                <a:solidFill>
                  <a:schemeClr val="dk1"/>
                </a:solidFill>
                <a:latin typeface="Kantumruy Pro"/>
                <a:ea typeface="Kantumruy Pro"/>
                <a:cs typeface="Kantumruy Pro"/>
                <a:sym typeface="Kantumruy Pro"/>
              </a:defRPr>
            </a:lvl1pPr>
            <a:lvl2pPr lvl="1" algn="ctr">
              <a:lnSpc>
                <a:spcPct val="100000"/>
              </a:lnSpc>
              <a:spcBef>
                <a:spcPts val="0"/>
              </a:spcBef>
              <a:spcAft>
                <a:spcPts val="0"/>
              </a:spcAft>
              <a:buSzPts val="2400"/>
              <a:buFont typeface="Kantumruy Pro"/>
              <a:buNone/>
              <a:defRPr sz="2400">
                <a:latin typeface="Kantumruy Pro"/>
                <a:ea typeface="Kantumruy Pro"/>
                <a:cs typeface="Kantumruy Pro"/>
                <a:sym typeface="Kantumruy Pro"/>
              </a:defRPr>
            </a:lvl2pPr>
            <a:lvl3pPr lvl="2" algn="ctr">
              <a:lnSpc>
                <a:spcPct val="100000"/>
              </a:lnSpc>
              <a:spcBef>
                <a:spcPts val="0"/>
              </a:spcBef>
              <a:spcAft>
                <a:spcPts val="0"/>
              </a:spcAft>
              <a:buSzPts val="2400"/>
              <a:buFont typeface="Kantumruy Pro"/>
              <a:buNone/>
              <a:defRPr sz="2400">
                <a:latin typeface="Kantumruy Pro"/>
                <a:ea typeface="Kantumruy Pro"/>
                <a:cs typeface="Kantumruy Pro"/>
                <a:sym typeface="Kantumruy Pro"/>
              </a:defRPr>
            </a:lvl3pPr>
            <a:lvl4pPr lvl="3" algn="ctr">
              <a:lnSpc>
                <a:spcPct val="100000"/>
              </a:lnSpc>
              <a:spcBef>
                <a:spcPts val="0"/>
              </a:spcBef>
              <a:spcAft>
                <a:spcPts val="0"/>
              </a:spcAft>
              <a:buSzPts val="2400"/>
              <a:buFont typeface="Kantumruy Pro"/>
              <a:buNone/>
              <a:defRPr sz="2400">
                <a:latin typeface="Kantumruy Pro"/>
                <a:ea typeface="Kantumruy Pro"/>
                <a:cs typeface="Kantumruy Pro"/>
                <a:sym typeface="Kantumruy Pro"/>
              </a:defRPr>
            </a:lvl4pPr>
            <a:lvl5pPr lvl="4" algn="ctr">
              <a:lnSpc>
                <a:spcPct val="100000"/>
              </a:lnSpc>
              <a:spcBef>
                <a:spcPts val="0"/>
              </a:spcBef>
              <a:spcAft>
                <a:spcPts val="0"/>
              </a:spcAft>
              <a:buSzPts val="2400"/>
              <a:buFont typeface="Kantumruy Pro"/>
              <a:buNone/>
              <a:defRPr sz="2400">
                <a:latin typeface="Kantumruy Pro"/>
                <a:ea typeface="Kantumruy Pro"/>
                <a:cs typeface="Kantumruy Pro"/>
                <a:sym typeface="Kantumruy Pro"/>
              </a:defRPr>
            </a:lvl5pPr>
            <a:lvl6pPr lvl="5" algn="ctr">
              <a:lnSpc>
                <a:spcPct val="100000"/>
              </a:lnSpc>
              <a:spcBef>
                <a:spcPts val="0"/>
              </a:spcBef>
              <a:spcAft>
                <a:spcPts val="0"/>
              </a:spcAft>
              <a:buSzPts val="2400"/>
              <a:buFont typeface="Kantumruy Pro"/>
              <a:buNone/>
              <a:defRPr sz="2400">
                <a:latin typeface="Kantumruy Pro"/>
                <a:ea typeface="Kantumruy Pro"/>
                <a:cs typeface="Kantumruy Pro"/>
                <a:sym typeface="Kantumruy Pro"/>
              </a:defRPr>
            </a:lvl6pPr>
            <a:lvl7pPr lvl="6" algn="ctr">
              <a:lnSpc>
                <a:spcPct val="100000"/>
              </a:lnSpc>
              <a:spcBef>
                <a:spcPts val="0"/>
              </a:spcBef>
              <a:spcAft>
                <a:spcPts val="0"/>
              </a:spcAft>
              <a:buSzPts val="2400"/>
              <a:buFont typeface="Kantumruy Pro"/>
              <a:buNone/>
              <a:defRPr sz="2400">
                <a:latin typeface="Kantumruy Pro"/>
                <a:ea typeface="Kantumruy Pro"/>
                <a:cs typeface="Kantumruy Pro"/>
                <a:sym typeface="Kantumruy Pro"/>
              </a:defRPr>
            </a:lvl7pPr>
            <a:lvl8pPr lvl="7" algn="ctr">
              <a:lnSpc>
                <a:spcPct val="100000"/>
              </a:lnSpc>
              <a:spcBef>
                <a:spcPts val="0"/>
              </a:spcBef>
              <a:spcAft>
                <a:spcPts val="0"/>
              </a:spcAft>
              <a:buSzPts val="2400"/>
              <a:buFont typeface="Kantumruy Pro"/>
              <a:buNone/>
              <a:defRPr sz="2400">
                <a:latin typeface="Kantumruy Pro"/>
                <a:ea typeface="Kantumruy Pro"/>
                <a:cs typeface="Kantumruy Pro"/>
                <a:sym typeface="Kantumruy Pro"/>
              </a:defRPr>
            </a:lvl8pPr>
            <a:lvl9pPr lvl="8" algn="ctr">
              <a:lnSpc>
                <a:spcPct val="100000"/>
              </a:lnSpc>
              <a:spcBef>
                <a:spcPts val="0"/>
              </a:spcBef>
              <a:spcAft>
                <a:spcPts val="0"/>
              </a:spcAft>
              <a:buSzPts val="2400"/>
              <a:buFont typeface="Kantumruy Pro"/>
              <a:buNone/>
              <a:defRPr sz="2400">
                <a:latin typeface="Kantumruy Pro"/>
                <a:ea typeface="Kantumruy Pro"/>
                <a:cs typeface="Kantumruy Pro"/>
                <a:sym typeface="Kantumruy Pro"/>
              </a:defRPr>
            </a:lvl9pPr>
          </a:lstStyle>
          <a:p>
            <a:endParaRPr/>
          </a:p>
        </p:txBody>
      </p:sp>
      <p:sp>
        <p:nvSpPr>
          <p:cNvPr id="83" name="Google Shape;83;p19"/>
          <p:cNvSpPr txBox="1">
            <a:spLocks noGrp="1"/>
          </p:cNvSpPr>
          <p:nvPr>
            <p:ph type="subTitle" idx="5"/>
          </p:nvPr>
        </p:nvSpPr>
        <p:spPr>
          <a:xfrm>
            <a:off x="3462900" y="2062084"/>
            <a:ext cx="2218200" cy="5541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Kantumruy Pro"/>
              <a:buNone/>
              <a:defRPr sz="2200">
                <a:solidFill>
                  <a:schemeClr val="dk1"/>
                </a:solidFill>
                <a:latin typeface="Kantumruy Pro"/>
                <a:ea typeface="Kantumruy Pro"/>
                <a:cs typeface="Kantumruy Pro"/>
                <a:sym typeface="Kantumruy Pro"/>
              </a:defRPr>
            </a:lvl1pPr>
            <a:lvl2pPr lvl="1" algn="ctr">
              <a:lnSpc>
                <a:spcPct val="100000"/>
              </a:lnSpc>
              <a:spcBef>
                <a:spcPts val="0"/>
              </a:spcBef>
              <a:spcAft>
                <a:spcPts val="0"/>
              </a:spcAft>
              <a:buSzPts val="2400"/>
              <a:buFont typeface="Kantumruy Pro"/>
              <a:buNone/>
              <a:defRPr sz="2400">
                <a:latin typeface="Kantumruy Pro"/>
                <a:ea typeface="Kantumruy Pro"/>
                <a:cs typeface="Kantumruy Pro"/>
                <a:sym typeface="Kantumruy Pro"/>
              </a:defRPr>
            </a:lvl2pPr>
            <a:lvl3pPr lvl="2" algn="ctr">
              <a:lnSpc>
                <a:spcPct val="100000"/>
              </a:lnSpc>
              <a:spcBef>
                <a:spcPts val="0"/>
              </a:spcBef>
              <a:spcAft>
                <a:spcPts val="0"/>
              </a:spcAft>
              <a:buSzPts val="2400"/>
              <a:buFont typeface="Kantumruy Pro"/>
              <a:buNone/>
              <a:defRPr sz="2400">
                <a:latin typeface="Kantumruy Pro"/>
                <a:ea typeface="Kantumruy Pro"/>
                <a:cs typeface="Kantumruy Pro"/>
                <a:sym typeface="Kantumruy Pro"/>
              </a:defRPr>
            </a:lvl3pPr>
            <a:lvl4pPr lvl="3" algn="ctr">
              <a:lnSpc>
                <a:spcPct val="100000"/>
              </a:lnSpc>
              <a:spcBef>
                <a:spcPts val="0"/>
              </a:spcBef>
              <a:spcAft>
                <a:spcPts val="0"/>
              </a:spcAft>
              <a:buSzPts val="2400"/>
              <a:buFont typeface="Kantumruy Pro"/>
              <a:buNone/>
              <a:defRPr sz="2400">
                <a:latin typeface="Kantumruy Pro"/>
                <a:ea typeface="Kantumruy Pro"/>
                <a:cs typeface="Kantumruy Pro"/>
                <a:sym typeface="Kantumruy Pro"/>
              </a:defRPr>
            </a:lvl4pPr>
            <a:lvl5pPr lvl="4" algn="ctr">
              <a:lnSpc>
                <a:spcPct val="100000"/>
              </a:lnSpc>
              <a:spcBef>
                <a:spcPts val="0"/>
              </a:spcBef>
              <a:spcAft>
                <a:spcPts val="0"/>
              </a:spcAft>
              <a:buSzPts val="2400"/>
              <a:buFont typeface="Kantumruy Pro"/>
              <a:buNone/>
              <a:defRPr sz="2400">
                <a:latin typeface="Kantumruy Pro"/>
                <a:ea typeface="Kantumruy Pro"/>
                <a:cs typeface="Kantumruy Pro"/>
                <a:sym typeface="Kantumruy Pro"/>
              </a:defRPr>
            </a:lvl5pPr>
            <a:lvl6pPr lvl="5" algn="ctr">
              <a:lnSpc>
                <a:spcPct val="100000"/>
              </a:lnSpc>
              <a:spcBef>
                <a:spcPts val="0"/>
              </a:spcBef>
              <a:spcAft>
                <a:spcPts val="0"/>
              </a:spcAft>
              <a:buSzPts val="2400"/>
              <a:buFont typeface="Kantumruy Pro"/>
              <a:buNone/>
              <a:defRPr sz="2400">
                <a:latin typeface="Kantumruy Pro"/>
                <a:ea typeface="Kantumruy Pro"/>
                <a:cs typeface="Kantumruy Pro"/>
                <a:sym typeface="Kantumruy Pro"/>
              </a:defRPr>
            </a:lvl6pPr>
            <a:lvl7pPr lvl="6" algn="ctr">
              <a:lnSpc>
                <a:spcPct val="100000"/>
              </a:lnSpc>
              <a:spcBef>
                <a:spcPts val="0"/>
              </a:spcBef>
              <a:spcAft>
                <a:spcPts val="0"/>
              </a:spcAft>
              <a:buSzPts val="2400"/>
              <a:buFont typeface="Kantumruy Pro"/>
              <a:buNone/>
              <a:defRPr sz="2400">
                <a:latin typeface="Kantumruy Pro"/>
                <a:ea typeface="Kantumruy Pro"/>
                <a:cs typeface="Kantumruy Pro"/>
                <a:sym typeface="Kantumruy Pro"/>
              </a:defRPr>
            </a:lvl7pPr>
            <a:lvl8pPr lvl="7" algn="ctr">
              <a:lnSpc>
                <a:spcPct val="100000"/>
              </a:lnSpc>
              <a:spcBef>
                <a:spcPts val="0"/>
              </a:spcBef>
              <a:spcAft>
                <a:spcPts val="0"/>
              </a:spcAft>
              <a:buSzPts val="2400"/>
              <a:buFont typeface="Kantumruy Pro"/>
              <a:buNone/>
              <a:defRPr sz="2400">
                <a:latin typeface="Kantumruy Pro"/>
                <a:ea typeface="Kantumruy Pro"/>
                <a:cs typeface="Kantumruy Pro"/>
                <a:sym typeface="Kantumruy Pro"/>
              </a:defRPr>
            </a:lvl8pPr>
            <a:lvl9pPr lvl="8" algn="ctr">
              <a:lnSpc>
                <a:spcPct val="100000"/>
              </a:lnSpc>
              <a:spcBef>
                <a:spcPts val="0"/>
              </a:spcBef>
              <a:spcAft>
                <a:spcPts val="0"/>
              </a:spcAft>
              <a:buSzPts val="2400"/>
              <a:buFont typeface="Kantumruy Pro"/>
              <a:buNone/>
              <a:defRPr sz="2400">
                <a:latin typeface="Kantumruy Pro"/>
                <a:ea typeface="Kantumruy Pro"/>
                <a:cs typeface="Kantumruy Pro"/>
                <a:sym typeface="Kantumruy Pro"/>
              </a:defRPr>
            </a:lvl9pPr>
          </a:lstStyle>
          <a:p>
            <a:endParaRPr/>
          </a:p>
        </p:txBody>
      </p:sp>
      <p:sp>
        <p:nvSpPr>
          <p:cNvPr id="84" name="Google Shape;84;p19"/>
          <p:cNvSpPr txBox="1">
            <a:spLocks noGrp="1"/>
          </p:cNvSpPr>
          <p:nvPr>
            <p:ph type="subTitle" idx="6"/>
          </p:nvPr>
        </p:nvSpPr>
        <p:spPr>
          <a:xfrm>
            <a:off x="6205500" y="2062084"/>
            <a:ext cx="2218500" cy="5541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Kantumruy Pro"/>
              <a:buNone/>
              <a:defRPr sz="2200">
                <a:solidFill>
                  <a:schemeClr val="dk1"/>
                </a:solidFill>
                <a:latin typeface="Kantumruy Pro"/>
                <a:ea typeface="Kantumruy Pro"/>
                <a:cs typeface="Kantumruy Pro"/>
                <a:sym typeface="Kantumruy Pro"/>
              </a:defRPr>
            </a:lvl1pPr>
            <a:lvl2pPr lvl="1" algn="ctr">
              <a:lnSpc>
                <a:spcPct val="100000"/>
              </a:lnSpc>
              <a:spcBef>
                <a:spcPts val="0"/>
              </a:spcBef>
              <a:spcAft>
                <a:spcPts val="0"/>
              </a:spcAft>
              <a:buSzPts val="2400"/>
              <a:buFont typeface="Kantumruy Pro"/>
              <a:buNone/>
              <a:defRPr sz="2400">
                <a:latin typeface="Kantumruy Pro"/>
                <a:ea typeface="Kantumruy Pro"/>
                <a:cs typeface="Kantumruy Pro"/>
                <a:sym typeface="Kantumruy Pro"/>
              </a:defRPr>
            </a:lvl2pPr>
            <a:lvl3pPr lvl="2" algn="ctr">
              <a:lnSpc>
                <a:spcPct val="100000"/>
              </a:lnSpc>
              <a:spcBef>
                <a:spcPts val="0"/>
              </a:spcBef>
              <a:spcAft>
                <a:spcPts val="0"/>
              </a:spcAft>
              <a:buSzPts val="2400"/>
              <a:buFont typeface="Kantumruy Pro"/>
              <a:buNone/>
              <a:defRPr sz="2400">
                <a:latin typeface="Kantumruy Pro"/>
                <a:ea typeface="Kantumruy Pro"/>
                <a:cs typeface="Kantumruy Pro"/>
                <a:sym typeface="Kantumruy Pro"/>
              </a:defRPr>
            </a:lvl3pPr>
            <a:lvl4pPr lvl="3" algn="ctr">
              <a:lnSpc>
                <a:spcPct val="100000"/>
              </a:lnSpc>
              <a:spcBef>
                <a:spcPts val="0"/>
              </a:spcBef>
              <a:spcAft>
                <a:spcPts val="0"/>
              </a:spcAft>
              <a:buSzPts val="2400"/>
              <a:buFont typeface="Kantumruy Pro"/>
              <a:buNone/>
              <a:defRPr sz="2400">
                <a:latin typeface="Kantumruy Pro"/>
                <a:ea typeface="Kantumruy Pro"/>
                <a:cs typeface="Kantumruy Pro"/>
                <a:sym typeface="Kantumruy Pro"/>
              </a:defRPr>
            </a:lvl4pPr>
            <a:lvl5pPr lvl="4" algn="ctr">
              <a:lnSpc>
                <a:spcPct val="100000"/>
              </a:lnSpc>
              <a:spcBef>
                <a:spcPts val="0"/>
              </a:spcBef>
              <a:spcAft>
                <a:spcPts val="0"/>
              </a:spcAft>
              <a:buSzPts val="2400"/>
              <a:buFont typeface="Kantumruy Pro"/>
              <a:buNone/>
              <a:defRPr sz="2400">
                <a:latin typeface="Kantumruy Pro"/>
                <a:ea typeface="Kantumruy Pro"/>
                <a:cs typeface="Kantumruy Pro"/>
                <a:sym typeface="Kantumruy Pro"/>
              </a:defRPr>
            </a:lvl5pPr>
            <a:lvl6pPr lvl="5" algn="ctr">
              <a:lnSpc>
                <a:spcPct val="100000"/>
              </a:lnSpc>
              <a:spcBef>
                <a:spcPts val="0"/>
              </a:spcBef>
              <a:spcAft>
                <a:spcPts val="0"/>
              </a:spcAft>
              <a:buSzPts val="2400"/>
              <a:buFont typeface="Kantumruy Pro"/>
              <a:buNone/>
              <a:defRPr sz="2400">
                <a:latin typeface="Kantumruy Pro"/>
                <a:ea typeface="Kantumruy Pro"/>
                <a:cs typeface="Kantumruy Pro"/>
                <a:sym typeface="Kantumruy Pro"/>
              </a:defRPr>
            </a:lvl6pPr>
            <a:lvl7pPr lvl="6" algn="ctr">
              <a:lnSpc>
                <a:spcPct val="100000"/>
              </a:lnSpc>
              <a:spcBef>
                <a:spcPts val="0"/>
              </a:spcBef>
              <a:spcAft>
                <a:spcPts val="0"/>
              </a:spcAft>
              <a:buSzPts val="2400"/>
              <a:buFont typeface="Kantumruy Pro"/>
              <a:buNone/>
              <a:defRPr sz="2400">
                <a:latin typeface="Kantumruy Pro"/>
                <a:ea typeface="Kantumruy Pro"/>
                <a:cs typeface="Kantumruy Pro"/>
                <a:sym typeface="Kantumruy Pro"/>
              </a:defRPr>
            </a:lvl7pPr>
            <a:lvl8pPr lvl="7" algn="ctr">
              <a:lnSpc>
                <a:spcPct val="100000"/>
              </a:lnSpc>
              <a:spcBef>
                <a:spcPts val="0"/>
              </a:spcBef>
              <a:spcAft>
                <a:spcPts val="0"/>
              </a:spcAft>
              <a:buSzPts val="2400"/>
              <a:buFont typeface="Kantumruy Pro"/>
              <a:buNone/>
              <a:defRPr sz="2400">
                <a:latin typeface="Kantumruy Pro"/>
                <a:ea typeface="Kantumruy Pro"/>
                <a:cs typeface="Kantumruy Pro"/>
                <a:sym typeface="Kantumruy Pro"/>
              </a:defRPr>
            </a:lvl8pPr>
            <a:lvl9pPr lvl="8" algn="ctr">
              <a:lnSpc>
                <a:spcPct val="100000"/>
              </a:lnSpc>
              <a:spcBef>
                <a:spcPts val="0"/>
              </a:spcBef>
              <a:spcAft>
                <a:spcPts val="0"/>
              </a:spcAft>
              <a:buSzPts val="2400"/>
              <a:buFont typeface="Kantumruy Pro"/>
              <a:buNone/>
              <a:defRPr sz="2400">
                <a:latin typeface="Kantumruy Pro"/>
                <a:ea typeface="Kantumruy Pro"/>
                <a:cs typeface="Kantumruy Pro"/>
                <a:sym typeface="Kantumruy Pro"/>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six columns">
  <p:cSld name="BLANK_1_1_1_1_1">
    <p:spTree>
      <p:nvGrpSpPr>
        <p:cNvPr id="1" name="Shape 85"/>
        <p:cNvGrpSpPr/>
        <p:nvPr/>
      </p:nvGrpSpPr>
      <p:grpSpPr>
        <a:xfrm>
          <a:off x="0" y="0"/>
          <a:ext cx="0" cy="0"/>
          <a:chOff x="0" y="0"/>
          <a:chExt cx="0" cy="0"/>
        </a:xfrm>
      </p:grpSpPr>
      <p:sp>
        <p:nvSpPr>
          <p:cNvPr id="86" name="Google Shape;86;p20"/>
          <p:cNvSpPr txBox="1">
            <a:spLocks noGrp="1"/>
          </p:cNvSpPr>
          <p:nvPr>
            <p:ph type="subTitle" idx="1"/>
          </p:nvPr>
        </p:nvSpPr>
        <p:spPr>
          <a:xfrm>
            <a:off x="709100" y="2277266"/>
            <a:ext cx="2381100" cy="62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7" name="Google Shape;87;p20"/>
          <p:cNvSpPr txBox="1">
            <a:spLocks noGrp="1"/>
          </p:cNvSpPr>
          <p:nvPr>
            <p:ph type="subTitle" idx="2"/>
          </p:nvPr>
        </p:nvSpPr>
        <p:spPr>
          <a:xfrm>
            <a:off x="3381446" y="2277266"/>
            <a:ext cx="2381100" cy="62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8" name="Google Shape;88;p20"/>
          <p:cNvSpPr txBox="1">
            <a:spLocks noGrp="1"/>
          </p:cNvSpPr>
          <p:nvPr>
            <p:ph type="subTitle" idx="3"/>
          </p:nvPr>
        </p:nvSpPr>
        <p:spPr>
          <a:xfrm>
            <a:off x="709100" y="3948425"/>
            <a:ext cx="2381100" cy="62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9" name="Google Shape;89;p20"/>
          <p:cNvSpPr txBox="1">
            <a:spLocks noGrp="1"/>
          </p:cNvSpPr>
          <p:nvPr>
            <p:ph type="subTitle" idx="4"/>
          </p:nvPr>
        </p:nvSpPr>
        <p:spPr>
          <a:xfrm>
            <a:off x="3381446" y="3948425"/>
            <a:ext cx="2381100" cy="62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0" name="Google Shape;90;p20"/>
          <p:cNvSpPr txBox="1">
            <a:spLocks noGrp="1"/>
          </p:cNvSpPr>
          <p:nvPr>
            <p:ph type="subTitle" idx="5"/>
          </p:nvPr>
        </p:nvSpPr>
        <p:spPr>
          <a:xfrm>
            <a:off x="6053797" y="2277266"/>
            <a:ext cx="2381100" cy="62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1" name="Google Shape;91;p20"/>
          <p:cNvSpPr txBox="1">
            <a:spLocks noGrp="1"/>
          </p:cNvSpPr>
          <p:nvPr>
            <p:ph type="subTitle" idx="6"/>
          </p:nvPr>
        </p:nvSpPr>
        <p:spPr>
          <a:xfrm>
            <a:off x="6053797" y="3948425"/>
            <a:ext cx="2381100" cy="62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2" name="Google Shape;92;p20"/>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3" name="Google Shape;93;p20"/>
          <p:cNvSpPr txBox="1">
            <a:spLocks noGrp="1"/>
          </p:cNvSpPr>
          <p:nvPr>
            <p:ph type="subTitle" idx="7"/>
          </p:nvPr>
        </p:nvSpPr>
        <p:spPr>
          <a:xfrm>
            <a:off x="709104" y="1961666"/>
            <a:ext cx="2381100" cy="391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200">
                <a:latin typeface="Kantumruy Pro"/>
                <a:ea typeface="Kantumruy Pro"/>
                <a:cs typeface="Kantumruy Pro"/>
                <a:sym typeface="Kantumruy Pro"/>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94" name="Google Shape;94;p20"/>
          <p:cNvSpPr txBox="1">
            <a:spLocks noGrp="1"/>
          </p:cNvSpPr>
          <p:nvPr>
            <p:ph type="subTitle" idx="8"/>
          </p:nvPr>
        </p:nvSpPr>
        <p:spPr>
          <a:xfrm>
            <a:off x="3381447" y="1961666"/>
            <a:ext cx="2381100" cy="391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200">
                <a:latin typeface="Kantumruy Pro"/>
                <a:ea typeface="Kantumruy Pro"/>
                <a:cs typeface="Kantumruy Pro"/>
                <a:sym typeface="Kantumruy Pro"/>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95" name="Google Shape;95;p20"/>
          <p:cNvSpPr txBox="1">
            <a:spLocks noGrp="1"/>
          </p:cNvSpPr>
          <p:nvPr>
            <p:ph type="subTitle" idx="9"/>
          </p:nvPr>
        </p:nvSpPr>
        <p:spPr>
          <a:xfrm>
            <a:off x="6053796" y="1961666"/>
            <a:ext cx="2381100" cy="391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200">
                <a:latin typeface="Kantumruy Pro"/>
                <a:ea typeface="Kantumruy Pro"/>
                <a:cs typeface="Kantumruy Pro"/>
                <a:sym typeface="Kantumruy Pro"/>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96" name="Google Shape;96;p20"/>
          <p:cNvSpPr txBox="1">
            <a:spLocks noGrp="1"/>
          </p:cNvSpPr>
          <p:nvPr>
            <p:ph type="subTitle" idx="13"/>
          </p:nvPr>
        </p:nvSpPr>
        <p:spPr>
          <a:xfrm>
            <a:off x="709104" y="3632875"/>
            <a:ext cx="2381100" cy="391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200">
                <a:latin typeface="Kantumruy Pro"/>
                <a:ea typeface="Kantumruy Pro"/>
                <a:cs typeface="Kantumruy Pro"/>
                <a:sym typeface="Kantumruy Pro"/>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97" name="Google Shape;97;p20"/>
          <p:cNvSpPr txBox="1">
            <a:spLocks noGrp="1"/>
          </p:cNvSpPr>
          <p:nvPr>
            <p:ph type="subTitle" idx="14"/>
          </p:nvPr>
        </p:nvSpPr>
        <p:spPr>
          <a:xfrm>
            <a:off x="3381453" y="3632875"/>
            <a:ext cx="2381100" cy="391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200">
                <a:latin typeface="Kantumruy Pro"/>
                <a:ea typeface="Kantumruy Pro"/>
                <a:cs typeface="Kantumruy Pro"/>
                <a:sym typeface="Kantumruy Pro"/>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98" name="Google Shape;98;p20"/>
          <p:cNvSpPr txBox="1">
            <a:spLocks noGrp="1"/>
          </p:cNvSpPr>
          <p:nvPr>
            <p:ph type="subTitle" idx="15"/>
          </p:nvPr>
        </p:nvSpPr>
        <p:spPr>
          <a:xfrm>
            <a:off x="6053801" y="3632875"/>
            <a:ext cx="2381100" cy="391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200">
                <a:latin typeface="Kantumruy Pro"/>
                <a:ea typeface="Kantumruy Pro"/>
                <a:cs typeface="Kantumruy Pro"/>
                <a:sym typeface="Kantumruy Pro"/>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Numbers and text">
  <p:cSld name="BLANK_1_1_1_1_1_1">
    <p:spTree>
      <p:nvGrpSpPr>
        <p:cNvPr id="1" name="Shape 99"/>
        <p:cNvGrpSpPr/>
        <p:nvPr/>
      </p:nvGrpSpPr>
      <p:grpSpPr>
        <a:xfrm>
          <a:off x="0" y="0"/>
          <a:ext cx="0" cy="0"/>
          <a:chOff x="0" y="0"/>
          <a:chExt cx="0" cy="0"/>
        </a:xfrm>
      </p:grpSpPr>
      <p:sp>
        <p:nvSpPr>
          <p:cNvPr id="100" name="Google Shape;100;p21"/>
          <p:cNvSpPr>
            <a:spLocks noGrp="1"/>
          </p:cNvSpPr>
          <p:nvPr>
            <p:ph type="pic" idx="2"/>
          </p:nvPr>
        </p:nvSpPr>
        <p:spPr>
          <a:xfrm>
            <a:off x="0" y="0"/>
            <a:ext cx="9144000" cy="3128100"/>
          </a:xfrm>
          <a:prstGeom prst="rect">
            <a:avLst/>
          </a:prstGeom>
          <a:noFill/>
          <a:ln>
            <a:noFill/>
          </a:ln>
        </p:spPr>
      </p:sp>
      <p:sp>
        <p:nvSpPr>
          <p:cNvPr id="101" name="Google Shape;101;p21"/>
          <p:cNvSpPr txBox="1">
            <a:spLocks noGrp="1"/>
          </p:cNvSpPr>
          <p:nvPr>
            <p:ph type="title" hasCustomPrompt="1"/>
          </p:nvPr>
        </p:nvSpPr>
        <p:spPr>
          <a:xfrm>
            <a:off x="713225" y="3539825"/>
            <a:ext cx="3116100" cy="754800"/>
          </a:xfrm>
          <a:prstGeom prst="rect">
            <a:avLst/>
          </a:prstGeom>
        </p:spPr>
        <p:txBody>
          <a:bodyPr spcFirstLastPara="1" wrap="square" lIns="91425" tIns="91425" rIns="91425" bIns="91425" anchor="b" anchorCtr="0">
            <a:noAutofit/>
          </a:bodyPr>
          <a:lstStyle>
            <a:lvl1pPr lvl="0" rtl="0">
              <a:spcBef>
                <a:spcPts val="0"/>
              </a:spcBef>
              <a:spcAft>
                <a:spcPts val="0"/>
              </a:spcAft>
              <a:buSzPts val="6200"/>
              <a:buNone/>
              <a:defRPr sz="40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102" name="Google Shape;102;p21"/>
          <p:cNvSpPr txBox="1">
            <a:spLocks noGrp="1"/>
          </p:cNvSpPr>
          <p:nvPr>
            <p:ph type="subTitle" idx="1"/>
          </p:nvPr>
        </p:nvSpPr>
        <p:spPr>
          <a:xfrm>
            <a:off x="713225" y="4294700"/>
            <a:ext cx="3116100" cy="3093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3" name="Google Shape;103;p21"/>
          <p:cNvSpPr txBox="1">
            <a:spLocks noGrp="1"/>
          </p:cNvSpPr>
          <p:nvPr>
            <p:ph type="title" idx="3" hasCustomPrompt="1"/>
          </p:nvPr>
        </p:nvSpPr>
        <p:spPr>
          <a:xfrm>
            <a:off x="5314675" y="3539825"/>
            <a:ext cx="3116100" cy="754800"/>
          </a:xfrm>
          <a:prstGeom prst="rect">
            <a:avLst/>
          </a:prstGeom>
        </p:spPr>
        <p:txBody>
          <a:bodyPr spcFirstLastPara="1" wrap="square" lIns="91425" tIns="91425" rIns="91425" bIns="91425" anchor="b" anchorCtr="0">
            <a:noAutofit/>
          </a:bodyPr>
          <a:lstStyle>
            <a:lvl1pPr lvl="0" rtl="0">
              <a:spcBef>
                <a:spcPts val="0"/>
              </a:spcBef>
              <a:spcAft>
                <a:spcPts val="0"/>
              </a:spcAft>
              <a:buSzPts val="6200"/>
              <a:buNone/>
              <a:defRPr sz="40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104" name="Google Shape;104;p21"/>
          <p:cNvSpPr txBox="1">
            <a:spLocks noGrp="1"/>
          </p:cNvSpPr>
          <p:nvPr>
            <p:ph type="subTitle" idx="4"/>
          </p:nvPr>
        </p:nvSpPr>
        <p:spPr>
          <a:xfrm>
            <a:off x="5314675" y="4294625"/>
            <a:ext cx="3116100" cy="3093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cxnSp>
        <p:nvCxnSpPr>
          <p:cNvPr id="105" name="Google Shape;105;p21"/>
          <p:cNvCxnSpPr/>
          <p:nvPr/>
        </p:nvCxnSpPr>
        <p:spPr>
          <a:xfrm>
            <a:off x="8787388" y="3460800"/>
            <a:ext cx="0" cy="18351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713225" y="539500"/>
            <a:ext cx="3893100" cy="10587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8" name="Google Shape;108;p22"/>
          <p:cNvSpPr txBox="1">
            <a:spLocks noGrp="1"/>
          </p:cNvSpPr>
          <p:nvPr>
            <p:ph type="subTitle" idx="1"/>
          </p:nvPr>
        </p:nvSpPr>
        <p:spPr>
          <a:xfrm>
            <a:off x="713225" y="1684350"/>
            <a:ext cx="3583200" cy="123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9" name="Google Shape;109;p22"/>
          <p:cNvSpPr txBox="1"/>
          <p:nvPr/>
        </p:nvSpPr>
        <p:spPr>
          <a:xfrm>
            <a:off x="713225" y="3525813"/>
            <a:ext cx="3583200" cy="72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dk1"/>
                </a:solidFill>
                <a:latin typeface="Gudea"/>
                <a:ea typeface="Gudea"/>
                <a:cs typeface="Gudea"/>
                <a:sym typeface="Gudea"/>
              </a:rPr>
              <a:t>CREDITS:</a:t>
            </a:r>
            <a:r>
              <a:rPr lang="en" sz="1200">
                <a:solidFill>
                  <a:schemeClr val="dk1"/>
                </a:solidFill>
                <a:latin typeface="Gudea"/>
                <a:ea typeface="Gudea"/>
                <a:cs typeface="Gudea"/>
                <a:sym typeface="Gudea"/>
              </a:rPr>
              <a:t> This presentation template was created by </a:t>
            </a:r>
            <a:r>
              <a:rPr lang="en" sz="1200" b="1">
                <a:solidFill>
                  <a:schemeClr val="dk1"/>
                </a:solidFill>
                <a:uFill>
                  <a:noFill/>
                </a:uFill>
                <a:latin typeface="Gudea"/>
                <a:ea typeface="Gudea"/>
                <a:cs typeface="Gudea"/>
                <a:sym typeface="Gudea"/>
                <a:hlinkClick r:id="rId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1200">
                <a:solidFill>
                  <a:schemeClr val="dk1"/>
                </a:solidFill>
                <a:latin typeface="Gudea"/>
                <a:ea typeface="Gudea"/>
                <a:cs typeface="Gudea"/>
                <a:sym typeface="Gudea"/>
              </a:rPr>
              <a:t>, and includes icons, infographics &amp; images by </a:t>
            </a:r>
            <a:r>
              <a:rPr lang="en" sz="1200" b="1">
                <a:solidFill>
                  <a:schemeClr val="dk1"/>
                </a:solidFill>
                <a:uFill>
                  <a:noFill/>
                </a:uFill>
                <a:latin typeface="Gudea"/>
                <a:ea typeface="Gudea"/>
                <a:cs typeface="Gudea"/>
                <a:sym typeface="Gudea"/>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r>
              <a:rPr lang="en" sz="1200">
                <a:solidFill>
                  <a:schemeClr val="dk1"/>
                </a:solidFill>
                <a:latin typeface="Gudea"/>
                <a:ea typeface="Gudea"/>
                <a:cs typeface="Gudea"/>
                <a:sym typeface="Gudea"/>
              </a:rPr>
              <a:t> </a:t>
            </a:r>
            <a:endParaRPr sz="1200" b="1" u="sng">
              <a:solidFill>
                <a:schemeClr val="dk1"/>
              </a:solidFill>
              <a:latin typeface="Gudea"/>
              <a:ea typeface="Gudea"/>
              <a:cs typeface="Gudea"/>
              <a:sym typeface="Gudea"/>
            </a:endParaRPr>
          </a:p>
        </p:txBody>
      </p:sp>
      <p:cxnSp>
        <p:nvCxnSpPr>
          <p:cNvPr id="110" name="Google Shape;110;p22"/>
          <p:cNvCxnSpPr/>
          <p:nvPr/>
        </p:nvCxnSpPr>
        <p:spPr>
          <a:xfrm>
            <a:off x="352050" y="-141025"/>
            <a:ext cx="0" cy="18351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11"/>
        <p:cNvGrpSpPr/>
        <p:nvPr/>
      </p:nvGrpSpPr>
      <p:grpSpPr>
        <a:xfrm>
          <a:off x="0" y="0"/>
          <a:ext cx="0" cy="0"/>
          <a:chOff x="0" y="0"/>
          <a:chExt cx="0" cy="0"/>
        </a:xfrm>
      </p:grpSpPr>
      <p:sp>
        <p:nvSpPr>
          <p:cNvPr id="112" name="Google Shape;112;p23"/>
          <p:cNvSpPr/>
          <p:nvPr/>
        </p:nvSpPr>
        <p:spPr>
          <a:xfrm>
            <a:off x="176850" y="212175"/>
            <a:ext cx="350100" cy="1176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cxnSp>
        <p:nvCxnSpPr>
          <p:cNvPr id="113" name="Google Shape;113;p23"/>
          <p:cNvCxnSpPr/>
          <p:nvPr/>
        </p:nvCxnSpPr>
        <p:spPr>
          <a:xfrm>
            <a:off x="6947100" y="4869675"/>
            <a:ext cx="25017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114"/>
        <p:cNvGrpSpPr/>
        <p:nvPr/>
      </p:nvGrpSpPr>
      <p:grpSpPr>
        <a:xfrm>
          <a:off x="0" y="0"/>
          <a:ext cx="0" cy="0"/>
          <a:chOff x="0" y="0"/>
          <a:chExt cx="0" cy="0"/>
        </a:xfrm>
      </p:grpSpPr>
      <p:sp>
        <p:nvSpPr>
          <p:cNvPr id="115" name="Google Shape;115;p24"/>
          <p:cNvSpPr/>
          <p:nvPr/>
        </p:nvSpPr>
        <p:spPr>
          <a:xfrm>
            <a:off x="8609100" y="4814900"/>
            <a:ext cx="350100" cy="1176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cxnSp>
        <p:nvCxnSpPr>
          <p:cNvPr id="116" name="Google Shape;116;p24"/>
          <p:cNvCxnSpPr/>
          <p:nvPr/>
        </p:nvCxnSpPr>
        <p:spPr>
          <a:xfrm>
            <a:off x="352050" y="-141025"/>
            <a:ext cx="0" cy="18351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Kantumruy Pro"/>
              <a:buNone/>
              <a:defRPr sz="3000">
                <a:solidFill>
                  <a:schemeClr val="dk1"/>
                </a:solidFill>
                <a:latin typeface="Kantumruy Pro"/>
                <a:ea typeface="Kantumruy Pro"/>
                <a:cs typeface="Kantumruy Pro"/>
                <a:sym typeface="Kantumruy Pro"/>
              </a:defRPr>
            </a:lvl1pPr>
            <a:lvl2pPr lvl="1" rtl="0">
              <a:spcBef>
                <a:spcPts val="0"/>
              </a:spcBef>
              <a:spcAft>
                <a:spcPts val="0"/>
              </a:spcAft>
              <a:buClr>
                <a:schemeClr val="dk1"/>
              </a:buClr>
              <a:buSzPts val="3000"/>
              <a:buFont typeface="Kantumruy Pro"/>
              <a:buNone/>
              <a:defRPr sz="3000">
                <a:solidFill>
                  <a:schemeClr val="dk1"/>
                </a:solidFill>
                <a:latin typeface="Kantumruy Pro"/>
                <a:ea typeface="Kantumruy Pro"/>
                <a:cs typeface="Kantumruy Pro"/>
                <a:sym typeface="Kantumruy Pro"/>
              </a:defRPr>
            </a:lvl2pPr>
            <a:lvl3pPr lvl="2" rtl="0">
              <a:spcBef>
                <a:spcPts val="0"/>
              </a:spcBef>
              <a:spcAft>
                <a:spcPts val="0"/>
              </a:spcAft>
              <a:buClr>
                <a:schemeClr val="dk1"/>
              </a:buClr>
              <a:buSzPts val="3000"/>
              <a:buFont typeface="Kantumruy Pro"/>
              <a:buNone/>
              <a:defRPr sz="3000">
                <a:solidFill>
                  <a:schemeClr val="dk1"/>
                </a:solidFill>
                <a:latin typeface="Kantumruy Pro"/>
                <a:ea typeface="Kantumruy Pro"/>
                <a:cs typeface="Kantumruy Pro"/>
                <a:sym typeface="Kantumruy Pro"/>
              </a:defRPr>
            </a:lvl3pPr>
            <a:lvl4pPr lvl="3" rtl="0">
              <a:spcBef>
                <a:spcPts val="0"/>
              </a:spcBef>
              <a:spcAft>
                <a:spcPts val="0"/>
              </a:spcAft>
              <a:buClr>
                <a:schemeClr val="dk1"/>
              </a:buClr>
              <a:buSzPts val="3000"/>
              <a:buFont typeface="Kantumruy Pro"/>
              <a:buNone/>
              <a:defRPr sz="3000">
                <a:solidFill>
                  <a:schemeClr val="dk1"/>
                </a:solidFill>
                <a:latin typeface="Kantumruy Pro"/>
                <a:ea typeface="Kantumruy Pro"/>
                <a:cs typeface="Kantumruy Pro"/>
                <a:sym typeface="Kantumruy Pro"/>
              </a:defRPr>
            </a:lvl4pPr>
            <a:lvl5pPr lvl="4" rtl="0">
              <a:spcBef>
                <a:spcPts val="0"/>
              </a:spcBef>
              <a:spcAft>
                <a:spcPts val="0"/>
              </a:spcAft>
              <a:buClr>
                <a:schemeClr val="dk1"/>
              </a:buClr>
              <a:buSzPts val="3000"/>
              <a:buFont typeface="Kantumruy Pro"/>
              <a:buNone/>
              <a:defRPr sz="3000">
                <a:solidFill>
                  <a:schemeClr val="dk1"/>
                </a:solidFill>
                <a:latin typeface="Kantumruy Pro"/>
                <a:ea typeface="Kantumruy Pro"/>
                <a:cs typeface="Kantumruy Pro"/>
                <a:sym typeface="Kantumruy Pro"/>
              </a:defRPr>
            </a:lvl5pPr>
            <a:lvl6pPr lvl="5" rtl="0">
              <a:spcBef>
                <a:spcPts val="0"/>
              </a:spcBef>
              <a:spcAft>
                <a:spcPts val="0"/>
              </a:spcAft>
              <a:buClr>
                <a:schemeClr val="dk1"/>
              </a:buClr>
              <a:buSzPts val="3000"/>
              <a:buFont typeface="Kantumruy Pro"/>
              <a:buNone/>
              <a:defRPr sz="3000">
                <a:solidFill>
                  <a:schemeClr val="dk1"/>
                </a:solidFill>
                <a:latin typeface="Kantumruy Pro"/>
                <a:ea typeface="Kantumruy Pro"/>
                <a:cs typeface="Kantumruy Pro"/>
                <a:sym typeface="Kantumruy Pro"/>
              </a:defRPr>
            </a:lvl6pPr>
            <a:lvl7pPr lvl="6" rtl="0">
              <a:spcBef>
                <a:spcPts val="0"/>
              </a:spcBef>
              <a:spcAft>
                <a:spcPts val="0"/>
              </a:spcAft>
              <a:buClr>
                <a:schemeClr val="dk1"/>
              </a:buClr>
              <a:buSzPts val="3000"/>
              <a:buFont typeface="Kantumruy Pro"/>
              <a:buNone/>
              <a:defRPr sz="3000">
                <a:solidFill>
                  <a:schemeClr val="dk1"/>
                </a:solidFill>
                <a:latin typeface="Kantumruy Pro"/>
                <a:ea typeface="Kantumruy Pro"/>
                <a:cs typeface="Kantumruy Pro"/>
                <a:sym typeface="Kantumruy Pro"/>
              </a:defRPr>
            </a:lvl7pPr>
            <a:lvl8pPr lvl="7" rtl="0">
              <a:spcBef>
                <a:spcPts val="0"/>
              </a:spcBef>
              <a:spcAft>
                <a:spcPts val="0"/>
              </a:spcAft>
              <a:buClr>
                <a:schemeClr val="dk1"/>
              </a:buClr>
              <a:buSzPts val="3000"/>
              <a:buFont typeface="Kantumruy Pro"/>
              <a:buNone/>
              <a:defRPr sz="3000">
                <a:solidFill>
                  <a:schemeClr val="dk1"/>
                </a:solidFill>
                <a:latin typeface="Kantumruy Pro"/>
                <a:ea typeface="Kantumruy Pro"/>
                <a:cs typeface="Kantumruy Pro"/>
                <a:sym typeface="Kantumruy Pro"/>
              </a:defRPr>
            </a:lvl8pPr>
            <a:lvl9pPr lvl="8" rtl="0">
              <a:spcBef>
                <a:spcPts val="0"/>
              </a:spcBef>
              <a:spcAft>
                <a:spcPts val="0"/>
              </a:spcAft>
              <a:buClr>
                <a:schemeClr val="dk1"/>
              </a:buClr>
              <a:buSzPts val="3000"/>
              <a:buFont typeface="Kantumruy Pro"/>
              <a:buNone/>
              <a:defRPr sz="3000">
                <a:solidFill>
                  <a:schemeClr val="dk1"/>
                </a:solidFill>
                <a:latin typeface="Kantumruy Pro"/>
                <a:ea typeface="Kantumruy Pro"/>
                <a:cs typeface="Kantumruy Pro"/>
                <a:sym typeface="Kantumruy Pro"/>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Gudea"/>
              <a:buChar char="●"/>
              <a:defRPr>
                <a:solidFill>
                  <a:schemeClr val="dk1"/>
                </a:solidFill>
                <a:latin typeface="Gudea"/>
                <a:ea typeface="Gudea"/>
                <a:cs typeface="Gudea"/>
                <a:sym typeface="Gudea"/>
              </a:defRPr>
            </a:lvl1pPr>
            <a:lvl2pPr marL="914400" lvl="1" indent="-317500">
              <a:lnSpc>
                <a:spcPct val="100000"/>
              </a:lnSpc>
              <a:spcBef>
                <a:spcPts val="0"/>
              </a:spcBef>
              <a:spcAft>
                <a:spcPts val="0"/>
              </a:spcAft>
              <a:buClr>
                <a:schemeClr val="dk1"/>
              </a:buClr>
              <a:buSzPts val="1400"/>
              <a:buFont typeface="Gudea"/>
              <a:buChar char="○"/>
              <a:defRPr>
                <a:solidFill>
                  <a:schemeClr val="dk1"/>
                </a:solidFill>
                <a:latin typeface="Gudea"/>
                <a:ea typeface="Gudea"/>
                <a:cs typeface="Gudea"/>
                <a:sym typeface="Gudea"/>
              </a:defRPr>
            </a:lvl2pPr>
            <a:lvl3pPr marL="1371600" lvl="2" indent="-317500">
              <a:lnSpc>
                <a:spcPct val="100000"/>
              </a:lnSpc>
              <a:spcBef>
                <a:spcPts val="0"/>
              </a:spcBef>
              <a:spcAft>
                <a:spcPts val="0"/>
              </a:spcAft>
              <a:buClr>
                <a:schemeClr val="dk1"/>
              </a:buClr>
              <a:buSzPts val="1400"/>
              <a:buFont typeface="Gudea"/>
              <a:buChar char="■"/>
              <a:defRPr>
                <a:solidFill>
                  <a:schemeClr val="dk1"/>
                </a:solidFill>
                <a:latin typeface="Gudea"/>
                <a:ea typeface="Gudea"/>
                <a:cs typeface="Gudea"/>
                <a:sym typeface="Gudea"/>
              </a:defRPr>
            </a:lvl3pPr>
            <a:lvl4pPr marL="1828800" lvl="3" indent="-317500">
              <a:lnSpc>
                <a:spcPct val="100000"/>
              </a:lnSpc>
              <a:spcBef>
                <a:spcPts val="0"/>
              </a:spcBef>
              <a:spcAft>
                <a:spcPts val="0"/>
              </a:spcAft>
              <a:buClr>
                <a:schemeClr val="dk1"/>
              </a:buClr>
              <a:buSzPts val="1400"/>
              <a:buFont typeface="Gudea"/>
              <a:buChar char="●"/>
              <a:defRPr>
                <a:solidFill>
                  <a:schemeClr val="dk1"/>
                </a:solidFill>
                <a:latin typeface="Gudea"/>
                <a:ea typeface="Gudea"/>
                <a:cs typeface="Gudea"/>
                <a:sym typeface="Gudea"/>
              </a:defRPr>
            </a:lvl4pPr>
            <a:lvl5pPr marL="2286000" lvl="4" indent="-317500">
              <a:lnSpc>
                <a:spcPct val="100000"/>
              </a:lnSpc>
              <a:spcBef>
                <a:spcPts val="0"/>
              </a:spcBef>
              <a:spcAft>
                <a:spcPts val="0"/>
              </a:spcAft>
              <a:buClr>
                <a:schemeClr val="dk1"/>
              </a:buClr>
              <a:buSzPts val="1400"/>
              <a:buFont typeface="Gudea"/>
              <a:buChar char="○"/>
              <a:defRPr>
                <a:solidFill>
                  <a:schemeClr val="dk1"/>
                </a:solidFill>
                <a:latin typeface="Gudea"/>
                <a:ea typeface="Gudea"/>
                <a:cs typeface="Gudea"/>
                <a:sym typeface="Gudea"/>
              </a:defRPr>
            </a:lvl5pPr>
            <a:lvl6pPr marL="2743200" lvl="5" indent="-317500">
              <a:lnSpc>
                <a:spcPct val="100000"/>
              </a:lnSpc>
              <a:spcBef>
                <a:spcPts val="0"/>
              </a:spcBef>
              <a:spcAft>
                <a:spcPts val="0"/>
              </a:spcAft>
              <a:buClr>
                <a:schemeClr val="dk1"/>
              </a:buClr>
              <a:buSzPts val="1400"/>
              <a:buFont typeface="Gudea"/>
              <a:buChar char="■"/>
              <a:defRPr>
                <a:solidFill>
                  <a:schemeClr val="dk1"/>
                </a:solidFill>
                <a:latin typeface="Gudea"/>
                <a:ea typeface="Gudea"/>
                <a:cs typeface="Gudea"/>
                <a:sym typeface="Gudea"/>
              </a:defRPr>
            </a:lvl6pPr>
            <a:lvl7pPr marL="3200400" lvl="6" indent="-317500">
              <a:lnSpc>
                <a:spcPct val="100000"/>
              </a:lnSpc>
              <a:spcBef>
                <a:spcPts val="0"/>
              </a:spcBef>
              <a:spcAft>
                <a:spcPts val="0"/>
              </a:spcAft>
              <a:buClr>
                <a:schemeClr val="dk1"/>
              </a:buClr>
              <a:buSzPts val="1400"/>
              <a:buFont typeface="Gudea"/>
              <a:buChar char="●"/>
              <a:defRPr>
                <a:solidFill>
                  <a:schemeClr val="dk1"/>
                </a:solidFill>
                <a:latin typeface="Gudea"/>
                <a:ea typeface="Gudea"/>
                <a:cs typeface="Gudea"/>
                <a:sym typeface="Gudea"/>
              </a:defRPr>
            </a:lvl7pPr>
            <a:lvl8pPr marL="3657600" lvl="7" indent="-317500">
              <a:lnSpc>
                <a:spcPct val="100000"/>
              </a:lnSpc>
              <a:spcBef>
                <a:spcPts val="0"/>
              </a:spcBef>
              <a:spcAft>
                <a:spcPts val="0"/>
              </a:spcAft>
              <a:buClr>
                <a:schemeClr val="dk1"/>
              </a:buClr>
              <a:buSzPts val="1400"/>
              <a:buFont typeface="Gudea"/>
              <a:buChar char="○"/>
              <a:defRPr>
                <a:solidFill>
                  <a:schemeClr val="dk1"/>
                </a:solidFill>
                <a:latin typeface="Gudea"/>
                <a:ea typeface="Gudea"/>
                <a:cs typeface="Gudea"/>
                <a:sym typeface="Gudea"/>
              </a:defRPr>
            </a:lvl8pPr>
            <a:lvl9pPr marL="4114800" lvl="8" indent="-317500">
              <a:lnSpc>
                <a:spcPct val="100000"/>
              </a:lnSpc>
              <a:spcBef>
                <a:spcPts val="0"/>
              </a:spcBef>
              <a:spcAft>
                <a:spcPts val="0"/>
              </a:spcAft>
              <a:buClr>
                <a:schemeClr val="dk1"/>
              </a:buClr>
              <a:buSzPts val="1400"/>
              <a:buFont typeface="Gudea"/>
              <a:buChar char="■"/>
              <a:defRPr>
                <a:solidFill>
                  <a:schemeClr val="dk1"/>
                </a:solidFill>
                <a:latin typeface="Gudea"/>
                <a:ea typeface="Gudea"/>
                <a:cs typeface="Gudea"/>
                <a:sym typeface="Gudea"/>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bit.ly/30B07Gq" TargetMode="External"/><Relationship Id="rId3" Type="http://schemas.openxmlformats.org/officeDocument/2006/relationships/image" Target="../media/image2.jpg"/><Relationship Id="rId7" Type="http://schemas.openxmlformats.org/officeDocument/2006/relationships/hyperlink" Target="https://slidesgo.com/ai?utm_source=Slidesgo_template&amp;utm_medium=referral-link&amp;utm_campaign=sg_credits&amp;utm_term=Slidesgo"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hyperlink" Target="https://bit.ly/3A1uf1Q" TargetMode="External"/><Relationship Id="rId11" Type="http://schemas.openxmlformats.org/officeDocument/2006/relationships/hyperlink" Target="https://www.freepik.com/?utm_source=slidesgo_template&amp;utm_medium=referral-link&amp;utm_campaign=promo-slide&amp;utm_term=slidesgo&amp;utm_content=freepik" TargetMode="External"/><Relationship Id="rId5" Type="http://schemas.openxmlformats.org/officeDocument/2006/relationships/hyperlink" Target="https://slidesgo.com/slidesgo-school/presentation-tips/how-to-edit-the-master-slides-in-our-templates?utm_source=slidesgo_template&amp;utm_medium=referral-link&amp;utm_campaign=how-to-edit-the-master-slides-in-our-templates&amp;utm_term=slidesgo-school&amp;utm_content=how-to-edit-the-master-slides-in-our-templates" TargetMode="External"/><Relationship Id="rId10" Type="http://schemas.openxmlformats.org/officeDocument/2006/relationships/hyperlink" Target="https://www.freepik.com/ai?utm_source=slidesgo_template&amp;utm_medium=referral-link&amp;utm_campaign=promo-slide&amp;utm_term=slidesgo&amp;utm_content=freepik" TargetMode="External"/><Relationship Id="rId4" Type="http://schemas.openxmlformats.org/officeDocument/2006/relationships/slide" Target="slide15.xml"/><Relationship Id="rId9" Type="http://schemas.openxmlformats.org/officeDocument/2006/relationships/hyperlink" Target="http://bit.ly/33VAFh3"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hyperlink" Target="https://docs.google.com/spreadsheets/d/1jrkRh3fn538aP87ZZjREi8NZRNsPxPjTwFD4V3kPmuo/copy?usp=sharing"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pic>
        <p:nvPicPr>
          <p:cNvPr id="132" name="Google Shape;132;p29"/>
          <p:cNvPicPr preferRelativeResize="0">
            <a:picLocks noGrp="1"/>
          </p:cNvPicPr>
          <p:nvPr>
            <p:ph type="pic" idx="2"/>
          </p:nvPr>
        </p:nvPicPr>
        <p:blipFill rotWithShape="1">
          <a:blip r:embed="rId3">
            <a:alphaModFix/>
          </a:blip>
          <a:srcRect t="29705" b="10428"/>
          <a:stretch/>
        </p:blipFill>
        <p:spPr>
          <a:xfrm>
            <a:off x="0" y="0"/>
            <a:ext cx="9144001" cy="3128100"/>
          </a:xfrm>
          <a:prstGeom prst="rect">
            <a:avLst/>
          </a:prstGeom>
        </p:spPr>
      </p:pic>
      <p:sp>
        <p:nvSpPr>
          <p:cNvPr id="133" name="Google Shape;133;p29"/>
          <p:cNvSpPr txBox="1">
            <a:spLocks noGrp="1"/>
          </p:cNvSpPr>
          <p:nvPr>
            <p:ph type="ctrTitle"/>
          </p:nvPr>
        </p:nvSpPr>
        <p:spPr>
          <a:xfrm>
            <a:off x="713225" y="3276450"/>
            <a:ext cx="4759800" cy="1315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NATURE </a:t>
            </a:r>
            <a:endParaRPr/>
          </a:p>
          <a:p>
            <a:pPr marL="0" lvl="0" indent="0" algn="l" rtl="0">
              <a:spcBef>
                <a:spcPts val="0"/>
              </a:spcBef>
              <a:spcAft>
                <a:spcPts val="0"/>
              </a:spcAft>
              <a:buNone/>
            </a:pPr>
            <a:r>
              <a:rPr lang="en"/>
              <a:t>STYLE</a:t>
            </a:r>
            <a:endParaRPr/>
          </a:p>
        </p:txBody>
      </p:sp>
      <p:sp>
        <p:nvSpPr>
          <p:cNvPr id="134" name="Google Shape;134;p29"/>
          <p:cNvSpPr txBox="1">
            <a:spLocks noGrp="1"/>
          </p:cNvSpPr>
          <p:nvPr>
            <p:ph type="subTitle" idx="1"/>
          </p:nvPr>
        </p:nvSpPr>
        <p:spPr>
          <a:xfrm>
            <a:off x="5473025" y="3288800"/>
            <a:ext cx="2957700" cy="1315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Here is where your </a:t>
            </a:r>
            <a:endParaRPr/>
          </a:p>
          <a:p>
            <a:pPr marL="0" lvl="0" indent="0" algn="r" rtl="0">
              <a:spcBef>
                <a:spcPts val="0"/>
              </a:spcBef>
              <a:spcAft>
                <a:spcPts val="0"/>
              </a:spcAft>
              <a:buNone/>
            </a:pPr>
            <a:r>
              <a:rPr lang="en"/>
              <a:t>presentation begins</a:t>
            </a:r>
            <a:endParaRPr/>
          </a:p>
        </p:txBody>
      </p:sp>
      <p:cxnSp>
        <p:nvCxnSpPr>
          <p:cNvPr id="135" name="Google Shape;135;p29"/>
          <p:cNvCxnSpPr/>
          <p:nvPr/>
        </p:nvCxnSpPr>
        <p:spPr>
          <a:xfrm>
            <a:off x="-291775" y="4869675"/>
            <a:ext cx="2501700" cy="0"/>
          </a:xfrm>
          <a:prstGeom prst="straightConnector1">
            <a:avLst/>
          </a:prstGeom>
          <a:noFill/>
          <a:ln w="9525" cap="flat" cmpd="sng">
            <a:solidFill>
              <a:schemeClr val="dk1"/>
            </a:solidFill>
            <a:prstDash val="solid"/>
            <a:round/>
            <a:headEnd type="none" w="med" len="med"/>
            <a:tailEnd type="none" w="med" len="med"/>
          </a:ln>
        </p:spPr>
      </p:cxnSp>
      <p:sp>
        <p:nvSpPr>
          <p:cNvPr id="136" name="Google Shape;136;p29"/>
          <p:cNvSpPr/>
          <p:nvPr/>
        </p:nvSpPr>
        <p:spPr>
          <a:xfrm>
            <a:off x="176850" y="212175"/>
            <a:ext cx="350100" cy="1176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pic>
        <p:nvPicPr>
          <p:cNvPr id="141" name="Google Shape;141;p30"/>
          <p:cNvPicPr preferRelativeResize="0"/>
          <p:nvPr/>
        </p:nvPicPr>
        <p:blipFill rotWithShape="1">
          <a:blip r:embed="rId3">
            <a:alphaModFix/>
          </a:blip>
          <a:srcRect l="17996" r="18003"/>
          <a:stretch/>
        </p:blipFill>
        <p:spPr>
          <a:xfrm>
            <a:off x="7498175" y="0"/>
            <a:ext cx="1646000" cy="5143501"/>
          </a:xfrm>
          <a:prstGeom prst="rect">
            <a:avLst/>
          </a:prstGeom>
          <a:noFill/>
          <a:ln>
            <a:noFill/>
          </a:ln>
        </p:spPr>
      </p:pic>
      <p:sp>
        <p:nvSpPr>
          <p:cNvPr id="142" name="Google Shape;142;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CONTENTS OF THIS TEMPLATE</a:t>
            </a:r>
            <a:endParaRPr/>
          </a:p>
        </p:txBody>
      </p:sp>
      <p:graphicFrame>
        <p:nvGraphicFramePr>
          <p:cNvPr id="143" name="Google Shape;143;p30"/>
          <p:cNvGraphicFramePr/>
          <p:nvPr/>
        </p:nvGraphicFramePr>
        <p:xfrm>
          <a:off x="720000" y="1614825"/>
          <a:ext cx="6029775" cy="2169150"/>
        </p:xfrm>
        <a:graphic>
          <a:graphicData uri="http://schemas.openxmlformats.org/drawingml/2006/table">
            <a:tbl>
              <a:tblPr>
                <a:noFill/>
                <a:tableStyleId>{5E3343C0-9327-4719-B3FF-5BA51FE2F08A}</a:tableStyleId>
              </a:tblPr>
              <a:tblGrid>
                <a:gridCol w="2050525">
                  <a:extLst>
                    <a:ext uri="{9D8B030D-6E8A-4147-A177-3AD203B41FA5}">
                      <a16:colId xmlns:a16="http://schemas.microsoft.com/office/drawing/2014/main" val="20000"/>
                    </a:ext>
                  </a:extLst>
                </a:gridCol>
                <a:gridCol w="3979250">
                  <a:extLst>
                    <a:ext uri="{9D8B030D-6E8A-4147-A177-3AD203B41FA5}">
                      <a16:colId xmlns:a16="http://schemas.microsoft.com/office/drawing/2014/main" val="20001"/>
                    </a:ext>
                  </a:extLst>
                </a:gridCol>
              </a:tblGrid>
              <a:tr h="361525">
                <a:tc>
                  <a:txBody>
                    <a:bodyPr/>
                    <a:lstStyle/>
                    <a:p>
                      <a:pPr marL="0" lvl="0" indent="0" algn="l" rtl="0">
                        <a:spcBef>
                          <a:spcPts val="0"/>
                        </a:spcBef>
                        <a:spcAft>
                          <a:spcPts val="0"/>
                        </a:spcAft>
                        <a:buNone/>
                      </a:pPr>
                      <a:r>
                        <a:rPr lang="en" sz="1000" b="1" u="sng">
                          <a:solidFill>
                            <a:schemeClr val="hlink"/>
                          </a:solidFill>
                          <a:latin typeface="Gudea"/>
                          <a:ea typeface="Gudea"/>
                          <a:cs typeface="Gudea"/>
                          <a:sym typeface="Gudea"/>
                          <a:hlinkClick r:id="" action="ppaction://noaction"/>
                        </a:rPr>
                        <a:t>Fonts</a:t>
                      </a:r>
                      <a:endParaRPr sz="1000" b="1" u="sng">
                        <a:solidFill>
                          <a:schemeClr val="dk1"/>
                        </a:solidFill>
                        <a:latin typeface="Gudea"/>
                        <a:ea typeface="Gudea"/>
                        <a:cs typeface="Gudea"/>
                        <a:sym typeface="Gudea"/>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 sz="1000">
                          <a:solidFill>
                            <a:schemeClr val="dk1"/>
                          </a:solidFill>
                          <a:latin typeface="Gudea"/>
                          <a:ea typeface="Gudea"/>
                          <a:cs typeface="Gudea"/>
                          <a:sym typeface="Gudea"/>
                        </a:rPr>
                        <a:t>To view this template correctly in PowerPoint, download and install the fonts we used</a:t>
                      </a:r>
                      <a:endParaRPr sz="1000">
                        <a:solidFill>
                          <a:schemeClr val="dk1"/>
                        </a:solidFill>
                        <a:latin typeface="Gudea"/>
                        <a:ea typeface="Gudea"/>
                        <a:cs typeface="Gudea"/>
                        <a:sym typeface="Gudea"/>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61525">
                <a:tc>
                  <a:txBody>
                    <a:bodyPr/>
                    <a:lstStyle/>
                    <a:p>
                      <a:pPr marL="0" lvl="0" indent="0" algn="l" rtl="0">
                        <a:spcBef>
                          <a:spcPts val="0"/>
                        </a:spcBef>
                        <a:spcAft>
                          <a:spcPts val="0"/>
                        </a:spcAft>
                        <a:buNone/>
                      </a:pPr>
                      <a:r>
                        <a:rPr lang="en" sz="1000" b="1" u="sng">
                          <a:solidFill>
                            <a:schemeClr val="hlink"/>
                          </a:solidFill>
                          <a:latin typeface="Gudea"/>
                          <a:ea typeface="Gudea"/>
                          <a:cs typeface="Gudea"/>
                          <a:sym typeface="Gudea"/>
                          <a:hlinkClick r:id="" action="ppaction://noaction"/>
                        </a:rPr>
                        <a:t>Used</a:t>
                      </a:r>
                      <a:r>
                        <a:rPr lang="en" sz="1000" b="1">
                          <a:solidFill>
                            <a:schemeClr val="dk1"/>
                          </a:solidFill>
                          <a:latin typeface="Gudea"/>
                          <a:ea typeface="Gudea"/>
                          <a:cs typeface="Gudea"/>
                          <a:sym typeface="Gudea"/>
                        </a:rPr>
                        <a:t> and </a:t>
                      </a:r>
                      <a:r>
                        <a:rPr lang="en" sz="1000" b="1" u="sng">
                          <a:solidFill>
                            <a:schemeClr val="hlink"/>
                          </a:solidFill>
                          <a:latin typeface="Gudea"/>
                          <a:ea typeface="Gudea"/>
                          <a:cs typeface="Gudea"/>
                          <a:sym typeface="Gudea"/>
                          <a:hlinkClick r:id="" action="ppaction://noaction"/>
                        </a:rPr>
                        <a:t>alternative</a:t>
                      </a:r>
                      <a:r>
                        <a:rPr lang="en" sz="1000" b="1" u="sng">
                          <a:solidFill>
                            <a:schemeClr val="hlink"/>
                          </a:solidFill>
                          <a:latin typeface="Gudea"/>
                          <a:ea typeface="Gudea"/>
                          <a:cs typeface="Gudea"/>
                          <a:sym typeface="Gudea"/>
                          <a:hlinkClick r:id="" action="ppaction://noaction"/>
                        </a:rPr>
                        <a:t> resources</a:t>
                      </a:r>
                      <a:endParaRPr sz="1000" b="1" u="sng">
                        <a:solidFill>
                          <a:schemeClr val="dk1"/>
                        </a:solidFill>
                        <a:latin typeface="Gudea"/>
                        <a:ea typeface="Gudea"/>
                        <a:cs typeface="Gudea"/>
                        <a:sym typeface="Gudea"/>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1600"/>
                        </a:spcAft>
                        <a:buNone/>
                      </a:pPr>
                      <a:r>
                        <a:rPr lang="en" sz="1000">
                          <a:solidFill>
                            <a:schemeClr val="dk1"/>
                          </a:solidFill>
                          <a:latin typeface="Gudea"/>
                          <a:ea typeface="Gudea"/>
                          <a:cs typeface="Gudea"/>
                          <a:sym typeface="Gudea"/>
                        </a:rPr>
                        <a:t>An assortment of graphic resources that are suitable for use in this presentation</a:t>
                      </a:r>
                      <a:endParaRPr sz="1000">
                        <a:solidFill>
                          <a:schemeClr val="dk1"/>
                        </a:solidFill>
                        <a:latin typeface="Gudea"/>
                        <a:ea typeface="Gudea"/>
                        <a:cs typeface="Gudea"/>
                        <a:sym typeface="Gudea"/>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61525">
                <a:tc>
                  <a:txBody>
                    <a:bodyPr/>
                    <a:lstStyle/>
                    <a:p>
                      <a:pPr marL="0" lvl="0" indent="0" algn="l" rtl="0">
                        <a:spcBef>
                          <a:spcPts val="0"/>
                        </a:spcBef>
                        <a:spcAft>
                          <a:spcPts val="0"/>
                        </a:spcAft>
                        <a:buNone/>
                      </a:pPr>
                      <a:r>
                        <a:rPr lang="en" sz="1000" b="1" u="sng">
                          <a:solidFill>
                            <a:schemeClr val="hlink"/>
                          </a:solidFill>
                          <a:latin typeface="Gudea"/>
                          <a:ea typeface="Gudea"/>
                          <a:cs typeface="Gudea"/>
                          <a:sym typeface="Gudea"/>
                          <a:hlinkClick r:id="rId4" action="ppaction://hlinksldjump"/>
                        </a:rPr>
                        <a:t>Thanks slide</a:t>
                      </a:r>
                      <a:endParaRPr sz="1000" b="1" u="sng">
                        <a:solidFill>
                          <a:schemeClr val="dk1"/>
                        </a:solidFill>
                        <a:latin typeface="Gudea"/>
                        <a:ea typeface="Gudea"/>
                        <a:cs typeface="Gudea"/>
                        <a:sym typeface="Gudea"/>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 sz="1000">
                          <a:solidFill>
                            <a:schemeClr val="dk1"/>
                          </a:solidFill>
                          <a:latin typeface="Gudea"/>
                          <a:ea typeface="Gudea"/>
                          <a:cs typeface="Gudea"/>
                          <a:sym typeface="Gudea"/>
                        </a:rPr>
                        <a:t>You must keep it so that proper credits for our design are given</a:t>
                      </a:r>
                      <a:endParaRPr sz="1000">
                        <a:solidFill>
                          <a:schemeClr val="dk1"/>
                        </a:solidFill>
                        <a:latin typeface="Gudea"/>
                        <a:ea typeface="Gudea"/>
                        <a:cs typeface="Gudea"/>
                        <a:sym typeface="Gudea"/>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61525">
                <a:tc>
                  <a:txBody>
                    <a:bodyPr/>
                    <a:lstStyle/>
                    <a:p>
                      <a:pPr marL="0" lvl="0" indent="0" algn="l" rtl="0">
                        <a:spcBef>
                          <a:spcPts val="0"/>
                        </a:spcBef>
                        <a:spcAft>
                          <a:spcPts val="0"/>
                        </a:spcAft>
                        <a:buNone/>
                      </a:pPr>
                      <a:r>
                        <a:rPr lang="en" sz="1000" b="1" u="sng">
                          <a:solidFill>
                            <a:schemeClr val="hlink"/>
                          </a:solidFill>
                          <a:latin typeface="Gudea"/>
                          <a:ea typeface="Gudea"/>
                          <a:cs typeface="Gudea"/>
                          <a:sym typeface="Gudea"/>
                          <a:hlinkClick r:id="" action="ppaction://noaction"/>
                        </a:rPr>
                        <a:t>Colors</a:t>
                      </a:r>
                      <a:endParaRPr sz="1000" b="1" u="sng">
                        <a:solidFill>
                          <a:schemeClr val="dk1"/>
                        </a:solidFill>
                        <a:latin typeface="Gudea"/>
                        <a:ea typeface="Gudea"/>
                        <a:cs typeface="Gudea"/>
                        <a:sym typeface="Gudea"/>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 sz="1000">
                          <a:solidFill>
                            <a:schemeClr val="dk1"/>
                          </a:solidFill>
                          <a:latin typeface="Gudea"/>
                          <a:ea typeface="Gudea"/>
                          <a:cs typeface="Gudea"/>
                          <a:sym typeface="Gudea"/>
                        </a:rPr>
                        <a:t>All the colors used in this presentation</a:t>
                      </a:r>
                      <a:endParaRPr sz="1000">
                        <a:solidFill>
                          <a:schemeClr val="dk1"/>
                        </a:solidFill>
                        <a:latin typeface="Gudea"/>
                        <a:ea typeface="Gudea"/>
                        <a:cs typeface="Gudea"/>
                        <a:sym typeface="Gudea"/>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61525">
                <a:tc>
                  <a:txBody>
                    <a:bodyPr/>
                    <a:lstStyle/>
                    <a:p>
                      <a:pPr marL="0" lvl="0" indent="0" algn="l" rtl="0">
                        <a:spcBef>
                          <a:spcPts val="0"/>
                        </a:spcBef>
                        <a:spcAft>
                          <a:spcPts val="0"/>
                        </a:spcAft>
                        <a:buNone/>
                      </a:pPr>
                      <a:r>
                        <a:rPr lang="en" sz="1000" b="1" u="sng">
                          <a:solidFill>
                            <a:schemeClr val="hlink"/>
                          </a:solidFill>
                          <a:latin typeface="Gudea"/>
                          <a:ea typeface="Gudea"/>
                          <a:cs typeface="Gudea"/>
                          <a:sym typeface="Gudea"/>
                          <a:hlinkClick r:id="" action="ppaction://noaction"/>
                        </a:rPr>
                        <a:t>Icons</a:t>
                      </a:r>
                      <a:r>
                        <a:rPr lang="en" sz="1000" b="1">
                          <a:solidFill>
                            <a:schemeClr val="dk1"/>
                          </a:solidFill>
                          <a:latin typeface="Gudea"/>
                          <a:ea typeface="Gudea"/>
                          <a:cs typeface="Gudea"/>
                          <a:sym typeface="Gudea"/>
                        </a:rPr>
                        <a:t> and </a:t>
                      </a:r>
                      <a:r>
                        <a:rPr lang="en" sz="1000" b="1" u="sng">
                          <a:solidFill>
                            <a:schemeClr val="hlink"/>
                          </a:solidFill>
                          <a:latin typeface="Gudea"/>
                          <a:ea typeface="Gudea"/>
                          <a:cs typeface="Gudea"/>
                          <a:sym typeface="Gudea"/>
                          <a:hlinkClick r:id="" action="ppaction://noaction"/>
                        </a:rPr>
                        <a:t>infographic resources</a:t>
                      </a:r>
                      <a:endParaRPr sz="1000" b="1" u="sng">
                        <a:solidFill>
                          <a:schemeClr val="dk1"/>
                        </a:solidFill>
                        <a:latin typeface="Gudea"/>
                        <a:ea typeface="Gudea"/>
                        <a:cs typeface="Gudea"/>
                        <a:sym typeface="Gudea"/>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Gudea"/>
                          <a:ea typeface="Gudea"/>
                          <a:cs typeface="Gudea"/>
                          <a:sym typeface="Gudea"/>
                        </a:rPr>
                        <a:t>These can be used in the template, and their size and color can be edited</a:t>
                      </a:r>
                      <a:endParaRPr sz="1000">
                        <a:solidFill>
                          <a:schemeClr val="dk1"/>
                        </a:solidFill>
                        <a:latin typeface="Gudea"/>
                        <a:ea typeface="Gudea"/>
                        <a:cs typeface="Gudea"/>
                        <a:sym typeface="Gudea"/>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61525">
                <a:tc>
                  <a:txBody>
                    <a:bodyPr/>
                    <a:lstStyle/>
                    <a:p>
                      <a:pPr marL="0" lvl="0" indent="0" algn="l" rtl="0">
                        <a:spcBef>
                          <a:spcPts val="0"/>
                        </a:spcBef>
                        <a:spcAft>
                          <a:spcPts val="0"/>
                        </a:spcAft>
                        <a:buNone/>
                      </a:pPr>
                      <a:r>
                        <a:rPr lang="en" sz="1000" b="1">
                          <a:solidFill>
                            <a:schemeClr val="dk1"/>
                          </a:solidFill>
                          <a:latin typeface="Gudea"/>
                          <a:ea typeface="Gudea"/>
                          <a:cs typeface="Gudea"/>
                          <a:sym typeface="Gudea"/>
                        </a:rPr>
                        <a:t>Editable presentation theme </a:t>
                      </a:r>
                      <a:endParaRPr sz="1000" b="1">
                        <a:solidFill>
                          <a:schemeClr val="dk1"/>
                        </a:solidFill>
                        <a:latin typeface="Gudea"/>
                        <a:ea typeface="Gudea"/>
                        <a:cs typeface="Gudea"/>
                        <a:sym typeface="Gudea"/>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l" rtl="0">
                        <a:spcBef>
                          <a:spcPts val="0"/>
                        </a:spcBef>
                        <a:spcAft>
                          <a:spcPts val="1600"/>
                        </a:spcAft>
                        <a:buNone/>
                      </a:pPr>
                      <a:r>
                        <a:rPr lang="en" sz="1000">
                          <a:solidFill>
                            <a:schemeClr val="dk1"/>
                          </a:solidFill>
                          <a:latin typeface="Gudea"/>
                          <a:ea typeface="Gudea"/>
                          <a:cs typeface="Gudea"/>
                          <a:sym typeface="Gudea"/>
                        </a:rPr>
                        <a:t>You can edit the master slides easily. For more info, click </a:t>
                      </a:r>
                      <a:r>
                        <a:rPr lang="en" sz="1000" b="1" u="sng">
                          <a:solidFill>
                            <a:schemeClr val="dk1"/>
                          </a:solidFill>
                          <a:latin typeface="Gudea"/>
                          <a:ea typeface="Gudea"/>
                          <a:cs typeface="Gudea"/>
                          <a:sym typeface="Gudea"/>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here</a:t>
                      </a:r>
                      <a:endParaRPr sz="1000">
                        <a:solidFill>
                          <a:schemeClr val="dk1"/>
                        </a:solidFill>
                        <a:latin typeface="Gudea"/>
                        <a:ea typeface="Gudea"/>
                        <a:cs typeface="Gudea"/>
                        <a:sym typeface="Gudea"/>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144" name="Google Shape;144;p30"/>
          <p:cNvSpPr txBox="1"/>
          <p:nvPr/>
        </p:nvSpPr>
        <p:spPr>
          <a:xfrm>
            <a:off x="720000" y="1063725"/>
            <a:ext cx="7704000" cy="36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Gudea"/>
                <a:ea typeface="Gudea"/>
                <a:cs typeface="Gudea"/>
                <a:sym typeface="Gudea"/>
              </a:rPr>
              <a:t>You can delete this slide when you’re done editing the presentation</a:t>
            </a:r>
            <a:endParaRPr sz="1200">
              <a:solidFill>
                <a:schemeClr val="dk1"/>
              </a:solidFill>
              <a:latin typeface="Gudea"/>
              <a:ea typeface="Gudea"/>
              <a:cs typeface="Gudea"/>
              <a:sym typeface="Gudea"/>
            </a:endParaRPr>
          </a:p>
        </p:txBody>
      </p:sp>
      <p:sp>
        <p:nvSpPr>
          <p:cNvPr id="145" name="Google Shape;145;p30"/>
          <p:cNvSpPr txBox="1"/>
          <p:nvPr/>
        </p:nvSpPr>
        <p:spPr>
          <a:xfrm>
            <a:off x="720006" y="4133675"/>
            <a:ext cx="3000000" cy="46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solidFill>
                  <a:schemeClr val="dk1"/>
                </a:solidFill>
                <a:latin typeface="Gudea"/>
                <a:ea typeface="Gudea"/>
                <a:cs typeface="Gudea"/>
                <a:sym typeface="Gudea"/>
              </a:rPr>
              <a:t>For more info:</a:t>
            </a:r>
            <a:br>
              <a:rPr lang="en" sz="1000" b="1">
                <a:solidFill>
                  <a:schemeClr val="dk1"/>
                </a:solidFill>
                <a:latin typeface="Gudea"/>
                <a:ea typeface="Gudea"/>
                <a:cs typeface="Gudea"/>
                <a:sym typeface="Gudea"/>
              </a:rPr>
            </a:br>
            <a:r>
              <a:rPr lang="en" sz="1000" b="1" u="sng">
                <a:solidFill>
                  <a:schemeClr val="dk1"/>
                </a:solidFill>
                <a:latin typeface="Gudea"/>
                <a:ea typeface="Gudea"/>
                <a:cs typeface="Gudea"/>
                <a:sym typeface="Gudea"/>
                <a:hlinkClick r:id="rId6">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1000" b="1">
                <a:solidFill>
                  <a:schemeClr val="dk1"/>
                </a:solidFill>
                <a:latin typeface="Gudea"/>
                <a:ea typeface="Gudea"/>
                <a:cs typeface="Gudea"/>
                <a:sym typeface="Gudea"/>
              </a:rPr>
              <a:t> | </a:t>
            </a:r>
            <a:r>
              <a:rPr lang="en" sz="1000" b="1" u="sng">
                <a:solidFill>
                  <a:schemeClr val="dk1"/>
                </a:solidFill>
                <a:latin typeface="Gudea"/>
                <a:ea typeface="Gudea"/>
                <a:cs typeface="Gudea"/>
                <a:sym typeface="Gudea"/>
                <a:hlinkClick r:id="rId7">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 AI TOOLS</a:t>
            </a:r>
            <a:r>
              <a:rPr lang="en" sz="1000" b="1">
                <a:solidFill>
                  <a:schemeClr val="dk1"/>
                </a:solidFill>
                <a:latin typeface="Gudea"/>
                <a:ea typeface="Gudea"/>
                <a:cs typeface="Gudea"/>
                <a:sym typeface="Gudea"/>
              </a:rPr>
              <a:t> | </a:t>
            </a:r>
            <a:r>
              <a:rPr lang="en" sz="1000" b="1" u="sng">
                <a:solidFill>
                  <a:schemeClr val="dk1"/>
                </a:solidFill>
                <a:latin typeface="Gudea"/>
                <a:ea typeface="Gudea"/>
                <a:cs typeface="Gudea"/>
                <a:sym typeface="Gudea"/>
                <a:hlinkClick r:id="rId8">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BLOG</a:t>
            </a:r>
            <a:r>
              <a:rPr lang="en" sz="1000" b="1">
                <a:solidFill>
                  <a:schemeClr val="dk1"/>
                </a:solidFill>
                <a:latin typeface="Gudea"/>
                <a:ea typeface="Gudea"/>
                <a:cs typeface="Gudea"/>
                <a:sym typeface="Gudea"/>
              </a:rPr>
              <a:t> | </a:t>
            </a:r>
            <a:r>
              <a:rPr lang="en" sz="1000" b="1" u="sng">
                <a:solidFill>
                  <a:schemeClr val="dk1"/>
                </a:solidFill>
                <a:latin typeface="Gudea"/>
                <a:ea typeface="Gudea"/>
                <a:cs typeface="Gudea"/>
                <a:sym typeface="Gudea"/>
                <a:hlinkClick r:id="rId9">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FAQs</a:t>
            </a:r>
            <a:endParaRPr sz="1000" b="1" u="sng">
              <a:solidFill>
                <a:schemeClr val="dk1"/>
              </a:solidFill>
              <a:latin typeface="Gudea"/>
              <a:ea typeface="Gudea"/>
              <a:cs typeface="Gudea"/>
              <a:sym typeface="Gudea"/>
            </a:endParaRPr>
          </a:p>
        </p:txBody>
      </p:sp>
      <p:sp>
        <p:nvSpPr>
          <p:cNvPr id="146" name="Google Shape;146;p30"/>
          <p:cNvSpPr txBox="1"/>
          <p:nvPr/>
        </p:nvSpPr>
        <p:spPr>
          <a:xfrm>
            <a:off x="4013650" y="4133675"/>
            <a:ext cx="3373800" cy="46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solidFill>
                  <a:schemeClr val="dk1"/>
                </a:solidFill>
                <a:latin typeface="Gudea"/>
                <a:ea typeface="Gudea"/>
                <a:cs typeface="Gudea"/>
                <a:sym typeface="Gudea"/>
              </a:rPr>
              <a:t>You can visit our sister projects:</a:t>
            </a:r>
            <a:br>
              <a:rPr lang="en" sz="1000" b="1">
                <a:solidFill>
                  <a:schemeClr val="dk1"/>
                </a:solidFill>
                <a:latin typeface="Gudea"/>
                <a:ea typeface="Gudea"/>
                <a:cs typeface="Gudea"/>
                <a:sym typeface="Gudea"/>
              </a:rPr>
            </a:br>
            <a:r>
              <a:rPr lang="en" sz="1000" b="1" u="sng">
                <a:solidFill>
                  <a:schemeClr val="dk1"/>
                </a:solidFill>
                <a:latin typeface="Gudea"/>
                <a:ea typeface="Gudea"/>
                <a:cs typeface="Gudea"/>
                <a:sym typeface="Gudea"/>
                <a:hlinkClick r:id="rId10">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 AI TOOLS</a:t>
            </a:r>
            <a:r>
              <a:rPr lang="en" sz="1000" b="1">
                <a:solidFill>
                  <a:schemeClr val="dk1"/>
                </a:solidFill>
                <a:latin typeface="Gudea"/>
                <a:ea typeface="Gudea"/>
                <a:cs typeface="Gudea"/>
                <a:sym typeface="Gudea"/>
              </a:rPr>
              <a:t> | </a:t>
            </a:r>
            <a:r>
              <a:rPr lang="en" sz="1000" b="1" u="sng">
                <a:solidFill>
                  <a:schemeClr val="dk1"/>
                </a:solidFill>
                <a:latin typeface="Gudea"/>
                <a:ea typeface="Gudea"/>
                <a:cs typeface="Gudea"/>
                <a:sym typeface="Gudea"/>
                <a:hlinkClick r:id="rId11">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 LIBRARY RESOURCES</a:t>
            </a:r>
            <a:endParaRPr sz="1000" b="1">
              <a:solidFill>
                <a:schemeClr val="dk1"/>
              </a:solidFill>
              <a:latin typeface="Gudea"/>
              <a:ea typeface="Gudea"/>
              <a:cs typeface="Gudea"/>
              <a:sym typeface="Gud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pic>
        <p:nvPicPr>
          <p:cNvPr id="151" name="Google Shape;151;p31"/>
          <p:cNvPicPr preferRelativeResize="0">
            <a:picLocks noGrp="1"/>
          </p:cNvPicPr>
          <p:nvPr>
            <p:ph type="pic" idx="13"/>
          </p:nvPr>
        </p:nvPicPr>
        <p:blipFill rotWithShape="1">
          <a:blip r:embed="rId3">
            <a:alphaModFix/>
          </a:blip>
          <a:srcRect b="24908"/>
          <a:stretch/>
        </p:blipFill>
        <p:spPr>
          <a:xfrm>
            <a:off x="0" y="0"/>
            <a:ext cx="3424800" cy="5143501"/>
          </a:xfrm>
          <a:prstGeom prst="rect">
            <a:avLst/>
          </a:prstGeom>
        </p:spPr>
      </p:pic>
      <p:sp>
        <p:nvSpPr>
          <p:cNvPr id="152" name="Google Shape;152;p31"/>
          <p:cNvSpPr txBox="1">
            <a:spLocks noGrp="1"/>
          </p:cNvSpPr>
          <p:nvPr>
            <p:ph type="title"/>
          </p:nvPr>
        </p:nvSpPr>
        <p:spPr>
          <a:xfrm>
            <a:off x="4243025" y="445025"/>
            <a:ext cx="4187700" cy="583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 OF CONTENTS</a:t>
            </a:r>
            <a:endParaRPr/>
          </a:p>
        </p:txBody>
      </p:sp>
      <p:sp>
        <p:nvSpPr>
          <p:cNvPr id="153" name="Google Shape;153;p31"/>
          <p:cNvSpPr txBox="1">
            <a:spLocks noGrp="1"/>
          </p:cNvSpPr>
          <p:nvPr>
            <p:ph type="subTitle" idx="1"/>
          </p:nvPr>
        </p:nvSpPr>
        <p:spPr>
          <a:xfrm>
            <a:off x="4242975" y="1900475"/>
            <a:ext cx="4187700" cy="40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154" name="Google Shape;154;p31"/>
          <p:cNvSpPr txBox="1">
            <a:spLocks noGrp="1"/>
          </p:cNvSpPr>
          <p:nvPr>
            <p:ph type="subTitle" idx="2"/>
          </p:nvPr>
        </p:nvSpPr>
        <p:spPr>
          <a:xfrm>
            <a:off x="4242975" y="4048088"/>
            <a:ext cx="4187700" cy="40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155" name="Google Shape;155;p31"/>
          <p:cNvSpPr txBox="1">
            <a:spLocks noGrp="1"/>
          </p:cNvSpPr>
          <p:nvPr>
            <p:ph type="title" idx="3"/>
          </p:nvPr>
        </p:nvSpPr>
        <p:spPr>
          <a:xfrm>
            <a:off x="4241250" y="1422575"/>
            <a:ext cx="764700" cy="554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800"/>
              <a:t>01</a:t>
            </a:r>
            <a:endParaRPr sz="2800"/>
          </a:p>
        </p:txBody>
      </p:sp>
      <p:sp>
        <p:nvSpPr>
          <p:cNvPr id="156" name="Google Shape;156;p31"/>
          <p:cNvSpPr txBox="1">
            <a:spLocks noGrp="1"/>
          </p:cNvSpPr>
          <p:nvPr>
            <p:ph type="title" idx="4"/>
          </p:nvPr>
        </p:nvSpPr>
        <p:spPr>
          <a:xfrm>
            <a:off x="4242975" y="3570188"/>
            <a:ext cx="764700" cy="554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800"/>
              <a:t>03</a:t>
            </a:r>
            <a:endParaRPr sz="2800"/>
          </a:p>
        </p:txBody>
      </p:sp>
      <p:sp>
        <p:nvSpPr>
          <p:cNvPr id="157" name="Google Shape;157;p31"/>
          <p:cNvSpPr txBox="1">
            <a:spLocks noGrp="1"/>
          </p:cNvSpPr>
          <p:nvPr>
            <p:ph type="subTitle" idx="5"/>
          </p:nvPr>
        </p:nvSpPr>
        <p:spPr>
          <a:xfrm>
            <a:off x="5005977" y="1422575"/>
            <a:ext cx="3424800" cy="554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200"/>
              <a:t>SECTION NAME</a:t>
            </a:r>
            <a:endParaRPr sz="2200"/>
          </a:p>
        </p:txBody>
      </p:sp>
      <p:sp>
        <p:nvSpPr>
          <p:cNvPr id="158" name="Google Shape;158;p31"/>
          <p:cNvSpPr txBox="1">
            <a:spLocks noGrp="1"/>
          </p:cNvSpPr>
          <p:nvPr>
            <p:ph type="subTitle" idx="6"/>
          </p:nvPr>
        </p:nvSpPr>
        <p:spPr>
          <a:xfrm>
            <a:off x="5005977" y="3570187"/>
            <a:ext cx="3424800" cy="554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200"/>
              <a:t>SECTION NAME</a:t>
            </a:r>
            <a:endParaRPr sz="2200"/>
          </a:p>
        </p:txBody>
      </p:sp>
      <p:sp>
        <p:nvSpPr>
          <p:cNvPr id="159" name="Google Shape;159;p31"/>
          <p:cNvSpPr txBox="1">
            <a:spLocks noGrp="1"/>
          </p:cNvSpPr>
          <p:nvPr>
            <p:ph type="subTitle" idx="7"/>
          </p:nvPr>
        </p:nvSpPr>
        <p:spPr>
          <a:xfrm>
            <a:off x="4242975" y="2974281"/>
            <a:ext cx="4187700" cy="40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160" name="Google Shape;160;p31"/>
          <p:cNvSpPr txBox="1">
            <a:spLocks noGrp="1"/>
          </p:cNvSpPr>
          <p:nvPr>
            <p:ph type="title" idx="8"/>
          </p:nvPr>
        </p:nvSpPr>
        <p:spPr>
          <a:xfrm>
            <a:off x="4241825" y="2496381"/>
            <a:ext cx="764700" cy="554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800"/>
              <a:t>02</a:t>
            </a:r>
            <a:endParaRPr sz="2800"/>
          </a:p>
        </p:txBody>
      </p:sp>
      <p:sp>
        <p:nvSpPr>
          <p:cNvPr id="161" name="Google Shape;161;p31"/>
          <p:cNvSpPr txBox="1">
            <a:spLocks noGrp="1"/>
          </p:cNvSpPr>
          <p:nvPr>
            <p:ph type="subTitle" idx="9"/>
          </p:nvPr>
        </p:nvSpPr>
        <p:spPr>
          <a:xfrm>
            <a:off x="5005977" y="2496381"/>
            <a:ext cx="3424800" cy="554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200"/>
              <a:t>SECTION NAME</a:t>
            </a:r>
            <a:endParaRPr sz="2200"/>
          </a:p>
        </p:txBody>
      </p:sp>
      <p:sp>
        <p:nvSpPr>
          <p:cNvPr id="162" name="Google Shape;162;p31"/>
          <p:cNvSpPr/>
          <p:nvPr/>
        </p:nvSpPr>
        <p:spPr>
          <a:xfrm rot="10800000" flipH="1">
            <a:off x="176850" y="4814900"/>
            <a:ext cx="350100" cy="1176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cxnSp>
        <p:nvCxnSpPr>
          <p:cNvPr id="163" name="Google Shape;163;p31"/>
          <p:cNvCxnSpPr/>
          <p:nvPr/>
        </p:nvCxnSpPr>
        <p:spPr>
          <a:xfrm rot="10800000">
            <a:off x="4292521" y="270875"/>
            <a:ext cx="49455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pic>
        <p:nvPicPr>
          <p:cNvPr id="168" name="Google Shape;168;p32"/>
          <p:cNvPicPr preferRelativeResize="0">
            <a:picLocks noGrp="1"/>
          </p:cNvPicPr>
          <p:nvPr>
            <p:ph type="pic" idx="3"/>
          </p:nvPr>
        </p:nvPicPr>
        <p:blipFill rotWithShape="1">
          <a:blip r:embed="rId3">
            <a:alphaModFix/>
          </a:blip>
          <a:srcRect t="38733" b="1400"/>
          <a:stretch/>
        </p:blipFill>
        <p:spPr>
          <a:xfrm>
            <a:off x="0" y="2015388"/>
            <a:ext cx="9144001" cy="3128100"/>
          </a:xfrm>
          <a:prstGeom prst="rect">
            <a:avLst/>
          </a:prstGeom>
        </p:spPr>
      </p:pic>
      <p:sp>
        <p:nvSpPr>
          <p:cNvPr id="169" name="Google Shape;169;p32"/>
          <p:cNvSpPr txBox="1">
            <a:spLocks noGrp="1"/>
          </p:cNvSpPr>
          <p:nvPr>
            <p:ph type="subTitle" idx="1"/>
          </p:nvPr>
        </p:nvSpPr>
        <p:spPr>
          <a:xfrm>
            <a:off x="713225" y="1262850"/>
            <a:ext cx="4081800" cy="43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enter a subtitle here if you need it</a:t>
            </a:r>
            <a:endParaRPr/>
          </a:p>
        </p:txBody>
      </p:sp>
      <p:sp>
        <p:nvSpPr>
          <p:cNvPr id="170" name="Google Shape;170;p32"/>
          <p:cNvSpPr txBox="1">
            <a:spLocks noGrp="1"/>
          </p:cNvSpPr>
          <p:nvPr>
            <p:ph type="title"/>
          </p:nvPr>
        </p:nvSpPr>
        <p:spPr>
          <a:xfrm>
            <a:off x="713225" y="539550"/>
            <a:ext cx="4081800" cy="723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SECTION NAME</a:t>
            </a:r>
            <a:endParaRPr/>
          </a:p>
        </p:txBody>
      </p:sp>
      <p:sp>
        <p:nvSpPr>
          <p:cNvPr id="171" name="Google Shape;171;p32"/>
          <p:cNvSpPr txBox="1">
            <a:spLocks noGrp="1"/>
          </p:cNvSpPr>
          <p:nvPr>
            <p:ph type="title" idx="2"/>
          </p:nvPr>
        </p:nvSpPr>
        <p:spPr>
          <a:xfrm>
            <a:off x="7501075" y="539500"/>
            <a:ext cx="929700" cy="7233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01</a:t>
            </a:r>
            <a:endParaRPr/>
          </a:p>
        </p:txBody>
      </p:sp>
      <p:sp>
        <p:nvSpPr>
          <p:cNvPr id="172" name="Google Shape;172;p32"/>
          <p:cNvSpPr/>
          <p:nvPr/>
        </p:nvSpPr>
        <p:spPr>
          <a:xfrm>
            <a:off x="8609100" y="4814900"/>
            <a:ext cx="350100" cy="1176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cxnSp>
        <p:nvCxnSpPr>
          <p:cNvPr id="173" name="Google Shape;173;p32"/>
          <p:cNvCxnSpPr/>
          <p:nvPr/>
        </p:nvCxnSpPr>
        <p:spPr>
          <a:xfrm>
            <a:off x="352050" y="-141025"/>
            <a:ext cx="0" cy="18351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pic>
        <p:nvPicPr>
          <p:cNvPr id="178" name="Google Shape;178;p33"/>
          <p:cNvPicPr preferRelativeResize="0">
            <a:picLocks noGrp="1"/>
          </p:cNvPicPr>
          <p:nvPr>
            <p:ph type="pic" idx="2"/>
          </p:nvPr>
        </p:nvPicPr>
        <p:blipFill rotWithShape="1">
          <a:blip r:embed="rId3">
            <a:alphaModFix/>
          </a:blip>
          <a:srcRect t="21883" b="19227"/>
          <a:stretch/>
        </p:blipFill>
        <p:spPr>
          <a:xfrm>
            <a:off x="4776825" y="0"/>
            <a:ext cx="4367100" cy="5143501"/>
          </a:xfrm>
          <a:prstGeom prst="rect">
            <a:avLst/>
          </a:prstGeom>
        </p:spPr>
      </p:pic>
      <p:sp>
        <p:nvSpPr>
          <p:cNvPr id="179" name="Google Shape;179;p33"/>
          <p:cNvSpPr txBox="1">
            <a:spLocks noGrp="1"/>
          </p:cNvSpPr>
          <p:nvPr>
            <p:ph type="title"/>
          </p:nvPr>
        </p:nvSpPr>
        <p:spPr>
          <a:xfrm>
            <a:off x="720000" y="445025"/>
            <a:ext cx="3530700" cy="110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SLIDE TITLE GOES HERE!</a:t>
            </a:r>
            <a:endParaRPr/>
          </a:p>
        </p:txBody>
      </p:sp>
      <p:sp>
        <p:nvSpPr>
          <p:cNvPr id="180" name="Google Shape;180;p33"/>
          <p:cNvSpPr txBox="1">
            <a:spLocks noGrp="1"/>
          </p:cNvSpPr>
          <p:nvPr>
            <p:ph type="body" idx="1"/>
          </p:nvPr>
        </p:nvSpPr>
        <p:spPr>
          <a:xfrm>
            <a:off x="726450" y="2087499"/>
            <a:ext cx="3530700" cy="226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rgbClr val="273D40"/>
              </a:buClr>
              <a:buSzPts val="600"/>
              <a:buFont typeface="Arial"/>
              <a:buNone/>
            </a:pPr>
            <a:r>
              <a:rPr lang="en">
                <a:solidFill>
                  <a:schemeClr val="dk1"/>
                </a:solidFill>
              </a:rPr>
              <a:t>Do you know what helps you make your point clear?</a:t>
            </a:r>
            <a:br>
              <a:rPr lang="en">
                <a:solidFill>
                  <a:schemeClr val="dk1"/>
                </a:solidFill>
              </a:rPr>
            </a:br>
            <a:r>
              <a:rPr lang="en">
                <a:solidFill>
                  <a:schemeClr val="dk1"/>
                </a:solidFill>
              </a:rPr>
              <a:t>Lists like this one:</a:t>
            </a:r>
            <a:endParaRPr>
              <a:solidFill>
                <a:schemeClr val="dk1"/>
              </a:solidFill>
            </a:endParaRPr>
          </a:p>
          <a:p>
            <a:pPr marL="241300" lvl="0" indent="-215900" algn="l" rtl="0">
              <a:spcBef>
                <a:spcPts val="1600"/>
              </a:spcBef>
              <a:spcAft>
                <a:spcPts val="0"/>
              </a:spcAft>
              <a:buClr>
                <a:schemeClr val="dk1"/>
              </a:buClr>
              <a:buSzPts val="1400"/>
              <a:buChar char="●"/>
            </a:pPr>
            <a:r>
              <a:rPr lang="en">
                <a:solidFill>
                  <a:schemeClr val="dk1"/>
                </a:solidFill>
              </a:rPr>
              <a:t>They’re simple </a:t>
            </a:r>
            <a:endParaRPr>
              <a:solidFill>
                <a:schemeClr val="dk1"/>
              </a:solidFill>
            </a:endParaRPr>
          </a:p>
          <a:p>
            <a:pPr marL="241300" lvl="0" indent="-215900" algn="l" rtl="0">
              <a:spcBef>
                <a:spcPts val="0"/>
              </a:spcBef>
              <a:spcAft>
                <a:spcPts val="0"/>
              </a:spcAft>
              <a:buClr>
                <a:schemeClr val="dk1"/>
              </a:buClr>
              <a:buSzPts val="1400"/>
              <a:buChar char="●"/>
            </a:pPr>
            <a:r>
              <a:rPr lang="en">
                <a:solidFill>
                  <a:schemeClr val="dk1"/>
                </a:solidFill>
              </a:rPr>
              <a:t>You can organize your ideas clearly</a:t>
            </a:r>
            <a:endParaRPr>
              <a:solidFill>
                <a:schemeClr val="dk1"/>
              </a:solidFill>
            </a:endParaRPr>
          </a:p>
          <a:p>
            <a:pPr marL="241300" lvl="0" indent="-215900" algn="l" rtl="0">
              <a:spcBef>
                <a:spcPts val="0"/>
              </a:spcBef>
              <a:spcAft>
                <a:spcPts val="0"/>
              </a:spcAft>
              <a:buClr>
                <a:schemeClr val="dk1"/>
              </a:buClr>
              <a:buSzPts val="1400"/>
              <a:buChar char="●"/>
            </a:pPr>
            <a:r>
              <a:rPr lang="en">
                <a:solidFill>
                  <a:schemeClr val="dk1"/>
                </a:solidFill>
              </a:rPr>
              <a:t>You’ll never forget to buy milk!</a:t>
            </a:r>
            <a:endParaRPr>
              <a:solidFill>
                <a:schemeClr val="dk1"/>
              </a:solidFill>
            </a:endParaRPr>
          </a:p>
          <a:p>
            <a:pPr marL="0" lvl="0" indent="0" algn="l" rtl="0">
              <a:spcBef>
                <a:spcPts val="1600"/>
              </a:spcBef>
              <a:spcAft>
                <a:spcPts val="0"/>
              </a:spcAft>
              <a:buNone/>
            </a:pPr>
            <a:r>
              <a:rPr lang="en"/>
              <a:t>You can replace the image. Just right-click on it and select “Replace image”</a:t>
            </a:r>
            <a:endParaRPr/>
          </a:p>
        </p:txBody>
      </p:sp>
      <p:sp>
        <p:nvSpPr>
          <p:cNvPr id="181" name="Google Shape;181;p33"/>
          <p:cNvSpPr/>
          <p:nvPr/>
        </p:nvSpPr>
        <p:spPr>
          <a:xfrm rot="10800000" flipH="1">
            <a:off x="8609100" y="212175"/>
            <a:ext cx="350100" cy="1176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cxnSp>
        <p:nvCxnSpPr>
          <p:cNvPr id="182" name="Google Shape;182;p33"/>
          <p:cNvCxnSpPr/>
          <p:nvPr/>
        </p:nvCxnSpPr>
        <p:spPr>
          <a:xfrm>
            <a:off x="-291775" y="1858650"/>
            <a:ext cx="44064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3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LET’S HAVE A LOOK</a:t>
            </a:r>
            <a:endParaRPr/>
          </a:p>
        </p:txBody>
      </p:sp>
      <p:sp>
        <p:nvSpPr>
          <p:cNvPr id="188" name="Google Shape;188;p34"/>
          <p:cNvSpPr txBox="1">
            <a:spLocks noGrp="1"/>
          </p:cNvSpPr>
          <p:nvPr>
            <p:ph type="subTitle" idx="1"/>
          </p:nvPr>
        </p:nvSpPr>
        <p:spPr>
          <a:xfrm>
            <a:off x="722375" y="1195950"/>
            <a:ext cx="7704000" cy="2313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one in the entire Solar System. This planet’s name has nothing to do with the liquid metal, since Mercury was named after the Roman messenger god. Despite being closer to the Sun than Venus, its temperatures aren't as terribly hot as that planet’s. Its surface is quite similar to that of Earth’s Moon, which means there are a lot of craters and plains. Speaking of craters, many of them were named after artists or authors who made significant contributions to their respective fields. Mercury takes a little more than 58 days to complete its rotation, so try to imagine how long days must be there! </a:t>
            </a:r>
            <a:endParaRPr/>
          </a:p>
        </p:txBody>
      </p:sp>
      <p:cxnSp>
        <p:nvCxnSpPr>
          <p:cNvPr id="189" name="Google Shape;189;p34"/>
          <p:cNvCxnSpPr/>
          <p:nvPr/>
        </p:nvCxnSpPr>
        <p:spPr>
          <a:xfrm>
            <a:off x="352050" y="3308400"/>
            <a:ext cx="0" cy="1835100"/>
          </a:xfrm>
          <a:prstGeom prst="straightConnector1">
            <a:avLst/>
          </a:prstGeom>
          <a:noFill/>
          <a:ln w="9525" cap="flat" cmpd="sng">
            <a:solidFill>
              <a:schemeClr val="dk1"/>
            </a:solidFill>
            <a:prstDash val="solid"/>
            <a:round/>
            <a:headEnd type="none" w="med" len="med"/>
            <a:tailEnd type="none" w="med" len="med"/>
          </a:ln>
        </p:spPr>
      </p:cxnSp>
      <p:sp>
        <p:nvSpPr>
          <p:cNvPr id="190" name="Google Shape;190;p34"/>
          <p:cNvSpPr/>
          <p:nvPr/>
        </p:nvSpPr>
        <p:spPr>
          <a:xfrm>
            <a:off x="8609100" y="4814900"/>
            <a:ext cx="350100" cy="1176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5"/>
          <p:cNvSpPr txBox="1">
            <a:spLocks noGrp="1"/>
          </p:cNvSpPr>
          <p:nvPr>
            <p:ph type="subTitle" idx="1"/>
          </p:nvPr>
        </p:nvSpPr>
        <p:spPr>
          <a:xfrm>
            <a:off x="3257475" y="1740400"/>
            <a:ext cx="4956000" cy="42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MERCURY</a:t>
            </a:r>
            <a:endParaRPr/>
          </a:p>
        </p:txBody>
      </p:sp>
      <p:sp>
        <p:nvSpPr>
          <p:cNvPr id="196" name="Google Shape;196;p35"/>
          <p:cNvSpPr txBox="1">
            <a:spLocks noGrp="1"/>
          </p:cNvSpPr>
          <p:nvPr>
            <p:ph type="subTitle" idx="2"/>
          </p:nvPr>
        </p:nvSpPr>
        <p:spPr>
          <a:xfrm>
            <a:off x="3257475" y="3124577"/>
            <a:ext cx="4956000" cy="42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VENUS</a:t>
            </a:r>
            <a:endParaRPr/>
          </a:p>
        </p:txBody>
      </p:sp>
      <p:sp>
        <p:nvSpPr>
          <p:cNvPr id="197" name="Google Shape;197;p35"/>
          <p:cNvSpPr txBox="1">
            <a:spLocks noGrp="1"/>
          </p:cNvSpPr>
          <p:nvPr>
            <p:ph type="subTitle" idx="3"/>
          </p:nvPr>
        </p:nvSpPr>
        <p:spPr>
          <a:xfrm>
            <a:off x="3257475" y="2089900"/>
            <a:ext cx="4956000" cy="777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one in the Solar System. This planet’s name has nothing to do with the liquid metal</a:t>
            </a:r>
            <a:endParaRPr/>
          </a:p>
        </p:txBody>
      </p:sp>
      <p:sp>
        <p:nvSpPr>
          <p:cNvPr id="198" name="Google Shape;198;p35"/>
          <p:cNvSpPr txBox="1">
            <a:spLocks noGrp="1"/>
          </p:cNvSpPr>
          <p:nvPr>
            <p:ph type="subTitle" idx="4"/>
          </p:nvPr>
        </p:nvSpPr>
        <p:spPr>
          <a:xfrm>
            <a:off x="3257475" y="3474075"/>
            <a:ext cx="4956000" cy="777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a beautiful name and is the second planet from the Sun. It’s hot and is the second-brightest natural object in the night sky</a:t>
            </a:r>
            <a:endParaRPr/>
          </a:p>
        </p:txBody>
      </p:sp>
      <p:sp>
        <p:nvSpPr>
          <p:cNvPr id="199" name="Google Shape;199;p35"/>
          <p:cNvSpPr txBox="1">
            <a:spLocks noGrp="1"/>
          </p:cNvSpPr>
          <p:nvPr>
            <p:ph type="title"/>
          </p:nvPr>
        </p:nvSpPr>
        <p:spPr>
          <a:xfrm>
            <a:off x="3257475" y="445025"/>
            <a:ext cx="5173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TWO IDEAS</a:t>
            </a:r>
            <a:endParaRPr/>
          </a:p>
        </p:txBody>
      </p:sp>
      <p:cxnSp>
        <p:nvCxnSpPr>
          <p:cNvPr id="200" name="Google Shape;200;p35"/>
          <p:cNvCxnSpPr/>
          <p:nvPr/>
        </p:nvCxnSpPr>
        <p:spPr>
          <a:xfrm rot="10800000">
            <a:off x="3337566" y="1379063"/>
            <a:ext cx="9144000" cy="0"/>
          </a:xfrm>
          <a:prstGeom prst="straightConnector1">
            <a:avLst/>
          </a:prstGeom>
          <a:noFill/>
          <a:ln w="9525" cap="flat" cmpd="sng">
            <a:solidFill>
              <a:schemeClr val="dk1"/>
            </a:solidFill>
            <a:prstDash val="solid"/>
            <a:round/>
            <a:headEnd type="none" w="med" len="med"/>
            <a:tailEnd type="none" w="med" len="med"/>
          </a:ln>
        </p:spPr>
      </p:cxnSp>
      <p:sp>
        <p:nvSpPr>
          <p:cNvPr id="202" name="Google Shape;202;p35"/>
          <p:cNvSpPr/>
          <p:nvPr/>
        </p:nvSpPr>
        <p:spPr>
          <a:xfrm rot="10800000" flipH="1">
            <a:off x="176850" y="4814900"/>
            <a:ext cx="350100" cy="1176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 name="Рисунок 1"/>
          <p:cNvSpPr>
            <a:spLocks noGrp="1"/>
          </p:cNvSpPr>
          <p:nvPr>
            <p:ph type="pic" idx="5"/>
          </p:nvPr>
        </p:nvSpPr>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3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THREE IDEAS</a:t>
            </a:r>
            <a:endParaRPr/>
          </a:p>
        </p:txBody>
      </p:sp>
      <p:sp>
        <p:nvSpPr>
          <p:cNvPr id="208" name="Google Shape;208;p36"/>
          <p:cNvSpPr txBox="1">
            <a:spLocks noGrp="1"/>
          </p:cNvSpPr>
          <p:nvPr>
            <p:ph type="subTitle" idx="1"/>
          </p:nvPr>
        </p:nvSpPr>
        <p:spPr>
          <a:xfrm>
            <a:off x="722375" y="2539984"/>
            <a:ext cx="2218500" cy="785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one in the System</a:t>
            </a:r>
            <a:endParaRPr/>
          </a:p>
        </p:txBody>
      </p:sp>
      <p:sp>
        <p:nvSpPr>
          <p:cNvPr id="209" name="Google Shape;209;p36"/>
          <p:cNvSpPr txBox="1">
            <a:spLocks noGrp="1"/>
          </p:cNvSpPr>
          <p:nvPr>
            <p:ph type="subTitle" idx="2"/>
          </p:nvPr>
        </p:nvSpPr>
        <p:spPr>
          <a:xfrm>
            <a:off x="3462900" y="2539984"/>
            <a:ext cx="2218200" cy="785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Despite being red, Mars is actually a cold place. It’s full of iron oxide dust</a:t>
            </a:r>
            <a:endParaRPr/>
          </a:p>
        </p:txBody>
      </p:sp>
      <p:sp>
        <p:nvSpPr>
          <p:cNvPr id="210" name="Google Shape;210;p36"/>
          <p:cNvSpPr txBox="1">
            <a:spLocks noGrp="1"/>
          </p:cNvSpPr>
          <p:nvPr>
            <p:ph type="subTitle" idx="3"/>
          </p:nvPr>
        </p:nvSpPr>
        <p:spPr>
          <a:xfrm>
            <a:off x="6205500" y="2539984"/>
            <a:ext cx="2218500" cy="785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a beautiful name and is the second planet from the Sun</a:t>
            </a:r>
            <a:endParaRPr/>
          </a:p>
        </p:txBody>
      </p:sp>
      <p:sp>
        <p:nvSpPr>
          <p:cNvPr id="211" name="Google Shape;211;p36"/>
          <p:cNvSpPr txBox="1">
            <a:spLocks noGrp="1"/>
          </p:cNvSpPr>
          <p:nvPr>
            <p:ph type="subTitle" idx="4"/>
          </p:nvPr>
        </p:nvSpPr>
        <p:spPr>
          <a:xfrm>
            <a:off x="722375" y="2062084"/>
            <a:ext cx="2218500" cy="554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MERCURY</a:t>
            </a:r>
            <a:endParaRPr/>
          </a:p>
        </p:txBody>
      </p:sp>
      <p:sp>
        <p:nvSpPr>
          <p:cNvPr id="212" name="Google Shape;212;p36"/>
          <p:cNvSpPr txBox="1">
            <a:spLocks noGrp="1"/>
          </p:cNvSpPr>
          <p:nvPr>
            <p:ph type="subTitle" idx="5"/>
          </p:nvPr>
        </p:nvSpPr>
        <p:spPr>
          <a:xfrm>
            <a:off x="3462900" y="2062084"/>
            <a:ext cx="2218200" cy="554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MARS</a:t>
            </a:r>
            <a:endParaRPr/>
          </a:p>
        </p:txBody>
      </p:sp>
      <p:sp>
        <p:nvSpPr>
          <p:cNvPr id="213" name="Google Shape;213;p36"/>
          <p:cNvSpPr txBox="1">
            <a:spLocks noGrp="1"/>
          </p:cNvSpPr>
          <p:nvPr>
            <p:ph type="subTitle" idx="6"/>
          </p:nvPr>
        </p:nvSpPr>
        <p:spPr>
          <a:xfrm>
            <a:off x="6205500" y="2062084"/>
            <a:ext cx="2218500" cy="554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VENUS</a:t>
            </a:r>
            <a:endParaRPr/>
          </a:p>
        </p:txBody>
      </p:sp>
      <p:sp>
        <p:nvSpPr>
          <p:cNvPr id="214" name="Google Shape;214;p36"/>
          <p:cNvSpPr/>
          <p:nvPr/>
        </p:nvSpPr>
        <p:spPr>
          <a:xfrm>
            <a:off x="176850" y="212175"/>
            <a:ext cx="350100" cy="1176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cxnSp>
        <p:nvCxnSpPr>
          <p:cNvPr id="215" name="Google Shape;215;p36"/>
          <p:cNvCxnSpPr/>
          <p:nvPr/>
        </p:nvCxnSpPr>
        <p:spPr>
          <a:xfrm>
            <a:off x="8787388" y="3460800"/>
            <a:ext cx="0" cy="18351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7"/>
          <p:cNvSpPr txBox="1">
            <a:spLocks noGrp="1"/>
          </p:cNvSpPr>
          <p:nvPr>
            <p:ph type="subTitle" idx="3"/>
          </p:nvPr>
        </p:nvSpPr>
        <p:spPr>
          <a:xfrm>
            <a:off x="709100" y="3948425"/>
            <a:ext cx="2381100" cy="62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Jupiter is the biggest planet in the Solar System</a:t>
            </a:r>
            <a:endParaRPr/>
          </a:p>
        </p:txBody>
      </p:sp>
      <p:sp>
        <p:nvSpPr>
          <p:cNvPr id="221" name="Google Shape;221;p3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SIX DIFFERENT IDEAS</a:t>
            </a:r>
            <a:endParaRPr/>
          </a:p>
        </p:txBody>
      </p:sp>
      <p:sp>
        <p:nvSpPr>
          <p:cNvPr id="222" name="Google Shape;222;p37"/>
          <p:cNvSpPr txBox="1">
            <a:spLocks noGrp="1"/>
          </p:cNvSpPr>
          <p:nvPr>
            <p:ph type="subTitle" idx="1"/>
          </p:nvPr>
        </p:nvSpPr>
        <p:spPr>
          <a:xfrm>
            <a:off x="709100" y="2277266"/>
            <a:ext cx="2381100" cy="62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smallest planet in the Solar System</a:t>
            </a:r>
            <a:endParaRPr/>
          </a:p>
        </p:txBody>
      </p:sp>
      <p:sp>
        <p:nvSpPr>
          <p:cNvPr id="223" name="Google Shape;223;p37"/>
          <p:cNvSpPr txBox="1">
            <a:spLocks noGrp="1"/>
          </p:cNvSpPr>
          <p:nvPr>
            <p:ph type="subTitle" idx="2"/>
          </p:nvPr>
        </p:nvSpPr>
        <p:spPr>
          <a:xfrm>
            <a:off x="3381446" y="2277266"/>
            <a:ext cx="2381100" cy="62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is the second planet from the Sun</a:t>
            </a:r>
            <a:endParaRPr/>
          </a:p>
        </p:txBody>
      </p:sp>
      <p:sp>
        <p:nvSpPr>
          <p:cNvPr id="224" name="Google Shape;224;p37"/>
          <p:cNvSpPr txBox="1">
            <a:spLocks noGrp="1"/>
          </p:cNvSpPr>
          <p:nvPr>
            <p:ph type="subTitle" idx="4"/>
          </p:nvPr>
        </p:nvSpPr>
        <p:spPr>
          <a:xfrm>
            <a:off x="3381446" y="3948425"/>
            <a:ext cx="2381100" cy="62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Saturn is composed of hydrogen and helium</a:t>
            </a:r>
            <a:endParaRPr/>
          </a:p>
        </p:txBody>
      </p:sp>
      <p:sp>
        <p:nvSpPr>
          <p:cNvPr id="225" name="Google Shape;225;p37"/>
          <p:cNvSpPr txBox="1">
            <a:spLocks noGrp="1"/>
          </p:cNvSpPr>
          <p:nvPr>
            <p:ph type="subTitle" idx="5"/>
          </p:nvPr>
        </p:nvSpPr>
        <p:spPr>
          <a:xfrm>
            <a:off x="6053797" y="2277266"/>
            <a:ext cx="2381100" cy="62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Despite being red, Mars is actually a cold place</a:t>
            </a:r>
            <a:endParaRPr/>
          </a:p>
        </p:txBody>
      </p:sp>
      <p:sp>
        <p:nvSpPr>
          <p:cNvPr id="226" name="Google Shape;226;p37"/>
          <p:cNvSpPr txBox="1">
            <a:spLocks noGrp="1"/>
          </p:cNvSpPr>
          <p:nvPr>
            <p:ph type="subTitle" idx="6"/>
          </p:nvPr>
        </p:nvSpPr>
        <p:spPr>
          <a:xfrm>
            <a:off x="6053797" y="3948425"/>
            <a:ext cx="2381100" cy="62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Neptune is the farthest planet from the Sun</a:t>
            </a:r>
            <a:endParaRPr/>
          </a:p>
        </p:txBody>
      </p:sp>
      <p:sp>
        <p:nvSpPr>
          <p:cNvPr id="227" name="Google Shape;227;p37"/>
          <p:cNvSpPr txBox="1">
            <a:spLocks noGrp="1"/>
          </p:cNvSpPr>
          <p:nvPr>
            <p:ph type="subTitle" idx="7"/>
          </p:nvPr>
        </p:nvSpPr>
        <p:spPr>
          <a:xfrm>
            <a:off x="709104" y="1961666"/>
            <a:ext cx="2381100" cy="39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MERCURY</a:t>
            </a:r>
            <a:endParaRPr/>
          </a:p>
        </p:txBody>
      </p:sp>
      <p:sp>
        <p:nvSpPr>
          <p:cNvPr id="228" name="Google Shape;228;p37"/>
          <p:cNvSpPr txBox="1">
            <a:spLocks noGrp="1"/>
          </p:cNvSpPr>
          <p:nvPr>
            <p:ph type="subTitle" idx="8"/>
          </p:nvPr>
        </p:nvSpPr>
        <p:spPr>
          <a:xfrm>
            <a:off x="3381447" y="1961666"/>
            <a:ext cx="2381100" cy="39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VENUS</a:t>
            </a:r>
            <a:endParaRPr/>
          </a:p>
        </p:txBody>
      </p:sp>
      <p:sp>
        <p:nvSpPr>
          <p:cNvPr id="229" name="Google Shape;229;p37"/>
          <p:cNvSpPr txBox="1">
            <a:spLocks noGrp="1"/>
          </p:cNvSpPr>
          <p:nvPr>
            <p:ph type="subTitle" idx="9"/>
          </p:nvPr>
        </p:nvSpPr>
        <p:spPr>
          <a:xfrm>
            <a:off x="6053796" y="1961666"/>
            <a:ext cx="2381100" cy="39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MARS</a:t>
            </a:r>
            <a:endParaRPr/>
          </a:p>
        </p:txBody>
      </p:sp>
      <p:sp>
        <p:nvSpPr>
          <p:cNvPr id="230" name="Google Shape;230;p37"/>
          <p:cNvSpPr txBox="1">
            <a:spLocks noGrp="1"/>
          </p:cNvSpPr>
          <p:nvPr>
            <p:ph type="subTitle" idx="13"/>
          </p:nvPr>
        </p:nvSpPr>
        <p:spPr>
          <a:xfrm>
            <a:off x="709104" y="3632875"/>
            <a:ext cx="2381100" cy="39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JUPITER</a:t>
            </a:r>
            <a:endParaRPr/>
          </a:p>
        </p:txBody>
      </p:sp>
      <p:sp>
        <p:nvSpPr>
          <p:cNvPr id="231" name="Google Shape;231;p37"/>
          <p:cNvSpPr txBox="1">
            <a:spLocks noGrp="1"/>
          </p:cNvSpPr>
          <p:nvPr>
            <p:ph type="subTitle" idx="14"/>
          </p:nvPr>
        </p:nvSpPr>
        <p:spPr>
          <a:xfrm>
            <a:off x="3381453" y="3632875"/>
            <a:ext cx="2381100" cy="39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SATURN</a:t>
            </a:r>
            <a:endParaRPr/>
          </a:p>
        </p:txBody>
      </p:sp>
      <p:sp>
        <p:nvSpPr>
          <p:cNvPr id="232" name="Google Shape;232;p37"/>
          <p:cNvSpPr txBox="1">
            <a:spLocks noGrp="1"/>
          </p:cNvSpPr>
          <p:nvPr>
            <p:ph type="subTitle" idx="15"/>
          </p:nvPr>
        </p:nvSpPr>
        <p:spPr>
          <a:xfrm>
            <a:off x="6053801" y="3632875"/>
            <a:ext cx="2381100" cy="39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NEPTUNE</a:t>
            </a:r>
            <a:endParaRPr/>
          </a:p>
        </p:txBody>
      </p:sp>
      <p:sp>
        <p:nvSpPr>
          <p:cNvPr id="233" name="Google Shape;233;p37"/>
          <p:cNvSpPr/>
          <p:nvPr/>
        </p:nvSpPr>
        <p:spPr>
          <a:xfrm>
            <a:off x="8609100" y="4814900"/>
            <a:ext cx="350100" cy="1176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cxnSp>
        <p:nvCxnSpPr>
          <p:cNvPr id="234" name="Google Shape;234;p37"/>
          <p:cNvCxnSpPr/>
          <p:nvPr/>
        </p:nvCxnSpPr>
        <p:spPr>
          <a:xfrm>
            <a:off x="352050" y="-141025"/>
            <a:ext cx="0" cy="18351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pic>
        <p:nvPicPr>
          <p:cNvPr id="239" name="Google Shape;239;p38"/>
          <p:cNvPicPr preferRelativeResize="0">
            <a:picLocks noGrp="1"/>
          </p:cNvPicPr>
          <p:nvPr>
            <p:ph type="pic" idx="2"/>
          </p:nvPr>
        </p:nvPicPr>
        <p:blipFill rotWithShape="1">
          <a:blip r:embed="rId3">
            <a:alphaModFix/>
          </a:blip>
          <a:srcRect t="777" b="787"/>
          <a:stretch/>
        </p:blipFill>
        <p:spPr>
          <a:xfrm>
            <a:off x="0" y="0"/>
            <a:ext cx="9144001" cy="5143500"/>
          </a:xfrm>
          <a:prstGeom prst="rect">
            <a:avLst/>
          </a:prstGeom>
        </p:spPr>
      </p:pic>
      <p:sp>
        <p:nvSpPr>
          <p:cNvPr id="240" name="Google Shape;240;p38"/>
          <p:cNvSpPr txBox="1">
            <a:spLocks noGrp="1"/>
          </p:cNvSpPr>
          <p:nvPr>
            <p:ph type="title"/>
          </p:nvPr>
        </p:nvSpPr>
        <p:spPr>
          <a:xfrm>
            <a:off x="5323675" y="3812025"/>
            <a:ext cx="3107100" cy="792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A PICTURE IS WORTH A THOUSAND WORDS</a:t>
            </a:r>
            <a:endParaRPr/>
          </a:p>
        </p:txBody>
      </p:sp>
      <p:sp>
        <p:nvSpPr>
          <p:cNvPr id="241" name="Google Shape;241;p38"/>
          <p:cNvSpPr/>
          <p:nvPr/>
        </p:nvSpPr>
        <p:spPr>
          <a:xfrm>
            <a:off x="176850" y="212175"/>
            <a:ext cx="350100" cy="1176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cxnSp>
        <p:nvCxnSpPr>
          <p:cNvPr id="242" name="Google Shape;242;p38"/>
          <p:cNvCxnSpPr/>
          <p:nvPr/>
        </p:nvCxnSpPr>
        <p:spPr>
          <a:xfrm>
            <a:off x="6947100" y="4869675"/>
            <a:ext cx="25017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39"/>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Our history</a:t>
            </a:r>
            <a:endParaRPr/>
          </a:p>
        </p:txBody>
      </p:sp>
      <p:sp>
        <p:nvSpPr>
          <p:cNvPr id="248" name="Google Shape;248;p39"/>
          <p:cNvSpPr txBox="1"/>
          <p:nvPr/>
        </p:nvSpPr>
        <p:spPr>
          <a:xfrm flipH="1">
            <a:off x="811810" y="1667626"/>
            <a:ext cx="2193900" cy="658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a:solidFill>
                  <a:schemeClr val="dk1"/>
                </a:solidFill>
                <a:latin typeface="Gudea"/>
                <a:ea typeface="Gudea"/>
                <a:cs typeface="Gudea"/>
                <a:sym typeface="Gudea"/>
              </a:rPr>
              <a:t>Mercury is the closest planet to the Sun</a:t>
            </a:r>
            <a:endParaRPr>
              <a:solidFill>
                <a:schemeClr val="dk1"/>
              </a:solidFill>
              <a:latin typeface="Gudea"/>
              <a:ea typeface="Gudea"/>
              <a:cs typeface="Gudea"/>
              <a:sym typeface="Gudea"/>
            </a:endParaRPr>
          </a:p>
        </p:txBody>
      </p:sp>
      <p:cxnSp>
        <p:nvCxnSpPr>
          <p:cNvPr id="249" name="Google Shape;249;p39"/>
          <p:cNvCxnSpPr>
            <a:endCxn id="250" idx="0"/>
          </p:cNvCxnSpPr>
          <p:nvPr/>
        </p:nvCxnSpPr>
        <p:spPr>
          <a:xfrm>
            <a:off x="821935" y="1280600"/>
            <a:ext cx="1200" cy="1476300"/>
          </a:xfrm>
          <a:prstGeom prst="straightConnector1">
            <a:avLst/>
          </a:prstGeom>
          <a:noFill/>
          <a:ln w="9525" cap="flat" cmpd="sng">
            <a:solidFill>
              <a:schemeClr val="dk1"/>
            </a:solidFill>
            <a:prstDash val="solid"/>
            <a:round/>
            <a:headEnd type="none" w="med" len="med"/>
            <a:tailEnd type="none" w="med" len="med"/>
          </a:ln>
        </p:spPr>
      </p:cxnSp>
      <p:cxnSp>
        <p:nvCxnSpPr>
          <p:cNvPr id="251" name="Google Shape;251;p39"/>
          <p:cNvCxnSpPr>
            <a:stCxn id="252" idx="2"/>
          </p:cNvCxnSpPr>
          <p:nvPr/>
        </p:nvCxnSpPr>
        <p:spPr>
          <a:xfrm>
            <a:off x="2621385" y="2874500"/>
            <a:ext cx="0" cy="1539600"/>
          </a:xfrm>
          <a:prstGeom prst="straightConnector1">
            <a:avLst/>
          </a:prstGeom>
          <a:noFill/>
          <a:ln w="9525" cap="flat" cmpd="sng">
            <a:solidFill>
              <a:schemeClr val="dk1"/>
            </a:solidFill>
            <a:prstDash val="solid"/>
            <a:round/>
            <a:headEnd type="none" w="med" len="med"/>
            <a:tailEnd type="none" w="med" len="med"/>
          </a:ln>
        </p:spPr>
      </p:cxnSp>
      <p:sp>
        <p:nvSpPr>
          <p:cNvPr id="253" name="Google Shape;253;p39"/>
          <p:cNvSpPr txBox="1"/>
          <p:nvPr/>
        </p:nvSpPr>
        <p:spPr>
          <a:xfrm flipH="1">
            <a:off x="811779" y="1248350"/>
            <a:ext cx="2193900" cy="391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2200">
                <a:solidFill>
                  <a:schemeClr val="dk1"/>
                </a:solidFill>
                <a:latin typeface="Kantumruy Pro"/>
                <a:ea typeface="Kantumruy Pro"/>
                <a:cs typeface="Kantumruy Pro"/>
                <a:sym typeface="Kantumruy Pro"/>
              </a:rPr>
              <a:t>STEP 1</a:t>
            </a:r>
            <a:endParaRPr sz="2200">
              <a:solidFill>
                <a:schemeClr val="dk1"/>
              </a:solidFill>
              <a:latin typeface="Kantumruy Pro"/>
              <a:ea typeface="Kantumruy Pro"/>
              <a:cs typeface="Kantumruy Pro"/>
              <a:sym typeface="Kantumruy Pro"/>
            </a:endParaRPr>
          </a:p>
        </p:txBody>
      </p:sp>
      <p:sp>
        <p:nvSpPr>
          <p:cNvPr id="254" name="Google Shape;254;p39"/>
          <p:cNvSpPr txBox="1"/>
          <p:nvPr/>
        </p:nvSpPr>
        <p:spPr>
          <a:xfrm flipH="1">
            <a:off x="2614835" y="3472226"/>
            <a:ext cx="2193900" cy="658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1100"/>
              <a:buFont typeface="Arial"/>
              <a:buNone/>
            </a:pPr>
            <a:r>
              <a:rPr lang="en">
                <a:solidFill>
                  <a:schemeClr val="dk1"/>
                </a:solidFill>
                <a:latin typeface="Gudea"/>
                <a:ea typeface="Gudea"/>
                <a:cs typeface="Gudea"/>
                <a:sym typeface="Gudea"/>
              </a:rPr>
              <a:t>Venus is the second planet from the Sun</a:t>
            </a:r>
            <a:endParaRPr>
              <a:solidFill>
                <a:schemeClr val="dk1"/>
              </a:solidFill>
              <a:latin typeface="Gudea"/>
              <a:ea typeface="Gudea"/>
              <a:cs typeface="Gudea"/>
              <a:sym typeface="Gudea"/>
            </a:endParaRPr>
          </a:p>
          <a:p>
            <a:pPr marL="0" lvl="0" indent="0" algn="l" rtl="0">
              <a:lnSpc>
                <a:spcPct val="100000"/>
              </a:lnSpc>
              <a:spcBef>
                <a:spcPts val="0"/>
              </a:spcBef>
              <a:spcAft>
                <a:spcPts val="0"/>
              </a:spcAft>
              <a:buNone/>
            </a:pPr>
            <a:endParaRPr>
              <a:solidFill>
                <a:schemeClr val="dk1"/>
              </a:solidFill>
              <a:latin typeface="Gudea"/>
              <a:ea typeface="Gudea"/>
              <a:cs typeface="Gudea"/>
              <a:sym typeface="Gudea"/>
            </a:endParaRPr>
          </a:p>
        </p:txBody>
      </p:sp>
      <p:sp>
        <p:nvSpPr>
          <p:cNvPr id="255" name="Google Shape;255;p39"/>
          <p:cNvSpPr txBox="1"/>
          <p:nvPr/>
        </p:nvSpPr>
        <p:spPr>
          <a:xfrm flipH="1">
            <a:off x="2614819" y="3052950"/>
            <a:ext cx="2193900" cy="391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2200">
                <a:solidFill>
                  <a:schemeClr val="dk1"/>
                </a:solidFill>
                <a:latin typeface="Kantumruy Pro"/>
                <a:ea typeface="Kantumruy Pro"/>
                <a:cs typeface="Kantumruy Pro"/>
                <a:sym typeface="Kantumruy Pro"/>
              </a:rPr>
              <a:t>STEP 2</a:t>
            </a:r>
            <a:endParaRPr sz="2200">
              <a:solidFill>
                <a:schemeClr val="dk1"/>
              </a:solidFill>
              <a:latin typeface="Kantumruy Pro"/>
              <a:ea typeface="Kantumruy Pro"/>
              <a:cs typeface="Kantumruy Pro"/>
              <a:sym typeface="Kantumruy Pro"/>
            </a:endParaRPr>
          </a:p>
        </p:txBody>
      </p:sp>
      <p:cxnSp>
        <p:nvCxnSpPr>
          <p:cNvPr id="256" name="Google Shape;256;p39"/>
          <p:cNvCxnSpPr>
            <a:endCxn id="257" idx="0"/>
          </p:cNvCxnSpPr>
          <p:nvPr/>
        </p:nvCxnSpPr>
        <p:spPr>
          <a:xfrm flipH="1">
            <a:off x="4419635" y="1280600"/>
            <a:ext cx="1200" cy="1476300"/>
          </a:xfrm>
          <a:prstGeom prst="straightConnector1">
            <a:avLst/>
          </a:prstGeom>
          <a:noFill/>
          <a:ln w="9525" cap="flat" cmpd="sng">
            <a:solidFill>
              <a:schemeClr val="dk1"/>
            </a:solidFill>
            <a:prstDash val="solid"/>
            <a:round/>
            <a:headEnd type="none" w="med" len="med"/>
            <a:tailEnd type="none" w="med" len="med"/>
          </a:ln>
        </p:spPr>
      </p:cxnSp>
      <p:cxnSp>
        <p:nvCxnSpPr>
          <p:cNvPr id="258" name="Google Shape;258;p39"/>
          <p:cNvCxnSpPr>
            <a:stCxn id="259" idx="2"/>
          </p:cNvCxnSpPr>
          <p:nvPr/>
        </p:nvCxnSpPr>
        <p:spPr>
          <a:xfrm>
            <a:off x="6217885" y="2874500"/>
            <a:ext cx="2100" cy="1539600"/>
          </a:xfrm>
          <a:prstGeom prst="straightConnector1">
            <a:avLst/>
          </a:prstGeom>
          <a:noFill/>
          <a:ln w="9525" cap="flat" cmpd="sng">
            <a:solidFill>
              <a:schemeClr val="dk1"/>
            </a:solidFill>
            <a:prstDash val="solid"/>
            <a:round/>
            <a:headEnd type="none" w="med" len="med"/>
            <a:tailEnd type="none" w="med" len="med"/>
          </a:ln>
        </p:spPr>
      </p:cxnSp>
      <p:sp>
        <p:nvSpPr>
          <p:cNvPr id="260" name="Google Shape;260;p39"/>
          <p:cNvSpPr txBox="1"/>
          <p:nvPr/>
        </p:nvSpPr>
        <p:spPr>
          <a:xfrm flipH="1">
            <a:off x="6220835" y="3472226"/>
            <a:ext cx="2193900" cy="658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a:solidFill>
                  <a:schemeClr val="dk1"/>
                </a:solidFill>
                <a:latin typeface="Gudea"/>
                <a:ea typeface="Gudea"/>
                <a:cs typeface="Gudea"/>
                <a:sym typeface="Gudea"/>
              </a:rPr>
              <a:t>Earth is the only one that harbors life in the System</a:t>
            </a:r>
            <a:endParaRPr>
              <a:solidFill>
                <a:schemeClr val="dk1"/>
              </a:solidFill>
              <a:latin typeface="Gudea"/>
              <a:ea typeface="Gudea"/>
              <a:cs typeface="Gudea"/>
              <a:sym typeface="Gudea"/>
            </a:endParaRPr>
          </a:p>
        </p:txBody>
      </p:sp>
      <p:sp>
        <p:nvSpPr>
          <p:cNvPr id="261" name="Google Shape;261;p39"/>
          <p:cNvSpPr txBox="1"/>
          <p:nvPr/>
        </p:nvSpPr>
        <p:spPr>
          <a:xfrm flipH="1">
            <a:off x="6220825" y="3052950"/>
            <a:ext cx="2193900" cy="391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2200">
                <a:solidFill>
                  <a:schemeClr val="dk1"/>
                </a:solidFill>
                <a:latin typeface="Kantumruy Pro"/>
                <a:ea typeface="Kantumruy Pro"/>
                <a:cs typeface="Kantumruy Pro"/>
                <a:sym typeface="Kantumruy Pro"/>
              </a:rPr>
              <a:t>STEP 4</a:t>
            </a:r>
            <a:endParaRPr sz="2200">
              <a:solidFill>
                <a:schemeClr val="dk1"/>
              </a:solidFill>
              <a:latin typeface="Kantumruy Pro"/>
              <a:ea typeface="Kantumruy Pro"/>
              <a:cs typeface="Kantumruy Pro"/>
              <a:sym typeface="Kantumruy Pro"/>
            </a:endParaRPr>
          </a:p>
        </p:txBody>
      </p:sp>
      <p:sp>
        <p:nvSpPr>
          <p:cNvPr id="262" name="Google Shape;262;p39"/>
          <p:cNvSpPr txBox="1"/>
          <p:nvPr/>
        </p:nvSpPr>
        <p:spPr>
          <a:xfrm flipH="1">
            <a:off x="4417860" y="1667626"/>
            <a:ext cx="2193900" cy="658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a:solidFill>
                  <a:schemeClr val="dk1"/>
                </a:solidFill>
                <a:latin typeface="Gudea"/>
                <a:ea typeface="Gudea"/>
                <a:cs typeface="Gudea"/>
                <a:sym typeface="Gudea"/>
              </a:rPr>
              <a:t>Despite benign red, Mars is a very cold place</a:t>
            </a:r>
            <a:endParaRPr>
              <a:solidFill>
                <a:schemeClr val="dk1"/>
              </a:solidFill>
              <a:latin typeface="Gudea"/>
              <a:ea typeface="Gudea"/>
              <a:cs typeface="Gudea"/>
              <a:sym typeface="Gudea"/>
            </a:endParaRPr>
          </a:p>
        </p:txBody>
      </p:sp>
      <p:sp>
        <p:nvSpPr>
          <p:cNvPr id="263" name="Google Shape;263;p39"/>
          <p:cNvSpPr txBox="1"/>
          <p:nvPr/>
        </p:nvSpPr>
        <p:spPr>
          <a:xfrm flipH="1">
            <a:off x="4417850" y="1248350"/>
            <a:ext cx="2193900" cy="391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2200">
                <a:solidFill>
                  <a:schemeClr val="dk1"/>
                </a:solidFill>
                <a:latin typeface="Kantumruy Pro"/>
                <a:ea typeface="Kantumruy Pro"/>
                <a:cs typeface="Kantumruy Pro"/>
                <a:sym typeface="Kantumruy Pro"/>
              </a:rPr>
              <a:t>STEP 3</a:t>
            </a:r>
            <a:endParaRPr sz="2200">
              <a:solidFill>
                <a:schemeClr val="dk1"/>
              </a:solidFill>
              <a:latin typeface="Kantumruy Pro"/>
              <a:ea typeface="Kantumruy Pro"/>
              <a:cs typeface="Kantumruy Pro"/>
              <a:sym typeface="Kantumruy Pro"/>
            </a:endParaRPr>
          </a:p>
        </p:txBody>
      </p:sp>
      <p:cxnSp>
        <p:nvCxnSpPr>
          <p:cNvPr id="264" name="Google Shape;264;p39"/>
          <p:cNvCxnSpPr>
            <a:stCxn id="250" idx="3"/>
            <a:endCxn id="252" idx="1"/>
          </p:cNvCxnSpPr>
          <p:nvPr/>
        </p:nvCxnSpPr>
        <p:spPr>
          <a:xfrm>
            <a:off x="998185" y="2815700"/>
            <a:ext cx="1448100" cy="0"/>
          </a:xfrm>
          <a:prstGeom prst="straightConnector1">
            <a:avLst/>
          </a:prstGeom>
          <a:noFill/>
          <a:ln w="9525" cap="flat" cmpd="sng">
            <a:solidFill>
              <a:schemeClr val="dk1"/>
            </a:solidFill>
            <a:prstDash val="solid"/>
            <a:round/>
            <a:headEnd type="none" w="med" len="med"/>
            <a:tailEnd type="none" w="med" len="med"/>
          </a:ln>
        </p:spPr>
      </p:cxnSp>
      <p:cxnSp>
        <p:nvCxnSpPr>
          <p:cNvPr id="265" name="Google Shape;265;p39"/>
          <p:cNvCxnSpPr>
            <a:stCxn id="252" idx="3"/>
            <a:endCxn id="257" idx="1"/>
          </p:cNvCxnSpPr>
          <p:nvPr/>
        </p:nvCxnSpPr>
        <p:spPr>
          <a:xfrm>
            <a:off x="2796435" y="2815700"/>
            <a:ext cx="1448100" cy="0"/>
          </a:xfrm>
          <a:prstGeom prst="straightConnector1">
            <a:avLst/>
          </a:prstGeom>
          <a:noFill/>
          <a:ln w="9525" cap="flat" cmpd="sng">
            <a:solidFill>
              <a:schemeClr val="dk1"/>
            </a:solidFill>
            <a:prstDash val="solid"/>
            <a:round/>
            <a:headEnd type="none" w="med" len="med"/>
            <a:tailEnd type="none" w="med" len="med"/>
          </a:ln>
        </p:spPr>
      </p:cxnSp>
      <p:cxnSp>
        <p:nvCxnSpPr>
          <p:cNvPr id="266" name="Google Shape;266;p39"/>
          <p:cNvCxnSpPr>
            <a:stCxn id="257" idx="3"/>
            <a:endCxn id="259" idx="1"/>
          </p:cNvCxnSpPr>
          <p:nvPr/>
        </p:nvCxnSpPr>
        <p:spPr>
          <a:xfrm>
            <a:off x="4594685" y="2815700"/>
            <a:ext cx="1448100" cy="0"/>
          </a:xfrm>
          <a:prstGeom prst="straightConnector1">
            <a:avLst/>
          </a:prstGeom>
          <a:noFill/>
          <a:ln w="9525" cap="flat" cmpd="sng">
            <a:solidFill>
              <a:schemeClr val="dk1"/>
            </a:solidFill>
            <a:prstDash val="solid"/>
            <a:round/>
            <a:headEnd type="none" w="med" len="med"/>
            <a:tailEnd type="none" w="med" len="med"/>
          </a:ln>
        </p:spPr>
      </p:cxnSp>
      <p:sp>
        <p:nvSpPr>
          <p:cNvPr id="250" name="Google Shape;250;p39"/>
          <p:cNvSpPr/>
          <p:nvPr/>
        </p:nvSpPr>
        <p:spPr>
          <a:xfrm>
            <a:off x="648085" y="2756900"/>
            <a:ext cx="350100" cy="1176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52" name="Google Shape;252;p39"/>
          <p:cNvSpPr/>
          <p:nvPr/>
        </p:nvSpPr>
        <p:spPr>
          <a:xfrm>
            <a:off x="2446335" y="2756900"/>
            <a:ext cx="350100" cy="1176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57" name="Google Shape;257;p39"/>
          <p:cNvSpPr/>
          <p:nvPr/>
        </p:nvSpPr>
        <p:spPr>
          <a:xfrm>
            <a:off x="4244585" y="2756900"/>
            <a:ext cx="350100" cy="1176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59" name="Google Shape;259;p39"/>
          <p:cNvSpPr/>
          <p:nvPr/>
        </p:nvSpPr>
        <p:spPr>
          <a:xfrm>
            <a:off x="6042835" y="2756900"/>
            <a:ext cx="350100" cy="1176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cxnSp>
        <p:nvCxnSpPr>
          <p:cNvPr id="267" name="Google Shape;267;p39"/>
          <p:cNvCxnSpPr>
            <a:stCxn id="259" idx="3"/>
          </p:cNvCxnSpPr>
          <p:nvPr/>
        </p:nvCxnSpPr>
        <p:spPr>
          <a:xfrm>
            <a:off x="6392935" y="2815700"/>
            <a:ext cx="14388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4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USE AN INFOGRAPHIC</a:t>
            </a:r>
            <a:endParaRPr/>
          </a:p>
        </p:txBody>
      </p:sp>
      <p:sp>
        <p:nvSpPr>
          <p:cNvPr id="273" name="Google Shape;273;p40"/>
          <p:cNvSpPr txBox="1"/>
          <p:nvPr/>
        </p:nvSpPr>
        <p:spPr>
          <a:xfrm>
            <a:off x="715100" y="2683250"/>
            <a:ext cx="1586100" cy="50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200">
                <a:solidFill>
                  <a:schemeClr val="dk1"/>
                </a:solidFill>
                <a:latin typeface="Kantumruy Pro"/>
                <a:ea typeface="Kantumruy Pro"/>
                <a:cs typeface="Kantumruy Pro"/>
                <a:sym typeface="Kantumruy Pro"/>
              </a:rPr>
              <a:t>MERCURY</a:t>
            </a:r>
            <a:endParaRPr sz="2200">
              <a:solidFill>
                <a:schemeClr val="dk1"/>
              </a:solidFill>
              <a:latin typeface="Kantumruy Pro"/>
              <a:ea typeface="Kantumruy Pro"/>
              <a:cs typeface="Kantumruy Pro"/>
              <a:sym typeface="Kantumruy Pro"/>
            </a:endParaRPr>
          </a:p>
        </p:txBody>
      </p:sp>
      <p:sp>
        <p:nvSpPr>
          <p:cNvPr id="274" name="Google Shape;274;p40"/>
          <p:cNvSpPr txBox="1"/>
          <p:nvPr/>
        </p:nvSpPr>
        <p:spPr>
          <a:xfrm>
            <a:off x="3244650" y="3437594"/>
            <a:ext cx="1442700" cy="50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200">
                <a:solidFill>
                  <a:schemeClr val="dk1"/>
                </a:solidFill>
                <a:latin typeface="Kantumruy Pro"/>
                <a:ea typeface="Kantumruy Pro"/>
                <a:cs typeface="Kantumruy Pro"/>
                <a:sym typeface="Kantumruy Pro"/>
              </a:rPr>
              <a:t>SATURN</a:t>
            </a:r>
            <a:endParaRPr sz="2200">
              <a:solidFill>
                <a:schemeClr val="dk1"/>
              </a:solidFill>
              <a:latin typeface="Kantumruy Pro"/>
              <a:ea typeface="Kantumruy Pro"/>
              <a:cs typeface="Kantumruy Pro"/>
              <a:sym typeface="Kantumruy Pro"/>
            </a:endParaRPr>
          </a:p>
        </p:txBody>
      </p:sp>
      <p:sp>
        <p:nvSpPr>
          <p:cNvPr id="275" name="Google Shape;275;p40"/>
          <p:cNvSpPr txBox="1"/>
          <p:nvPr/>
        </p:nvSpPr>
        <p:spPr>
          <a:xfrm>
            <a:off x="3244650" y="1640519"/>
            <a:ext cx="1442700" cy="50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200">
                <a:solidFill>
                  <a:schemeClr val="dk1"/>
                </a:solidFill>
                <a:latin typeface="Kantumruy Pro"/>
                <a:ea typeface="Kantumruy Pro"/>
                <a:cs typeface="Kantumruy Pro"/>
                <a:sym typeface="Kantumruy Pro"/>
              </a:rPr>
              <a:t>VENUS</a:t>
            </a:r>
            <a:endParaRPr sz="2200">
              <a:solidFill>
                <a:schemeClr val="dk1"/>
              </a:solidFill>
              <a:latin typeface="Kantumruy Pro"/>
              <a:ea typeface="Kantumruy Pro"/>
              <a:cs typeface="Kantumruy Pro"/>
              <a:sym typeface="Kantumruy Pro"/>
            </a:endParaRPr>
          </a:p>
        </p:txBody>
      </p:sp>
      <p:sp>
        <p:nvSpPr>
          <p:cNvPr id="276" name="Google Shape;276;p40"/>
          <p:cNvSpPr txBox="1"/>
          <p:nvPr/>
        </p:nvSpPr>
        <p:spPr>
          <a:xfrm>
            <a:off x="5789275" y="4233725"/>
            <a:ext cx="2625900" cy="40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Gudea"/>
                <a:ea typeface="Gudea"/>
                <a:cs typeface="Gudea"/>
                <a:sym typeface="Gudea"/>
              </a:rPr>
              <a:t>Mars is full of iron oxide dust</a:t>
            </a:r>
            <a:endParaRPr>
              <a:solidFill>
                <a:schemeClr val="dk1"/>
              </a:solidFill>
              <a:latin typeface="Gudea"/>
              <a:ea typeface="Gudea"/>
              <a:cs typeface="Gudea"/>
              <a:sym typeface="Gudea"/>
            </a:endParaRPr>
          </a:p>
        </p:txBody>
      </p:sp>
      <p:sp>
        <p:nvSpPr>
          <p:cNvPr id="277" name="Google Shape;277;p40"/>
          <p:cNvSpPr txBox="1"/>
          <p:nvPr/>
        </p:nvSpPr>
        <p:spPr>
          <a:xfrm>
            <a:off x="5789267" y="3930362"/>
            <a:ext cx="2625900" cy="421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200">
                <a:solidFill>
                  <a:schemeClr val="dk1"/>
                </a:solidFill>
                <a:latin typeface="Kantumruy Pro"/>
                <a:ea typeface="Kantumruy Pro"/>
                <a:cs typeface="Kantumruy Pro"/>
                <a:sym typeface="Kantumruy Pro"/>
              </a:rPr>
              <a:t>MARS</a:t>
            </a:r>
            <a:endParaRPr sz="2200">
              <a:solidFill>
                <a:schemeClr val="dk1"/>
              </a:solidFill>
              <a:latin typeface="Kantumruy Pro"/>
              <a:ea typeface="Kantumruy Pro"/>
              <a:cs typeface="Kantumruy Pro"/>
              <a:sym typeface="Kantumruy Pro"/>
            </a:endParaRPr>
          </a:p>
        </p:txBody>
      </p:sp>
      <p:sp>
        <p:nvSpPr>
          <p:cNvPr id="278" name="Google Shape;278;p40"/>
          <p:cNvSpPr txBox="1"/>
          <p:nvPr/>
        </p:nvSpPr>
        <p:spPr>
          <a:xfrm>
            <a:off x="5789275" y="3349791"/>
            <a:ext cx="2625900" cy="363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Gudea"/>
                <a:ea typeface="Gudea"/>
                <a:cs typeface="Gudea"/>
                <a:sym typeface="Gudea"/>
              </a:rPr>
              <a:t>Neptune is far away from Earth</a:t>
            </a:r>
            <a:endParaRPr>
              <a:solidFill>
                <a:schemeClr val="dk1"/>
              </a:solidFill>
              <a:latin typeface="Gudea"/>
              <a:ea typeface="Gudea"/>
              <a:cs typeface="Gudea"/>
              <a:sym typeface="Gudea"/>
            </a:endParaRPr>
          </a:p>
        </p:txBody>
      </p:sp>
      <p:sp>
        <p:nvSpPr>
          <p:cNvPr id="279" name="Google Shape;279;p40"/>
          <p:cNvSpPr txBox="1"/>
          <p:nvPr/>
        </p:nvSpPr>
        <p:spPr>
          <a:xfrm>
            <a:off x="5789267" y="3031825"/>
            <a:ext cx="2625900" cy="421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200">
                <a:solidFill>
                  <a:schemeClr val="dk1"/>
                </a:solidFill>
                <a:latin typeface="Kantumruy Pro"/>
                <a:ea typeface="Kantumruy Pro"/>
                <a:cs typeface="Kantumruy Pro"/>
                <a:sym typeface="Kantumruy Pro"/>
              </a:rPr>
              <a:t>NEPTUNE</a:t>
            </a:r>
            <a:endParaRPr sz="2200">
              <a:solidFill>
                <a:schemeClr val="dk1"/>
              </a:solidFill>
              <a:latin typeface="Kantumruy Pro"/>
              <a:ea typeface="Kantumruy Pro"/>
              <a:cs typeface="Kantumruy Pro"/>
              <a:sym typeface="Kantumruy Pro"/>
            </a:endParaRPr>
          </a:p>
        </p:txBody>
      </p:sp>
      <p:sp>
        <p:nvSpPr>
          <p:cNvPr id="280" name="Google Shape;280;p40"/>
          <p:cNvSpPr txBox="1"/>
          <p:nvPr/>
        </p:nvSpPr>
        <p:spPr>
          <a:xfrm>
            <a:off x="5789275" y="2422057"/>
            <a:ext cx="2625900" cy="40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Gudea"/>
                <a:ea typeface="Gudea"/>
                <a:cs typeface="Gudea"/>
                <a:sym typeface="Gudea"/>
              </a:rPr>
              <a:t>Jupiter is the biggest planet</a:t>
            </a:r>
            <a:endParaRPr>
              <a:solidFill>
                <a:schemeClr val="dk1"/>
              </a:solidFill>
              <a:latin typeface="Gudea"/>
              <a:ea typeface="Gudea"/>
              <a:cs typeface="Gudea"/>
              <a:sym typeface="Gudea"/>
            </a:endParaRPr>
          </a:p>
        </p:txBody>
      </p:sp>
      <p:sp>
        <p:nvSpPr>
          <p:cNvPr id="281" name="Google Shape;281;p40"/>
          <p:cNvSpPr txBox="1"/>
          <p:nvPr/>
        </p:nvSpPr>
        <p:spPr>
          <a:xfrm>
            <a:off x="5789267" y="2133287"/>
            <a:ext cx="2625900" cy="421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200">
                <a:solidFill>
                  <a:schemeClr val="dk1"/>
                </a:solidFill>
                <a:latin typeface="Kantumruy Pro"/>
                <a:ea typeface="Kantumruy Pro"/>
                <a:cs typeface="Kantumruy Pro"/>
                <a:sym typeface="Kantumruy Pro"/>
              </a:rPr>
              <a:t>JUPITER</a:t>
            </a:r>
            <a:endParaRPr sz="2200">
              <a:solidFill>
                <a:schemeClr val="dk1"/>
              </a:solidFill>
              <a:latin typeface="Kantumruy Pro"/>
              <a:ea typeface="Kantumruy Pro"/>
              <a:cs typeface="Kantumruy Pro"/>
              <a:sym typeface="Kantumruy Pro"/>
            </a:endParaRPr>
          </a:p>
        </p:txBody>
      </p:sp>
      <p:sp>
        <p:nvSpPr>
          <p:cNvPr id="282" name="Google Shape;282;p40"/>
          <p:cNvSpPr txBox="1"/>
          <p:nvPr/>
        </p:nvSpPr>
        <p:spPr>
          <a:xfrm>
            <a:off x="5789275" y="1538122"/>
            <a:ext cx="2625900" cy="363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Gudea"/>
                <a:ea typeface="Gudea"/>
                <a:cs typeface="Gudea"/>
                <a:sym typeface="Gudea"/>
              </a:rPr>
              <a:t>Earth is a planet that has life</a:t>
            </a:r>
            <a:endParaRPr>
              <a:solidFill>
                <a:schemeClr val="dk1"/>
              </a:solidFill>
              <a:latin typeface="Gudea"/>
              <a:ea typeface="Gudea"/>
              <a:cs typeface="Gudea"/>
              <a:sym typeface="Gudea"/>
            </a:endParaRPr>
          </a:p>
        </p:txBody>
      </p:sp>
      <p:sp>
        <p:nvSpPr>
          <p:cNvPr id="283" name="Google Shape;283;p40"/>
          <p:cNvSpPr txBox="1"/>
          <p:nvPr/>
        </p:nvSpPr>
        <p:spPr>
          <a:xfrm>
            <a:off x="5789267" y="1234750"/>
            <a:ext cx="2625900" cy="421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200">
                <a:solidFill>
                  <a:schemeClr val="dk1"/>
                </a:solidFill>
                <a:latin typeface="Kantumruy Pro"/>
                <a:ea typeface="Kantumruy Pro"/>
                <a:cs typeface="Kantumruy Pro"/>
                <a:sym typeface="Kantumruy Pro"/>
              </a:rPr>
              <a:t>EARTH</a:t>
            </a:r>
            <a:endParaRPr sz="2200">
              <a:solidFill>
                <a:schemeClr val="dk1"/>
              </a:solidFill>
              <a:latin typeface="Kantumruy Pro"/>
              <a:ea typeface="Kantumruy Pro"/>
              <a:cs typeface="Kantumruy Pro"/>
              <a:sym typeface="Kantumruy Pro"/>
            </a:endParaRPr>
          </a:p>
        </p:txBody>
      </p:sp>
      <p:cxnSp>
        <p:nvCxnSpPr>
          <p:cNvPr id="284" name="Google Shape;284;p40"/>
          <p:cNvCxnSpPr>
            <a:stCxn id="273" idx="3"/>
            <a:endCxn id="275" idx="1"/>
          </p:cNvCxnSpPr>
          <p:nvPr/>
        </p:nvCxnSpPr>
        <p:spPr>
          <a:xfrm rot="10800000" flipH="1">
            <a:off x="2301200" y="1894700"/>
            <a:ext cx="943500" cy="1042800"/>
          </a:xfrm>
          <a:prstGeom prst="bentConnector3">
            <a:avLst>
              <a:gd name="adj1" fmla="val 49997"/>
            </a:avLst>
          </a:prstGeom>
          <a:noFill/>
          <a:ln w="9525" cap="flat" cmpd="sng">
            <a:solidFill>
              <a:schemeClr val="dk1"/>
            </a:solidFill>
            <a:prstDash val="solid"/>
            <a:round/>
            <a:headEnd type="none" w="med" len="med"/>
            <a:tailEnd type="none" w="med" len="med"/>
          </a:ln>
        </p:spPr>
      </p:cxnSp>
      <p:cxnSp>
        <p:nvCxnSpPr>
          <p:cNvPr id="285" name="Google Shape;285;p40"/>
          <p:cNvCxnSpPr>
            <a:stCxn id="273" idx="3"/>
            <a:endCxn id="274" idx="1"/>
          </p:cNvCxnSpPr>
          <p:nvPr/>
        </p:nvCxnSpPr>
        <p:spPr>
          <a:xfrm>
            <a:off x="2301200" y="2937500"/>
            <a:ext cx="943500" cy="754200"/>
          </a:xfrm>
          <a:prstGeom prst="bentConnector3">
            <a:avLst>
              <a:gd name="adj1" fmla="val 49997"/>
            </a:avLst>
          </a:prstGeom>
          <a:noFill/>
          <a:ln w="9525" cap="flat" cmpd="sng">
            <a:solidFill>
              <a:schemeClr val="dk1"/>
            </a:solidFill>
            <a:prstDash val="solid"/>
            <a:round/>
            <a:headEnd type="none" w="med" len="med"/>
            <a:tailEnd type="none" w="med" len="med"/>
          </a:ln>
        </p:spPr>
      </p:cxnSp>
      <p:cxnSp>
        <p:nvCxnSpPr>
          <p:cNvPr id="286" name="Google Shape;286;p40"/>
          <p:cNvCxnSpPr>
            <a:stCxn id="275" idx="3"/>
            <a:endCxn id="283" idx="1"/>
          </p:cNvCxnSpPr>
          <p:nvPr/>
        </p:nvCxnSpPr>
        <p:spPr>
          <a:xfrm rot="10800000" flipH="1">
            <a:off x="4687350" y="1445369"/>
            <a:ext cx="1101900" cy="449400"/>
          </a:xfrm>
          <a:prstGeom prst="bentConnector3">
            <a:avLst>
              <a:gd name="adj1" fmla="val 50001"/>
            </a:avLst>
          </a:prstGeom>
          <a:noFill/>
          <a:ln w="9525" cap="flat" cmpd="sng">
            <a:solidFill>
              <a:schemeClr val="dk1"/>
            </a:solidFill>
            <a:prstDash val="solid"/>
            <a:round/>
            <a:headEnd type="none" w="med" len="med"/>
            <a:tailEnd type="none" w="med" len="med"/>
          </a:ln>
        </p:spPr>
      </p:cxnSp>
      <p:cxnSp>
        <p:nvCxnSpPr>
          <p:cNvPr id="287" name="Google Shape;287;p40"/>
          <p:cNvCxnSpPr>
            <a:stCxn id="275" idx="3"/>
            <a:endCxn id="281" idx="1"/>
          </p:cNvCxnSpPr>
          <p:nvPr/>
        </p:nvCxnSpPr>
        <p:spPr>
          <a:xfrm>
            <a:off x="4687350" y="1894769"/>
            <a:ext cx="1101900" cy="449400"/>
          </a:xfrm>
          <a:prstGeom prst="bentConnector3">
            <a:avLst>
              <a:gd name="adj1" fmla="val 50001"/>
            </a:avLst>
          </a:prstGeom>
          <a:noFill/>
          <a:ln w="9525" cap="flat" cmpd="sng">
            <a:solidFill>
              <a:schemeClr val="dk1"/>
            </a:solidFill>
            <a:prstDash val="solid"/>
            <a:round/>
            <a:headEnd type="none" w="med" len="med"/>
            <a:tailEnd type="none" w="med" len="med"/>
          </a:ln>
        </p:spPr>
      </p:cxnSp>
      <p:cxnSp>
        <p:nvCxnSpPr>
          <p:cNvPr id="288" name="Google Shape;288;p40"/>
          <p:cNvCxnSpPr>
            <a:stCxn id="274" idx="3"/>
            <a:endCxn id="279" idx="1"/>
          </p:cNvCxnSpPr>
          <p:nvPr/>
        </p:nvCxnSpPr>
        <p:spPr>
          <a:xfrm rot="10800000" flipH="1">
            <a:off x="4687350" y="3242444"/>
            <a:ext cx="1101900" cy="449400"/>
          </a:xfrm>
          <a:prstGeom prst="bentConnector3">
            <a:avLst>
              <a:gd name="adj1" fmla="val 50001"/>
            </a:avLst>
          </a:prstGeom>
          <a:noFill/>
          <a:ln w="9525" cap="flat" cmpd="sng">
            <a:solidFill>
              <a:schemeClr val="dk1"/>
            </a:solidFill>
            <a:prstDash val="solid"/>
            <a:round/>
            <a:headEnd type="none" w="med" len="med"/>
            <a:tailEnd type="none" w="med" len="med"/>
          </a:ln>
        </p:spPr>
      </p:cxnSp>
      <p:cxnSp>
        <p:nvCxnSpPr>
          <p:cNvPr id="289" name="Google Shape;289;p40"/>
          <p:cNvCxnSpPr>
            <a:stCxn id="274" idx="3"/>
            <a:endCxn id="277" idx="1"/>
          </p:cNvCxnSpPr>
          <p:nvPr/>
        </p:nvCxnSpPr>
        <p:spPr>
          <a:xfrm>
            <a:off x="4687350" y="3691844"/>
            <a:ext cx="1101900" cy="449400"/>
          </a:xfrm>
          <a:prstGeom prst="bentConnector3">
            <a:avLst>
              <a:gd name="adj1" fmla="val 5000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REPRESENT YOUR DATA HERE</a:t>
            </a:r>
            <a:endParaRPr/>
          </a:p>
        </p:txBody>
      </p:sp>
      <p:sp>
        <p:nvSpPr>
          <p:cNvPr id="295" name="Google Shape;295;p41"/>
          <p:cNvSpPr txBox="1"/>
          <p:nvPr/>
        </p:nvSpPr>
        <p:spPr>
          <a:xfrm>
            <a:off x="714225" y="4433600"/>
            <a:ext cx="7704000" cy="246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Gudea"/>
                <a:ea typeface="Gudea"/>
                <a:cs typeface="Gudea"/>
                <a:sym typeface="Gudea"/>
              </a:rPr>
              <a:t>Follow the link in the graph to modify its data and then paste the new one here. </a:t>
            </a:r>
            <a:r>
              <a:rPr lang="en" sz="1000" b="1" u="sng">
                <a:solidFill>
                  <a:schemeClr val="dk1"/>
                </a:solidFill>
                <a:latin typeface="Gudea"/>
                <a:ea typeface="Gudea"/>
                <a:cs typeface="Gudea"/>
                <a:sym typeface="Gudea"/>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here</a:t>
            </a:r>
            <a:endParaRPr sz="1000" b="1" u="sng">
              <a:solidFill>
                <a:schemeClr val="dk1"/>
              </a:solidFill>
              <a:latin typeface="Gudea"/>
              <a:ea typeface="Gudea"/>
              <a:cs typeface="Gudea"/>
              <a:sym typeface="Gudea"/>
            </a:endParaRPr>
          </a:p>
        </p:txBody>
      </p:sp>
      <p:sp>
        <p:nvSpPr>
          <p:cNvPr id="296" name="Google Shape;296;p41"/>
          <p:cNvSpPr txBox="1"/>
          <p:nvPr/>
        </p:nvSpPr>
        <p:spPr>
          <a:xfrm>
            <a:off x="1159780" y="1265250"/>
            <a:ext cx="2623800" cy="409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300">
                <a:solidFill>
                  <a:schemeClr val="dk1"/>
                </a:solidFill>
                <a:latin typeface="Kantumruy Pro"/>
                <a:ea typeface="Kantumruy Pro"/>
                <a:cs typeface="Kantumruy Pro"/>
                <a:sym typeface="Kantumruy Pro"/>
              </a:rPr>
              <a:t>MARS</a:t>
            </a:r>
            <a:endParaRPr sz="2300">
              <a:solidFill>
                <a:schemeClr val="dk1"/>
              </a:solidFill>
              <a:latin typeface="Kantumruy Pro"/>
              <a:ea typeface="Kantumruy Pro"/>
              <a:cs typeface="Kantumruy Pro"/>
              <a:sym typeface="Kantumruy Pro"/>
            </a:endParaRPr>
          </a:p>
        </p:txBody>
      </p:sp>
      <p:sp>
        <p:nvSpPr>
          <p:cNvPr id="297" name="Google Shape;297;p41"/>
          <p:cNvSpPr txBox="1"/>
          <p:nvPr/>
        </p:nvSpPr>
        <p:spPr>
          <a:xfrm>
            <a:off x="1159775" y="1598326"/>
            <a:ext cx="2623800" cy="60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Gudea"/>
                <a:ea typeface="Gudea"/>
                <a:cs typeface="Gudea"/>
                <a:sym typeface="Gudea"/>
              </a:rPr>
              <a:t>Despite being red, Mars is actually a cold place</a:t>
            </a:r>
            <a:endParaRPr>
              <a:solidFill>
                <a:schemeClr val="dk1"/>
              </a:solidFill>
              <a:latin typeface="Gudea"/>
              <a:ea typeface="Gudea"/>
              <a:cs typeface="Gudea"/>
              <a:sym typeface="Gudea"/>
            </a:endParaRPr>
          </a:p>
        </p:txBody>
      </p:sp>
      <p:sp>
        <p:nvSpPr>
          <p:cNvPr id="298" name="Google Shape;298;p41"/>
          <p:cNvSpPr txBox="1"/>
          <p:nvPr/>
        </p:nvSpPr>
        <p:spPr>
          <a:xfrm>
            <a:off x="1159785" y="2208228"/>
            <a:ext cx="2623800" cy="409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300">
                <a:solidFill>
                  <a:schemeClr val="dk1"/>
                </a:solidFill>
                <a:latin typeface="Kantumruy Pro"/>
                <a:ea typeface="Kantumruy Pro"/>
                <a:cs typeface="Kantumruy Pro"/>
                <a:sym typeface="Kantumruy Pro"/>
              </a:rPr>
              <a:t>NEPTUNE</a:t>
            </a:r>
            <a:endParaRPr sz="2300">
              <a:solidFill>
                <a:schemeClr val="dk1"/>
              </a:solidFill>
              <a:latin typeface="Kantumruy Pro"/>
              <a:ea typeface="Kantumruy Pro"/>
              <a:cs typeface="Kantumruy Pro"/>
              <a:sym typeface="Kantumruy Pro"/>
            </a:endParaRPr>
          </a:p>
        </p:txBody>
      </p:sp>
      <p:sp>
        <p:nvSpPr>
          <p:cNvPr id="299" name="Google Shape;299;p41"/>
          <p:cNvSpPr txBox="1"/>
          <p:nvPr/>
        </p:nvSpPr>
        <p:spPr>
          <a:xfrm>
            <a:off x="1159775" y="2541225"/>
            <a:ext cx="2623800" cy="60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Gudea"/>
                <a:ea typeface="Gudea"/>
                <a:cs typeface="Gudea"/>
                <a:sym typeface="Gudea"/>
              </a:rPr>
              <a:t>Neptune is the farthest planet from the Sun</a:t>
            </a:r>
            <a:endParaRPr>
              <a:solidFill>
                <a:schemeClr val="dk1"/>
              </a:solidFill>
              <a:latin typeface="Gudea"/>
              <a:ea typeface="Gudea"/>
              <a:cs typeface="Gudea"/>
              <a:sym typeface="Gudea"/>
            </a:endParaRPr>
          </a:p>
        </p:txBody>
      </p:sp>
      <p:graphicFrame>
        <p:nvGraphicFramePr>
          <p:cNvPr id="300" name="Google Shape;300;p41"/>
          <p:cNvGraphicFramePr/>
          <p:nvPr/>
        </p:nvGraphicFramePr>
        <p:xfrm>
          <a:off x="720000" y="3328950"/>
          <a:ext cx="3000000" cy="3000000"/>
        </p:xfrm>
        <a:graphic>
          <a:graphicData uri="http://schemas.openxmlformats.org/drawingml/2006/table">
            <a:tbl>
              <a:tblPr>
                <a:noFill/>
                <a:tableStyleId>{5E3343C0-9327-4719-B3FF-5BA51FE2F08A}</a:tableStyleId>
              </a:tblPr>
              <a:tblGrid>
                <a:gridCol w="2568000">
                  <a:extLst>
                    <a:ext uri="{9D8B030D-6E8A-4147-A177-3AD203B41FA5}">
                      <a16:colId xmlns:a16="http://schemas.microsoft.com/office/drawing/2014/main" val="20000"/>
                    </a:ext>
                  </a:extLst>
                </a:gridCol>
                <a:gridCol w="2568000">
                  <a:extLst>
                    <a:ext uri="{9D8B030D-6E8A-4147-A177-3AD203B41FA5}">
                      <a16:colId xmlns:a16="http://schemas.microsoft.com/office/drawing/2014/main" val="20001"/>
                    </a:ext>
                  </a:extLst>
                </a:gridCol>
                <a:gridCol w="2568000">
                  <a:extLst>
                    <a:ext uri="{9D8B030D-6E8A-4147-A177-3AD203B41FA5}">
                      <a16:colId xmlns:a16="http://schemas.microsoft.com/office/drawing/2014/main" val="20002"/>
                    </a:ext>
                  </a:extLst>
                </a:gridCol>
              </a:tblGrid>
              <a:tr h="270950">
                <a:tc>
                  <a:txBody>
                    <a:bodyPr/>
                    <a:lstStyle/>
                    <a:p>
                      <a:pPr marL="0" lvl="0" indent="0" algn="l" rtl="0">
                        <a:spcBef>
                          <a:spcPts val="0"/>
                        </a:spcBef>
                        <a:spcAft>
                          <a:spcPts val="0"/>
                        </a:spcAft>
                        <a:buNone/>
                      </a:pPr>
                      <a:r>
                        <a:rPr lang="en" sz="1800">
                          <a:solidFill>
                            <a:schemeClr val="dk1"/>
                          </a:solidFill>
                          <a:latin typeface="Kantumruy Pro"/>
                          <a:ea typeface="Kantumruy Pro"/>
                          <a:cs typeface="Kantumruy Pro"/>
                          <a:sym typeface="Kantumruy Pro"/>
                        </a:rPr>
                        <a:t>MERCURY</a:t>
                      </a:r>
                      <a:endParaRPr sz="1800">
                        <a:solidFill>
                          <a:schemeClr val="dk1"/>
                        </a:solidFill>
                        <a:latin typeface="Kantumruy Pro"/>
                        <a:ea typeface="Kantumruy Pro"/>
                        <a:cs typeface="Kantumruy Pro"/>
                        <a:sym typeface="Kantumruy Pro"/>
                      </a:endParaRPr>
                    </a:p>
                  </a:txBody>
                  <a:tcPr marL="91425" marR="91425" marT="45700" marB="45700"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800">
                          <a:solidFill>
                            <a:schemeClr val="dk1"/>
                          </a:solidFill>
                          <a:latin typeface="Kantumruy Pro"/>
                          <a:ea typeface="Kantumruy Pro"/>
                          <a:cs typeface="Kantumruy Pro"/>
                          <a:sym typeface="Kantumruy Pro"/>
                        </a:rPr>
                        <a:t>EARTH</a:t>
                      </a:r>
                      <a:endParaRPr sz="1800">
                        <a:solidFill>
                          <a:schemeClr val="dk1"/>
                        </a:solidFill>
                        <a:latin typeface="Kantumruy Pro"/>
                        <a:ea typeface="Kantumruy Pro"/>
                        <a:cs typeface="Kantumruy Pro"/>
                        <a:sym typeface="Kantumruy Pro"/>
                      </a:endParaRPr>
                    </a:p>
                  </a:txBody>
                  <a:tcPr marL="91425" marR="91425" marT="45700" marB="457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800">
                          <a:solidFill>
                            <a:schemeClr val="dk1"/>
                          </a:solidFill>
                          <a:latin typeface="Kantumruy Pro"/>
                          <a:ea typeface="Kantumruy Pro"/>
                          <a:cs typeface="Kantumruy Pro"/>
                          <a:sym typeface="Kantumruy Pro"/>
                        </a:rPr>
                        <a:t>JUPITER</a:t>
                      </a:r>
                      <a:endParaRPr sz="1800">
                        <a:solidFill>
                          <a:schemeClr val="dk1"/>
                        </a:solidFill>
                        <a:latin typeface="Kantumruy Pro"/>
                        <a:ea typeface="Kantumruy Pro"/>
                        <a:cs typeface="Kantumruy Pro"/>
                        <a:sym typeface="Kantumruy Pro"/>
                      </a:endParaRPr>
                    </a:p>
                  </a:txBody>
                  <a:tcPr marL="91425" marR="91425" marT="45700" marB="45700" anchor="ctr">
                    <a:lnL w="9525" cap="flat" cmpd="sng">
                      <a:solidFill>
                        <a:schemeClr val="dk1"/>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18675">
                <a:tc>
                  <a:txBody>
                    <a:bodyPr/>
                    <a:lstStyle/>
                    <a:p>
                      <a:pPr marL="0" lvl="0" indent="0" algn="l" rtl="0">
                        <a:spcBef>
                          <a:spcPts val="0"/>
                        </a:spcBef>
                        <a:spcAft>
                          <a:spcPts val="0"/>
                        </a:spcAft>
                        <a:buNone/>
                      </a:pPr>
                      <a:r>
                        <a:rPr lang="en">
                          <a:solidFill>
                            <a:schemeClr val="dk1"/>
                          </a:solidFill>
                          <a:latin typeface="Gudea"/>
                          <a:ea typeface="Gudea"/>
                          <a:cs typeface="Gudea"/>
                          <a:sym typeface="Gudea"/>
                        </a:rPr>
                        <a:t>Venus</a:t>
                      </a:r>
                      <a:endParaRPr>
                        <a:solidFill>
                          <a:schemeClr val="dk1"/>
                        </a:solidFill>
                        <a:latin typeface="Gudea"/>
                        <a:ea typeface="Gudea"/>
                        <a:cs typeface="Gudea"/>
                        <a:sym typeface="Gudea"/>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100">
                          <a:solidFill>
                            <a:schemeClr val="dk1"/>
                          </a:solidFill>
                          <a:latin typeface="Gudea"/>
                          <a:ea typeface="Gudea"/>
                          <a:cs typeface="Gudea"/>
                          <a:sym typeface="Gudea"/>
                        </a:rPr>
                        <a:t>XX</a:t>
                      </a:r>
                      <a:endParaRPr>
                        <a:solidFill>
                          <a:schemeClr val="dk1"/>
                        </a:solidFill>
                        <a:latin typeface="Gudea"/>
                        <a:ea typeface="Gudea"/>
                        <a:cs typeface="Gudea"/>
                        <a:sym typeface="Gudea"/>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100">
                          <a:solidFill>
                            <a:schemeClr val="dk1"/>
                          </a:solidFill>
                          <a:latin typeface="Gudea"/>
                          <a:ea typeface="Gudea"/>
                          <a:cs typeface="Gudea"/>
                          <a:sym typeface="Gudea"/>
                        </a:rPr>
                        <a:t>XX</a:t>
                      </a:r>
                      <a:endParaRPr>
                        <a:solidFill>
                          <a:schemeClr val="dk1"/>
                        </a:solidFill>
                        <a:latin typeface="Gudea"/>
                        <a:ea typeface="Gudea"/>
                        <a:cs typeface="Gudea"/>
                        <a:sym typeface="Gudea"/>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218675">
                <a:tc>
                  <a:txBody>
                    <a:bodyPr/>
                    <a:lstStyle/>
                    <a:p>
                      <a:pPr marL="0" lvl="0" indent="0" algn="l" rtl="0">
                        <a:spcBef>
                          <a:spcPts val="0"/>
                        </a:spcBef>
                        <a:spcAft>
                          <a:spcPts val="0"/>
                        </a:spcAft>
                        <a:buNone/>
                      </a:pPr>
                      <a:r>
                        <a:rPr lang="en">
                          <a:solidFill>
                            <a:schemeClr val="dk1"/>
                          </a:solidFill>
                          <a:latin typeface="Gudea"/>
                          <a:ea typeface="Gudea"/>
                          <a:cs typeface="Gudea"/>
                          <a:sym typeface="Gudea"/>
                        </a:rPr>
                        <a:t>Mars</a:t>
                      </a:r>
                      <a:endParaRPr>
                        <a:solidFill>
                          <a:schemeClr val="dk1"/>
                        </a:solidFill>
                        <a:latin typeface="Gudea"/>
                        <a:ea typeface="Gudea"/>
                        <a:cs typeface="Gudea"/>
                        <a:sym typeface="Gudea"/>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100">
                          <a:solidFill>
                            <a:schemeClr val="dk1"/>
                          </a:solidFill>
                          <a:latin typeface="Gudea"/>
                          <a:ea typeface="Gudea"/>
                          <a:cs typeface="Gudea"/>
                          <a:sym typeface="Gudea"/>
                        </a:rPr>
                        <a:t>XX</a:t>
                      </a:r>
                      <a:endParaRPr>
                        <a:solidFill>
                          <a:schemeClr val="dk1"/>
                        </a:solidFill>
                        <a:latin typeface="Gudea"/>
                        <a:ea typeface="Gudea"/>
                        <a:cs typeface="Gudea"/>
                        <a:sym typeface="Gudea"/>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100">
                          <a:solidFill>
                            <a:schemeClr val="dk1"/>
                          </a:solidFill>
                          <a:latin typeface="Gudea"/>
                          <a:ea typeface="Gudea"/>
                          <a:cs typeface="Gudea"/>
                          <a:sym typeface="Gudea"/>
                        </a:rPr>
                        <a:t>XX</a:t>
                      </a:r>
                      <a:endParaRPr>
                        <a:solidFill>
                          <a:schemeClr val="dk1"/>
                        </a:solidFill>
                        <a:latin typeface="Gudea"/>
                        <a:ea typeface="Gudea"/>
                        <a:cs typeface="Gudea"/>
                        <a:sym typeface="Gudea"/>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218675">
                <a:tc>
                  <a:txBody>
                    <a:bodyPr/>
                    <a:lstStyle/>
                    <a:p>
                      <a:pPr marL="0" lvl="0" indent="0" algn="l" rtl="0">
                        <a:spcBef>
                          <a:spcPts val="0"/>
                        </a:spcBef>
                        <a:spcAft>
                          <a:spcPts val="0"/>
                        </a:spcAft>
                        <a:buNone/>
                      </a:pPr>
                      <a:r>
                        <a:rPr lang="en">
                          <a:solidFill>
                            <a:schemeClr val="dk1"/>
                          </a:solidFill>
                          <a:latin typeface="Gudea"/>
                          <a:ea typeface="Gudea"/>
                          <a:cs typeface="Gudea"/>
                          <a:sym typeface="Gudea"/>
                        </a:rPr>
                        <a:t>Saturn</a:t>
                      </a:r>
                      <a:endParaRPr>
                        <a:solidFill>
                          <a:schemeClr val="dk1"/>
                        </a:solidFill>
                        <a:latin typeface="Gudea"/>
                        <a:ea typeface="Gudea"/>
                        <a:cs typeface="Gudea"/>
                        <a:sym typeface="Gudea"/>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l" rtl="0">
                        <a:spcBef>
                          <a:spcPts val="0"/>
                        </a:spcBef>
                        <a:spcAft>
                          <a:spcPts val="0"/>
                        </a:spcAft>
                        <a:buNone/>
                      </a:pPr>
                      <a:r>
                        <a:rPr lang="en" sz="1100">
                          <a:solidFill>
                            <a:schemeClr val="dk1"/>
                          </a:solidFill>
                          <a:latin typeface="Gudea"/>
                          <a:ea typeface="Gudea"/>
                          <a:cs typeface="Gudea"/>
                          <a:sym typeface="Gudea"/>
                        </a:rPr>
                        <a:t>XX</a:t>
                      </a:r>
                      <a:endParaRPr>
                        <a:solidFill>
                          <a:schemeClr val="dk1"/>
                        </a:solidFill>
                        <a:latin typeface="Gudea"/>
                        <a:ea typeface="Gudea"/>
                        <a:cs typeface="Gudea"/>
                        <a:sym typeface="Gudea"/>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l" rtl="0">
                        <a:spcBef>
                          <a:spcPts val="0"/>
                        </a:spcBef>
                        <a:spcAft>
                          <a:spcPts val="0"/>
                        </a:spcAft>
                        <a:buNone/>
                      </a:pPr>
                      <a:r>
                        <a:rPr lang="en" sz="1100">
                          <a:solidFill>
                            <a:schemeClr val="dk1"/>
                          </a:solidFill>
                          <a:latin typeface="Gudea"/>
                          <a:ea typeface="Gudea"/>
                          <a:cs typeface="Gudea"/>
                          <a:sym typeface="Gudea"/>
                        </a:rPr>
                        <a:t>XX</a:t>
                      </a:r>
                      <a:endParaRPr>
                        <a:solidFill>
                          <a:schemeClr val="dk1"/>
                        </a:solidFill>
                        <a:latin typeface="Gudea"/>
                        <a:ea typeface="Gudea"/>
                        <a:cs typeface="Gudea"/>
                        <a:sym typeface="Gudea"/>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301" name="Google Shape;301;p41"/>
          <p:cNvSpPr/>
          <p:nvPr/>
        </p:nvSpPr>
        <p:spPr>
          <a:xfrm>
            <a:off x="720000" y="1411050"/>
            <a:ext cx="350100" cy="1176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02" name="Google Shape;302;p41"/>
          <p:cNvSpPr/>
          <p:nvPr/>
        </p:nvSpPr>
        <p:spPr>
          <a:xfrm>
            <a:off x="720000" y="2354025"/>
            <a:ext cx="350100" cy="117600"/>
          </a:xfrm>
          <a:prstGeom prst="roundRect">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pic>
        <p:nvPicPr>
          <p:cNvPr id="303" name="Google Shape;303;p41" title="Chart">
            <a:hlinkClick r:id="rId4"/>
          </p:cNvPr>
          <p:cNvPicPr preferRelativeResize="0"/>
          <p:nvPr/>
        </p:nvPicPr>
        <p:blipFill>
          <a:blip r:embed="rId5">
            <a:alphaModFix/>
          </a:blip>
          <a:stretch>
            <a:fillRect/>
          </a:stretch>
        </p:blipFill>
        <p:spPr>
          <a:xfrm>
            <a:off x="4094925" y="1017725"/>
            <a:ext cx="4335851" cy="223162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9" name="Google Shape;309;p42"/>
          <p:cNvSpPr txBox="1">
            <a:spLocks noGrp="1"/>
          </p:cNvSpPr>
          <p:nvPr>
            <p:ph type="title"/>
          </p:nvPr>
        </p:nvSpPr>
        <p:spPr>
          <a:xfrm>
            <a:off x="713225" y="3539825"/>
            <a:ext cx="3116100" cy="75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333,000</a:t>
            </a:r>
            <a:endParaRPr/>
          </a:p>
        </p:txBody>
      </p:sp>
      <p:sp>
        <p:nvSpPr>
          <p:cNvPr id="310" name="Google Shape;310;p42"/>
          <p:cNvSpPr txBox="1">
            <a:spLocks noGrp="1"/>
          </p:cNvSpPr>
          <p:nvPr>
            <p:ph type="subTitle" idx="1"/>
          </p:nvPr>
        </p:nvSpPr>
        <p:spPr>
          <a:xfrm>
            <a:off x="713225" y="4294700"/>
            <a:ext cx="3116100" cy="30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Sun’s mass compared to Earth’s</a:t>
            </a:r>
            <a:endParaRPr/>
          </a:p>
        </p:txBody>
      </p:sp>
      <p:sp>
        <p:nvSpPr>
          <p:cNvPr id="311" name="Google Shape;311;p42"/>
          <p:cNvSpPr txBox="1">
            <a:spLocks noGrp="1"/>
          </p:cNvSpPr>
          <p:nvPr>
            <p:ph type="title" idx="3"/>
          </p:nvPr>
        </p:nvSpPr>
        <p:spPr>
          <a:xfrm>
            <a:off x="5314675" y="3539825"/>
            <a:ext cx="3116100" cy="75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386,000 km</a:t>
            </a:r>
            <a:endParaRPr/>
          </a:p>
        </p:txBody>
      </p:sp>
      <p:sp>
        <p:nvSpPr>
          <p:cNvPr id="312" name="Google Shape;312;p42"/>
          <p:cNvSpPr txBox="1">
            <a:spLocks noGrp="1"/>
          </p:cNvSpPr>
          <p:nvPr>
            <p:ph type="subTitle" idx="4"/>
          </p:nvPr>
        </p:nvSpPr>
        <p:spPr>
          <a:xfrm>
            <a:off x="5314675" y="4294625"/>
            <a:ext cx="3116100" cy="30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Distance between Earth and the Moon</a:t>
            </a:r>
            <a:endParaRPr/>
          </a:p>
        </p:txBody>
      </p:sp>
      <p:sp>
        <p:nvSpPr>
          <p:cNvPr id="313" name="Google Shape;313;p42"/>
          <p:cNvSpPr/>
          <p:nvPr/>
        </p:nvSpPr>
        <p:spPr>
          <a:xfrm>
            <a:off x="176850" y="212175"/>
            <a:ext cx="350100" cy="1176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 name="Рисунок 1"/>
          <p:cNvSpPr>
            <a:spLocks noGrp="1"/>
          </p:cNvSpPr>
          <p:nvPr>
            <p:ph type="pic" idx="2"/>
          </p:nvPr>
        </p:nvSpPr>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43"/>
          <p:cNvSpPr txBox="1">
            <a:spLocks noGrp="1"/>
          </p:cNvSpPr>
          <p:nvPr>
            <p:ph type="title"/>
          </p:nvPr>
        </p:nvSpPr>
        <p:spPr>
          <a:xfrm>
            <a:off x="713225" y="539500"/>
            <a:ext cx="3893100" cy="105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THANKS!</a:t>
            </a:r>
            <a:endParaRPr/>
          </a:p>
        </p:txBody>
      </p:sp>
      <p:sp>
        <p:nvSpPr>
          <p:cNvPr id="319" name="Google Shape;319;p43"/>
          <p:cNvSpPr txBox="1">
            <a:spLocks noGrp="1"/>
          </p:cNvSpPr>
          <p:nvPr>
            <p:ph type="subTitle" idx="1"/>
          </p:nvPr>
        </p:nvSpPr>
        <p:spPr>
          <a:xfrm>
            <a:off x="713225" y="1684350"/>
            <a:ext cx="3583200" cy="123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Do you have any questions?</a:t>
            </a:r>
            <a:endParaRPr/>
          </a:p>
          <a:p>
            <a:pPr marL="0" lvl="0" indent="0" algn="l" rtl="0">
              <a:spcBef>
                <a:spcPts val="1000"/>
              </a:spcBef>
              <a:spcAft>
                <a:spcPts val="0"/>
              </a:spcAft>
              <a:buNone/>
            </a:pPr>
            <a:r>
              <a:rPr lang="en"/>
              <a:t>youremail@freepik.com</a:t>
            </a:r>
            <a:endParaRPr/>
          </a:p>
          <a:p>
            <a:pPr marL="0" lvl="0" indent="0" algn="l" rtl="0">
              <a:spcBef>
                <a:spcPts val="0"/>
              </a:spcBef>
              <a:spcAft>
                <a:spcPts val="0"/>
              </a:spcAft>
              <a:buNone/>
            </a:pPr>
            <a:r>
              <a:rPr lang="en"/>
              <a:t>+34 654 321 432</a:t>
            </a:r>
            <a:endParaRPr/>
          </a:p>
          <a:p>
            <a:pPr marL="0" lvl="0" indent="0" algn="l" rtl="0">
              <a:spcBef>
                <a:spcPts val="0"/>
              </a:spcBef>
              <a:spcAft>
                <a:spcPts val="0"/>
              </a:spcAft>
              <a:buNone/>
            </a:pPr>
            <a:r>
              <a:rPr lang="en"/>
              <a:t>yourwebsite.com</a:t>
            </a:r>
            <a:endParaRPr/>
          </a:p>
        </p:txBody>
      </p:sp>
      <p:sp>
        <p:nvSpPr>
          <p:cNvPr id="320" name="Google Shape;320;p43"/>
          <p:cNvSpPr txBox="1"/>
          <p:nvPr/>
        </p:nvSpPr>
        <p:spPr>
          <a:xfrm>
            <a:off x="713225" y="4336150"/>
            <a:ext cx="3765300" cy="260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200">
                <a:solidFill>
                  <a:schemeClr val="dk1"/>
                </a:solidFill>
                <a:latin typeface="Gudea"/>
                <a:ea typeface="Gudea"/>
                <a:cs typeface="Gudea"/>
                <a:sym typeface="Gudea"/>
              </a:rPr>
              <a:t>Please keep this slide for attribution</a:t>
            </a:r>
            <a:endParaRPr sz="1200">
              <a:solidFill>
                <a:schemeClr val="dk1"/>
              </a:solidFill>
              <a:latin typeface="Gudea"/>
              <a:ea typeface="Gudea"/>
              <a:cs typeface="Gudea"/>
              <a:sym typeface="Gudea"/>
            </a:endParaRPr>
          </a:p>
        </p:txBody>
      </p:sp>
      <p:sp>
        <p:nvSpPr>
          <p:cNvPr id="321" name="Google Shape;321;p43"/>
          <p:cNvSpPr/>
          <p:nvPr/>
        </p:nvSpPr>
        <p:spPr>
          <a:xfrm>
            <a:off x="713225" y="3002851"/>
            <a:ext cx="349611" cy="349997"/>
          </a:xfrm>
          <a:custGeom>
            <a:avLst/>
            <a:gdLst/>
            <a:ahLst/>
            <a:cxnLst/>
            <a:rect l="l" t="t" r="r" b="b"/>
            <a:pathLst>
              <a:path w="10860" h="10872" extrusionOk="0">
                <a:moveTo>
                  <a:pt x="5430" y="1"/>
                </a:moveTo>
                <a:cubicBezTo>
                  <a:pt x="3990" y="1"/>
                  <a:pt x="2608" y="560"/>
                  <a:pt x="1596" y="1584"/>
                </a:cubicBezTo>
                <a:cubicBezTo>
                  <a:pt x="561" y="2620"/>
                  <a:pt x="1" y="3989"/>
                  <a:pt x="1" y="5430"/>
                </a:cubicBezTo>
                <a:cubicBezTo>
                  <a:pt x="1" y="6561"/>
                  <a:pt x="346" y="7645"/>
                  <a:pt x="1001" y="8573"/>
                </a:cubicBezTo>
                <a:cubicBezTo>
                  <a:pt x="1632" y="9466"/>
                  <a:pt x="2513" y="10145"/>
                  <a:pt x="3537" y="10538"/>
                </a:cubicBezTo>
                <a:cubicBezTo>
                  <a:pt x="3559" y="10544"/>
                  <a:pt x="3579" y="10547"/>
                  <a:pt x="3599" y="10547"/>
                </a:cubicBezTo>
                <a:cubicBezTo>
                  <a:pt x="3656" y="10547"/>
                  <a:pt x="3704" y="10522"/>
                  <a:pt x="3740" y="10478"/>
                </a:cubicBezTo>
                <a:cubicBezTo>
                  <a:pt x="3763" y="10443"/>
                  <a:pt x="3763" y="10395"/>
                  <a:pt x="3763" y="10371"/>
                </a:cubicBezTo>
                <a:lnTo>
                  <a:pt x="3763" y="7275"/>
                </a:lnTo>
                <a:cubicBezTo>
                  <a:pt x="3763" y="7180"/>
                  <a:pt x="3692" y="7097"/>
                  <a:pt x="3585" y="7097"/>
                </a:cubicBezTo>
                <a:lnTo>
                  <a:pt x="2156" y="7097"/>
                </a:lnTo>
                <a:lnTo>
                  <a:pt x="2156" y="5835"/>
                </a:lnTo>
                <a:lnTo>
                  <a:pt x="3585" y="5835"/>
                </a:lnTo>
                <a:cubicBezTo>
                  <a:pt x="3680" y="5835"/>
                  <a:pt x="3763" y="5751"/>
                  <a:pt x="3763" y="5656"/>
                </a:cubicBezTo>
                <a:lnTo>
                  <a:pt x="3763" y="5430"/>
                </a:lnTo>
                <a:cubicBezTo>
                  <a:pt x="3763" y="3942"/>
                  <a:pt x="5180" y="2632"/>
                  <a:pt x="6799" y="2632"/>
                </a:cubicBezTo>
                <a:lnTo>
                  <a:pt x="7550" y="2632"/>
                </a:lnTo>
                <a:lnTo>
                  <a:pt x="7550" y="3894"/>
                </a:lnTo>
                <a:lnTo>
                  <a:pt x="6799" y="3894"/>
                </a:lnTo>
                <a:cubicBezTo>
                  <a:pt x="6311" y="3894"/>
                  <a:pt x="5883" y="4025"/>
                  <a:pt x="5561" y="4287"/>
                </a:cubicBezTo>
                <a:cubicBezTo>
                  <a:pt x="5228" y="4561"/>
                  <a:pt x="5025" y="4966"/>
                  <a:pt x="5025" y="5430"/>
                </a:cubicBezTo>
                <a:lnTo>
                  <a:pt x="5025" y="5656"/>
                </a:lnTo>
                <a:cubicBezTo>
                  <a:pt x="5025" y="5740"/>
                  <a:pt x="5109" y="5835"/>
                  <a:pt x="5204" y="5835"/>
                </a:cubicBezTo>
                <a:lnTo>
                  <a:pt x="5883" y="5835"/>
                </a:lnTo>
                <a:cubicBezTo>
                  <a:pt x="5966" y="5835"/>
                  <a:pt x="6061" y="5751"/>
                  <a:pt x="6061" y="5656"/>
                </a:cubicBezTo>
                <a:cubicBezTo>
                  <a:pt x="6061" y="5561"/>
                  <a:pt x="5978" y="5478"/>
                  <a:pt x="5883" y="5478"/>
                </a:cubicBezTo>
                <a:lnTo>
                  <a:pt x="5371" y="5478"/>
                </a:lnTo>
                <a:lnTo>
                  <a:pt x="5371" y="5418"/>
                </a:lnTo>
                <a:cubicBezTo>
                  <a:pt x="5371" y="4525"/>
                  <a:pt x="6145" y="4204"/>
                  <a:pt x="6799" y="4204"/>
                </a:cubicBezTo>
                <a:lnTo>
                  <a:pt x="7704" y="4204"/>
                </a:lnTo>
                <a:cubicBezTo>
                  <a:pt x="7800" y="4204"/>
                  <a:pt x="7883" y="4132"/>
                  <a:pt x="7883" y="4025"/>
                </a:cubicBezTo>
                <a:lnTo>
                  <a:pt x="7883" y="2418"/>
                </a:lnTo>
                <a:cubicBezTo>
                  <a:pt x="7883" y="2334"/>
                  <a:pt x="7811" y="2239"/>
                  <a:pt x="7704" y="2239"/>
                </a:cubicBezTo>
                <a:lnTo>
                  <a:pt x="6799" y="2239"/>
                </a:lnTo>
                <a:cubicBezTo>
                  <a:pt x="5966" y="2239"/>
                  <a:pt x="5121" y="2572"/>
                  <a:pt x="4466" y="3156"/>
                </a:cubicBezTo>
                <a:cubicBezTo>
                  <a:pt x="3799" y="3763"/>
                  <a:pt x="3418" y="4549"/>
                  <a:pt x="3418" y="5382"/>
                </a:cubicBezTo>
                <a:lnTo>
                  <a:pt x="3418" y="5442"/>
                </a:lnTo>
                <a:lnTo>
                  <a:pt x="1989" y="5442"/>
                </a:lnTo>
                <a:cubicBezTo>
                  <a:pt x="1906" y="5442"/>
                  <a:pt x="1811" y="5513"/>
                  <a:pt x="1811" y="5620"/>
                </a:cubicBezTo>
                <a:lnTo>
                  <a:pt x="1811" y="7228"/>
                </a:lnTo>
                <a:cubicBezTo>
                  <a:pt x="1811" y="7323"/>
                  <a:pt x="1894" y="7406"/>
                  <a:pt x="1989" y="7406"/>
                </a:cubicBezTo>
                <a:lnTo>
                  <a:pt x="3418" y="7406"/>
                </a:lnTo>
                <a:lnTo>
                  <a:pt x="3418" y="10085"/>
                </a:lnTo>
                <a:cubicBezTo>
                  <a:pt x="1561" y="9300"/>
                  <a:pt x="346" y="7442"/>
                  <a:pt x="346" y="5418"/>
                </a:cubicBezTo>
                <a:cubicBezTo>
                  <a:pt x="346" y="2596"/>
                  <a:pt x="2620" y="322"/>
                  <a:pt x="5430" y="322"/>
                </a:cubicBezTo>
                <a:cubicBezTo>
                  <a:pt x="8228" y="322"/>
                  <a:pt x="10526" y="2620"/>
                  <a:pt x="10526" y="5418"/>
                </a:cubicBezTo>
                <a:cubicBezTo>
                  <a:pt x="10526" y="8228"/>
                  <a:pt x="8240" y="10502"/>
                  <a:pt x="5430" y="10502"/>
                </a:cubicBezTo>
                <a:lnTo>
                  <a:pt x="5371" y="10502"/>
                </a:lnTo>
                <a:lnTo>
                  <a:pt x="5371" y="7418"/>
                </a:lnTo>
                <a:lnTo>
                  <a:pt x="7728" y="7418"/>
                </a:lnTo>
                <a:cubicBezTo>
                  <a:pt x="7811" y="7418"/>
                  <a:pt x="7907" y="7347"/>
                  <a:pt x="7907" y="7240"/>
                </a:cubicBezTo>
                <a:lnTo>
                  <a:pt x="7907" y="5656"/>
                </a:lnTo>
                <a:cubicBezTo>
                  <a:pt x="7907" y="5561"/>
                  <a:pt x="7823" y="5478"/>
                  <a:pt x="7728" y="5478"/>
                </a:cubicBezTo>
                <a:lnTo>
                  <a:pt x="6728" y="5478"/>
                </a:lnTo>
                <a:cubicBezTo>
                  <a:pt x="6633" y="5478"/>
                  <a:pt x="6549" y="5549"/>
                  <a:pt x="6549" y="5656"/>
                </a:cubicBezTo>
                <a:cubicBezTo>
                  <a:pt x="6549" y="5740"/>
                  <a:pt x="6621" y="5835"/>
                  <a:pt x="6728" y="5835"/>
                </a:cubicBezTo>
                <a:lnTo>
                  <a:pt x="7561" y="5835"/>
                </a:lnTo>
                <a:lnTo>
                  <a:pt x="7561" y="7097"/>
                </a:lnTo>
                <a:lnTo>
                  <a:pt x="5204" y="7097"/>
                </a:lnTo>
                <a:cubicBezTo>
                  <a:pt x="5121" y="7097"/>
                  <a:pt x="5025" y="7168"/>
                  <a:pt x="5025" y="7275"/>
                </a:cubicBezTo>
                <a:lnTo>
                  <a:pt x="5025" y="10693"/>
                </a:lnTo>
                <a:cubicBezTo>
                  <a:pt x="5025" y="10788"/>
                  <a:pt x="5109" y="10859"/>
                  <a:pt x="5192" y="10871"/>
                </a:cubicBezTo>
                <a:lnTo>
                  <a:pt x="5430" y="10871"/>
                </a:lnTo>
                <a:cubicBezTo>
                  <a:pt x="6871" y="10871"/>
                  <a:pt x="8240" y="10312"/>
                  <a:pt x="9276" y="9288"/>
                </a:cubicBezTo>
                <a:cubicBezTo>
                  <a:pt x="10300" y="8252"/>
                  <a:pt x="10859" y="6883"/>
                  <a:pt x="10859" y="5442"/>
                </a:cubicBezTo>
                <a:cubicBezTo>
                  <a:pt x="10859" y="3989"/>
                  <a:pt x="10300" y="2620"/>
                  <a:pt x="9276" y="1584"/>
                </a:cubicBezTo>
                <a:cubicBezTo>
                  <a:pt x="8240" y="560"/>
                  <a:pt x="6871" y="1"/>
                  <a:pt x="54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2" name="Google Shape;322;p43"/>
          <p:cNvGrpSpPr/>
          <p:nvPr/>
        </p:nvGrpSpPr>
        <p:grpSpPr>
          <a:xfrm>
            <a:off x="1243553" y="3002221"/>
            <a:ext cx="345710" cy="351101"/>
            <a:chOff x="3303268" y="3817349"/>
            <a:chExt cx="346056" cy="345674"/>
          </a:xfrm>
        </p:grpSpPr>
        <p:sp>
          <p:nvSpPr>
            <p:cNvPr id="323" name="Google Shape;323;p43"/>
            <p:cNvSpPr/>
            <p:nvPr/>
          </p:nvSpPr>
          <p:spPr>
            <a:xfrm>
              <a:off x="3303268" y="3817349"/>
              <a:ext cx="346056" cy="345674"/>
            </a:xfrm>
            <a:custGeom>
              <a:avLst/>
              <a:gdLst/>
              <a:ahLst/>
              <a:cxnLst/>
              <a:rect l="l" t="t" r="r" b="b"/>
              <a:pathLst>
                <a:path w="10872" h="10860" extrusionOk="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43"/>
            <p:cNvSpPr/>
            <p:nvPr/>
          </p:nvSpPr>
          <p:spPr>
            <a:xfrm>
              <a:off x="3368074" y="3882537"/>
              <a:ext cx="215298" cy="215298"/>
            </a:xfrm>
            <a:custGeom>
              <a:avLst/>
              <a:gdLst/>
              <a:ahLst/>
              <a:cxnLst/>
              <a:rect l="l" t="t" r="r" b="b"/>
              <a:pathLst>
                <a:path w="6764" h="6764" extrusionOk="0">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43"/>
            <p:cNvSpPr/>
            <p:nvPr/>
          </p:nvSpPr>
          <p:spPr>
            <a:xfrm>
              <a:off x="3418143" y="3933656"/>
              <a:ext cx="114811" cy="112742"/>
            </a:xfrm>
            <a:custGeom>
              <a:avLst/>
              <a:gdLst/>
              <a:ahLst/>
              <a:cxnLst/>
              <a:rect l="l" t="t" r="r" b="b"/>
              <a:pathLst>
                <a:path w="3607" h="3542" extrusionOk="0">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43"/>
            <p:cNvSpPr/>
            <p:nvPr/>
          </p:nvSpPr>
          <p:spPr>
            <a:xfrm>
              <a:off x="3519298" y="3910197"/>
              <a:ext cx="29570" cy="29220"/>
            </a:xfrm>
            <a:custGeom>
              <a:avLst/>
              <a:gdLst/>
              <a:ahLst/>
              <a:cxnLst/>
              <a:rect l="l" t="t" r="r" b="b"/>
              <a:pathLst>
                <a:path w="929" h="918" extrusionOk="0">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7" name="Google Shape;327;p43"/>
          <p:cNvGrpSpPr/>
          <p:nvPr/>
        </p:nvGrpSpPr>
        <p:grpSpPr>
          <a:xfrm>
            <a:off x="1770348" y="3002221"/>
            <a:ext cx="351177" cy="351101"/>
            <a:chOff x="3752358" y="3817349"/>
            <a:chExt cx="346056" cy="345674"/>
          </a:xfrm>
        </p:grpSpPr>
        <p:sp>
          <p:nvSpPr>
            <p:cNvPr id="328" name="Google Shape;328;p43"/>
            <p:cNvSpPr/>
            <p:nvPr/>
          </p:nvSpPr>
          <p:spPr>
            <a:xfrm>
              <a:off x="3752358" y="3817349"/>
              <a:ext cx="346056" cy="345674"/>
            </a:xfrm>
            <a:custGeom>
              <a:avLst/>
              <a:gdLst/>
              <a:ahLst/>
              <a:cxnLst/>
              <a:rect l="l" t="t" r="r" b="b"/>
              <a:pathLst>
                <a:path w="10872" h="10860" extrusionOk="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43"/>
            <p:cNvSpPr/>
            <p:nvPr/>
          </p:nvSpPr>
          <p:spPr>
            <a:xfrm>
              <a:off x="3831933" y="3955682"/>
              <a:ext cx="47809" cy="120540"/>
            </a:xfrm>
            <a:custGeom>
              <a:avLst/>
              <a:gdLst/>
              <a:ahLst/>
              <a:cxnLst/>
              <a:rect l="l" t="t" r="r" b="b"/>
              <a:pathLst>
                <a:path w="1502" h="3787" extrusionOk="0">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43"/>
            <p:cNvSpPr/>
            <p:nvPr/>
          </p:nvSpPr>
          <p:spPr>
            <a:xfrm>
              <a:off x="3824739" y="3890112"/>
              <a:ext cx="55002" cy="55002"/>
            </a:xfrm>
            <a:custGeom>
              <a:avLst/>
              <a:gdLst/>
              <a:ahLst/>
              <a:cxnLst/>
              <a:rect l="l" t="t" r="r" b="b"/>
              <a:pathLst>
                <a:path w="1728" h="1728" extrusionOk="0">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43"/>
            <p:cNvSpPr/>
            <p:nvPr/>
          </p:nvSpPr>
          <p:spPr>
            <a:xfrm>
              <a:off x="3904696" y="3955682"/>
              <a:ext cx="128148" cy="120540"/>
            </a:xfrm>
            <a:custGeom>
              <a:avLst/>
              <a:gdLst/>
              <a:ahLst/>
              <a:cxnLst/>
              <a:rect l="l" t="t" r="r" b="b"/>
              <a:pathLst>
                <a:path w="4026" h="3787" extrusionOk="0">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2" name="Google Shape;332;p43"/>
          <p:cNvGrpSpPr/>
          <p:nvPr/>
        </p:nvGrpSpPr>
        <p:grpSpPr>
          <a:xfrm>
            <a:off x="2302037" y="3002221"/>
            <a:ext cx="345710" cy="351101"/>
            <a:chOff x="2238181" y="4120624"/>
            <a:chExt cx="346056" cy="345674"/>
          </a:xfrm>
        </p:grpSpPr>
        <p:grpSp>
          <p:nvGrpSpPr>
            <p:cNvPr id="333" name="Google Shape;333;p43"/>
            <p:cNvGrpSpPr/>
            <p:nvPr/>
          </p:nvGrpSpPr>
          <p:grpSpPr>
            <a:xfrm>
              <a:off x="2309155" y="4177413"/>
              <a:ext cx="203862" cy="231903"/>
              <a:chOff x="1512725" y="258500"/>
              <a:chExt cx="4570900" cy="5199625"/>
            </a:xfrm>
          </p:grpSpPr>
          <p:sp>
            <p:nvSpPr>
              <p:cNvPr id="334" name="Google Shape;334;p43"/>
              <p:cNvSpPr/>
              <p:nvPr/>
            </p:nvSpPr>
            <p:spPr>
              <a:xfrm>
                <a:off x="1512725" y="2700900"/>
                <a:ext cx="2654475" cy="2757225"/>
              </a:xfrm>
              <a:custGeom>
                <a:avLst/>
                <a:gdLst/>
                <a:ahLst/>
                <a:cxnLst/>
                <a:rect l="l" t="t" r="r" b="b"/>
                <a:pathLst>
                  <a:path w="106179" h="110289" extrusionOk="0">
                    <a:moveTo>
                      <a:pt x="19199" y="1"/>
                    </a:moveTo>
                    <a:cubicBezTo>
                      <a:pt x="18076" y="1"/>
                      <a:pt x="16954" y="466"/>
                      <a:pt x="16148" y="1404"/>
                    </a:cubicBezTo>
                    <a:cubicBezTo>
                      <a:pt x="5840" y="13310"/>
                      <a:pt x="1" y="28739"/>
                      <a:pt x="33" y="44494"/>
                    </a:cubicBezTo>
                    <a:cubicBezTo>
                      <a:pt x="33" y="62077"/>
                      <a:pt x="6916" y="78582"/>
                      <a:pt x="19442" y="91010"/>
                    </a:cubicBezTo>
                    <a:cubicBezTo>
                      <a:pt x="31968" y="103439"/>
                      <a:pt x="48572" y="110289"/>
                      <a:pt x="66252" y="110289"/>
                    </a:cubicBezTo>
                    <a:cubicBezTo>
                      <a:pt x="69546" y="110289"/>
                      <a:pt x="72939" y="110060"/>
                      <a:pt x="76201" y="109571"/>
                    </a:cubicBezTo>
                    <a:cubicBezTo>
                      <a:pt x="86248" y="108071"/>
                      <a:pt x="95675" y="104352"/>
                      <a:pt x="103895" y="98643"/>
                    </a:cubicBezTo>
                    <a:cubicBezTo>
                      <a:pt x="105983" y="97208"/>
                      <a:pt x="106179" y="94272"/>
                      <a:pt x="104417" y="92478"/>
                    </a:cubicBezTo>
                    <a:cubicBezTo>
                      <a:pt x="104384" y="92348"/>
                      <a:pt x="104384" y="92315"/>
                      <a:pt x="104352" y="92315"/>
                    </a:cubicBezTo>
                    <a:cubicBezTo>
                      <a:pt x="103555" y="91537"/>
                      <a:pt x="102517" y="91128"/>
                      <a:pt x="101470" y="91128"/>
                    </a:cubicBezTo>
                    <a:cubicBezTo>
                      <a:pt x="100673" y="91128"/>
                      <a:pt x="99870" y="91365"/>
                      <a:pt x="99165" y="91859"/>
                    </a:cubicBezTo>
                    <a:cubicBezTo>
                      <a:pt x="91956" y="96849"/>
                      <a:pt x="83769" y="100111"/>
                      <a:pt x="74994" y="101416"/>
                    </a:cubicBezTo>
                    <a:cubicBezTo>
                      <a:pt x="72091" y="101808"/>
                      <a:pt x="69155" y="102069"/>
                      <a:pt x="66252" y="102069"/>
                    </a:cubicBezTo>
                    <a:cubicBezTo>
                      <a:pt x="50757" y="102069"/>
                      <a:pt x="36176" y="96066"/>
                      <a:pt x="25216" y="85171"/>
                    </a:cubicBezTo>
                    <a:cubicBezTo>
                      <a:pt x="14256" y="74309"/>
                      <a:pt x="8221" y="59826"/>
                      <a:pt x="8188" y="44462"/>
                    </a:cubicBezTo>
                    <a:cubicBezTo>
                      <a:pt x="8188" y="30664"/>
                      <a:pt x="13277" y="17126"/>
                      <a:pt x="22313" y="6721"/>
                    </a:cubicBezTo>
                    <a:cubicBezTo>
                      <a:pt x="23650" y="5188"/>
                      <a:pt x="23650" y="2904"/>
                      <a:pt x="22248" y="1404"/>
                    </a:cubicBezTo>
                    <a:lnTo>
                      <a:pt x="22215" y="1338"/>
                    </a:lnTo>
                    <a:cubicBezTo>
                      <a:pt x="21407" y="449"/>
                      <a:pt x="20302" y="1"/>
                      <a:pt x="191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43"/>
              <p:cNvSpPr/>
              <p:nvPr/>
            </p:nvSpPr>
            <p:spPr>
              <a:xfrm>
                <a:off x="2323325" y="258500"/>
                <a:ext cx="3760300" cy="4390225"/>
              </a:xfrm>
              <a:custGeom>
                <a:avLst/>
                <a:gdLst/>
                <a:ahLst/>
                <a:cxnLst/>
                <a:rect l="l" t="t" r="r" b="b"/>
                <a:pathLst>
                  <a:path w="150412" h="175609" extrusionOk="0">
                    <a:moveTo>
                      <a:pt x="63610" y="0"/>
                    </a:moveTo>
                    <a:cubicBezTo>
                      <a:pt x="61359" y="0"/>
                      <a:pt x="59532" y="1827"/>
                      <a:pt x="59532" y="4078"/>
                    </a:cubicBezTo>
                    <a:lnTo>
                      <a:pt x="59532" y="93228"/>
                    </a:lnTo>
                    <a:lnTo>
                      <a:pt x="59467" y="142060"/>
                    </a:lnTo>
                    <a:cubicBezTo>
                      <a:pt x="59467" y="153020"/>
                      <a:pt x="52421" y="162741"/>
                      <a:pt x="41950" y="166199"/>
                    </a:cubicBezTo>
                    <a:cubicBezTo>
                      <a:pt x="39320" y="167047"/>
                      <a:pt x="36616" y="167503"/>
                      <a:pt x="33881" y="167503"/>
                    </a:cubicBezTo>
                    <a:cubicBezTo>
                      <a:pt x="33462" y="167503"/>
                      <a:pt x="33042" y="167493"/>
                      <a:pt x="32621" y="167471"/>
                    </a:cubicBezTo>
                    <a:cubicBezTo>
                      <a:pt x="19181" y="166818"/>
                      <a:pt x="8515" y="155793"/>
                      <a:pt x="8319" y="142419"/>
                    </a:cubicBezTo>
                    <a:cubicBezTo>
                      <a:pt x="8221" y="135569"/>
                      <a:pt x="10798" y="129143"/>
                      <a:pt x="15593" y="124250"/>
                    </a:cubicBezTo>
                    <a:cubicBezTo>
                      <a:pt x="20454" y="119291"/>
                      <a:pt x="26978" y="116584"/>
                      <a:pt x="33926" y="116584"/>
                    </a:cubicBezTo>
                    <a:cubicBezTo>
                      <a:pt x="36633" y="116584"/>
                      <a:pt x="39373" y="117041"/>
                      <a:pt x="41983" y="117889"/>
                    </a:cubicBezTo>
                    <a:cubicBezTo>
                      <a:pt x="42399" y="118019"/>
                      <a:pt x="42825" y="118082"/>
                      <a:pt x="43246" y="118082"/>
                    </a:cubicBezTo>
                    <a:cubicBezTo>
                      <a:pt x="44409" y="118082"/>
                      <a:pt x="45540" y="117600"/>
                      <a:pt x="46354" y="116714"/>
                    </a:cubicBezTo>
                    <a:cubicBezTo>
                      <a:pt x="47006" y="115931"/>
                      <a:pt x="47332" y="114920"/>
                      <a:pt x="47332" y="113909"/>
                    </a:cubicBezTo>
                    <a:lnTo>
                      <a:pt x="47332" y="81028"/>
                    </a:lnTo>
                    <a:cubicBezTo>
                      <a:pt x="47332" y="79038"/>
                      <a:pt x="45865" y="77277"/>
                      <a:pt x="43875" y="76983"/>
                    </a:cubicBezTo>
                    <a:cubicBezTo>
                      <a:pt x="40547" y="76494"/>
                      <a:pt x="37220" y="76233"/>
                      <a:pt x="33926" y="76233"/>
                    </a:cubicBezTo>
                    <a:cubicBezTo>
                      <a:pt x="26651" y="76233"/>
                      <a:pt x="19638" y="77407"/>
                      <a:pt x="12984" y="79593"/>
                    </a:cubicBezTo>
                    <a:cubicBezTo>
                      <a:pt x="10831" y="80311"/>
                      <a:pt x="9820" y="82724"/>
                      <a:pt x="10831" y="84780"/>
                    </a:cubicBezTo>
                    <a:lnTo>
                      <a:pt x="10831" y="84812"/>
                    </a:lnTo>
                    <a:cubicBezTo>
                      <a:pt x="10961" y="85008"/>
                      <a:pt x="11092" y="85269"/>
                      <a:pt x="11157" y="85465"/>
                    </a:cubicBezTo>
                    <a:cubicBezTo>
                      <a:pt x="11790" y="86730"/>
                      <a:pt x="13091" y="87485"/>
                      <a:pt x="14435" y="87485"/>
                    </a:cubicBezTo>
                    <a:cubicBezTo>
                      <a:pt x="14823" y="87485"/>
                      <a:pt x="15214" y="87423"/>
                      <a:pt x="15593" y="87291"/>
                    </a:cubicBezTo>
                    <a:cubicBezTo>
                      <a:pt x="21400" y="85367"/>
                      <a:pt x="27565" y="84388"/>
                      <a:pt x="33860" y="84388"/>
                    </a:cubicBezTo>
                    <a:cubicBezTo>
                      <a:pt x="35622" y="84388"/>
                      <a:pt x="37383" y="84486"/>
                      <a:pt x="39145" y="84649"/>
                    </a:cubicBezTo>
                    <a:lnTo>
                      <a:pt x="39145" y="108853"/>
                    </a:lnTo>
                    <a:cubicBezTo>
                      <a:pt x="37383" y="108592"/>
                      <a:pt x="35622" y="108462"/>
                      <a:pt x="33860" y="108462"/>
                    </a:cubicBezTo>
                    <a:cubicBezTo>
                      <a:pt x="24727" y="108462"/>
                      <a:pt x="16180" y="112050"/>
                      <a:pt x="9787" y="118541"/>
                    </a:cubicBezTo>
                    <a:cubicBezTo>
                      <a:pt x="3426" y="124967"/>
                      <a:pt x="1" y="133481"/>
                      <a:pt x="99" y="142549"/>
                    </a:cubicBezTo>
                    <a:cubicBezTo>
                      <a:pt x="360" y="160197"/>
                      <a:pt x="14452" y="174712"/>
                      <a:pt x="32164" y="175561"/>
                    </a:cubicBezTo>
                    <a:cubicBezTo>
                      <a:pt x="32758" y="175593"/>
                      <a:pt x="33351" y="175609"/>
                      <a:pt x="33941" y="175609"/>
                    </a:cubicBezTo>
                    <a:cubicBezTo>
                      <a:pt x="37530" y="175609"/>
                      <a:pt x="41044" y="175018"/>
                      <a:pt x="44462" y="173897"/>
                    </a:cubicBezTo>
                    <a:cubicBezTo>
                      <a:pt x="58325" y="169330"/>
                      <a:pt x="67622" y="156543"/>
                      <a:pt x="67622" y="142027"/>
                    </a:cubicBezTo>
                    <a:lnTo>
                      <a:pt x="67687" y="93163"/>
                    </a:lnTo>
                    <a:lnTo>
                      <a:pt x="67687" y="8155"/>
                    </a:lnTo>
                    <a:lnTo>
                      <a:pt x="78321" y="8155"/>
                    </a:lnTo>
                    <a:cubicBezTo>
                      <a:pt x="81697" y="8133"/>
                      <a:pt x="85305" y="8095"/>
                      <a:pt x="88344" y="8095"/>
                    </a:cubicBezTo>
                    <a:cubicBezTo>
                      <a:pt x="89709" y="8095"/>
                      <a:pt x="90960" y="8103"/>
                      <a:pt x="92022" y="8123"/>
                    </a:cubicBezTo>
                    <a:cubicBezTo>
                      <a:pt x="93098" y="21073"/>
                      <a:pt x="98643" y="33110"/>
                      <a:pt x="107973" y="42374"/>
                    </a:cubicBezTo>
                    <a:cubicBezTo>
                      <a:pt x="117269" y="51573"/>
                      <a:pt x="129339" y="57053"/>
                      <a:pt x="142256" y="58031"/>
                    </a:cubicBezTo>
                    <a:cubicBezTo>
                      <a:pt x="142256" y="64131"/>
                      <a:pt x="142289" y="76005"/>
                      <a:pt x="142354" y="82333"/>
                    </a:cubicBezTo>
                    <a:cubicBezTo>
                      <a:pt x="133155" y="81876"/>
                      <a:pt x="124250" y="79821"/>
                      <a:pt x="115769" y="76233"/>
                    </a:cubicBezTo>
                    <a:cubicBezTo>
                      <a:pt x="109506" y="73624"/>
                      <a:pt x="103700" y="70198"/>
                      <a:pt x="98350" y="66088"/>
                    </a:cubicBezTo>
                    <a:cubicBezTo>
                      <a:pt x="97610" y="65524"/>
                      <a:pt x="96719" y="65238"/>
                      <a:pt x="95830" y="65238"/>
                    </a:cubicBezTo>
                    <a:cubicBezTo>
                      <a:pt x="95229" y="65238"/>
                      <a:pt x="94629" y="65369"/>
                      <a:pt x="94077" y="65632"/>
                    </a:cubicBezTo>
                    <a:cubicBezTo>
                      <a:pt x="92674" y="66284"/>
                      <a:pt x="91793" y="67752"/>
                      <a:pt x="91793" y="69318"/>
                    </a:cubicBezTo>
                    <a:lnTo>
                      <a:pt x="91956" y="142354"/>
                    </a:lnTo>
                    <a:cubicBezTo>
                      <a:pt x="91891" y="150443"/>
                      <a:pt x="90195" y="158272"/>
                      <a:pt x="86966" y="165514"/>
                    </a:cubicBezTo>
                    <a:cubicBezTo>
                      <a:pt x="86150" y="167308"/>
                      <a:pt x="86802" y="169428"/>
                      <a:pt x="88433" y="170472"/>
                    </a:cubicBezTo>
                    <a:cubicBezTo>
                      <a:pt x="88466" y="170472"/>
                      <a:pt x="88466" y="170505"/>
                      <a:pt x="88531" y="170505"/>
                    </a:cubicBezTo>
                    <a:cubicBezTo>
                      <a:pt x="89214" y="170960"/>
                      <a:pt x="89984" y="171174"/>
                      <a:pt x="90744" y="171174"/>
                    </a:cubicBezTo>
                    <a:cubicBezTo>
                      <a:pt x="92271" y="171174"/>
                      <a:pt x="93760" y="170311"/>
                      <a:pt x="94436" y="168808"/>
                    </a:cubicBezTo>
                    <a:cubicBezTo>
                      <a:pt x="98089" y="160555"/>
                      <a:pt x="100046" y="151650"/>
                      <a:pt x="100111" y="142354"/>
                    </a:cubicBezTo>
                    <a:lnTo>
                      <a:pt x="99850" y="77049"/>
                    </a:lnTo>
                    <a:lnTo>
                      <a:pt x="99850" y="77049"/>
                    </a:lnTo>
                    <a:cubicBezTo>
                      <a:pt x="103895" y="79593"/>
                      <a:pt x="108071" y="81844"/>
                      <a:pt x="112474" y="83670"/>
                    </a:cubicBezTo>
                    <a:cubicBezTo>
                      <a:pt x="123206" y="88205"/>
                      <a:pt x="134591" y="90521"/>
                      <a:pt x="146301" y="90521"/>
                    </a:cubicBezTo>
                    <a:cubicBezTo>
                      <a:pt x="147410" y="90521"/>
                      <a:pt x="148454" y="90097"/>
                      <a:pt x="149237" y="89346"/>
                    </a:cubicBezTo>
                    <a:cubicBezTo>
                      <a:pt x="149987" y="88563"/>
                      <a:pt x="150411" y="87552"/>
                      <a:pt x="150411" y="86443"/>
                    </a:cubicBezTo>
                    <a:lnTo>
                      <a:pt x="150379" y="70231"/>
                    </a:lnTo>
                    <a:lnTo>
                      <a:pt x="150313" y="54345"/>
                    </a:lnTo>
                    <a:cubicBezTo>
                      <a:pt x="150281" y="49974"/>
                      <a:pt x="146301" y="49942"/>
                      <a:pt x="146236" y="49942"/>
                    </a:cubicBezTo>
                    <a:cubicBezTo>
                      <a:pt x="120955" y="49942"/>
                      <a:pt x="100177" y="29358"/>
                      <a:pt x="99981" y="4045"/>
                    </a:cubicBezTo>
                    <a:cubicBezTo>
                      <a:pt x="99981" y="2121"/>
                      <a:pt x="98546" y="131"/>
                      <a:pt x="959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6" name="Google Shape;336;p43"/>
            <p:cNvSpPr/>
            <p:nvPr/>
          </p:nvSpPr>
          <p:spPr>
            <a:xfrm>
              <a:off x="2238181" y="4120624"/>
              <a:ext cx="346056" cy="345674"/>
            </a:xfrm>
            <a:custGeom>
              <a:avLst/>
              <a:gdLst/>
              <a:ahLst/>
              <a:cxnLst/>
              <a:rect l="l" t="t" r="r" b="b"/>
              <a:pathLst>
                <a:path w="10872" h="10860" extrusionOk="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7" name="Google Shape;337;p43"/>
          <p:cNvSpPr/>
          <p:nvPr/>
        </p:nvSpPr>
        <p:spPr>
          <a:xfrm>
            <a:off x="8609100" y="4814900"/>
            <a:ext cx="350100" cy="1176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
</file>

<file path=ppt/theme/theme1.xml><?xml version="1.0" encoding="utf-8"?>
<a:theme xmlns:a="http://schemas.openxmlformats.org/drawingml/2006/main" name="Nature Style by Slidesgo">
  <a:themeElements>
    <a:clrScheme name="Simple Light">
      <a:dk1>
        <a:srgbClr val="FFFFFF"/>
      </a:dk1>
      <a:lt1>
        <a:srgbClr val="081300"/>
      </a:lt1>
      <a:dk2>
        <a:srgbClr val="93D173"/>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682</Words>
  <Application>Microsoft Office PowerPoint</Application>
  <PresentationFormat>Экран (16:9)</PresentationFormat>
  <Paragraphs>116</Paragraphs>
  <Slides>15</Slides>
  <Notes>15</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15</vt:i4>
      </vt:variant>
    </vt:vector>
  </HeadingPairs>
  <TitlesOfParts>
    <vt:vector size="23" baseType="lpstr">
      <vt:lpstr>Raleway</vt:lpstr>
      <vt:lpstr>Gudea</vt:lpstr>
      <vt:lpstr>Open Sans</vt:lpstr>
      <vt:lpstr>Poppins</vt:lpstr>
      <vt:lpstr>Kantumruy Pro</vt:lpstr>
      <vt:lpstr>Montserrat</vt:lpstr>
      <vt:lpstr>Arial</vt:lpstr>
      <vt:lpstr>Nature Style by Slidesgo</vt:lpstr>
      <vt:lpstr>NATURE  STYLE</vt:lpstr>
      <vt:lpstr>CONTENTS OF THIS TEMPLATE</vt:lpstr>
      <vt:lpstr>TABLE OF CONTENTS</vt:lpstr>
      <vt:lpstr>SECTION NAME</vt:lpstr>
      <vt:lpstr>THE SLIDE TITLE GOES HERE!</vt:lpstr>
      <vt:lpstr>LET’S HAVE A LOOK</vt:lpstr>
      <vt:lpstr>TWO IDEAS</vt:lpstr>
      <vt:lpstr>THREE IDEAS</vt:lpstr>
      <vt:lpstr>SIX DIFFERENT IDEAS</vt:lpstr>
      <vt:lpstr>A PICTURE IS WORTH A THOUSAND WORDS</vt:lpstr>
      <vt:lpstr>Our history</vt:lpstr>
      <vt:lpstr>YOU CAN USE AN INFOGRAPHIC</vt:lpstr>
      <vt:lpstr>REPRESENT YOUR DATA HERE</vt:lpstr>
      <vt:lpstr>333,000</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NATURE  STYLE</dc:title>
  <cp:lastModifiedBy>я</cp:lastModifiedBy>
  <cp:revision>1</cp:revision>
  <dcterms:modified xsi:type="dcterms:W3CDTF">2026-02-19T09:23:17Z</dcterms:modified>
</cp:coreProperties>
</file>